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1"/>
  </p:notesMasterIdLst>
  <p:sldIdLst>
    <p:sldId id="256" r:id="rId2"/>
    <p:sldId id="312" r:id="rId3"/>
    <p:sldId id="257" r:id="rId4"/>
    <p:sldId id="319" r:id="rId5"/>
    <p:sldId id="314" r:id="rId6"/>
    <p:sldId id="315" r:id="rId7"/>
    <p:sldId id="316" r:id="rId8"/>
    <p:sldId id="317" r:id="rId9"/>
    <p:sldId id="318" r:id="rId10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2"/>
      <p:bold r:id="rId13"/>
      <p:italic r:id="rId14"/>
      <p:boldItalic r:id="rId15"/>
    </p:embeddedFont>
    <p:embeddedFont>
      <p:font typeface="Nunito Light" pitchFamily="2" charset="0"/>
      <p:regular r:id="rId16"/>
      <p:italic r:id="rId17"/>
    </p:embeddedFont>
    <p:embeddedFont>
      <p:font typeface="Poppins Black" panose="00000A00000000000000" pitchFamily="2" charset="0"/>
      <p:bold r:id="rId18"/>
      <p:italic r:id="rId19"/>
      <p:boldItalic r:id="rId20"/>
    </p:embeddedFont>
    <p:embeddedFont>
      <p:font typeface="Poppins ExtraBold" panose="00000900000000000000" pitchFamily="2" charset="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F1E1E0-D463-4661-AD2E-C649CA6CAA8D}" v="29" dt="2026-05-30T13:37:59.836"/>
  </p1510:revLst>
</p1510:revInfo>
</file>

<file path=ppt/tableStyles.xml><?xml version="1.0" encoding="utf-8"?>
<a:tblStyleLst xmlns:a="http://schemas.openxmlformats.org/drawingml/2006/main" def="{A2050ACF-7ECF-4B61-9BE6-5AA3A0698BA7}">
  <a:tblStyle styleId="{A2050ACF-7ECF-4B61-9BE6-5AA3A0698B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FD3B4D-3FA9-4E67-8777-DCF6D5892B9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595"/>
  </p:normalViewPr>
  <p:slideViewPr>
    <p:cSldViewPr snapToGrid="0">
      <p:cViewPr varScale="1">
        <p:scale>
          <a:sx n="138" d="100"/>
          <a:sy n="138" d="100"/>
        </p:scale>
        <p:origin x="552" y="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r Soares" userId="670adff8fbebcc24" providerId="LiveId" clId="{E0F74DC6-1A43-432B-BC72-B2CD7B95C7BA}"/>
    <pc:docChg chg="undo custSel addSld delSld modSld sldOrd delMainMaster">
      <pc:chgData name="Sander Soares" userId="670adff8fbebcc24" providerId="LiveId" clId="{E0F74DC6-1A43-432B-BC72-B2CD7B95C7BA}" dt="2026-05-30T13:45:24.640" v="3768" actId="1076"/>
      <pc:docMkLst>
        <pc:docMk/>
      </pc:docMkLst>
      <pc:sldChg chg="modSp mod">
        <pc:chgData name="Sander Soares" userId="670adff8fbebcc24" providerId="LiveId" clId="{E0F74DC6-1A43-432B-BC72-B2CD7B95C7BA}" dt="2026-05-30T13:45:14.593" v="3767" actId="1076"/>
        <pc:sldMkLst>
          <pc:docMk/>
          <pc:sldMk cId="0" sldId="256"/>
        </pc:sldMkLst>
        <pc:spChg chg="mod">
          <ac:chgData name="Sander Soares" userId="670adff8fbebcc24" providerId="LiveId" clId="{E0F74DC6-1A43-432B-BC72-B2CD7B95C7BA}" dt="2026-05-30T13:45:14.593" v="3767" actId="1076"/>
          <ac:spMkLst>
            <pc:docMk/>
            <pc:sldMk cId="0" sldId="256"/>
            <ac:spMk id="758" creationId="{00000000-0000-0000-0000-000000000000}"/>
          </ac:spMkLst>
        </pc:spChg>
        <pc:spChg chg="mod">
          <ac:chgData name="Sander Soares" userId="670adff8fbebcc24" providerId="LiveId" clId="{E0F74DC6-1A43-432B-BC72-B2CD7B95C7BA}" dt="2026-05-30T13:44:46.110" v="3766" actId="1076"/>
          <ac:spMkLst>
            <pc:docMk/>
            <pc:sldMk cId="0" sldId="256"/>
            <ac:spMk id="759" creationId="{00000000-0000-0000-0000-000000000000}"/>
          </ac:spMkLst>
        </pc:spChg>
        <pc:grpChg chg="mod">
          <ac:chgData name="Sander Soares" userId="670adff8fbebcc24" providerId="LiveId" clId="{E0F74DC6-1A43-432B-BC72-B2CD7B95C7BA}" dt="2026-05-29T20:14:01.424" v="2678" actId="1076"/>
          <ac:grpSpMkLst>
            <pc:docMk/>
            <pc:sldMk cId="0" sldId="256"/>
            <ac:grpSpMk id="773" creationId="{00000000-0000-0000-0000-000000000000}"/>
          </ac:grpSpMkLst>
        </pc:grpChg>
      </pc:sldChg>
      <pc:sldChg chg="modSp mod">
        <pc:chgData name="Sander Soares" userId="670adff8fbebcc24" providerId="LiveId" clId="{E0F74DC6-1A43-432B-BC72-B2CD7B95C7BA}" dt="2026-05-29T20:54:14.936" v="3722" actId="20577"/>
        <pc:sldMkLst>
          <pc:docMk/>
          <pc:sldMk cId="0" sldId="257"/>
        </pc:sldMkLst>
        <pc:spChg chg="mod">
          <ac:chgData name="Sander Soares" userId="670adff8fbebcc24" providerId="LiveId" clId="{E0F74DC6-1A43-432B-BC72-B2CD7B95C7BA}" dt="2026-05-26T14:53:52.844" v="1420" actId="1076"/>
          <ac:spMkLst>
            <pc:docMk/>
            <pc:sldMk cId="0" sldId="257"/>
            <ac:spMk id="796" creationId="{00000000-0000-0000-0000-000000000000}"/>
          </ac:spMkLst>
        </pc:spChg>
        <pc:graphicFrameChg chg="mod modGraphic">
          <ac:chgData name="Sander Soares" userId="670adff8fbebcc24" providerId="LiveId" clId="{E0F74DC6-1A43-432B-BC72-B2CD7B95C7BA}" dt="2026-05-29T20:54:14.936" v="3722" actId="20577"/>
          <ac:graphicFrameMkLst>
            <pc:docMk/>
            <pc:sldMk cId="0" sldId="257"/>
            <ac:graphicFrameMk id="800" creationId="{00000000-0000-0000-0000-000000000000}"/>
          </ac:graphicFrameMkLst>
        </pc:graphicFrameChg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58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59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60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61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62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63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64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65"/>
        </pc:sldMkLst>
      </pc:sldChg>
      <pc:sldChg chg="del ord modNotes">
        <pc:chgData name="Sander Soares" userId="670adff8fbebcc24" providerId="LiveId" clId="{E0F74DC6-1A43-432B-BC72-B2CD7B95C7BA}" dt="2026-05-29T20:35:01.096" v="3529" actId="47"/>
        <pc:sldMkLst>
          <pc:docMk/>
          <pc:sldMk cId="0" sldId="266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67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68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69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70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71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72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73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74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75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76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77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78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79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80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81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82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83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84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85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86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87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88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89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90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91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92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93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94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95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96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97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98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299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00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01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02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03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04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05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06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07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08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09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10"/>
        </pc:sldMkLst>
      </pc:sldChg>
      <pc:sldChg chg="del">
        <pc:chgData name="Sander Soares" userId="670adff8fbebcc24" providerId="LiveId" clId="{E0F74DC6-1A43-432B-BC72-B2CD7B95C7BA}" dt="2026-05-29T20:35:01.096" v="3529" actId="47"/>
        <pc:sldMkLst>
          <pc:docMk/>
          <pc:sldMk cId="0" sldId="311"/>
        </pc:sldMkLst>
      </pc:sldChg>
      <pc:sldChg chg="addSp delSp modSp add mod ord">
        <pc:chgData name="Sander Soares" userId="670adff8fbebcc24" providerId="LiveId" clId="{E0F74DC6-1A43-432B-BC72-B2CD7B95C7BA}" dt="2026-05-26T14:54:44.160" v="1427" actId="14100"/>
        <pc:sldMkLst>
          <pc:docMk/>
          <pc:sldMk cId="1631045255" sldId="312"/>
        </pc:sldMkLst>
        <pc:spChg chg="add mod">
          <ac:chgData name="Sander Soares" userId="670adff8fbebcc24" providerId="LiveId" clId="{E0F74DC6-1A43-432B-BC72-B2CD7B95C7BA}" dt="2026-05-26T14:54:44.160" v="1427" actId="14100"/>
          <ac:spMkLst>
            <pc:docMk/>
            <pc:sldMk cId="1631045255" sldId="312"/>
            <ac:spMk id="5" creationId="{013D271E-1BEC-C720-FBDC-FF89A42F7508}"/>
          </ac:spMkLst>
        </pc:spChg>
        <pc:spChg chg="add mod">
          <ac:chgData name="Sander Soares" userId="670adff8fbebcc24" providerId="LiveId" clId="{E0F74DC6-1A43-432B-BC72-B2CD7B95C7BA}" dt="2026-05-26T14:50:32.700" v="1363" actId="113"/>
          <ac:spMkLst>
            <pc:docMk/>
            <pc:sldMk cId="1631045255" sldId="312"/>
            <ac:spMk id="7" creationId="{70E378F4-4F5B-6C7F-F48A-6C394ECCCBC0}"/>
          </ac:spMkLst>
        </pc:spChg>
        <pc:spChg chg="add mod">
          <ac:chgData name="Sander Soares" userId="670adff8fbebcc24" providerId="LiveId" clId="{E0F74DC6-1A43-432B-BC72-B2CD7B95C7BA}" dt="2026-05-26T14:45:27.185" v="1341" actId="1076"/>
          <ac:spMkLst>
            <pc:docMk/>
            <pc:sldMk cId="1631045255" sldId="312"/>
            <ac:spMk id="8" creationId="{8B77D246-E64C-5DAF-4E75-F1036EB25B32}"/>
          </ac:spMkLst>
        </pc:spChg>
        <pc:spChg chg="add mod">
          <ac:chgData name="Sander Soares" userId="670adff8fbebcc24" providerId="LiveId" clId="{E0F74DC6-1A43-432B-BC72-B2CD7B95C7BA}" dt="2026-05-26T14:45:31.980" v="1342" actId="1076"/>
          <ac:spMkLst>
            <pc:docMk/>
            <pc:sldMk cId="1631045255" sldId="312"/>
            <ac:spMk id="9" creationId="{4C84A4D4-B284-0FF4-7182-00BA97BFA02E}"/>
          </ac:spMkLst>
        </pc:spChg>
        <pc:spChg chg="add mod">
          <ac:chgData name="Sander Soares" userId="670adff8fbebcc24" providerId="LiveId" clId="{E0F74DC6-1A43-432B-BC72-B2CD7B95C7BA}" dt="2026-05-26T14:50:14.504" v="1359" actId="113"/>
          <ac:spMkLst>
            <pc:docMk/>
            <pc:sldMk cId="1631045255" sldId="312"/>
            <ac:spMk id="10" creationId="{68E5CA68-80BF-F692-2E11-E5FA9B082E86}"/>
          </ac:spMkLst>
        </pc:spChg>
        <pc:spChg chg="add mod">
          <ac:chgData name="Sander Soares" userId="670adff8fbebcc24" providerId="LiveId" clId="{E0F74DC6-1A43-432B-BC72-B2CD7B95C7BA}" dt="2026-05-26T14:45:51.721" v="1348" actId="313"/>
          <ac:spMkLst>
            <pc:docMk/>
            <pc:sldMk cId="1631045255" sldId="312"/>
            <ac:spMk id="11" creationId="{7E9738C5-8250-9BB7-492C-0355DD458590}"/>
          </ac:spMkLst>
        </pc:spChg>
        <pc:spChg chg="mod">
          <ac:chgData name="Sander Soares" userId="670adff8fbebcc24" providerId="LiveId" clId="{E0F74DC6-1A43-432B-BC72-B2CD7B95C7BA}" dt="2026-05-26T14:53:46.604" v="1417" actId="1076"/>
          <ac:spMkLst>
            <pc:docMk/>
            <pc:sldMk cId="1631045255" sldId="312"/>
            <ac:spMk id="796" creationId="{A3855B8E-2245-CAB2-DEA7-465154D7BF4C}"/>
          </ac:spMkLst>
        </pc:spChg>
        <pc:picChg chg="add mod">
          <ac:chgData name="Sander Soares" userId="670adff8fbebcc24" providerId="LiveId" clId="{E0F74DC6-1A43-432B-BC72-B2CD7B95C7BA}" dt="2026-05-26T14:53:48.524" v="1418" actId="1076"/>
          <ac:picMkLst>
            <pc:docMk/>
            <pc:sldMk cId="1631045255" sldId="312"/>
            <ac:picMk id="4" creationId="{FC173DCC-4D91-167A-15B1-C90A7FC90CF6}"/>
          </ac:picMkLst>
        </pc:picChg>
      </pc:sldChg>
      <pc:sldChg chg="modSp add mod">
        <pc:chgData name="Sander Soares" userId="670adff8fbebcc24" providerId="LiveId" clId="{E0F74DC6-1A43-432B-BC72-B2CD7B95C7BA}" dt="2026-05-26T15:06:14.295" v="1744" actId="1076"/>
        <pc:sldMkLst>
          <pc:docMk/>
          <pc:sldMk cId="2760449867" sldId="314"/>
        </pc:sldMkLst>
        <pc:spChg chg="mod">
          <ac:chgData name="Sander Soares" userId="670adff8fbebcc24" providerId="LiveId" clId="{E0F74DC6-1A43-432B-BC72-B2CD7B95C7BA}" dt="2026-05-26T15:06:14.295" v="1744" actId="1076"/>
          <ac:spMkLst>
            <pc:docMk/>
            <pc:sldMk cId="2760449867" sldId="314"/>
            <ac:spMk id="796" creationId="{611BA98A-A401-CE60-FEC3-B372856AFA29}"/>
          </ac:spMkLst>
        </pc:spChg>
      </pc:sldChg>
      <pc:sldChg chg="addSp delSp modSp add mod">
        <pc:chgData name="Sander Soares" userId="670adff8fbebcc24" providerId="LiveId" clId="{E0F74DC6-1A43-432B-BC72-B2CD7B95C7BA}" dt="2026-05-30T13:36:10.662" v="3745" actId="1076"/>
        <pc:sldMkLst>
          <pc:docMk/>
          <pc:sldMk cId="2014671674" sldId="315"/>
        </pc:sldMkLst>
        <pc:spChg chg="add del mod">
          <ac:chgData name="Sander Soares" userId="670adff8fbebcc24" providerId="LiveId" clId="{E0F74DC6-1A43-432B-BC72-B2CD7B95C7BA}" dt="2026-05-29T19:36:34.453" v="1770" actId="478"/>
          <ac:spMkLst>
            <pc:docMk/>
            <pc:sldMk cId="2014671674" sldId="315"/>
            <ac:spMk id="3" creationId="{23468366-C126-B47D-5676-AD4A72884593}"/>
          </ac:spMkLst>
        </pc:spChg>
        <pc:spChg chg="add mod">
          <ac:chgData name="Sander Soares" userId="670adff8fbebcc24" providerId="LiveId" clId="{E0F74DC6-1A43-432B-BC72-B2CD7B95C7BA}" dt="2026-05-29T20:51:04.356" v="3709" actId="1076"/>
          <ac:spMkLst>
            <pc:docMk/>
            <pc:sldMk cId="2014671674" sldId="315"/>
            <ac:spMk id="7" creationId="{1D366F01-D447-F09D-C3E6-A023289664CB}"/>
          </ac:spMkLst>
        </pc:spChg>
        <pc:spChg chg="mod">
          <ac:chgData name="Sander Soares" userId="670adff8fbebcc24" providerId="LiveId" clId="{E0F74DC6-1A43-432B-BC72-B2CD7B95C7BA}" dt="2026-05-26T15:06:17.251" v="1745" actId="1076"/>
          <ac:spMkLst>
            <pc:docMk/>
            <pc:sldMk cId="2014671674" sldId="315"/>
            <ac:spMk id="796" creationId="{F28D096B-3530-39C4-17ED-D10DCAD08AA2}"/>
          </ac:spMkLst>
        </pc:spChg>
        <pc:spChg chg="del">
          <ac:chgData name="Sander Soares" userId="670adff8fbebcc24" providerId="LiveId" clId="{E0F74DC6-1A43-432B-BC72-B2CD7B95C7BA}" dt="2026-05-29T19:36:32.693" v="1769" actId="478"/>
          <ac:spMkLst>
            <pc:docMk/>
            <pc:sldMk cId="2014671674" sldId="315"/>
            <ac:spMk id="797" creationId="{63F651D1-08A3-4129-CE7F-B7DD9D3FE3E7}"/>
          </ac:spMkLst>
        </pc:spChg>
        <pc:spChg chg="del">
          <ac:chgData name="Sander Soares" userId="670adff8fbebcc24" providerId="LiveId" clId="{E0F74DC6-1A43-432B-BC72-B2CD7B95C7BA}" dt="2026-05-29T19:36:29.619" v="1768" actId="478"/>
          <ac:spMkLst>
            <pc:docMk/>
            <pc:sldMk cId="2014671674" sldId="315"/>
            <ac:spMk id="798" creationId="{5CAA4162-B2BF-4DC8-8AAD-055D98E12CF6}"/>
          </ac:spMkLst>
        </pc:spChg>
        <pc:spChg chg="del">
          <ac:chgData name="Sander Soares" userId="670adff8fbebcc24" providerId="LiveId" clId="{E0F74DC6-1A43-432B-BC72-B2CD7B95C7BA}" dt="2026-05-29T19:36:29.619" v="1768" actId="478"/>
          <ac:spMkLst>
            <pc:docMk/>
            <pc:sldMk cId="2014671674" sldId="315"/>
            <ac:spMk id="799" creationId="{6ECA76E8-CD96-A174-0C2F-4A3A7DC6285B}"/>
          </ac:spMkLst>
        </pc:spChg>
        <pc:graphicFrameChg chg="del modGraphic">
          <ac:chgData name="Sander Soares" userId="670adff8fbebcc24" providerId="LiveId" clId="{E0F74DC6-1A43-432B-BC72-B2CD7B95C7BA}" dt="2026-05-29T19:36:28.204" v="1767" actId="478"/>
          <ac:graphicFrameMkLst>
            <pc:docMk/>
            <pc:sldMk cId="2014671674" sldId="315"/>
            <ac:graphicFrameMk id="800" creationId="{6FACA26F-6EA4-0B45-AD7F-1C047FAB5124}"/>
          </ac:graphicFrameMkLst>
        </pc:graphicFrameChg>
        <pc:picChg chg="add mod">
          <ac:chgData name="Sander Soares" userId="670adff8fbebcc24" providerId="LiveId" clId="{E0F74DC6-1A43-432B-BC72-B2CD7B95C7BA}" dt="2026-05-30T13:36:10.662" v="3745" actId="1076"/>
          <ac:picMkLst>
            <pc:docMk/>
            <pc:sldMk cId="2014671674" sldId="315"/>
            <ac:picMk id="4" creationId="{AC9D24B6-9118-8F3C-D115-336EFB4CA7CD}"/>
          </ac:picMkLst>
        </pc:picChg>
        <pc:picChg chg="add mod">
          <ac:chgData name="Sander Soares" userId="670adff8fbebcc24" providerId="LiveId" clId="{E0F74DC6-1A43-432B-BC72-B2CD7B95C7BA}" dt="2026-05-30T13:36:08.264" v="3744" actId="1076"/>
          <ac:picMkLst>
            <pc:docMk/>
            <pc:sldMk cId="2014671674" sldId="315"/>
            <ac:picMk id="5" creationId="{D0D64595-F959-084D-E0C1-2667B5A8AA33}"/>
          </ac:picMkLst>
        </pc:picChg>
        <pc:picChg chg="add mod">
          <ac:chgData name="Sander Soares" userId="670adff8fbebcc24" providerId="LiveId" clId="{E0F74DC6-1A43-432B-BC72-B2CD7B95C7BA}" dt="2026-05-30T13:36:06.661" v="3743" actId="1076"/>
          <ac:picMkLst>
            <pc:docMk/>
            <pc:sldMk cId="2014671674" sldId="315"/>
            <ac:picMk id="6" creationId="{9CC3284D-D9FE-ADE5-A886-D8A7FF2C2E90}"/>
          </ac:picMkLst>
        </pc:picChg>
      </pc:sldChg>
      <pc:sldChg chg="addSp delSp modSp add mod">
        <pc:chgData name="Sander Soares" userId="670adff8fbebcc24" providerId="LiveId" clId="{E0F74DC6-1A43-432B-BC72-B2CD7B95C7BA}" dt="2026-05-30T13:40:53.883" v="3764" actId="478"/>
        <pc:sldMkLst>
          <pc:docMk/>
          <pc:sldMk cId="2508334252" sldId="316"/>
        </pc:sldMkLst>
        <pc:spChg chg="add mod">
          <ac:chgData name="Sander Soares" userId="670adff8fbebcc24" providerId="LiveId" clId="{E0F74DC6-1A43-432B-BC72-B2CD7B95C7BA}" dt="2026-05-30T13:40:47.703" v="3763" actId="1076"/>
          <ac:spMkLst>
            <pc:docMk/>
            <pc:sldMk cId="2508334252" sldId="316"/>
            <ac:spMk id="2" creationId="{45C2114F-290A-055E-DD1C-7E060075AC91}"/>
          </ac:spMkLst>
        </pc:spChg>
        <pc:spChg chg="add del mod">
          <ac:chgData name="Sander Soares" userId="670adff8fbebcc24" providerId="LiveId" clId="{E0F74DC6-1A43-432B-BC72-B2CD7B95C7BA}" dt="2026-05-30T13:40:53.883" v="3764" actId="478"/>
          <ac:spMkLst>
            <pc:docMk/>
            <pc:sldMk cId="2508334252" sldId="316"/>
            <ac:spMk id="4" creationId="{A3E2CDEA-3320-1371-2263-678BE81D57FE}"/>
          </ac:spMkLst>
        </pc:spChg>
        <pc:spChg chg="mod">
          <ac:chgData name="Sander Soares" userId="670adff8fbebcc24" providerId="LiveId" clId="{E0F74DC6-1A43-432B-BC72-B2CD7B95C7BA}" dt="2026-05-26T15:06:21.115" v="1746" actId="1076"/>
          <ac:spMkLst>
            <pc:docMk/>
            <pc:sldMk cId="2508334252" sldId="316"/>
            <ac:spMk id="796" creationId="{8DEFD3AB-D5F1-7A45-7BC9-3C81C88ED7F4}"/>
          </ac:spMkLst>
        </pc:spChg>
        <pc:spChg chg="mod">
          <ac:chgData name="Sander Soares" userId="670adff8fbebcc24" providerId="LiveId" clId="{E0F74DC6-1A43-432B-BC72-B2CD7B95C7BA}" dt="2026-05-29T20:52:32.018" v="3715" actId="20577"/>
          <ac:spMkLst>
            <pc:docMk/>
            <pc:sldMk cId="2508334252" sldId="316"/>
            <ac:spMk id="797" creationId="{8066FBAD-1FE1-0D20-C81E-8BBBF2A7D29B}"/>
          </ac:spMkLst>
        </pc:spChg>
        <pc:picChg chg="mod">
          <ac:chgData name="Sander Soares" userId="670adff8fbebcc24" providerId="LiveId" clId="{E0F74DC6-1A43-432B-BC72-B2CD7B95C7BA}" dt="2026-05-30T13:38:53.424" v="3755" actId="1076"/>
          <ac:picMkLst>
            <pc:docMk/>
            <pc:sldMk cId="2508334252" sldId="316"/>
            <ac:picMk id="3" creationId="{9FFC479C-B559-9CC9-C28E-B7568640026E}"/>
          </ac:picMkLst>
        </pc:picChg>
      </pc:sldChg>
      <pc:sldChg chg="addSp delSp modSp add mod">
        <pc:chgData name="Sander Soares" userId="670adff8fbebcc24" providerId="LiveId" clId="{E0F74DC6-1A43-432B-BC72-B2CD7B95C7BA}" dt="2026-05-30T13:34:29.649" v="3742" actId="1076"/>
        <pc:sldMkLst>
          <pc:docMk/>
          <pc:sldMk cId="3118840847" sldId="317"/>
        </pc:sldMkLst>
        <pc:spChg chg="add del mod">
          <ac:chgData name="Sander Soares" userId="670adff8fbebcc24" providerId="LiveId" clId="{E0F74DC6-1A43-432B-BC72-B2CD7B95C7BA}" dt="2026-05-29T20:15:52.322" v="2682" actId="478"/>
          <ac:spMkLst>
            <pc:docMk/>
            <pc:sldMk cId="3118840847" sldId="317"/>
            <ac:spMk id="3" creationId="{F50B66EF-5695-BE4E-BF98-EFDC5564639C}"/>
          </ac:spMkLst>
        </pc:spChg>
        <pc:spChg chg="add mod">
          <ac:chgData name="Sander Soares" userId="670adff8fbebcc24" providerId="LiveId" clId="{E0F74DC6-1A43-432B-BC72-B2CD7B95C7BA}" dt="2026-05-29T20:31:09.708" v="3506" actId="1076"/>
          <ac:spMkLst>
            <pc:docMk/>
            <pc:sldMk cId="3118840847" sldId="317"/>
            <ac:spMk id="4" creationId="{334E240C-B3FB-7412-6864-30258AF3D0C2}"/>
          </ac:spMkLst>
        </pc:spChg>
        <pc:spChg chg="add mod">
          <ac:chgData name="Sander Soares" userId="670adff8fbebcc24" providerId="LiveId" clId="{E0F74DC6-1A43-432B-BC72-B2CD7B95C7BA}" dt="2026-05-29T20:31:15.254" v="3508" actId="1076"/>
          <ac:spMkLst>
            <pc:docMk/>
            <pc:sldMk cId="3118840847" sldId="317"/>
            <ac:spMk id="6" creationId="{0D4E26D2-19BA-0939-C4A5-7E60E2C7253C}"/>
          </ac:spMkLst>
        </pc:spChg>
        <pc:spChg chg="add mod">
          <ac:chgData name="Sander Soares" userId="670adff8fbebcc24" providerId="LiveId" clId="{E0F74DC6-1A43-432B-BC72-B2CD7B95C7BA}" dt="2026-05-29T20:31:18.925" v="3509" actId="1076"/>
          <ac:spMkLst>
            <pc:docMk/>
            <pc:sldMk cId="3118840847" sldId="317"/>
            <ac:spMk id="7" creationId="{4FFF505B-9E89-D645-C46C-AEBDC2B6A6FE}"/>
          </ac:spMkLst>
        </pc:spChg>
        <pc:spChg chg="add del mod">
          <ac:chgData name="Sander Soares" userId="670adff8fbebcc24" providerId="LiveId" clId="{E0F74DC6-1A43-432B-BC72-B2CD7B95C7BA}" dt="2026-05-29T20:23:48.936" v="3034" actId="478"/>
          <ac:spMkLst>
            <pc:docMk/>
            <pc:sldMk cId="3118840847" sldId="317"/>
            <ac:spMk id="9" creationId="{934F1E0D-BCD3-BF59-7C02-B7C536822EE5}"/>
          </ac:spMkLst>
        </pc:spChg>
        <pc:spChg chg="add mod">
          <ac:chgData name="Sander Soares" userId="670adff8fbebcc24" providerId="LiveId" clId="{E0F74DC6-1A43-432B-BC72-B2CD7B95C7BA}" dt="2026-05-29T20:31:21.156" v="3510" actId="1076"/>
          <ac:spMkLst>
            <pc:docMk/>
            <pc:sldMk cId="3118840847" sldId="317"/>
            <ac:spMk id="11" creationId="{4A8EDE05-86B2-6F58-37AE-FB11183F999C}"/>
          </ac:spMkLst>
        </pc:spChg>
        <pc:spChg chg="add mod">
          <ac:chgData name="Sander Soares" userId="670adff8fbebcc24" providerId="LiveId" clId="{E0F74DC6-1A43-432B-BC72-B2CD7B95C7BA}" dt="2026-05-30T13:34:29.649" v="3742" actId="1076"/>
          <ac:spMkLst>
            <pc:docMk/>
            <pc:sldMk cId="3118840847" sldId="317"/>
            <ac:spMk id="12" creationId="{BE564324-C778-9979-741B-A92FDF0D2A41}"/>
          </ac:spMkLst>
        </pc:spChg>
        <pc:spChg chg="add mod">
          <ac:chgData name="Sander Soares" userId="670adff8fbebcc24" providerId="LiveId" clId="{E0F74DC6-1A43-432B-BC72-B2CD7B95C7BA}" dt="2026-05-29T20:32:17.852" v="3521" actId="1076"/>
          <ac:spMkLst>
            <pc:docMk/>
            <pc:sldMk cId="3118840847" sldId="317"/>
            <ac:spMk id="13" creationId="{703DFD2A-40EA-DF38-3EDE-C138A15BCD66}"/>
          </ac:spMkLst>
        </pc:spChg>
        <pc:spChg chg="mod">
          <ac:chgData name="Sander Soares" userId="670adff8fbebcc24" providerId="LiveId" clId="{E0F74DC6-1A43-432B-BC72-B2CD7B95C7BA}" dt="2026-05-26T15:06:26.772" v="1747" actId="1076"/>
          <ac:spMkLst>
            <pc:docMk/>
            <pc:sldMk cId="3118840847" sldId="317"/>
            <ac:spMk id="796" creationId="{D39A5B3A-DF2E-1849-3949-557B39F591B9}"/>
          </ac:spMkLst>
        </pc:spChg>
        <pc:spChg chg="del">
          <ac:chgData name="Sander Soares" userId="670adff8fbebcc24" providerId="LiveId" clId="{E0F74DC6-1A43-432B-BC72-B2CD7B95C7BA}" dt="2026-05-29T20:15:50.124" v="2680" actId="478"/>
          <ac:spMkLst>
            <pc:docMk/>
            <pc:sldMk cId="3118840847" sldId="317"/>
            <ac:spMk id="797" creationId="{07969DB2-ACA2-1AEB-6DEB-E8CC0C79B7C9}"/>
          </ac:spMkLst>
        </pc:spChg>
        <pc:spChg chg="del">
          <ac:chgData name="Sander Soares" userId="670adff8fbebcc24" providerId="LiveId" clId="{E0F74DC6-1A43-432B-BC72-B2CD7B95C7BA}" dt="2026-05-29T20:15:51.184" v="2681" actId="478"/>
          <ac:spMkLst>
            <pc:docMk/>
            <pc:sldMk cId="3118840847" sldId="317"/>
            <ac:spMk id="798" creationId="{24AED26E-2737-6DBB-C88C-A9499DBA5D58}"/>
          </ac:spMkLst>
        </pc:spChg>
        <pc:spChg chg="del">
          <ac:chgData name="Sander Soares" userId="670adff8fbebcc24" providerId="LiveId" clId="{E0F74DC6-1A43-432B-BC72-B2CD7B95C7BA}" dt="2026-05-29T20:15:53.282" v="2683" actId="478"/>
          <ac:spMkLst>
            <pc:docMk/>
            <pc:sldMk cId="3118840847" sldId="317"/>
            <ac:spMk id="799" creationId="{4CC7BC30-DB72-37FB-CADA-AE2A60E99FC4}"/>
          </ac:spMkLst>
        </pc:spChg>
        <pc:graphicFrameChg chg="del">
          <ac:chgData name="Sander Soares" userId="670adff8fbebcc24" providerId="LiveId" clId="{E0F74DC6-1A43-432B-BC72-B2CD7B95C7BA}" dt="2026-05-29T20:15:49.303" v="2679" actId="478"/>
          <ac:graphicFrameMkLst>
            <pc:docMk/>
            <pc:sldMk cId="3118840847" sldId="317"/>
            <ac:graphicFrameMk id="800" creationId="{65CB829C-E140-19B9-F8E4-8308A6EDCB57}"/>
          </ac:graphicFrameMkLst>
        </pc:graphicFrameChg>
        <pc:picChg chg="add mod">
          <ac:chgData name="Sander Soares" userId="670adff8fbebcc24" providerId="LiveId" clId="{E0F74DC6-1A43-432B-BC72-B2CD7B95C7BA}" dt="2026-05-29T20:31:12.701" v="3507" actId="1076"/>
          <ac:picMkLst>
            <pc:docMk/>
            <pc:sldMk cId="3118840847" sldId="317"/>
            <ac:picMk id="5" creationId="{345B9892-CC73-A2DA-7D2A-48B4D85EDA9E}"/>
          </ac:picMkLst>
        </pc:picChg>
        <pc:picChg chg="add mod">
          <ac:chgData name="Sander Soares" userId="670adff8fbebcc24" providerId="LiveId" clId="{E0F74DC6-1A43-432B-BC72-B2CD7B95C7BA}" dt="2026-05-29T20:31:25.436" v="3511" actId="1076"/>
          <ac:picMkLst>
            <pc:docMk/>
            <pc:sldMk cId="3118840847" sldId="317"/>
            <ac:picMk id="10" creationId="{E9C997D7-FAAE-AC16-4476-D78CB30880B9}"/>
          </ac:picMkLst>
        </pc:picChg>
      </pc:sldChg>
      <pc:sldChg chg="addSp delSp modSp add mod">
        <pc:chgData name="Sander Soares" userId="670adff8fbebcc24" providerId="LiveId" clId="{E0F74DC6-1A43-432B-BC72-B2CD7B95C7BA}" dt="2026-05-29T20:58:04.543" v="3741" actId="1076"/>
        <pc:sldMkLst>
          <pc:docMk/>
          <pc:sldMk cId="161690156" sldId="318"/>
        </pc:sldMkLst>
        <pc:spChg chg="add mod">
          <ac:chgData name="Sander Soares" userId="670adff8fbebcc24" providerId="LiveId" clId="{E0F74DC6-1A43-432B-BC72-B2CD7B95C7BA}" dt="2026-05-29T20:58:04.543" v="3741" actId="1076"/>
          <ac:spMkLst>
            <pc:docMk/>
            <pc:sldMk cId="161690156" sldId="318"/>
            <ac:spMk id="3" creationId="{7D13399B-5059-FA8F-D5F2-4D1C057E08E3}"/>
          </ac:spMkLst>
        </pc:spChg>
        <pc:spChg chg="mod">
          <ac:chgData name="Sander Soares" userId="670adff8fbebcc24" providerId="LiveId" clId="{E0F74DC6-1A43-432B-BC72-B2CD7B95C7BA}" dt="2026-05-26T15:06:30.045" v="1748" actId="1076"/>
          <ac:spMkLst>
            <pc:docMk/>
            <pc:sldMk cId="161690156" sldId="318"/>
            <ac:spMk id="796" creationId="{4BE50521-1868-9FFC-346F-A7458CE60343}"/>
          </ac:spMkLst>
        </pc:spChg>
      </pc:sldChg>
      <pc:sldChg chg="addSp delSp modSp add mod ord modClrScheme chgLayout">
        <pc:chgData name="Sander Soares" userId="670adff8fbebcc24" providerId="LiveId" clId="{E0F74DC6-1A43-432B-BC72-B2CD7B95C7BA}" dt="2026-05-30T13:45:24.640" v="3768" actId="1076"/>
        <pc:sldMkLst>
          <pc:docMk/>
          <pc:sldMk cId="1527386263" sldId="319"/>
        </pc:sldMkLst>
        <pc:spChg chg="add mod">
          <ac:chgData name="Sander Soares" userId="670adff8fbebcc24" providerId="LiveId" clId="{E0F74DC6-1A43-432B-BC72-B2CD7B95C7BA}" dt="2026-05-30T13:45:24.640" v="3768" actId="1076"/>
          <ac:spMkLst>
            <pc:docMk/>
            <pc:sldMk cId="1527386263" sldId="319"/>
            <ac:spMk id="4" creationId="{FC644EA1-AF36-00AB-BFE9-F2331D2D7381}"/>
          </ac:spMkLst>
        </pc:spChg>
        <pc:spChg chg="add mod">
          <ac:chgData name="Sander Soares" userId="670adff8fbebcc24" providerId="LiveId" clId="{E0F74DC6-1A43-432B-BC72-B2CD7B95C7BA}" dt="2026-05-26T14:54:50.860" v="1432" actId="20577"/>
          <ac:spMkLst>
            <pc:docMk/>
            <pc:sldMk cId="1527386263" sldId="319"/>
            <ac:spMk id="6" creationId="{7195184E-82A9-B7FF-4FB7-A8125F7E2C91}"/>
          </ac:spMkLst>
        </pc:spChg>
        <pc:spChg chg="add mod">
          <ac:chgData name="Sander Soares" userId="670adff8fbebcc24" providerId="LiveId" clId="{E0F74DC6-1A43-432B-BC72-B2CD7B95C7BA}" dt="2026-05-30T13:45:24.640" v="3768" actId="1076"/>
          <ac:spMkLst>
            <pc:docMk/>
            <pc:sldMk cId="1527386263" sldId="319"/>
            <ac:spMk id="7" creationId="{641862EC-90E9-FE50-A668-B05145D4FE9D}"/>
          </ac:spMkLst>
        </pc:spChg>
        <pc:spChg chg="add del mod">
          <ac:chgData name="Sander Soares" userId="670adff8fbebcc24" providerId="LiveId" clId="{E0F74DC6-1A43-432B-BC72-B2CD7B95C7BA}" dt="2026-05-29T19:29:54.668" v="1763" actId="478"/>
          <ac:spMkLst>
            <pc:docMk/>
            <pc:sldMk cId="1527386263" sldId="319"/>
            <ac:spMk id="12" creationId="{F8861AE4-97E3-5045-D00A-160BD9A8D5D2}"/>
          </ac:spMkLst>
        </pc:spChg>
        <pc:spChg chg="mod">
          <ac:chgData name="Sander Soares" userId="670adff8fbebcc24" providerId="LiveId" clId="{E0F74DC6-1A43-432B-BC72-B2CD7B95C7BA}" dt="2026-05-26T14:53:40.684" v="1416" actId="1076"/>
          <ac:spMkLst>
            <pc:docMk/>
            <pc:sldMk cId="1527386263" sldId="319"/>
            <ac:spMk id="796" creationId="{FADB5E25-B8FB-78E3-7D06-52A77EC79CF0}"/>
          </ac:spMkLst>
        </pc:spChg>
        <pc:picChg chg="add mod">
          <ac:chgData name="Sander Soares" userId="670adff8fbebcc24" providerId="LiveId" clId="{E0F74DC6-1A43-432B-BC72-B2CD7B95C7BA}" dt="2026-05-29T20:44:31.234" v="3559" actId="1076"/>
          <ac:picMkLst>
            <pc:docMk/>
            <pc:sldMk cId="1527386263" sldId="319"/>
            <ac:picMk id="2" creationId="{0A8E67C8-49A6-2B2C-BA03-E1D11A9A0DA0}"/>
          </ac:picMkLst>
        </pc:picChg>
        <pc:picChg chg="add mod">
          <ac:chgData name="Sander Soares" userId="670adff8fbebcc24" providerId="LiveId" clId="{E0F74DC6-1A43-432B-BC72-B2CD7B95C7BA}" dt="2026-05-29T20:44:38.707" v="3561" actId="1076"/>
          <ac:picMkLst>
            <pc:docMk/>
            <pc:sldMk cId="1527386263" sldId="319"/>
            <ac:picMk id="3" creationId="{11A911BD-C3E6-B7E9-2985-8E98191D080C}"/>
          </ac:picMkLst>
        </pc:picChg>
        <pc:picChg chg="add del mod">
          <ac:chgData name="Sander Soares" userId="670adff8fbebcc24" providerId="LiveId" clId="{E0F74DC6-1A43-432B-BC72-B2CD7B95C7BA}" dt="2026-05-29T20:45:47.479" v="3571" actId="478"/>
          <ac:picMkLst>
            <pc:docMk/>
            <pc:sldMk cId="1527386263" sldId="319"/>
            <ac:picMk id="5" creationId="{3C484974-97EB-F129-54DA-81C77268E2B7}"/>
          </ac:picMkLst>
        </pc:picChg>
        <pc:picChg chg="add mod">
          <ac:chgData name="Sander Soares" userId="670adff8fbebcc24" providerId="LiveId" clId="{E0F74DC6-1A43-432B-BC72-B2CD7B95C7BA}" dt="2026-05-26T15:00:34.329" v="1645" actId="1076"/>
          <ac:picMkLst>
            <pc:docMk/>
            <pc:sldMk cId="1527386263" sldId="319"/>
            <ac:picMk id="9" creationId="{75AE8B70-A926-AA36-949D-7CF50FE73727}"/>
          </ac:picMkLst>
        </pc:picChg>
        <pc:picChg chg="add mod">
          <ac:chgData name="Sander Soares" userId="670adff8fbebcc24" providerId="LiveId" clId="{E0F74DC6-1A43-432B-BC72-B2CD7B95C7BA}" dt="2026-05-29T20:44:44.486" v="3564" actId="1076"/>
          <ac:picMkLst>
            <pc:docMk/>
            <pc:sldMk cId="1527386263" sldId="319"/>
            <ac:picMk id="14" creationId="{C0AFB8B9-B4C6-7756-3065-E2CF5A00FB00}"/>
          </ac:picMkLst>
        </pc:picChg>
      </pc:sldChg>
      <pc:sldMasterChg chg="delSldLayout">
        <pc:chgData name="Sander Soares" userId="670adff8fbebcc24" providerId="LiveId" clId="{E0F74DC6-1A43-432B-BC72-B2CD7B95C7BA}" dt="2026-05-29T20:35:01.096" v="3529" actId="47"/>
        <pc:sldMasterMkLst>
          <pc:docMk/>
          <pc:sldMasterMk cId="0" sldId="2147483681"/>
        </pc:sldMasterMkLst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49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51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52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53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54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55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56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57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59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60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61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62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63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64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65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66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67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68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69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70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71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72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73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74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75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1"/>
            <pc:sldLayoutMk cId="0" sldId="2147483676"/>
          </pc:sldLayoutMkLst>
        </pc:sldLayoutChg>
      </pc:sldMasterChg>
      <pc:sldMasterChg chg="del delSldLayout">
        <pc:chgData name="Sander Soares" userId="670adff8fbebcc24" providerId="LiveId" clId="{E0F74DC6-1A43-432B-BC72-B2CD7B95C7BA}" dt="2026-05-29T20:35:01.096" v="3529" actId="47"/>
        <pc:sldMasterMkLst>
          <pc:docMk/>
          <pc:sldMasterMk cId="0" sldId="2147483682"/>
        </pc:sldMasterMkLst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2"/>
            <pc:sldLayoutMk cId="0" sldId="2147483679"/>
          </pc:sldLayoutMkLst>
        </pc:sldLayoutChg>
        <pc:sldLayoutChg chg="del">
          <pc:chgData name="Sander Soares" userId="670adff8fbebcc24" providerId="LiveId" clId="{E0F74DC6-1A43-432B-BC72-B2CD7B95C7BA}" dt="2026-05-29T20:35:01.096" v="3529" actId="47"/>
          <pc:sldLayoutMkLst>
            <pc:docMk/>
            <pc:sldMasterMk cId="0" sldId="2147483682"/>
            <pc:sldLayoutMk cId="0" sldId="2147483680"/>
          </pc:sldLayoutMkLst>
        </pc:sldLayoutChg>
      </pc:sldMasterChg>
    </pc:docChg>
  </pc:docChgLst>
  <pc:docChgLst>
    <pc:chgData name="Thiago Gonçalves" userId="e211bf435202b616" providerId="LiveId" clId="{59053E26-0135-52D3-A65E-BE91A54E195B}"/>
    <pc:docChg chg="undo custSel modSld">
      <pc:chgData name="Thiago Gonçalves" userId="e211bf435202b616" providerId="LiveId" clId="{59053E26-0135-52D3-A65E-BE91A54E195B}" dt="2026-05-28T22:31:58.459" v="513" actId="20577"/>
      <pc:docMkLst>
        <pc:docMk/>
      </pc:docMkLst>
      <pc:sldChg chg="addSp delSp modSp mod">
        <pc:chgData name="Thiago Gonçalves" userId="e211bf435202b616" providerId="LiveId" clId="{59053E26-0135-52D3-A65E-BE91A54E195B}" dt="2026-05-28T21:51:25.375" v="195" actId="1037"/>
        <pc:sldMkLst>
          <pc:docMk/>
          <pc:sldMk cId="0" sldId="257"/>
        </pc:sldMkLst>
        <pc:spChg chg="mod">
          <ac:chgData name="Thiago Gonçalves" userId="e211bf435202b616" providerId="LiveId" clId="{59053E26-0135-52D3-A65E-BE91A54E195B}" dt="2026-05-28T21:51:25.375" v="195" actId="1037"/>
          <ac:spMkLst>
            <pc:docMk/>
            <pc:sldMk cId="0" sldId="257"/>
            <ac:spMk id="796" creationId="{00000000-0000-0000-0000-000000000000}"/>
          </ac:spMkLst>
        </pc:spChg>
        <pc:graphicFrameChg chg="add del mod modGraphic">
          <ac:chgData name="Thiago Gonçalves" userId="e211bf435202b616" providerId="LiveId" clId="{59053E26-0135-52D3-A65E-BE91A54E195B}" dt="2026-05-28T21:50:51.246" v="169" actId="403"/>
          <ac:graphicFrameMkLst>
            <pc:docMk/>
            <pc:sldMk cId="0" sldId="257"/>
            <ac:graphicFrameMk id="800" creationId="{00000000-0000-0000-0000-000000000000}"/>
          </ac:graphicFrameMkLst>
        </pc:graphicFrameChg>
      </pc:sldChg>
      <pc:sldChg chg="delSp modSp mod">
        <pc:chgData name="Thiago Gonçalves" userId="e211bf435202b616" providerId="LiveId" clId="{59053E26-0135-52D3-A65E-BE91A54E195B}" dt="2026-05-28T22:19:24.898" v="451" actId="20577"/>
        <pc:sldMkLst>
          <pc:docMk/>
          <pc:sldMk cId="2760449867" sldId="314"/>
        </pc:sldMkLst>
        <pc:spChg chg="mod">
          <ac:chgData name="Thiago Gonçalves" userId="e211bf435202b616" providerId="LiveId" clId="{59053E26-0135-52D3-A65E-BE91A54E195B}" dt="2026-05-28T22:19:24.898" v="451" actId="20577"/>
          <ac:spMkLst>
            <pc:docMk/>
            <pc:sldMk cId="2760449867" sldId="314"/>
            <ac:spMk id="797" creationId="{06221550-99F0-9AA7-F6BF-11827C750B47}"/>
          </ac:spMkLst>
        </pc:spChg>
        <pc:graphicFrameChg chg="mod modGraphic">
          <ac:chgData name="Thiago Gonçalves" userId="e211bf435202b616" providerId="LiveId" clId="{59053E26-0135-52D3-A65E-BE91A54E195B}" dt="2026-05-28T22:19:05.580" v="448" actId="1076"/>
          <ac:graphicFrameMkLst>
            <pc:docMk/>
            <pc:sldMk cId="2760449867" sldId="314"/>
            <ac:graphicFrameMk id="800" creationId="{0B38855E-01C3-EEBB-42A1-780E1FDAB848}"/>
          </ac:graphicFrameMkLst>
        </pc:graphicFrameChg>
      </pc:sldChg>
      <pc:sldChg chg="addSp delSp modSp mod">
        <pc:chgData name="Thiago Gonçalves" userId="e211bf435202b616" providerId="LiveId" clId="{59053E26-0135-52D3-A65E-BE91A54E195B}" dt="2026-05-28T22:31:58.459" v="513" actId="20577"/>
        <pc:sldMkLst>
          <pc:docMk/>
          <pc:sldMk cId="2508334252" sldId="316"/>
        </pc:sldMkLst>
        <pc:spChg chg="mod">
          <ac:chgData name="Thiago Gonçalves" userId="e211bf435202b616" providerId="LiveId" clId="{59053E26-0135-52D3-A65E-BE91A54E195B}" dt="2026-05-28T22:31:58.459" v="513" actId="20577"/>
          <ac:spMkLst>
            <pc:docMk/>
            <pc:sldMk cId="2508334252" sldId="316"/>
            <ac:spMk id="797" creationId="{8066FBAD-1FE1-0D20-C81E-8BBBF2A7D29B}"/>
          </ac:spMkLst>
        </pc:spChg>
        <pc:picChg chg="add mod">
          <ac:chgData name="Thiago Gonçalves" userId="e211bf435202b616" providerId="LiveId" clId="{59053E26-0135-52D3-A65E-BE91A54E195B}" dt="2026-05-28T22:31:34.586" v="509" actId="1076"/>
          <ac:picMkLst>
            <pc:docMk/>
            <pc:sldMk cId="2508334252" sldId="316"/>
            <ac:picMk id="3" creationId="{9FFC479C-B559-9CC9-C28E-B7568640026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D6D21360-C57D-8C4A-D794-CFFF6B3AA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817215DA-C292-F82E-6BDF-DA978DAC2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740DFA0C-4B62-3B30-C25A-6741B487C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9428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49D231AA-D4BC-0748-7413-771711E0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10E6F6E4-D078-9199-B38B-FD71334553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1049504E-B0AF-39DC-9D32-060FDBC729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0160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872148EB-FD91-48FE-04C1-1AE0100E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7BD60779-87BE-8D98-4676-EECD08C25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0551FA84-0F1B-59BE-C645-4BF2B6291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806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A2907059-B5CC-D1B5-860A-9AEA06A25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A4E1B97F-2689-4684-E06A-21F64B8D1D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E7DBEEFE-9607-BA83-0911-75CCE2525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250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04AD49BE-55EB-630D-EA45-66821DF2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6322A174-CF08-EF48-7753-42356612FE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B0150C7C-318A-DCD8-3B60-128551711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2148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DE38F2C2-2D93-C2BB-7334-53F45AD74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D21865B2-0AA4-228F-080C-A5228F5A9A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8493C58A-DE2D-41D3-56AB-7560547CC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4655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95081587-035F-D531-B3B6-284570CAE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5D6324DF-06C1-A0D6-8833-934CE90FF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8C932D2F-76C5-0C12-3C8B-377F7E358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367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7" r:id="rId4"/>
    <p:sldLayoutId id="2147483678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TPAMI.2014.230641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6"/>
          <p:cNvSpPr txBox="1">
            <a:spLocks noGrp="1"/>
          </p:cNvSpPr>
          <p:nvPr>
            <p:ph type="subTitle" idx="1"/>
          </p:nvPr>
        </p:nvSpPr>
        <p:spPr>
          <a:xfrm>
            <a:off x="3301235" y="3740523"/>
            <a:ext cx="2541529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Sander Soares – 2022164</a:t>
            </a:r>
          </a:p>
          <a:p>
            <a:pPr marL="0" lvl="0" indent="0"/>
            <a:r>
              <a:rPr lang="en" dirty="0"/>
              <a:t>Thiago Gon</a:t>
            </a:r>
            <a:r>
              <a:rPr lang="en-IE" dirty="0"/>
              <a:t>ç</a:t>
            </a:r>
            <a:r>
              <a:rPr lang="en" dirty="0"/>
              <a:t>alves - 2022161</a:t>
            </a:r>
            <a:endParaRPr dirty="0"/>
          </a:p>
        </p:txBody>
      </p:sp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551007" y="1801002"/>
            <a:ext cx="8337621" cy="19732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LIGHTWEIGHT  NETWORK  IDS USING  MACHINE  LEARNING  FOR  CYBERATTACK CLASIFICATION</a:t>
            </a:r>
            <a:endParaRPr sz="4000"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75464" y="60535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7E2EEBE8-94AA-A250-7E3E-89ED7561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A3855B8E-2245-CAB2-DEA7-465154D7B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CRISP -DM FRAMEWORK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73DCC-4D91-167A-15B1-C90A7FC90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1" y="948605"/>
            <a:ext cx="3537699" cy="3537699"/>
          </a:xfrm>
          <a:prstGeom prst="rect">
            <a:avLst/>
          </a:prstGeom>
        </p:spPr>
      </p:pic>
      <p:sp>
        <p:nvSpPr>
          <p:cNvPr id="5" name="Google Shape;1037;p46">
            <a:extLst>
              <a:ext uri="{FF2B5EF4-FFF2-40B4-BE49-F238E27FC236}">
                <a16:creationId xmlns:a16="http://schemas.microsoft.com/office/drawing/2014/main" id="{013D271E-1BEC-C720-FBDC-FF89A42F7508}"/>
              </a:ext>
            </a:extLst>
          </p:cNvPr>
          <p:cNvSpPr txBox="1">
            <a:spLocks/>
          </p:cNvSpPr>
          <p:nvPr/>
        </p:nvSpPr>
        <p:spPr>
          <a:xfrm>
            <a:off x="3690861" y="1035189"/>
            <a:ext cx="2350200" cy="1096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Business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Identify cybersecurity challenged faced by </a:t>
            </a:r>
            <a:r>
              <a:rPr lang="en-IE" sz="1000" b="1" dirty="0"/>
              <a:t>SMEs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Analyse the need for a Lightweight and affordable </a:t>
            </a:r>
            <a:r>
              <a:rPr lang="en-IE" sz="1000" b="1" dirty="0"/>
              <a:t>IDS </a:t>
            </a:r>
            <a:r>
              <a:rPr lang="en-IE" sz="1000" dirty="0"/>
              <a:t>Solution</a:t>
            </a:r>
          </a:p>
        </p:txBody>
      </p:sp>
      <p:sp>
        <p:nvSpPr>
          <p:cNvPr id="7" name="Google Shape;1037;p46">
            <a:extLst>
              <a:ext uri="{FF2B5EF4-FFF2-40B4-BE49-F238E27FC236}">
                <a16:creationId xmlns:a16="http://schemas.microsoft.com/office/drawing/2014/main" id="{70E378F4-4F5B-6C7F-F48A-6C394ECCCBC0}"/>
              </a:ext>
            </a:extLst>
          </p:cNvPr>
          <p:cNvSpPr txBox="1">
            <a:spLocks/>
          </p:cNvSpPr>
          <p:nvPr/>
        </p:nvSpPr>
        <p:spPr>
          <a:xfrm>
            <a:off x="3690861" y="2169334"/>
            <a:ext cx="2350200" cy="1096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Data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Analyse the </a:t>
            </a:r>
            <a:r>
              <a:rPr lang="en-IE" sz="1000" b="1" dirty="0"/>
              <a:t>CICIDS 2017 </a:t>
            </a:r>
            <a:r>
              <a:rPr lang="en-IE" sz="1000" dirty="0"/>
              <a:t>Dataset structure and traffic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Perform </a:t>
            </a:r>
            <a:r>
              <a:rPr lang="en-IE" sz="1000" b="1" dirty="0"/>
              <a:t>EDA</a:t>
            </a:r>
            <a:r>
              <a:rPr lang="en-IE" sz="1000" dirty="0"/>
              <a:t> and correlation analysis</a:t>
            </a:r>
          </a:p>
        </p:txBody>
      </p:sp>
      <p:sp>
        <p:nvSpPr>
          <p:cNvPr id="8" name="Google Shape;1037;p46">
            <a:extLst>
              <a:ext uri="{FF2B5EF4-FFF2-40B4-BE49-F238E27FC236}">
                <a16:creationId xmlns:a16="http://schemas.microsoft.com/office/drawing/2014/main" id="{8B77D246-E64C-5DAF-4E75-F1036EB25B32}"/>
              </a:ext>
            </a:extLst>
          </p:cNvPr>
          <p:cNvSpPr txBox="1">
            <a:spLocks/>
          </p:cNvSpPr>
          <p:nvPr/>
        </p:nvSpPr>
        <p:spPr>
          <a:xfrm>
            <a:off x="3690861" y="3273187"/>
            <a:ext cx="2350200" cy="9269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Data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Apply label encoding and feature/target separation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Create dataset strategies for Modelling </a:t>
            </a:r>
          </a:p>
        </p:txBody>
      </p:sp>
      <p:sp>
        <p:nvSpPr>
          <p:cNvPr id="9" name="Google Shape;1037;p46">
            <a:extLst>
              <a:ext uri="{FF2B5EF4-FFF2-40B4-BE49-F238E27FC236}">
                <a16:creationId xmlns:a16="http://schemas.microsoft.com/office/drawing/2014/main" id="{4C84A4D4-B284-0FF4-7182-00BA97BFA02E}"/>
              </a:ext>
            </a:extLst>
          </p:cNvPr>
          <p:cNvSpPr txBox="1">
            <a:spLocks/>
          </p:cNvSpPr>
          <p:nvPr/>
        </p:nvSpPr>
        <p:spPr>
          <a:xfrm>
            <a:off x="6533228" y="1896926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Modelling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Train Logistic Regression, Decision Tree, and Random Forest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Analyse their performance and computational efficiency</a:t>
            </a:r>
          </a:p>
          <a:p>
            <a:r>
              <a:rPr lang="en-IE" sz="1000" dirty="0"/>
              <a:t>	</a:t>
            </a:r>
          </a:p>
        </p:txBody>
      </p:sp>
      <p:sp>
        <p:nvSpPr>
          <p:cNvPr id="10" name="Google Shape;1037;p46">
            <a:extLst>
              <a:ext uri="{FF2B5EF4-FFF2-40B4-BE49-F238E27FC236}">
                <a16:creationId xmlns:a16="http://schemas.microsoft.com/office/drawing/2014/main" id="{68E5CA68-80BF-F692-2E11-E5FA9B082E86}"/>
              </a:ext>
            </a:extLst>
          </p:cNvPr>
          <p:cNvSpPr txBox="1">
            <a:spLocks/>
          </p:cNvSpPr>
          <p:nvPr/>
        </p:nvSpPr>
        <p:spPr>
          <a:xfrm>
            <a:off x="6533228" y="2169334"/>
            <a:ext cx="2350200" cy="1096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Evaluate models using accuracy, precision, recall, and </a:t>
            </a:r>
            <a:r>
              <a:rPr lang="en-IE" sz="1000" b="1" dirty="0"/>
              <a:t>macro F1-score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Select the most suitable model</a:t>
            </a:r>
          </a:p>
          <a:p>
            <a:r>
              <a:rPr lang="en-IE" sz="1000" dirty="0"/>
              <a:t>	</a:t>
            </a:r>
          </a:p>
        </p:txBody>
      </p:sp>
      <p:sp>
        <p:nvSpPr>
          <p:cNvPr id="11" name="Google Shape;1037;p46">
            <a:extLst>
              <a:ext uri="{FF2B5EF4-FFF2-40B4-BE49-F238E27FC236}">
                <a16:creationId xmlns:a16="http://schemas.microsoft.com/office/drawing/2014/main" id="{7E9738C5-8250-9BB7-492C-0355DD458590}"/>
              </a:ext>
            </a:extLst>
          </p:cNvPr>
          <p:cNvSpPr txBox="1">
            <a:spLocks/>
          </p:cNvSpPr>
          <p:nvPr/>
        </p:nvSpPr>
        <p:spPr>
          <a:xfrm>
            <a:off x="6533228" y="3265576"/>
            <a:ext cx="2350200" cy="1096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Propose a lightweight Streamlit dashboard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Allow traffic upload and prediction visualisation</a:t>
            </a:r>
          </a:p>
          <a:p>
            <a:r>
              <a:rPr lang="en-IE" sz="1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31045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/>
          <p:cNvSpPr txBox="1">
            <a:spLocks noGrp="1"/>
          </p:cNvSpPr>
          <p:nvPr>
            <p:ph type="title"/>
          </p:nvPr>
        </p:nvSpPr>
        <p:spPr>
          <a:xfrm>
            <a:off x="701528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UNDERSTANDING</a:t>
            </a:r>
            <a:endParaRPr dirty="0"/>
          </a:p>
        </p:txBody>
      </p:sp>
      <p:graphicFrame>
        <p:nvGraphicFramePr>
          <p:cNvPr id="800" name="Google Shape;800;p37"/>
          <p:cNvGraphicFramePr/>
          <p:nvPr>
            <p:extLst>
              <p:ext uri="{D42A27DB-BD31-4B8C-83A1-F6EECF244321}">
                <p14:modId xmlns:p14="http://schemas.microsoft.com/office/powerpoint/2010/main" val="2907196785"/>
              </p:ext>
            </p:extLst>
          </p:nvPr>
        </p:nvGraphicFramePr>
        <p:xfrm>
          <a:off x="720000" y="1497382"/>
          <a:ext cx="7703999" cy="2148736"/>
        </p:xfrm>
        <a:graphic>
          <a:graphicData uri="http://schemas.openxmlformats.org/drawingml/2006/table">
            <a:tbl>
              <a:tblPr>
                <a:noFill/>
                <a:tableStyleId>{A2050ACF-7ECF-4B61-9BE6-5AA3A0698BA7}</a:tableStyleId>
              </a:tblPr>
              <a:tblGrid>
                <a:gridCol w="2451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2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Problem</a:t>
                      </a:r>
                      <a:endParaRPr sz="14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E" sz="11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SMEs and small organisations often do not have dedicated cybersecurity teams, making suspicious traffic harder to detect in </a:t>
                      </a:r>
                      <a:r>
                        <a:rPr lang="en-IE" sz="1100" b="0" i="0" u="none" strike="noStrike" cap="none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time 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latin typeface="Barlow"/>
                          <a:ea typeface="Arial"/>
                          <a:cs typeface="Arial"/>
                          <a:sym typeface="Arial"/>
                        </a:rPr>
                        <a:t>(Forde, 2025)</a:t>
                      </a:r>
                      <a:r>
                        <a:rPr lang="en-IE" sz="1100" b="0" i="0" u="none" strike="noStrike" cap="none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Market Need</a:t>
                      </a:r>
                      <a:endParaRPr sz="14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E" sz="11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 lightweight IDS can support IT administrators and MSP technicians by reducing manual log analysis and improving visibility of possible attacks (</a:t>
                      </a:r>
                      <a:r>
                        <a:rPr lang="en-IE" sz="1100" b="0" i="0" u="none" strike="noStrike" cap="none" dirty="0">
                          <a:solidFill>
                            <a:schemeClr val="dk1"/>
                          </a:solidFill>
                          <a:latin typeface="Barlow"/>
                          <a:sym typeface="Arial"/>
                        </a:rPr>
                        <a:t>Zamani ,2022)</a:t>
                      </a:r>
                      <a:r>
                        <a:rPr lang="en-IE" sz="1100" b="0" i="0" u="none" strike="noStrike" cap="none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Business Goal</a:t>
                      </a:r>
                      <a:endParaRPr sz="14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E" sz="11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Develop a practical machine learning prototype to classify network traffic as benign or attack traffic.</a:t>
                      </a:r>
                      <a:endParaRPr sz="11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Success Criteria</a:t>
                      </a:r>
                      <a:endParaRPr sz="14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E" sz="11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Strong model performance, low runtime, interpretability, good attack coverage and a simple dashboard for prediction summaries.</a:t>
                      </a:r>
                      <a:endParaRPr sz="11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AFE28111-C2A3-694A-EB35-605169DA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FADB5E25-B8FB-78E3-7D06-52A77EC79C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2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DATA UNDERSTANDING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8E67C8-49A6-2B2C-BA03-E1D11A9A0D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8"/>
          <a:stretch>
            <a:fillRect/>
          </a:stretch>
        </p:blipFill>
        <p:spPr bwMode="auto">
          <a:xfrm>
            <a:off x="105195" y="785807"/>
            <a:ext cx="3111486" cy="18872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1037;p46">
            <a:extLst>
              <a:ext uri="{FF2B5EF4-FFF2-40B4-BE49-F238E27FC236}">
                <a16:creationId xmlns:a16="http://schemas.microsoft.com/office/drawing/2014/main" id="{7195184E-82A9-B7FF-4FB7-A8125F7E2C91}"/>
              </a:ext>
            </a:extLst>
          </p:cNvPr>
          <p:cNvSpPr txBox="1">
            <a:spLocks/>
          </p:cNvSpPr>
          <p:nvPr/>
        </p:nvSpPr>
        <p:spPr>
          <a:xfrm>
            <a:off x="4429067" y="785807"/>
            <a:ext cx="2350200" cy="1096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E" sz="1000" dirty="0"/>
          </a:p>
        </p:txBody>
      </p:sp>
      <p:sp>
        <p:nvSpPr>
          <p:cNvPr id="7" name="Google Shape;1037;p46">
            <a:extLst>
              <a:ext uri="{FF2B5EF4-FFF2-40B4-BE49-F238E27FC236}">
                <a16:creationId xmlns:a16="http://schemas.microsoft.com/office/drawing/2014/main" id="{641862EC-90E9-FE50-A668-B05145D4FE9D}"/>
              </a:ext>
            </a:extLst>
          </p:cNvPr>
          <p:cNvSpPr txBox="1">
            <a:spLocks/>
          </p:cNvSpPr>
          <p:nvPr/>
        </p:nvSpPr>
        <p:spPr>
          <a:xfrm>
            <a:off x="3479476" y="1513160"/>
            <a:ext cx="3151583" cy="16814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E" b="1" dirty="0"/>
              <a:t>CICIDS2017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Controlled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8 CSV files with Network traffic and various attack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Shape (2830743, 79)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2,867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15 attack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highly right-skewed and contain a large number of extreme outliers.</a:t>
            </a:r>
            <a:endParaRPr lang="en-IE" dirty="0"/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75AE8B70-A926-AA36-949D-7CF50FE737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9267" y="71222"/>
            <a:ext cx="501478" cy="5014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AFB8B9-B4C6-7756-3065-E2CF5A00F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1670" y="835580"/>
            <a:ext cx="1868417" cy="2859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A911BD-C3E6-B7E9-2985-8E98191D0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" y="2782642"/>
            <a:ext cx="3151621" cy="20887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644EA1-AF36-00AB-BFE9-F2331D2D7381}"/>
              </a:ext>
            </a:extLst>
          </p:cNvPr>
          <p:cNvSpPr/>
          <p:nvPr/>
        </p:nvSpPr>
        <p:spPr>
          <a:xfrm>
            <a:off x="3399084" y="1123950"/>
            <a:ext cx="3311237" cy="21375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27386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0D04CF82-0E81-16A9-A356-4057D6269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611BA98A-A401-CE60-FEC3-B372856AFA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PREPARATION</a:t>
            </a:r>
            <a:endParaRPr dirty="0"/>
          </a:p>
        </p:txBody>
      </p:sp>
      <p:sp>
        <p:nvSpPr>
          <p:cNvPr id="797" name="Google Shape;797;p37">
            <a:extLst>
              <a:ext uri="{FF2B5EF4-FFF2-40B4-BE49-F238E27FC236}">
                <a16:creationId xmlns:a16="http://schemas.microsoft.com/office/drawing/2014/main" id="{06221550-99F0-9AA7-F6BF-11827C750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728" y="888017"/>
            <a:ext cx="5329818" cy="37763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E" sz="1800" b="1" dirty="0">
                <a:solidFill>
                  <a:schemeClr val="dk1"/>
                </a:solidFill>
              </a:rPr>
              <a:t>Goal: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Prepare the cleaned CICIDS2017 dataset for machine learning. 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en-IE" sz="1800" b="1" dirty="0">
                <a:solidFill>
                  <a:schemeClr val="dk1"/>
                </a:solidFill>
              </a:rPr>
              <a:t>Main Steps: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Defined Label as the target variable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Separated features (X) and target (y)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Encoded 15 traffic classes into numeric labels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Removed highly correlated features using 0.90 threshold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Reduced features from 70 to 39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Applied 80/20 train/test split with stratification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Created Full, Capped and Controlled dataset strategies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Applied </a:t>
            </a:r>
            <a:r>
              <a:rPr lang="en-IE" dirty="0" err="1">
                <a:solidFill>
                  <a:schemeClr val="dk1"/>
                </a:solidFill>
              </a:rPr>
              <a:t>StandardScaler</a:t>
            </a:r>
            <a:r>
              <a:rPr lang="en-IE" dirty="0">
                <a:solidFill>
                  <a:schemeClr val="dk1"/>
                </a:solidFill>
              </a:rPr>
              <a:t> for Logistic Regression 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en-IE" sz="1800" b="1" dirty="0">
                <a:solidFill>
                  <a:schemeClr val="dk1"/>
                </a:solidFill>
              </a:rPr>
              <a:t>Why This Matters: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This phase improved data quality, reduced complexity and prepared different dataset versions to compare model performance, runtime and attack coverage.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800" name="Google Shape;800;p37">
            <a:extLst>
              <a:ext uri="{FF2B5EF4-FFF2-40B4-BE49-F238E27FC236}">
                <a16:creationId xmlns:a16="http://schemas.microsoft.com/office/drawing/2014/main" id="{0B38855E-01C3-EEBB-42A1-780E1FDAB8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1541502"/>
              </p:ext>
            </p:extLst>
          </p:nvPr>
        </p:nvGraphicFramePr>
        <p:xfrm>
          <a:off x="5994400" y="1587560"/>
          <a:ext cx="2697019" cy="2377260"/>
        </p:xfrm>
        <a:graphic>
          <a:graphicData uri="http://schemas.openxmlformats.org/drawingml/2006/table">
            <a:tbl>
              <a:tblPr>
                <a:noFill/>
                <a:tableStyleId>{A2050ACF-7ECF-4B61-9BE6-5AA3A0698BA7}</a:tableStyleId>
              </a:tblPr>
              <a:tblGrid>
                <a:gridCol w="187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42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Cleaned Rows</a:t>
                      </a:r>
                      <a:endParaRPr sz="12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2,520,798</a:t>
                      </a:r>
                      <a:endParaRPr sz="12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Original Features</a:t>
                      </a:r>
                      <a:endParaRPr sz="12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70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Removed Correlated Features</a:t>
                      </a:r>
                      <a:endParaRPr sz="12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31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Final Features</a:t>
                      </a:r>
                      <a:endParaRPr sz="12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39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Traffic Classes</a:t>
                      </a:r>
                      <a:endParaRPr sz="12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15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 dirty="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Train/Test Split</a:t>
                      </a:r>
                      <a:endParaRPr sz="1200" u="sng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80/20</a:t>
                      </a:r>
                      <a:endParaRPr sz="1200" b="1" u="sng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44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80009D08-8CE3-E85D-41D3-4D660A28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F28D096B-3530-39C4-17ED-D10DCAD08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MODELLING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D24B6-9118-8F3C-D115-336EFB4CA7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8" y="572700"/>
            <a:ext cx="5334001" cy="1421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D64595-F959-084D-E0C1-2667B5A8AA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" y="2112350"/>
            <a:ext cx="5340928" cy="1335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C3284D-D9FE-ADE5-A886-D8A7FF2C2E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" y="3566159"/>
            <a:ext cx="5347855" cy="1371600"/>
          </a:xfrm>
          <a:prstGeom prst="rect">
            <a:avLst/>
          </a:prstGeom>
        </p:spPr>
      </p:pic>
      <p:sp>
        <p:nvSpPr>
          <p:cNvPr id="7" name="Google Shape;797;p37">
            <a:extLst>
              <a:ext uri="{FF2B5EF4-FFF2-40B4-BE49-F238E27FC236}">
                <a16:creationId xmlns:a16="http://schemas.microsoft.com/office/drawing/2014/main" id="{1D366F01-D447-F09D-C3E6-A02328966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25221" y="572700"/>
            <a:ext cx="3151908" cy="37763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E" sz="1500" b="1" dirty="0">
                <a:solidFill>
                  <a:schemeClr val="dk1"/>
                </a:solidFill>
              </a:rPr>
              <a:t>RF,DT and LR: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All 3 models were trained using the 3 datasets strategies, both with and without the balanced parameter.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LR used same datasets, but on a scaled version due its sensibility to feature magnitude </a:t>
            </a:r>
            <a:r>
              <a:rPr lang="en-US" sz="1100" dirty="0"/>
              <a:t>(Nugroho, et al., 2018).</a:t>
            </a:r>
          </a:p>
          <a:p>
            <a:pPr marL="171450" indent="-171450" algn="l"/>
            <a:r>
              <a:rPr lang="en-US" sz="1100" dirty="0">
                <a:solidFill>
                  <a:schemeClr val="dk1"/>
                </a:solidFill>
              </a:rPr>
              <a:t>In total, 18 different models' configuration were trained.</a:t>
            </a:r>
          </a:p>
          <a:p>
            <a:pPr marL="0" indent="0" algn="l">
              <a:buNone/>
            </a:pPr>
            <a:endParaRPr lang="en-US" sz="1100" dirty="0">
              <a:solidFill>
                <a:schemeClr val="dk1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dk1"/>
                </a:solidFill>
              </a:rPr>
              <a:t>Further, 2 new tunning methods were used to DT model to achieve better performance, using:</a:t>
            </a:r>
          </a:p>
          <a:p>
            <a:pPr marL="171450" indent="-171450" algn="l"/>
            <a:r>
              <a:rPr lang="en-US" sz="1100" b="1" dirty="0">
                <a:solidFill>
                  <a:schemeClr val="dk1"/>
                </a:solidFill>
              </a:rPr>
              <a:t>Entropy</a:t>
            </a:r>
            <a:r>
              <a:rPr lang="en-US" sz="1100" dirty="0">
                <a:solidFill>
                  <a:schemeClr val="dk1"/>
                </a:solidFill>
              </a:rPr>
              <a:t>: Which focus on creating purer child nodes, meaning traffic classes become more separated after each split </a:t>
            </a:r>
            <a:r>
              <a:rPr lang="en-IE" sz="1100" dirty="0"/>
              <a:t>(Dash, 2022)</a:t>
            </a:r>
            <a:r>
              <a:rPr lang="en-US" sz="1100" dirty="0">
                <a:solidFill>
                  <a:schemeClr val="dk1"/>
                </a:solidFill>
              </a:rPr>
              <a:t>, which improved classification of less frequent classes.</a:t>
            </a:r>
          </a:p>
          <a:p>
            <a:pPr marL="171450" indent="-171450" algn="l"/>
            <a:r>
              <a:rPr lang="en-US" sz="1100" b="1" dirty="0" err="1">
                <a:solidFill>
                  <a:schemeClr val="dk1"/>
                </a:solidFill>
              </a:rPr>
              <a:t>Log_loss</a:t>
            </a:r>
            <a:r>
              <a:rPr lang="en-US" sz="1100" b="1" dirty="0">
                <a:solidFill>
                  <a:schemeClr val="dk1"/>
                </a:solidFill>
              </a:rPr>
              <a:t>: </a:t>
            </a:r>
            <a:r>
              <a:rPr lang="en-US" sz="1100" dirty="0">
                <a:solidFill>
                  <a:schemeClr val="dk1"/>
                </a:solidFill>
              </a:rPr>
              <a:t>Also measure impurity, but from a probabilistic perspective, and encourages tree to make splits that improve confidence of class predictions, providing better estimates and class separation in multiclass problems </a:t>
            </a:r>
            <a:r>
              <a:rPr lang="en-IE" dirty="0"/>
              <a:t>Shi et al. (2015).</a:t>
            </a:r>
            <a:endParaRPr lang="en-IE" sz="1100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671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979C77C9-77AC-6D4B-7365-19B009FF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8DEFD3AB-D5F1-7A45-7BC9-3C81C88ED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</a:t>
            </a:r>
            <a:endParaRPr dirty="0"/>
          </a:p>
        </p:txBody>
      </p:sp>
      <p:sp>
        <p:nvSpPr>
          <p:cNvPr id="797" name="Google Shape;797;p37">
            <a:extLst>
              <a:ext uri="{FF2B5EF4-FFF2-40B4-BE49-F238E27FC236}">
                <a16:creationId xmlns:a16="http://schemas.microsoft.com/office/drawing/2014/main" id="{8066FBAD-1FE1-0D20-C81E-8BBBF2A7D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27" y="747036"/>
            <a:ext cx="4969600" cy="40004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E" sz="1600" b="1" dirty="0">
                <a:solidFill>
                  <a:schemeClr val="dk1"/>
                </a:solidFill>
              </a:rPr>
              <a:t>Goal: </a:t>
            </a:r>
          </a:p>
          <a:p>
            <a:pPr marL="0" lvl="0" indent="0">
              <a:buNone/>
            </a:pPr>
            <a:r>
              <a:rPr lang="en-IE" sz="1100" dirty="0">
                <a:solidFill>
                  <a:schemeClr val="dk1"/>
                </a:solidFill>
              </a:rPr>
              <a:t>Compare all trained models and choose the best option for a lightweight IDS. 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en-IE" sz="1600" b="1" dirty="0">
                <a:solidFill>
                  <a:schemeClr val="dk1"/>
                </a:solidFill>
              </a:rPr>
              <a:t>Metrics Used: </a:t>
            </a:r>
          </a:p>
          <a:p>
            <a:pPr marL="0" lvl="0" indent="0">
              <a:buNone/>
            </a:pPr>
            <a:r>
              <a:rPr lang="en-IE" sz="1100" i="1" dirty="0">
                <a:solidFill>
                  <a:schemeClr val="dk1"/>
                </a:solidFill>
              </a:rPr>
              <a:t>• Accuracy </a:t>
            </a:r>
          </a:p>
          <a:p>
            <a:pPr marL="0" lvl="0" indent="0">
              <a:buNone/>
            </a:pPr>
            <a:r>
              <a:rPr lang="en-IE" sz="1100" i="1" dirty="0">
                <a:solidFill>
                  <a:schemeClr val="dk1"/>
                </a:solidFill>
              </a:rPr>
              <a:t>• Precision </a:t>
            </a:r>
          </a:p>
          <a:p>
            <a:pPr marL="0" lvl="0" indent="0">
              <a:buNone/>
            </a:pPr>
            <a:r>
              <a:rPr lang="en-IE" sz="1100" i="1" dirty="0">
                <a:solidFill>
                  <a:schemeClr val="dk1"/>
                </a:solidFill>
              </a:rPr>
              <a:t>• </a:t>
            </a:r>
            <a:r>
              <a:rPr lang="en-IE" sz="1100" b="1" i="1" dirty="0">
                <a:solidFill>
                  <a:schemeClr val="dk1"/>
                </a:solidFill>
              </a:rPr>
              <a:t>Recall</a:t>
            </a:r>
            <a:r>
              <a:rPr lang="en-IE" sz="1100" i="1" dirty="0">
                <a:solidFill>
                  <a:schemeClr val="dk1"/>
                </a:solidFill>
              </a:rPr>
              <a:t> </a:t>
            </a:r>
          </a:p>
          <a:p>
            <a:pPr marL="0" lvl="0" indent="0">
              <a:buNone/>
            </a:pPr>
            <a:r>
              <a:rPr lang="en-IE" sz="1100" b="1" i="1" dirty="0">
                <a:solidFill>
                  <a:schemeClr val="dk1"/>
                </a:solidFill>
              </a:rPr>
              <a:t>• Macro F1-score </a:t>
            </a:r>
          </a:p>
          <a:p>
            <a:pPr marL="0" lvl="0" indent="0">
              <a:buNone/>
            </a:pPr>
            <a:r>
              <a:rPr lang="en-IE" sz="1100" i="1" dirty="0">
                <a:solidFill>
                  <a:schemeClr val="dk1"/>
                </a:solidFill>
              </a:rPr>
              <a:t>• Weighted F1-score </a:t>
            </a:r>
          </a:p>
          <a:p>
            <a:pPr marL="0" lvl="0" indent="0">
              <a:buNone/>
            </a:pPr>
            <a:r>
              <a:rPr lang="en-IE" sz="1100" b="1" i="1" dirty="0">
                <a:solidFill>
                  <a:schemeClr val="dk1"/>
                </a:solidFill>
              </a:rPr>
              <a:t>• Confusion matrix </a:t>
            </a:r>
          </a:p>
          <a:p>
            <a:pPr marL="0" lvl="0" indent="0">
              <a:buNone/>
            </a:pPr>
            <a:r>
              <a:rPr lang="en-IE" sz="1100" b="1" i="1" dirty="0">
                <a:solidFill>
                  <a:schemeClr val="dk1"/>
                </a:solidFill>
              </a:rPr>
              <a:t>• Training time 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en-IE" sz="1600" b="1" dirty="0">
                <a:solidFill>
                  <a:schemeClr val="dk1"/>
                </a:solidFill>
              </a:rPr>
              <a:t>Main Findings: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</a:t>
            </a:r>
            <a:r>
              <a:rPr lang="en-IE" sz="1100" dirty="0">
                <a:solidFill>
                  <a:schemeClr val="dk1"/>
                </a:solidFill>
              </a:rPr>
              <a:t>Accuracy alone was not enough because the dataset was highly imbalanced (</a:t>
            </a:r>
            <a:r>
              <a:rPr lang="en-IE" sz="1100" dirty="0"/>
              <a:t>Engelen, Rimmer and Joosen (2021)</a:t>
            </a:r>
            <a:r>
              <a:rPr lang="en-IE" sz="1100" dirty="0">
                <a:solidFill>
                  <a:schemeClr val="dk1"/>
                </a:solidFill>
              </a:rPr>
              <a:t> </a:t>
            </a:r>
          </a:p>
          <a:p>
            <a:pPr marL="0" lvl="0" indent="0">
              <a:buNone/>
            </a:pPr>
            <a:r>
              <a:rPr lang="en-IE" sz="1100" dirty="0">
                <a:solidFill>
                  <a:schemeClr val="dk1"/>
                </a:solidFill>
              </a:rPr>
              <a:t>• Logistic Regression was the weakest model, especially for minority classes </a:t>
            </a:r>
          </a:p>
          <a:p>
            <a:pPr marL="0" lvl="0" indent="0">
              <a:buNone/>
            </a:pPr>
            <a:r>
              <a:rPr lang="en-IE" sz="1100" dirty="0">
                <a:solidFill>
                  <a:schemeClr val="dk1"/>
                </a:solidFill>
              </a:rPr>
              <a:t>• Random Forest achieved strong results but had higher runtime </a:t>
            </a:r>
          </a:p>
          <a:p>
            <a:pPr marL="0" lvl="0" indent="0">
              <a:buNone/>
            </a:pPr>
            <a:r>
              <a:rPr lang="en-IE" sz="1100" dirty="0">
                <a:solidFill>
                  <a:schemeClr val="dk1"/>
                </a:solidFill>
              </a:rPr>
              <a:t>• Decision Tree gave the best balance between performance, runtime, interpretability and attack coverage 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en-IE" sz="1600" b="1" dirty="0">
                <a:solidFill>
                  <a:schemeClr val="dk1"/>
                </a:solidFill>
              </a:rPr>
              <a:t>Final Model: </a:t>
            </a:r>
            <a:r>
              <a:rPr lang="en-IE" dirty="0">
                <a:solidFill>
                  <a:schemeClr val="dk1"/>
                </a:solidFill>
              </a:rPr>
              <a:t>Decision Tree – Full Dataset Balanced Tuned 2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C479C-B559-9CC9-C28E-B75686400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705" y="1007906"/>
            <a:ext cx="4089168" cy="33885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C2114F-290A-055E-DD1C-7E060075AC91}"/>
              </a:ext>
            </a:extLst>
          </p:cNvPr>
          <p:cNvSpPr/>
          <p:nvPr/>
        </p:nvSpPr>
        <p:spPr>
          <a:xfrm>
            <a:off x="4971705" y="2003392"/>
            <a:ext cx="4089168" cy="1870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833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D483E8E0-096E-3783-475C-D468D14F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D39A5B3A-DF2E-1849-3949-557B39F591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DEPLOYMENT &amp; CONCLUSION</a:t>
            </a:r>
            <a:endParaRPr dirty="0"/>
          </a:p>
        </p:txBody>
      </p:sp>
      <p:sp>
        <p:nvSpPr>
          <p:cNvPr id="4" name="Google Shape;797;p37">
            <a:extLst>
              <a:ext uri="{FF2B5EF4-FFF2-40B4-BE49-F238E27FC236}">
                <a16:creationId xmlns:a16="http://schemas.microsoft.com/office/drawing/2014/main" id="{334E240C-B3FB-7412-6864-30258AF3D0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8538" y="517453"/>
            <a:ext cx="3151908" cy="355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E" sz="1500" b="1" dirty="0">
                <a:solidFill>
                  <a:schemeClr val="dk1"/>
                </a:solidFill>
              </a:rPr>
              <a:t>What was deployed?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</p:txBody>
      </p:sp>
      <p:pic>
        <p:nvPicPr>
          <p:cNvPr id="5" name="drawing">
            <a:extLst>
              <a:ext uri="{FF2B5EF4-FFF2-40B4-BE49-F238E27FC236}">
                <a16:creationId xmlns:a16="http://schemas.microsoft.com/office/drawing/2014/main" id="{345B9892-CC73-A2DA-7D2A-48B4D85ED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54" y="853784"/>
            <a:ext cx="3705074" cy="1479492"/>
          </a:xfrm>
          <a:prstGeom prst="rect">
            <a:avLst/>
          </a:prstGeom>
        </p:spPr>
      </p:pic>
      <p:sp>
        <p:nvSpPr>
          <p:cNvPr id="6" name="Google Shape;797;p37">
            <a:extLst>
              <a:ext uri="{FF2B5EF4-FFF2-40B4-BE49-F238E27FC236}">
                <a16:creationId xmlns:a16="http://schemas.microsoft.com/office/drawing/2014/main" id="{0D4E26D2-19BA-0939-C4A5-7E60E2C7253C}"/>
              </a:ext>
            </a:extLst>
          </p:cNvPr>
          <p:cNvSpPr txBox="1">
            <a:spLocks/>
          </p:cNvSpPr>
          <p:nvPr/>
        </p:nvSpPr>
        <p:spPr>
          <a:xfrm>
            <a:off x="328537" y="2333276"/>
            <a:ext cx="3151908" cy="147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IE" sz="1500" b="1" dirty="0">
                <a:solidFill>
                  <a:schemeClr val="dk1"/>
                </a:solidFill>
              </a:rPr>
              <a:t>Streamlit Prototype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Chosen model was saved, and loaded.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Prototype allows CSV upload for network traffic analysis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Generates traffic predictions and suspicious traffic summaries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Support prediction results download</a:t>
            </a:r>
            <a:endParaRPr lang="en-IE" dirty="0">
              <a:solidFill>
                <a:schemeClr val="dk1"/>
              </a:solidFill>
            </a:endParaRPr>
          </a:p>
        </p:txBody>
      </p:sp>
      <p:sp>
        <p:nvSpPr>
          <p:cNvPr id="7" name="Google Shape;797;p37">
            <a:extLst>
              <a:ext uri="{FF2B5EF4-FFF2-40B4-BE49-F238E27FC236}">
                <a16:creationId xmlns:a16="http://schemas.microsoft.com/office/drawing/2014/main" id="{4FFF505B-9E89-D645-C46C-AEBDC2B6A6FE}"/>
              </a:ext>
            </a:extLst>
          </p:cNvPr>
          <p:cNvSpPr txBox="1">
            <a:spLocks/>
          </p:cNvSpPr>
          <p:nvPr/>
        </p:nvSpPr>
        <p:spPr>
          <a:xfrm>
            <a:off x="5172227" y="572700"/>
            <a:ext cx="3151908" cy="35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IE" sz="1500" b="1" dirty="0">
                <a:solidFill>
                  <a:schemeClr val="dk1"/>
                </a:solidFill>
              </a:rPr>
              <a:t>What was Concluded?</a:t>
            </a:r>
          </a:p>
          <a:p>
            <a:pPr marL="0" indent="0">
              <a:buFont typeface="Nunito Light"/>
              <a:buNone/>
            </a:pPr>
            <a:endParaRPr lang="en-IE" dirty="0">
              <a:solidFill>
                <a:schemeClr val="dk1"/>
              </a:solidFill>
            </a:endParaRPr>
          </a:p>
        </p:txBody>
      </p:sp>
      <p:pic>
        <p:nvPicPr>
          <p:cNvPr id="10" name="drawing">
            <a:extLst>
              <a:ext uri="{FF2B5EF4-FFF2-40B4-BE49-F238E27FC236}">
                <a16:creationId xmlns:a16="http://schemas.microsoft.com/office/drawing/2014/main" id="{E9C997D7-FAAE-AC16-4476-D78CB30880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6402" y="2704860"/>
            <a:ext cx="4895643" cy="1792082"/>
          </a:xfrm>
          <a:prstGeom prst="rect">
            <a:avLst/>
          </a:prstGeom>
        </p:spPr>
      </p:pic>
      <p:sp>
        <p:nvSpPr>
          <p:cNvPr id="11" name="Google Shape;797;p37">
            <a:extLst>
              <a:ext uri="{FF2B5EF4-FFF2-40B4-BE49-F238E27FC236}">
                <a16:creationId xmlns:a16="http://schemas.microsoft.com/office/drawing/2014/main" id="{4A8EDE05-86B2-6F58-37AE-FB11183F999C}"/>
              </a:ext>
            </a:extLst>
          </p:cNvPr>
          <p:cNvSpPr txBox="1">
            <a:spLocks/>
          </p:cNvSpPr>
          <p:nvPr/>
        </p:nvSpPr>
        <p:spPr>
          <a:xfrm>
            <a:off x="4755125" y="872967"/>
            <a:ext cx="3986112" cy="188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CICIDS2017 successfully used for multiclass IDS classification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LR showed weakest performance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RF achieved strong results but higher computational cost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DT Full Dataset Balanced Tuned 2 provided the best balance between:</a:t>
            </a:r>
          </a:p>
          <a:p>
            <a:pPr marL="628650" lvl="1" indent="-171450"/>
            <a:r>
              <a:rPr lang="en-IE" sz="1100" dirty="0">
                <a:solidFill>
                  <a:schemeClr val="dk1"/>
                </a:solidFill>
              </a:rPr>
              <a:t>Performance</a:t>
            </a:r>
          </a:p>
          <a:p>
            <a:pPr marL="628650" lvl="1" indent="-171450"/>
            <a:r>
              <a:rPr lang="en-IE" sz="1100" dirty="0">
                <a:solidFill>
                  <a:schemeClr val="dk1"/>
                </a:solidFill>
              </a:rPr>
              <a:t>Runtime efficiency</a:t>
            </a:r>
          </a:p>
          <a:p>
            <a:pPr marL="628650" lvl="1" indent="-171450"/>
            <a:r>
              <a:rPr lang="en-IE" sz="1100" dirty="0">
                <a:solidFill>
                  <a:schemeClr val="dk1"/>
                </a:solidFill>
              </a:rPr>
              <a:t>Interpretability</a:t>
            </a:r>
          </a:p>
          <a:p>
            <a:pPr marL="628650" lvl="1" indent="-171450"/>
            <a:r>
              <a:rPr lang="en-IE" sz="1100" dirty="0">
                <a:solidFill>
                  <a:schemeClr val="dk1"/>
                </a:solidFill>
              </a:rPr>
              <a:t>Attack  Coverage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564324-C778-9979-741B-A92FDF0D2A41}"/>
              </a:ext>
            </a:extLst>
          </p:cNvPr>
          <p:cNvSpPr txBox="1"/>
          <p:nvPr/>
        </p:nvSpPr>
        <p:spPr>
          <a:xfrm>
            <a:off x="51954" y="3730965"/>
            <a:ext cx="399357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500" b="1" dirty="0">
                <a:solidFill>
                  <a:schemeClr val="dk1"/>
                </a:solidFill>
                <a:latin typeface="Barlow"/>
                <a:sym typeface="Barlow"/>
              </a:rPr>
              <a:t>Future Implementations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Barlow" panose="00000500000000000000" pitchFamily="2" charset="0"/>
              </a:rPr>
              <a:t>Integrate live network traffic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Barlow" panose="00000500000000000000" pitchFamily="2" charset="0"/>
              </a:rPr>
              <a:t>Retrain the model using newer cybersecurity datasets and attack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Barlow" panose="00000500000000000000" pitchFamily="2" charset="0"/>
              </a:rPr>
              <a:t>Implement automated alerts for suspicious traffic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Barlow" panose="00000500000000000000" pitchFamily="2" charset="0"/>
              </a:rPr>
              <a:t>Compare lightweight machine learning models with deep learning approaches</a:t>
            </a:r>
            <a:endParaRPr lang="en-IE" sz="1100" dirty="0">
              <a:latin typeface="Barlow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3DFD2A-40EA-DF38-3EDE-C138A15BCD66}"/>
              </a:ext>
            </a:extLst>
          </p:cNvPr>
          <p:cNvSpPr/>
          <p:nvPr/>
        </p:nvSpPr>
        <p:spPr>
          <a:xfrm>
            <a:off x="51954" y="3752232"/>
            <a:ext cx="3993572" cy="13388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884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6A5F3A25-3761-964B-3329-381E4E39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4BE50521-1868-9FFC-346F-A7458CE603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3399B-5059-FA8F-D5F2-4D1C057E08E3}"/>
              </a:ext>
            </a:extLst>
          </p:cNvPr>
          <p:cNvSpPr txBox="1"/>
          <p:nvPr/>
        </p:nvSpPr>
        <p:spPr>
          <a:xfrm>
            <a:off x="299603" y="888928"/>
            <a:ext cx="833870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200" dirty="0"/>
              <a:t>Dash, S. (2022) </a:t>
            </a:r>
            <a:r>
              <a:rPr lang="en-IE" sz="1200" i="1" dirty="0"/>
              <a:t>Decision Trees Explained - Entropy, Information Gain, Gini Index, CCP Pruning</a:t>
            </a:r>
            <a:r>
              <a:rPr lang="en-IE" sz="1200" dirty="0"/>
              <a:t>. Available at: Towards Data Science (Accessed: 26 May 2026). </a:t>
            </a:r>
          </a:p>
          <a:p>
            <a:endParaRPr lang="en-IE" sz="1200" dirty="0"/>
          </a:p>
          <a:p>
            <a:r>
              <a:rPr lang="en-IE" sz="1200" dirty="0"/>
              <a:t>Engelen, G., Rimmer, V. and Joosen, W. (2021) </a:t>
            </a:r>
            <a:r>
              <a:rPr lang="en-IE" sz="1200" i="1" dirty="0"/>
              <a:t>Troubleshooting an Intrusion Detection Dataset: The CICIDS2017 Case Study</a:t>
            </a:r>
            <a:r>
              <a:rPr lang="en-IE" sz="1200" dirty="0"/>
              <a:t>. Available at: </a:t>
            </a:r>
            <a:r>
              <a:rPr lang="en-IE" sz="1200" dirty="0" err="1"/>
              <a:t>DistriNet</a:t>
            </a:r>
            <a:r>
              <a:rPr lang="en-IE" sz="1200" dirty="0"/>
              <a:t> Research. </a:t>
            </a:r>
          </a:p>
          <a:p>
            <a:endParaRPr lang="en-IE" sz="1200" dirty="0"/>
          </a:p>
          <a:p>
            <a:r>
              <a:rPr lang="en-IE" sz="1200" dirty="0"/>
              <a:t>Forde, R. (2025) </a:t>
            </a:r>
            <a:r>
              <a:rPr lang="en-IE" sz="1200" i="1" dirty="0"/>
              <a:t>Reducing cyber security risks for Irish SMEs in 2025 and beyond</a:t>
            </a:r>
            <a:r>
              <a:rPr lang="en-IE" sz="1200" dirty="0"/>
              <a:t>. Available at: Cyber Ireland (Accessed: 9 May 2026). </a:t>
            </a:r>
          </a:p>
          <a:p>
            <a:endParaRPr lang="en-IE" sz="1200" dirty="0"/>
          </a:p>
          <a:p>
            <a:r>
              <a:rPr lang="en-IE" sz="1200" dirty="0"/>
              <a:t>Shi, Q., Reid, M., Caetano, T., van den Hengel, A. and Wang, Z. (2015) ‘A Hybrid Loss for Multiclass and Structured Prediction’, </a:t>
            </a:r>
            <a:r>
              <a:rPr lang="en-IE" sz="1200" i="1" dirty="0"/>
              <a:t>IEEE Transactions on Pattern Analysis and Machine Intelligence</a:t>
            </a:r>
            <a:r>
              <a:rPr lang="en-IE" sz="1200" dirty="0"/>
              <a:t>, 37(1), pp. 2–12. </a:t>
            </a:r>
            <a:r>
              <a:rPr lang="en-IE" sz="1200" dirty="0" err="1"/>
              <a:t>doi</a:t>
            </a:r>
            <a:r>
              <a:rPr lang="en-IE" sz="1200" dirty="0"/>
              <a:t>: </a:t>
            </a:r>
            <a:r>
              <a:rPr lang="en-IE" sz="1200" dirty="0">
                <a:hlinkClick r:id="rId3"/>
              </a:rPr>
              <a:t>https://doi.org/10.1109/TPAMI.2014.2306414</a:t>
            </a:r>
            <a:r>
              <a:rPr lang="en-IE" sz="1200" dirty="0"/>
              <a:t>. </a:t>
            </a:r>
          </a:p>
          <a:p>
            <a:endParaRPr lang="en-IE" sz="1200" dirty="0"/>
          </a:p>
          <a:p>
            <a:r>
              <a:rPr lang="en-IE" sz="1200" dirty="0" err="1"/>
              <a:t>Slidesgo</a:t>
            </a:r>
            <a:r>
              <a:rPr lang="en-IE" sz="1200" dirty="0"/>
              <a:t> (n.d.) </a:t>
            </a:r>
            <a:r>
              <a:rPr lang="en-IE" sz="1200" i="1" dirty="0"/>
              <a:t>Free presentation templates and themes</a:t>
            </a:r>
            <a:r>
              <a:rPr lang="en-IE" sz="1200" dirty="0"/>
              <a:t>. Available at: </a:t>
            </a:r>
            <a:r>
              <a:rPr lang="en-IE" sz="1200" dirty="0" err="1"/>
              <a:t>Slidesgo</a:t>
            </a:r>
            <a:r>
              <a:rPr lang="en-IE" sz="1200" dirty="0"/>
              <a:t> (Accessed: 29 May 2026).</a:t>
            </a:r>
          </a:p>
          <a:p>
            <a:endParaRPr lang="en-IE" sz="1200" dirty="0"/>
          </a:p>
          <a:p>
            <a:r>
              <a:rPr lang="en-IE" sz="1200" dirty="0"/>
              <a:t>Zamani, S.Z. (2022) ‘Small and Medium Enterprises (SMEs) facing an evolving technological era: a systematic literature review on the adoption of technologies in SMEs’, </a:t>
            </a:r>
            <a:r>
              <a:rPr lang="en-IE" sz="1200" i="1" dirty="0"/>
              <a:t>European Journal of Innovation Management</a:t>
            </a:r>
            <a:r>
              <a:rPr lang="en-IE" sz="1200" dirty="0"/>
              <a:t>, 25(6). </a:t>
            </a:r>
            <a:r>
              <a:rPr lang="en-IE" sz="1200" dirty="0" err="1"/>
              <a:t>doi</a:t>
            </a:r>
            <a:r>
              <a:rPr lang="en-IE" sz="1200" dirty="0"/>
              <a:t>: DOI.</a:t>
            </a:r>
          </a:p>
        </p:txBody>
      </p:sp>
    </p:spTree>
    <p:extLst>
      <p:ext uri="{BB962C8B-B14F-4D97-AF65-F5344CB8AC3E}">
        <p14:creationId xmlns:p14="http://schemas.microsoft.com/office/powerpoint/2010/main" val="161690156"/>
      </p:ext>
    </p:extLst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999</Words>
  <Application>Microsoft Office PowerPoint</Application>
  <PresentationFormat>On-screen Show (16:9)</PresentationFormat>
  <Paragraphs>132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Poppins Black</vt:lpstr>
      <vt:lpstr>Poppins ExtraBold</vt:lpstr>
      <vt:lpstr>Barlow</vt:lpstr>
      <vt:lpstr>Nunito Light</vt:lpstr>
      <vt:lpstr>Data Analytics Strategy Toolkit by Slidesgo</vt:lpstr>
      <vt:lpstr>LIGHTWEIGHT  NETWORK  IDS USING  MACHINE  LEARNING  FOR  CYBERATTACK CLASIFICATION</vt:lpstr>
      <vt:lpstr>CRISP -DM FRAMEWORK</vt:lpstr>
      <vt:lpstr>BUSINESS UNDERSTANDING</vt:lpstr>
      <vt:lpstr>DATA UNDERSTANDING</vt:lpstr>
      <vt:lpstr>DATA PREPARATION</vt:lpstr>
      <vt:lpstr>MODELLING</vt:lpstr>
      <vt:lpstr>EVALUATION</vt:lpstr>
      <vt:lpstr>DEPLOYMENT &amp;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Sander Soares</cp:lastModifiedBy>
  <cp:revision>1</cp:revision>
  <dcterms:modified xsi:type="dcterms:W3CDTF">2026-05-30T13:45:33Z</dcterms:modified>
</cp:coreProperties>
</file>