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37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6858000" cy="9144000"/>
  <p:embeddedFontLst>
    <p:embeddedFont>
      <p:font typeface="Fira Sans Extra Condensed" panose="020B0503050000020004" pitchFamily="34" charset="0"/>
      <p:regular r:id="rId38"/>
      <p:bold r:id="rId39"/>
      <p:italic r:id="rId40"/>
      <p:boldItalic r:id="rId41"/>
    </p:embeddedFont>
    <p:embeddedFont>
      <p:font typeface="Proxima Nova" panose="020B0604020202020204" charset="0"/>
      <p:regular r:id="rId42"/>
      <p:bold r:id="rId43"/>
      <p:italic r:id="rId44"/>
      <p:boldItalic r:id="rId45"/>
    </p:embeddedFont>
    <p:embeddedFont>
      <p:font typeface="Proxima Nova Semibold" panose="020B0604020202020204" charset="0"/>
      <p:regular r:id="rId46"/>
      <p:bold r:id="rId47"/>
      <p:boldItalic r:id="rId48"/>
    </p:embeddedFont>
    <p:embeddedFont>
      <p:font typeface="Roboto" panose="02000000000000000000" pitchFamily="2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44D1850-89B5-4CF9-B093-DA9D37C3230B}">
  <a:tblStyle styleId="{644D1850-89B5-4CF9-B093-DA9D37C3230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90" y="1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2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font" Target="fonts/font14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8.xml"/><Relationship Id="rId41" Type="http://schemas.openxmlformats.org/officeDocument/2006/relationships/font" Target="fonts/font4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12.fntdata"/><Relationship Id="rId57" Type="http://schemas.microsoft.com/office/2016/11/relationships/changesInfo" Target="changesInfos/changesInfo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font" Target="fonts/font7.fntdata"/><Relationship Id="rId52" Type="http://schemas.openxmlformats.org/officeDocument/2006/relationships/font" Target="fonts/font1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er Soares" userId="670adff8fbebcc24" providerId="LiveId" clId="{E0F74DC6-1A43-432B-BC72-B2CD7B95C7BA}"/>
    <pc:docChg chg="delSld modSld">
      <pc:chgData name="Sander Soares" userId="670adff8fbebcc24" providerId="LiveId" clId="{E0F74DC6-1A43-432B-BC72-B2CD7B95C7BA}" dt="2026-05-26T14:15:39.882" v="80" actId="47"/>
      <pc:docMkLst>
        <pc:docMk/>
      </pc:docMkLst>
      <pc:sldChg chg="modSp del mod">
        <pc:chgData name="Sander Soares" userId="670adff8fbebcc24" providerId="LiveId" clId="{E0F74DC6-1A43-432B-BC72-B2CD7B95C7BA}" dt="2026-05-26T14:15:39.882" v="80" actId="47"/>
        <pc:sldMkLst>
          <pc:docMk/>
          <pc:sldMk cId="0" sldId="256"/>
        </pc:sldMkLst>
        <pc:spChg chg="mod">
          <ac:chgData name="Sander Soares" userId="670adff8fbebcc24" providerId="LiveId" clId="{E0F74DC6-1A43-432B-BC72-B2CD7B95C7BA}" dt="2026-05-26T14:13:16.334" v="78" actId="1076"/>
          <ac:spMkLst>
            <pc:docMk/>
            <pc:sldMk cId="0" sldId="256"/>
            <ac:spMk id="46" creationId="{00000000-0000-0000-0000-000000000000}"/>
          </ac:spMkLst>
        </pc:spChg>
        <pc:spChg chg="mod">
          <ac:chgData name="Sander Soares" userId="670adff8fbebcc24" providerId="LiveId" clId="{E0F74DC6-1A43-432B-BC72-B2CD7B95C7BA}" dt="2026-05-26T14:13:21.077" v="79" actId="1076"/>
          <ac:spMkLst>
            <pc:docMk/>
            <pc:sldMk cId="0" sldId="256"/>
            <ac:spMk id="47" creationId="{00000000-0000-0000-0000-000000000000}"/>
          </ac:spMkLst>
        </pc:spChg>
      </pc:sldChg>
      <pc:sldMasterChg chg="delSldLayout">
        <pc:chgData name="Sander Soares" userId="670adff8fbebcc24" providerId="LiveId" clId="{E0F74DC6-1A43-432B-BC72-B2CD7B95C7BA}" dt="2026-05-26T14:15:39.882" v="80" actId="47"/>
        <pc:sldMasterMkLst>
          <pc:docMk/>
          <pc:sldMasterMk cId="0" sldId="2147483660"/>
        </pc:sldMasterMkLst>
        <pc:sldLayoutChg chg="del">
          <pc:chgData name="Sander Soares" userId="670adff8fbebcc24" providerId="LiveId" clId="{E0F74DC6-1A43-432B-BC72-B2CD7B95C7BA}" dt="2026-05-26T14:15:39.882" v="80" actId="47"/>
          <pc:sldLayoutMkLst>
            <pc:docMk/>
            <pc:sldMasterMk cId="0" sldId="2147483660"/>
            <pc:sldLayoutMk cId="0" sldId="2147483648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e77f93ad05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e77f93ad05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e9566a474a_0_8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e9566a474a_0_8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e9566a474a_0_10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e9566a474a_0_10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e9566a474a_0_1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e9566a474a_0_1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e96fd5876e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e96fd5876e_0_4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e96fd5876e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e96fd5876e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e96fd5876e_0_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e96fd5876e_0_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e96fd5876e_0_8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e96fd5876e_0_8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e96fd5876e_0_6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e96fd5876e_0_6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e96fd5876e_0_9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e96fd5876e_0_9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e96fd5876e_0_1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e96fd5876e_0_1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e96fd5876e_0_1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e96fd5876e_0_1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e96fd5876e_0_1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e96fd5876e_0_14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e96fd5876e_0_16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e96fd5876e_0_16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e96fd5876e_0_1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e96fd5876e_0_1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ge96fd5876e_0_20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4" name="Google Shape;1374;ge96fd5876e_0_20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ge96fd5876e_0_28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4" name="Google Shape;1434;ge96fd5876e_0_28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e96fd5876e_0_2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1" name="Google Shape;1541;ge96fd5876e_0_2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ge96fd5876e_0_25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4" name="Google Shape;1654;ge96fd5876e_0_25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ge96fd5876e_0_3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7" name="Google Shape;1737;ge96fd5876e_0_3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ge96fd5876e_0_3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7" name="Google Shape;1787;ge96fd5876e_0_3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ge96fd5876e_0_35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3" name="Google Shape;1853;ge96fd5876e_0_35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Google Shape;1918;ge96fd5876e_0_37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9" name="Google Shape;1919;ge96fd5876e_0_37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ge96fd5876e_0_39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2" name="Google Shape;2002;ge96fd5876e_0_39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Google Shape;2057;ge96fd5876e_0_4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8" name="Google Shape;2058;ge96fd5876e_0_4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3" name="Google Shape;2133;ge96fd5876e_0_4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4" name="Google Shape;2134;ge96fd5876e_0_4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0" name="Google Shape;2190;ge96fd5876e_0_44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1" name="Google Shape;2191;ge96fd5876e_0_44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" name="Google Shape;2196;ge96fd5876e_0_4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7" name="Google Shape;2197;ge96fd5876e_0_4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Google Shape;2255;ge96fd5876e_0_46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6" name="Google Shape;2256;ge96fd5876e_0_46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Google Shape;2309;ge96fd5876e_0_4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0" name="Google Shape;2310;ge96fd5876e_0_4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Google Shape;2453;ge96fd5876e_0_5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4" name="Google Shape;2454;ge96fd5876e_0_5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4" name="Google Shape;2514;ge4f2e5e747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5" name="Google Shape;2515;ge4f2e5e747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1" name="Google Shape;2521;ge4f2e5e747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2" name="Google Shape;2522;ge4f2e5e747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8" name="Google Shape;2528;ge4f2e5e747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9" name="Google Shape;2529;ge4f2e5e747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457200" y="1247950"/>
            <a:ext cx="8229600" cy="30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9FeIRuXJx9UT93clUlzz1NoXdboyWKnovnHMDtdCS48/copy#gid=481487198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9FeIRuXJx9UT93clUlzz1NoXdboyWKnovnHMDtdCS48/copy#gid=209504518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9FeIRuXJx9UT93clUlzz1NoXdboyWKnovnHMDtdCS48/copy#gid=1595013267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Relationship Id="rId5" Type="http://schemas.openxmlformats.org/officeDocument/2006/relationships/hyperlink" Target="http://bit.ly/30B07Gq" TargetMode="External"/><Relationship Id="rId4" Type="http://schemas.openxmlformats.org/officeDocument/2006/relationships/hyperlink" Target="http://bit.ly/33VAFh3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Relationship Id="rId5" Type="http://schemas.openxmlformats.org/officeDocument/2006/relationships/hyperlink" Target="http://bit.ly/30B07Gq" TargetMode="External"/><Relationship Id="rId4" Type="http://schemas.openxmlformats.org/officeDocument/2006/relationships/hyperlink" Target="http://bit.ly/33VAFh3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2ZjL1pd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://bit.ly/30B07Gq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grpSp>
        <p:nvGrpSpPr>
          <p:cNvPr id="236" name="Google Shape;236;p16"/>
          <p:cNvGrpSpPr/>
          <p:nvPr/>
        </p:nvGrpSpPr>
        <p:grpSpPr>
          <a:xfrm>
            <a:off x="3297249" y="1027913"/>
            <a:ext cx="2653489" cy="678061"/>
            <a:chOff x="3297249" y="1027913"/>
            <a:chExt cx="2653489" cy="678061"/>
          </a:xfrm>
        </p:grpSpPr>
        <p:sp>
          <p:nvSpPr>
            <p:cNvPr id="237" name="Google Shape;237;p16"/>
            <p:cNvSpPr/>
            <p:nvPr/>
          </p:nvSpPr>
          <p:spPr>
            <a:xfrm>
              <a:off x="3297249" y="1109874"/>
              <a:ext cx="596100" cy="596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>
                <a:solidFill>
                  <a:schemeClr val="lt1"/>
                </a:solidFill>
              </a:endParaRPr>
            </a:p>
          </p:txBody>
        </p:sp>
        <p:grpSp>
          <p:nvGrpSpPr>
            <p:cNvPr id="238" name="Google Shape;238;p16"/>
            <p:cNvGrpSpPr/>
            <p:nvPr/>
          </p:nvGrpSpPr>
          <p:grpSpPr>
            <a:xfrm>
              <a:off x="3969538" y="1027913"/>
              <a:ext cx="1981200" cy="673400"/>
              <a:chOff x="3969538" y="1108675"/>
              <a:chExt cx="1981200" cy="673400"/>
            </a:xfrm>
          </p:grpSpPr>
          <p:sp>
            <p:nvSpPr>
              <p:cNvPr id="239" name="Google Shape;239;p16"/>
              <p:cNvSpPr txBox="1"/>
              <p:nvPr/>
            </p:nvSpPr>
            <p:spPr>
              <a:xfrm>
                <a:off x="3969538" y="1108675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AI software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40" name="Google Shape;240;p16"/>
              <p:cNvSpPr txBox="1"/>
              <p:nvPr/>
            </p:nvSpPr>
            <p:spPr>
              <a:xfrm>
                <a:off x="3969538" y="1450275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Venus has a beautiful name, but it’s hot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241" name="Google Shape;241;p16"/>
          <p:cNvGrpSpPr/>
          <p:nvPr/>
        </p:nvGrpSpPr>
        <p:grpSpPr>
          <a:xfrm>
            <a:off x="414554" y="1509185"/>
            <a:ext cx="2653421" cy="2696472"/>
            <a:chOff x="3525722" y="1985800"/>
            <a:chExt cx="2702609" cy="2746178"/>
          </a:xfrm>
        </p:grpSpPr>
        <p:sp>
          <p:nvSpPr>
            <p:cNvPr id="242" name="Google Shape;242;p16"/>
            <p:cNvSpPr/>
            <p:nvPr/>
          </p:nvSpPr>
          <p:spPr>
            <a:xfrm>
              <a:off x="5442457" y="4676877"/>
              <a:ext cx="683885" cy="51372"/>
            </a:xfrm>
            <a:custGeom>
              <a:avLst/>
              <a:gdLst/>
              <a:ahLst/>
              <a:cxnLst/>
              <a:rect l="l" t="t" r="r" b="b"/>
              <a:pathLst>
                <a:path w="19263" h="1447" extrusionOk="0">
                  <a:moveTo>
                    <a:pt x="8650" y="0"/>
                  </a:moveTo>
                  <a:lnTo>
                    <a:pt x="7692" y="10"/>
                  </a:lnTo>
                  <a:lnTo>
                    <a:pt x="6763" y="29"/>
                  </a:lnTo>
                  <a:lnTo>
                    <a:pt x="5882" y="58"/>
                  </a:lnTo>
                  <a:lnTo>
                    <a:pt x="5039" y="86"/>
                  </a:lnTo>
                  <a:lnTo>
                    <a:pt x="4244" y="125"/>
                  </a:lnTo>
                  <a:lnTo>
                    <a:pt x="3506" y="163"/>
                  </a:lnTo>
                  <a:lnTo>
                    <a:pt x="2826" y="211"/>
                  </a:lnTo>
                  <a:lnTo>
                    <a:pt x="2204" y="259"/>
                  </a:lnTo>
                  <a:lnTo>
                    <a:pt x="1648" y="316"/>
                  </a:lnTo>
                  <a:lnTo>
                    <a:pt x="1160" y="374"/>
                  </a:lnTo>
                  <a:lnTo>
                    <a:pt x="757" y="441"/>
                  </a:lnTo>
                  <a:lnTo>
                    <a:pt x="432" y="508"/>
                  </a:lnTo>
                  <a:lnTo>
                    <a:pt x="307" y="536"/>
                  </a:lnTo>
                  <a:lnTo>
                    <a:pt x="202" y="575"/>
                  </a:lnTo>
                  <a:lnTo>
                    <a:pt x="116" y="613"/>
                  </a:lnTo>
                  <a:lnTo>
                    <a:pt x="49" y="642"/>
                  </a:lnTo>
                  <a:lnTo>
                    <a:pt x="10" y="680"/>
                  </a:lnTo>
                  <a:lnTo>
                    <a:pt x="1" y="699"/>
                  </a:lnTo>
                  <a:lnTo>
                    <a:pt x="1" y="718"/>
                  </a:lnTo>
                  <a:lnTo>
                    <a:pt x="1" y="738"/>
                  </a:lnTo>
                  <a:lnTo>
                    <a:pt x="10" y="757"/>
                  </a:lnTo>
                  <a:lnTo>
                    <a:pt x="49" y="795"/>
                  </a:lnTo>
                  <a:lnTo>
                    <a:pt x="116" y="833"/>
                  </a:lnTo>
                  <a:lnTo>
                    <a:pt x="202" y="862"/>
                  </a:lnTo>
                  <a:lnTo>
                    <a:pt x="307" y="900"/>
                  </a:lnTo>
                  <a:lnTo>
                    <a:pt x="432" y="939"/>
                  </a:lnTo>
                  <a:lnTo>
                    <a:pt x="757" y="1006"/>
                  </a:lnTo>
                  <a:lnTo>
                    <a:pt x="1160" y="1063"/>
                  </a:lnTo>
                  <a:lnTo>
                    <a:pt x="1648" y="1121"/>
                  </a:lnTo>
                  <a:lnTo>
                    <a:pt x="2204" y="1178"/>
                  </a:lnTo>
                  <a:lnTo>
                    <a:pt x="2826" y="1236"/>
                  </a:lnTo>
                  <a:lnTo>
                    <a:pt x="3506" y="1274"/>
                  </a:lnTo>
                  <a:lnTo>
                    <a:pt x="4244" y="1322"/>
                  </a:lnTo>
                  <a:lnTo>
                    <a:pt x="5039" y="1360"/>
                  </a:lnTo>
                  <a:lnTo>
                    <a:pt x="5882" y="1389"/>
                  </a:lnTo>
                  <a:lnTo>
                    <a:pt x="6763" y="1408"/>
                  </a:lnTo>
                  <a:lnTo>
                    <a:pt x="7692" y="1427"/>
                  </a:lnTo>
                  <a:lnTo>
                    <a:pt x="8650" y="1437"/>
                  </a:lnTo>
                  <a:lnTo>
                    <a:pt x="9627" y="1446"/>
                  </a:lnTo>
                  <a:lnTo>
                    <a:pt x="10613" y="1437"/>
                  </a:lnTo>
                  <a:lnTo>
                    <a:pt x="11571" y="1427"/>
                  </a:lnTo>
                  <a:lnTo>
                    <a:pt x="12491" y="1408"/>
                  </a:lnTo>
                  <a:lnTo>
                    <a:pt x="13381" y="1389"/>
                  </a:lnTo>
                  <a:lnTo>
                    <a:pt x="14224" y="1360"/>
                  </a:lnTo>
                  <a:lnTo>
                    <a:pt x="15019" y="1322"/>
                  </a:lnTo>
                  <a:lnTo>
                    <a:pt x="15757" y="1274"/>
                  </a:lnTo>
                  <a:lnTo>
                    <a:pt x="16437" y="1236"/>
                  </a:lnTo>
                  <a:lnTo>
                    <a:pt x="17059" y="1178"/>
                  </a:lnTo>
                  <a:lnTo>
                    <a:pt x="17615" y="1121"/>
                  </a:lnTo>
                  <a:lnTo>
                    <a:pt x="18094" y="1063"/>
                  </a:lnTo>
                  <a:lnTo>
                    <a:pt x="18506" y="1006"/>
                  </a:lnTo>
                  <a:lnTo>
                    <a:pt x="18831" y="939"/>
                  </a:lnTo>
                  <a:lnTo>
                    <a:pt x="18956" y="900"/>
                  </a:lnTo>
                  <a:lnTo>
                    <a:pt x="19061" y="862"/>
                  </a:lnTo>
                  <a:lnTo>
                    <a:pt x="19147" y="833"/>
                  </a:lnTo>
                  <a:lnTo>
                    <a:pt x="19214" y="795"/>
                  </a:lnTo>
                  <a:lnTo>
                    <a:pt x="19243" y="757"/>
                  </a:lnTo>
                  <a:lnTo>
                    <a:pt x="19253" y="738"/>
                  </a:lnTo>
                  <a:lnTo>
                    <a:pt x="19262" y="718"/>
                  </a:lnTo>
                  <a:lnTo>
                    <a:pt x="19253" y="699"/>
                  </a:lnTo>
                  <a:lnTo>
                    <a:pt x="19243" y="680"/>
                  </a:lnTo>
                  <a:lnTo>
                    <a:pt x="19214" y="642"/>
                  </a:lnTo>
                  <a:lnTo>
                    <a:pt x="19147" y="613"/>
                  </a:lnTo>
                  <a:lnTo>
                    <a:pt x="19061" y="575"/>
                  </a:lnTo>
                  <a:lnTo>
                    <a:pt x="18956" y="536"/>
                  </a:lnTo>
                  <a:lnTo>
                    <a:pt x="18831" y="508"/>
                  </a:lnTo>
                  <a:lnTo>
                    <a:pt x="18506" y="441"/>
                  </a:lnTo>
                  <a:lnTo>
                    <a:pt x="18094" y="374"/>
                  </a:lnTo>
                  <a:lnTo>
                    <a:pt x="17615" y="316"/>
                  </a:lnTo>
                  <a:lnTo>
                    <a:pt x="17059" y="259"/>
                  </a:lnTo>
                  <a:lnTo>
                    <a:pt x="16437" y="211"/>
                  </a:lnTo>
                  <a:lnTo>
                    <a:pt x="15757" y="163"/>
                  </a:lnTo>
                  <a:lnTo>
                    <a:pt x="15019" y="125"/>
                  </a:lnTo>
                  <a:lnTo>
                    <a:pt x="14224" y="86"/>
                  </a:lnTo>
                  <a:lnTo>
                    <a:pt x="13381" y="58"/>
                  </a:lnTo>
                  <a:lnTo>
                    <a:pt x="12491" y="29"/>
                  </a:lnTo>
                  <a:lnTo>
                    <a:pt x="11571" y="10"/>
                  </a:lnTo>
                  <a:lnTo>
                    <a:pt x="10613" y="0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3525722" y="4641150"/>
              <a:ext cx="995383" cy="90828"/>
            </a:xfrm>
            <a:custGeom>
              <a:avLst/>
              <a:gdLst/>
              <a:ahLst/>
              <a:cxnLst/>
              <a:rect l="l" t="t" r="r" b="b"/>
              <a:pathLst>
                <a:path w="45219" h="2558" extrusionOk="0">
                  <a:moveTo>
                    <a:pt x="22614" y="0"/>
                  </a:moveTo>
                  <a:lnTo>
                    <a:pt x="20296" y="10"/>
                  </a:lnTo>
                  <a:lnTo>
                    <a:pt x="18055" y="29"/>
                  </a:lnTo>
                  <a:lnTo>
                    <a:pt x="15890" y="58"/>
                  </a:lnTo>
                  <a:lnTo>
                    <a:pt x="13812" y="106"/>
                  </a:lnTo>
                  <a:lnTo>
                    <a:pt x="11839" y="154"/>
                  </a:lnTo>
                  <a:lnTo>
                    <a:pt x="9971" y="221"/>
                  </a:lnTo>
                  <a:lnTo>
                    <a:pt x="8228" y="297"/>
                  </a:lnTo>
                  <a:lnTo>
                    <a:pt x="6628" y="374"/>
                  </a:lnTo>
                  <a:lnTo>
                    <a:pt x="5163" y="470"/>
                  </a:lnTo>
                  <a:lnTo>
                    <a:pt x="3870" y="566"/>
                  </a:lnTo>
                  <a:lnTo>
                    <a:pt x="2730" y="671"/>
                  </a:lnTo>
                  <a:lnTo>
                    <a:pt x="2232" y="728"/>
                  </a:lnTo>
                  <a:lnTo>
                    <a:pt x="1782" y="786"/>
                  </a:lnTo>
                  <a:lnTo>
                    <a:pt x="1379" y="843"/>
                  </a:lnTo>
                  <a:lnTo>
                    <a:pt x="1025" y="901"/>
                  </a:lnTo>
                  <a:lnTo>
                    <a:pt x="718" y="958"/>
                  </a:lnTo>
                  <a:lnTo>
                    <a:pt x="460" y="1025"/>
                  </a:lnTo>
                  <a:lnTo>
                    <a:pt x="268" y="1083"/>
                  </a:lnTo>
                  <a:lnTo>
                    <a:pt x="182" y="1121"/>
                  </a:lnTo>
                  <a:lnTo>
                    <a:pt x="125" y="1150"/>
                  </a:lnTo>
                  <a:lnTo>
                    <a:pt x="67" y="1179"/>
                  </a:lnTo>
                  <a:lnTo>
                    <a:pt x="38" y="1217"/>
                  </a:lnTo>
                  <a:lnTo>
                    <a:pt x="10" y="1246"/>
                  </a:lnTo>
                  <a:lnTo>
                    <a:pt x="0" y="1274"/>
                  </a:lnTo>
                  <a:lnTo>
                    <a:pt x="10" y="1313"/>
                  </a:lnTo>
                  <a:lnTo>
                    <a:pt x="38" y="1341"/>
                  </a:lnTo>
                  <a:lnTo>
                    <a:pt x="67" y="1380"/>
                  </a:lnTo>
                  <a:lnTo>
                    <a:pt x="125" y="1408"/>
                  </a:lnTo>
                  <a:lnTo>
                    <a:pt x="182" y="1437"/>
                  </a:lnTo>
                  <a:lnTo>
                    <a:pt x="268" y="1475"/>
                  </a:lnTo>
                  <a:lnTo>
                    <a:pt x="460" y="1533"/>
                  </a:lnTo>
                  <a:lnTo>
                    <a:pt x="718" y="1600"/>
                  </a:lnTo>
                  <a:lnTo>
                    <a:pt x="1025" y="1657"/>
                  </a:lnTo>
                  <a:lnTo>
                    <a:pt x="1379" y="1715"/>
                  </a:lnTo>
                  <a:lnTo>
                    <a:pt x="1782" y="1772"/>
                  </a:lnTo>
                  <a:lnTo>
                    <a:pt x="2232" y="1830"/>
                  </a:lnTo>
                  <a:lnTo>
                    <a:pt x="2730" y="1887"/>
                  </a:lnTo>
                  <a:lnTo>
                    <a:pt x="3870" y="1993"/>
                  </a:lnTo>
                  <a:lnTo>
                    <a:pt x="5163" y="2088"/>
                  </a:lnTo>
                  <a:lnTo>
                    <a:pt x="6628" y="2184"/>
                  </a:lnTo>
                  <a:lnTo>
                    <a:pt x="8228" y="2261"/>
                  </a:lnTo>
                  <a:lnTo>
                    <a:pt x="9971" y="2337"/>
                  </a:lnTo>
                  <a:lnTo>
                    <a:pt x="11839" y="2405"/>
                  </a:lnTo>
                  <a:lnTo>
                    <a:pt x="13812" y="2452"/>
                  </a:lnTo>
                  <a:lnTo>
                    <a:pt x="15890" y="2500"/>
                  </a:lnTo>
                  <a:lnTo>
                    <a:pt x="18055" y="2529"/>
                  </a:lnTo>
                  <a:lnTo>
                    <a:pt x="20296" y="2548"/>
                  </a:lnTo>
                  <a:lnTo>
                    <a:pt x="22614" y="2558"/>
                  </a:lnTo>
                  <a:lnTo>
                    <a:pt x="24922" y="2548"/>
                  </a:lnTo>
                  <a:lnTo>
                    <a:pt x="27163" y="2529"/>
                  </a:lnTo>
                  <a:lnTo>
                    <a:pt x="29328" y="2500"/>
                  </a:lnTo>
                  <a:lnTo>
                    <a:pt x="31407" y="2452"/>
                  </a:lnTo>
                  <a:lnTo>
                    <a:pt x="33380" y="2405"/>
                  </a:lnTo>
                  <a:lnTo>
                    <a:pt x="35247" y="2337"/>
                  </a:lnTo>
                  <a:lnTo>
                    <a:pt x="36991" y="2261"/>
                  </a:lnTo>
                  <a:lnTo>
                    <a:pt x="38590" y="2184"/>
                  </a:lnTo>
                  <a:lnTo>
                    <a:pt x="40056" y="2088"/>
                  </a:lnTo>
                  <a:lnTo>
                    <a:pt x="41358" y="1993"/>
                  </a:lnTo>
                  <a:lnTo>
                    <a:pt x="42488" y="1887"/>
                  </a:lnTo>
                  <a:lnTo>
                    <a:pt x="42986" y="1830"/>
                  </a:lnTo>
                  <a:lnTo>
                    <a:pt x="43437" y="1772"/>
                  </a:lnTo>
                  <a:lnTo>
                    <a:pt x="43839" y="1715"/>
                  </a:lnTo>
                  <a:lnTo>
                    <a:pt x="44193" y="1657"/>
                  </a:lnTo>
                  <a:lnTo>
                    <a:pt x="44500" y="1600"/>
                  </a:lnTo>
                  <a:lnTo>
                    <a:pt x="44758" y="1533"/>
                  </a:lnTo>
                  <a:lnTo>
                    <a:pt x="44950" y="1475"/>
                  </a:lnTo>
                  <a:lnTo>
                    <a:pt x="45036" y="1437"/>
                  </a:lnTo>
                  <a:lnTo>
                    <a:pt x="45094" y="1408"/>
                  </a:lnTo>
                  <a:lnTo>
                    <a:pt x="45151" y="1380"/>
                  </a:lnTo>
                  <a:lnTo>
                    <a:pt x="45189" y="1341"/>
                  </a:lnTo>
                  <a:lnTo>
                    <a:pt x="45209" y="1313"/>
                  </a:lnTo>
                  <a:lnTo>
                    <a:pt x="45218" y="1274"/>
                  </a:lnTo>
                  <a:lnTo>
                    <a:pt x="45209" y="1246"/>
                  </a:lnTo>
                  <a:lnTo>
                    <a:pt x="45189" y="1217"/>
                  </a:lnTo>
                  <a:lnTo>
                    <a:pt x="45151" y="1179"/>
                  </a:lnTo>
                  <a:lnTo>
                    <a:pt x="45094" y="1150"/>
                  </a:lnTo>
                  <a:lnTo>
                    <a:pt x="45036" y="1121"/>
                  </a:lnTo>
                  <a:lnTo>
                    <a:pt x="44950" y="1083"/>
                  </a:lnTo>
                  <a:lnTo>
                    <a:pt x="44758" y="1025"/>
                  </a:lnTo>
                  <a:lnTo>
                    <a:pt x="44500" y="958"/>
                  </a:lnTo>
                  <a:lnTo>
                    <a:pt x="44193" y="901"/>
                  </a:lnTo>
                  <a:lnTo>
                    <a:pt x="43839" y="843"/>
                  </a:lnTo>
                  <a:lnTo>
                    <a:pt x="43437" y="786"/>
                  </a:lnTo>
                  <a:lnTo>
                    <a:pt x="42986" y="728"/>
                  </a:lnTo>
                  <a:lnTo>
                    <a:pt x="42488" y="671"/>
                  </a:lnTo>
                  <a:lnTo>
                    <a:pt x="41358" y="566"/>
                  </a:lnTo>
                  <a:lnTo>
                    <a:pt x="40056" y="470"/>
                  </a:lnTo>
                  <a:lnTo>
                    <a:pt x="38590" y="374"/>
                  </a:lnTo>
                  <a:lnTo>
                    <a:pt x="36991" y="297"/>
                  </a:lnTo>
                  <a:lnTo>
                    <a:pt x="35247" y="221"/>
                  </a:lnTo>
                  <a:lnTo>
                    <a:pt x="33380" y="154"/>
                  </a:lnTo>
                  <a:lnTo>
                    <a:pt x="31407" y="106"/>
                  </a:lnTo>
                  <a:lnTo>
                    <a:pt x="29328" y="58"/>
                  </a:lnTo>
                  <a:lnTo>
                    <a:pt x="27163" y="29"/>
                  </a:lnTo>
                  <a:lnTo>
                    <a:pt x="24922" y="10"/>
                  </a:lnTo>
                  <a:lnTo>
                    <a:pt x="22614" y="0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6"/>
            <p:cNvSpPr/>
            <p:nvPr/>
          </p:nvSpPr>
          <p:spPr>
            <a:xfrm>
              <a:off x="5580521" y="4523830"/>
              <a:ext cx="288067" cy="139134"/>
            </a:xfrm>
            <a:custGeom>
              <a:avLst/>
              <a:gdLst/>
              <a:ahLst/>
              <a:cxnLst/>
              <a:rect l="l" t="t" r="r" b="b"/>
              <a:pathLst>
                <a:path w="8114" h="3919" extrusionOk="0">
                  <a:moveTo>
                    <a:pt x="1447" y="1"/>
                  </a:moveTo>
                  <a:lnTo>
                    <a:pt x="1" y="1007"/>
                  </a:lnTo>
                  <a:lnTo>
                    <a:pt x="2050" y="2826"/>
                  </a:lnTo>
                  <a:lnTo>
                    <a:pt x="2184" y="2932"/>
                  </a:lnTo>
                  <a:lnTo>
                    <a:pt x="2318" y="3037"/>
                  </a:lnTo>
                  <a:lnTo>
                    <a:pt x="2462" y="3123"/>
                  </a:lnTo>
                  <a:lnTo>
                    <a:pt x="2615" y="3210"/>
                  </a:lnTo>
                  <a:lnTo>
                    <a:pt x="2769" y="3277"/>
                  </a:lnTo>
                  <a:lnTo>
                    <a:pt x="2922" y="3344"/>
                  </a:lnTo>
                  <a:lnTo>
                    <a:pt x="3085" y="3392"/>
                  </a:lnTo>
                  <a:lnTo>
                    <a:pt x="3247" y="3439"/>
                  </a:lnTo>
                  <a:lnTo>
                    <a:pt x="3860" y="3564"/>
                  </a:lnTo>
                  <a:lnTo>
                    <a:pt x="4588" y="3698"/>
                  </a:lnTo>
                  <a:lnTo>
                    <a:pt x="4972" y="3765"/>
                  </a:lnTo>
                  <a:lnTo>
                    <a:pt x="5364" y="3813"/>
                  </a:lnTo>
                  <a:lnTo>
                    <a:pt x="5757" y="3861"/>
                  </a:lnTo>
                  <a:lnTo>
                    <a:pt x="6140" y="3899"/>
                  </a:lnTo>
                  <a:lnTo>
                    <a:pt x="6514" y="3918"/>
                  </a:lnTo>
                  <a:lnTo>
                    <a:pt x="6858" y="3918"/>
                  </a:lnTo>
                  <a:lnTo>
                    <a:pt x="7021" y="3909"/>
                  </a:lnTo>
                  <a:lnTo>
                    <a:pt x="7175" y="3899"/>
                  </a:lnTo>
                  <a:lnTo>
                    <a:pt x="7328" y="3880"/>
                  </a:lnTo>
                  <a:lnTo>
                    <a:pt x="7462" y="3861"/>
                  </a:lnTo>
                  <a:lnTo>
                    <a:pt x="7586" y="3832"/>
                  </a:lnTo>
                  <a:lnTo>
                    <a:pt x="7701" y="3794"/>
                  </a:lnTo>
                  <a:lnTo>
                    <a:pt x="7807" y="3746"/>
                  </a:lnTo>
                  <a:lnTo>
                    <a:pt x="7893" y="3698"/>
                  </a:lnTo>
                  <a:lnTo>
                    <a:pt x="7969" y="3641"/>
                  </a:lnTo>
                  <a:lnTo>
                    <a:pt x="8027" y="3574"/>
                  </a:lnTo>
                  <a:lnTo>
                    <a:pt x="8075" y="3497"/>
                  </a:lnTo>
                  <a:lnTo>
                    <a:pt x="8104" y="3420"/>
                  </a:lnTo>
                  <a:lnTo>
                    <a:pt x="8113" y="3353"/>
                  </a:lnTo>
                  <a:lnTo>
                    <a:pt x="8113" y="3296"/>
                  </a:lnTo>
                  <a:lnTo>
                    <a:pt x="8113" y="3238"/>
                  </a:lnTo>
                  <a:lnTo>
                    <a:pt x="8094" y="3181"/>
                  </a:lnTo>
                  <a:lnTo>
                    <a:pt x="8075" y="3123"/>
                  </a:lnTo>
                  <a:lnTo>
                    <a:pt x="8046" y="3076"/>
                  </a:lnTo>
                  <a:lnTo>
                    <a:pt x="7979" y="2961"/>
                  </a:lnTo>
                  <a:lnTo>
                    <a:pt x="7883" y="2855"/>
                  </a:lnTo>
                  <a:lnTo>
                    <a:pt x="7768" y="2750"/>
                  </a:lnTo>
                  <a:lnTo>
                    <a:pt x="7634" y="2654"/>
                  </a:lnTo>
                  <a:lnTo>
                    <a:pt x="7481" y="2549"/>
                  </a:lnTo>
                  <a:lnTo>
                    <a:pt x="7318" y="2453"/>
                  </a:lnTo>
                  <a:lnTo>
                    <a:pt x="7136" y="2367"/>
                  </a:lnTo>
                  <a:lnTo>
                    <a:pt x="6945" y="2271"/>
                  </a:lnTo>
                  <a:lnTo>
                    <a:pt x="6734" y="2185"/>
                  </a:lnTo>
                  <a:lnTo>
                    <a:pt x="6312" y="2022"/>
                  </a:lnTo>
                  <a:lnTo>
                    <a:pt x="5862" y="1878"/>
                  </a:lnTo>
                  <a:lnTo>
                    <a:pt x="5403" y="1744"/>
                  </a:lnTo>
                  <a:lnTo>
                    <a:pt x="4972" y="1629"/>
                  </a:lnTo>
                  <a:lnTo>
                    <a:pt x="4550" y="1524"/>
                  </a:lnTo>
                  <a:lnTo>
                    <a:pt x="4186" y="1438"/>
                  </a:lnTo>
                  <a:lnTo>
                    <a:pt x="3621" y="1323"/>
                  </a:lnTo>
                  <a:lnTo>
                    <a:pt x="3410" y="1284"/>
                  </a:lnTo>
                  <a:lnTo>
                    <a:pt x="14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6"/>
            <p:cNvSpPr/>
            <p:nvPr/>
          </p:nvSpPr>
          <p:spPr>
            <a:xfrm>
              <a:off x="3950723" y="4466034"/>
              <a:ext cx="209181" cy="236376"/>
            </a:xfrm>
            <a:custGeom>
              <a:avLst/>
              <a:gdLst/>
              <a:ahLst/>
              <a:cxnLst/>
              <a:rect l="l" t="t" r="r" b="b"/>
              <a:pathLst>
                <a:path w="5892" h="6658" extrusionOk="0">
                  <a:moveTo>
                    <a:pt x="5508" y="1"/>
                  </a:moveTo>
                  <a:lnTo>
                    <a:pt x="3047" y="1198"/>
                  </a:lnTo>
                  <a:lnTo>
                    <a:pt x="2893" y="1284"/>
                  </a:lnTo>
                  <a:lnTo>
                    <a:pt x="2750" y="1370"/>
                  </a:lnTo>
                  <a:lnTo>
                    <a:pt x="2616" y="1466"/>
                  </a:lnTo>
                  <a:lnTo>
                    <a:pt x="2481" y="1571"/>
                  </a:lnTo>
                  <a:lnTo>
                    <a:pt x="2357" y="1686"/>
                  </a:lnTo>
                  <a:lnTo>
                    <a:pt x="2242" y="1811"/>
                  </a:lnTo>
                  <a:lnTo>
                    <a:pt x="2127" y="1945"/>
                  </a:lnTo>
                  <a:lnTo>
                    <a:pt x="2022" y="2079"/>
                  </a:lnTo>
                  <a:lnTo>
                    <a:pt x="1677" y="2596"/>
                  </a:lnTo>
                  <a:lnTo>
                    <a:pt x="1275" y="3219"/>
                  </a:lnTo>
                  <a:lnTo>
                    <a:pt x="1064" y="3545"/>
                  </a:lnTo>
                  <a:lnTo>
                    <a:pt x="872" y="3889"/>
                  </a:lnTo>
                  <a:lnTo>
                    <a:pt x="681" y="4234"/>
                  </a:lnTo>
                  <a:lnTo>
                    <a:pt x="499" y="4579"/>
                  </a:lnTo>
                  <a:lnTo>
                    <a:pt x="336" y="4914"/>
                  </a:lnTo>
                  <a:lnTo>
                    <a:pt x="202" y="5230"/>
                  </a:lnTo>
                  <a:lnTo>
                    <a:pt x="154" y="5384"/>
                  </a:lnTo>
                  <a:lnTo>
                    <a:pt x="96" y="5537"/>
                  </a:lnTo>
                  <a:lnTo>
                    <a:pt x="58" y="5680"/>
                  </a:lnTo>
                  <a:lnTo>
                    <a:pt x="29" y="5815"/>
                  </a:lnTo>
                  <a:lnTo>
                    <a:pt x="10" y="5939"/>
                  </a:lnTo>
                  <a:lnTo>
                    <a:pt x="1" y="6064"/>
                  </a:lnTo>
                  <a:lnTo>
                    <a:pt x="1" y="6169"/>
                  </a:lnTo>
                  <a:lnTo>
                    <a:pt x="10" y="6274"/>
                  </a:lnTo>
                  <a:lnTo>
                    <a:pt x="39" y="6370"/>
                  </a:lnTo>
                  <a:lnTo>
                    <a:pt x="77" y="6447"/>
                  </a:lnTo>
                  <a:lnTo>
                    <a:pt x="125" y="6514"/>
                  </a:lnTo>
                  <a:lnTo>
                    <a:pt x="192" y="6571"/>
                  </a:lnTo>
                  <a:lnTo>
                    <a:pt x="250" y="6610"/>
                  </a:lnTo>
                  <a:lnTo>
                    <a:pt x="298" y="6629"/>
                  </a:lnTo>
                  <a:lnTo>
                    <a:pt x="355" y="6648"/>
                  </a:lnTo>
                  <a:lnTo>
                    <a:pt x="413" y="6657"/>
                  </a:lnTo>
                  <a:lnTo>
                    <a:pt x="537" y="6657"/>
                  </a:lnTo>
                  <a:lnTo>
                    <a:pt x="662" y="6629"/>
                  </a:lnTo>
                  <a:lnTo>
                    <a:pt x="796" y="6590"/>
                  </a:lnTo>
                  <a:lnTo>
                    <a:pt x="939" y="6523"/>
                  </a:lnTo>
                  <a:lnTo>
                    <a:pt x="1083" y="6437"/>
                  </a:lnTo>
                  <a:lnTo>
                    <a:pt x="1227" y="6332"/>
                  </a:lnTo>
                  <a:lnTo>
                    <a:pt x="1380" y="6217"/>
                  </a:lnTo>
                  <a:lnTo>
                    <a:pt x="1533" y="6083"/>
                  </a:lnTo>
                  <a:lnTo>
                    <a:pt x="1696" y="5939"/>
                  </a:lnTo>
                  <a:lnTo>
                    <a:pt x="1849" y="5776"/>
                  </a:lnTo>
                  <a:lnTo>
                    <a:pt x="2165" y="5441"/>
                  </a:lnTo>
                  <a:lnTo>
                    <a:pt x="2472" y="5087"/>
                  </a:lnTo>
                  <a:lnTo>
                    <a:pt x="2769" y="4723"/>
                  </a:lnTo>
                  <a:lnTo>
                    <a:pt x="3047" y="4359"/>
                  </a:lnTo>
                  <a:lnTo>
                    <a:pt x="3296" y="4014"/>
                  </a:lnTo>
                  <a:lnTo>
                    <a:pt x="3516" y="3698"/>
                  </a:lnTo>
                  <a:lnTo>
                    <a:pt x="3842" y="3228"/>
                  </a:lnTo>
                  <a:lnTo>
                    <a:pt x="3956" y="3047"/>
                  </a:lnTo>
                  <a:lnTo>
                    <a:pt x="5891" y="1725"/>
                  </a:lnTo>
                  <a:lnTo>
                    <a:pt x="55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6"/>
            <p:cNvSpPr/>
            <p:nvPr/>
          </p:nvSpPr>
          <p:spPr>
            <a:xfrm>
              <a:off x="4109202" y="3262998"/>
              <a:ext cx="1703978" cy="44911"/>
            </a:xfrm>
            <a:custGeom>
              <a:avLst/>
              <a:gdLst/>
              <a:ahLst/>
              <a:cxnLst/>
              <a:rect l="l" t="t" r="r" b="b"/>
              <a:pathLst>
                <a:path w="47996" h="1265" extrusionOk="0">
                  <a:moveTo>
                    <a:pt x="0" y="0"/>
                  </a:moveTo>
                  <a:lnTo>
                    <a:pt x="0" y="1265"/>
                  </a:lnTo>
                  <a:lnTo>
                    <a:pt x="47996" y="1265"/>
                  </a:lnTo>
                  <a:lnTo>
                    <a:pt x="47996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6"/>
            <p:cNvSpPr/>
            <p:nvPr/>
          </p:nvSpPr>
          <p:spPr>
            <a:xfrm>
              <a:off x="3841912" y="3228313"/>
              <a:ext cx="534952" cy="1474135"/>
            </a:xfrm>
            <a:custGeom>
              <a:avLst/>
              <a:gdLst/>
              <a:ahLst/>
              <a:cxnLst/>
              <a:rect l="l" t="t" r="r" b="b"/>
              <a:pathLst>
                <a:path w="15068" h="41522" extrusionOk="0">
                  <a:moveTo>
                    <a:pt x="11130" y="0"/>
                  </a:moveTo>
                  <a:lnTo>
                    <a:pt x="1" y="41521"/>
                  </a:lnTo>
                  <a:lnTo>
                    <a:pt x="1409" y="41521"/>
                  </a:lnTo>
                  <a:lnTo>
                    <a:pt x="15067" y="383"/>
                  </a:lnTo>
                  <a:lnTo>
                    <a:pt x="1113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6"/>
            <p:cNvSpPr/>
            <p:nvPr/>
          </p:nvSpPr>
          <p:spPr>
            <a:xfrm>
              <a:off x="5515909" y="3228313"/>
              <a:ext cx="534916" cy="1474135"/>
            </a:xfrm>
            <a:custGeom>
              <a:avLst/>
              <a:gdLst/>
              <a:ahLst/>
              <a:cxnLst/>
              <a:rect l="l" t="t" r="r" b="b"/>
              <a:pathLst>
                <a:path w="15067" h="41522" extrusionOk="0">
                  <a:moveTo>
                    <a:pt x="3928" y="0"/>
                  </a:moveTo>
                  <a:lnTo>
                    <a:pt x="1" y="383"/>
                  </a:lnTo>
                  <a:lnTo>
                    <a:pt x="13649" y="41521"/>
                  </a:lnTo>
                  <a:lnTo>
                    <a:pt x="15067" y="41521"/>
                  </a:lnTo>
                  <a:lnTo>
                    <a:pt x="3928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6"/>
            <p:cNvSpPr/>
            <p:nvPr/>
          </p:nvSpPr>
          <p:spPr>
            <a:xfrm>
              <a:off x="4007171" y="3158589"/>
              <a:ext cx="1914153" cy="114638"/>
            </a:xfrm>
            <a:custGeom>
              <a:avLst/>
              <a:gdLst/>
              <a:ahLst/>
              <a:cxnLst/>
              <a:rect l="l" t="t" r="r" b="b"/>
              <a:pathLst>
                <a:path w="53916" h="3229" extrusionOk="0">
                  <a:moveTo>
                    <a:pt x="1" y="1"/>
                  </a:moveTo>
                  <a:lnTo>
                    <a:pt x="1" y="3229"/>
                  </a:lnTo>
                  <a:lnTo>
                    <a:pt x="53916" y="3229"/>
                  </a:lnTo>
                  <a:lnTo>
                    <a:pt x="53916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6"/>
            <p:cNvSpPr/>
            <p:nvPr/>
          </p:nvSpPr>
          <p:spPr>
            <a:xfrm>
              <a:off x="5118400" y="2880435"/>
              <a:ext cx="295203" cy="279227"/>
            </a:xfrm>
            <a:custGeom>
              <a:avLst/>
              <a:gdLst/>
              <a:ahLst/>
              <a:cxnLst/>
              <a:rect l="l" t="t" r="r" b="b"/>
              <a:pathLst>
                <a:path w="8315" h="7865" extrusionOk="0">
                  <a:moveTo>
                    <a:pt x="1" y="1"/>
                  </a:moveTo>
                  <a:lnTo>
                    <a:pt x="1993" y="7865"/>
                  </a:lnTo>
                  <a:lnTo>
                    <a:pt x="8315" y="7865"/>
                  </a:lnTo>
                  <a:lnTo>
                    <a:pt x="6322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4628090" y="2140196"/>
              <a:ext cx="1228600" cy="793374"/>
            </a:xfrm>
            <a:custGeom>
              <a:avLst/>
              <a:gdLst/>
              <a:ahLst/>
              <a:cxnLst/>
              <a:rect l="l" t="t" r="r" b="b"/>
              <a:pathLst>
                <a:path w="34606" h="22347" extrusionOk="0">
                  <a:moveTo>
                    <a:pt x="4004" y="0"/>
                  </a:moveTo>
                  <a:lnTo>
                    <a:pt x="3841" y="10"/>
                  </a:lnTo>
                  <a:lnTo>
                    <a:pt x="3678" y="29"/>
                  </a:lnTo>
                  <a:lnTo>
                    <a:pt x="3515" y="77"/>
                  </a:lnTo>
                  <a:lnTo>
                    <a:pt x="3362" y="125"/>
                  </a:lnTo>
                  <a:lnTo>
                    <a:pt x="3219" y="202"/>
                  </a:lnTo>
                  <a:lnTo>
                    <a:pt x="3084" y="278"/>
                  </a:lnTo>
                  <a:lnTo>
                    <a:pt x="2960" y="374"/>
                  </a:lnTo>
                  <a:lnTo>
                    <a:pt x="2845" y="479"/>
                  </a:lnTo>
                  <a:lnTo>
                    <a:pt x="2730" y="594"/>
                  </a:lnTo>
                  <a:lnTo>
                    <a:pt x="2634" y="728"/>
                  </a:lnTo>
                  <a:lnTo>
                    <a:pt x="2558" y="862"/>
                  </a:lnTo>
                  <a:lnTo>
                    <a:pt x="2491" y="1006"/>
                  </a:lnTo>
                  <a:lnTo>
                    <a:pt x="2433" y="1159"/>
                  </a:lnTo>
                  <a:lnTo>
                    <a:pt x="2395" y="1313"/>
                  </a:lnTo>
                  <a:lnTo>
                    <a:pt x="2366" y="1475"/>
                  </a:lnTo>
                  <a:lnTo>
                    <a:pt x="2356" y="1648"/>
                  </a:lnTo>
                  <a:lnTo>
                    <a:pt x="0" y="20699"/>
                  </a:lnTo>
                  <a:lnTo>
                    <a:pt x="10" y="20862"/>
                  </a:lnTo>
                  <a:lnTo>
                    <a:pt x="39" y="21024"/>
                  </a:lnTo>
                  <a:lnTo>
                    <a:pt x="77" y="21187"/>
                  </a:lnTo>
                  <a:lnTo>
                    <a:pt x="134" y="21340"/>
                  </a:lnTo>
                  <a:lnTo>
                    <a:pt x="201" y="21484"/>
                  </a:lnTo>
                  <a:lnTo>
                    <a:pt x="288" y="21618"/>
                  </a:lnTo>
                  <a:lnTo>
                    <a:pt x="374" y="21743"/>
                  </a:lnTo>
                  <a:lnTo>
                    <a:pt x="489" y="21858"/>
                  </a:lnTo>
                  <a:lnTo>
                    <a:pt x="604" y="21973"/>
                  </a:lnTo>
                  <a:lnTo>
                    <a:pt x="728" y="22068"/>
                  </a:lnTo>
                  <a:lnTo>
                    <a:pt x="862" y="22145"/>
                  </a:lnTo>
                  <a:lnTo>
                    <a:pt x="1006" y="22212"/>
                  </a:lnTo>
                  <a:lnTo>
                    <a:pt x="1159" y="22269"/>
                  </a:lnTo>
                  <a:lnTo>
                    <a:pt x="1322" y="22308"/>
                  </a:lnTo>
                  <a:lnTo>
                    <a:pt x="1485" y="22337"/>
                  </a:lnTo>
                  <a:lnTo>
                    <a:pt x="1648" y="22346"/>
                  </a:lnTo>
                  <a:lnTo>
                    <a:pt x="30602" y="22346"/>
                  </a:lnTo>
                  <a:lnTo>
                    <a:pt x="30775" y="22337"/>
                  </a:lnTo>
                  <a:lnTo>
                    <a:pt x="30938" y="22308"/>
                  </a:lnTo>
                  <a:lnTo>
                    <a:pt x="31091" y="22269"/>
                  </a:lnTo>
                  <a:lnTo>
                    <a:pt x="31244" y="22212"/>
                  </a:lnTo>
                  <a:lnTo>
                    <a:pt x="31388" y="22145"/>
                  </a:lnTo>
                  <a:lnTo>
                    <a:pt x="31522" y="22068"/>
                  </a:lnTo>
                  <a:lnTo>
                    <a:pt x="31656" y="21973"/>
                  </a:lnTo>
                  <a:lnTo>
                    <a:pt x="31771" y="21858"/>
                  </a:lnTo>
                  <a:lnTo>
                    <a:pt x="31876" y="21743"/>
                  </a:lnTo>
                  <a:lnTo>
                    <a:pt x="31972" y="21618"/>
                  </a:lnTo>
                  <a:lnTo>
                    <a:pt x="32058" y="21484"/>
                  </a:lnTo>
                  <a:lnTo>
                    <a:pt x="32125" y="21340"/>
                  </a:lnTo>
                  <a:lnTo>
                    <a:pt x="32183" y="21187"/>
                  </a:lnTo>
                  <a:lnTo>
                    <a:pt x="32221" y="21024"/>
                  </a:lnTo>
                  <a:lnTo>
                    <a:pt x="32240" y="20862"/>
                  </a:lnTo>
                  <a:lnTo>
                    <a:pt x="32250" y="20699"/>
                  </a:lnTo>
                  <a:lnTo>
                    <a:pt x="34606" y="1648"/>
                  </a:lnTo>
                  <a:lnTo>
                    <a:pt x="34596" y="1475"/>
                  </a:lnTo>
                  <a:lnTo>
                    <a:pt x="34577" y="1313"/>
                  </a:lnTo>
                  <a:lnTo>
                    <a:pt x="34529" y="1159"/>
                  </a:lnTo>
                  <a:lnTo>
                    <a:pt x="34481" y="1006"/>
                  </a:lnTo>
                  <a:lnTo>
                    <a:pt x="34405" y="862"/>
                  </a:lnTo>
                  <a:lnTo>
                    <a:pt x="34328" y="728"/>
                  </a:lnTo>
                  <a:lnTo>
                    <a:pt x="34232" y="594"/>
                  </a:lnTo>
                  <a:lnTo>
                    <a:pt x="34127" y="479"/>
                  </a:lnTo>
                  <a:lnTo>
                    <a:pt x="34012" y="374"/>
                  </a:lnTo>
                  <a:lnTo>
                    <a:pt x="33878" y="278"/>
                  </a:lnTo>
                  <a:lnTo>
                    <a:pt x="33744" y="202"/>
                  </a:lnTo>
                  <a:lnTo>
                    <a:pt x="33600" y="125"/>
                  </a:lnTo>
                  <a:lnTo>
                    <a:pt x="33447" y="77"/>
                  </a:lnTo>
                  <a:lnTo>
                    <a:pt x="33294" y="29"/>
                  </a:lnTo>
                  <a:lnTo>
                    <a:pt x="33131" y="10"/>
                  </a:lnTo>
                  <a:lnTo>
                    <a:pt x="3295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6"/>
            <p:cNvSpPr/>
            <p:nvPr/>
          </p:nvSpPr>
          <p:spPr>
            <a:xfrm>
              <a:off x="4628090" y="2140196"/>
              <a:ext cx="1228600" cy="793374"/>
            </a:xfrm>
            <a:custGeom>
              <a:avLst/>
              <a:gdLst/>
              <a:ahLst/>
              <a:cxnLst/>
              <a:rect l="l" t="t" r="r" b="b"/>
              <a:pathLst>
                <a:path w="34606" h="22347" extrusionOk="0">
                  <a:moveTo>
                    <a:pt x="32642" y="1916"/>
                  </a:moveTo>
                  <a:lnTo>
                    <a:pt x="30353" y="20430"/>
                  </a:lnTo>
                  <a:lnTo>
                    <a:pt x="1964" y="20430"/>
                  </a:lnTo>
                  <a:lnTo>
                    <a:pt x="4253" y="1916"/>
                  </a:lnTo>
                  <a:close/>
                  <a:moveTo>
                    <a:pt x="4004" y="0"/>
                  </a:moveTo>
                  <a:lnTo>
                    <a:pt x="3841" y="10"/>
                  </a:lnTo>
                  <a:lnTo>
                    <a:pt x="3678" y="29"/>
                  </a:lnTo>
                  <a:lnTo>
                    <a:pt x="3515" y="77"/>
                  </a:lnTo>
                  <a:lnTo>
                    <a:pt x="3362" y="125"/>
                  </a:lnTo>
                  <a:lnTo>
                    <a:pt x="3219" y="202"/>
                  </a:lnTo>
                  <a:lnTo>
                    <a:pt x="3084" y="278"/>
                  </a:lnTo>
                  <a:lnTo>
                    <a:pt x="2960" y="374"/>
                  </a:lnTo>
                  <a:lnTo>
                    <a:pt x="2845" y="479"/>
                  </a:lnTo>
                  <a:lnTo>
                    <a:pt x="2730" y="594"/>
                  </a:lnTo>
                  <a:lnTo>
                    <a:pt x="2634" y="728"/>
                  </a:lnTo>
                  <a:lnTo>
                    <a:pt x="2558" y="862"/>
                  </a:lnTo>
                  <a:lnTo>
                    <a:pt x="2491" y="1006"/>
                  </a:lnTo>
                  <a:lnTo>
                    <a:pt x="2433" y="1159"/>
                  </a:lnTo>
                  <a:lnTo>
                    <a:pt x="2395" y="1313"/>
                  </a:lnTo>
                  <a:lnTo>
                    <a:pt x="2366" y="1475"/>
                  </a:lnTo>
                  <a:lnTo>
                    <a:pt x="2356" y="1648"/>
                  </a:lnTo>
                  <a:lnTo>
                    <a:pt x="0" y="20699"/>
                  </a:lnTo>
                  <a:lnTo>
                    <a:pt x="10" y="20862"/>
                  </a:lnTo>
                  <a:lnTo>
                    <a:pt x="39" y="21024"/>
                  </a:lnTo>
                  <a:lnTo>
                    <a:pt x="77" y="21187"/>
                  </a:lnTo>
                  <a:lnTo>
                    <a:pt x="134" y="21340"/>
                  </a:lnTo>
                  <a:lnTo>
                    <a:pt x="201" y="21484"/>
                  </a:lnTo>
                  <a:lnTo>
                    <a:pt x="288" y="21618"/>
                  </a:lnTo>
                  <a:lnTo>
                    <a:pt x="374" y="21743"/>
                  </a:lnTo>
                  <a:lnTo>
                    <a:pt x="489" y="21858"/>
                  </a:lnTo>
                  <a:lnTo>
                    <a:pt x="604" y="21973"/>
                  </a:lnTo>
                  <a:lnTo>
                    <a:pt x="728" y="22068"/>
                  </a:lnTo>
                  <a:lnTo>
                    <a:pt x="862" y="22145"/>
                  </a:lnTo>
                  <a:lnTo>
                    <a:pt x="1006" y="22212"/>
                  </a:lnTo>
                  <a:lnTo>
                    <a:pt x="1159" y="22269"/>
                  </a:lnTo>
                  <a:lnTo>
                    <a:pt x="1322" y="22308"/>
                  </a:lnTo>
                  <a:lnTo>
                    <a:pt x="1485" y="22337"/>
                  </a:lnTo>
                  <a:lnTo>
                    <a:pt x="1648" y="22346"/>
                  </a:lnTo>
                  <a:lnTo>
                    <a:pt x="30602" y="22346"/>
                  </a:lnTo>
                  <a:lnTo>
                    <a:pt x="30775" y="22337"/>
                  </a:lnTo>
                  <a:lnTo>
                    <a:pt x="30938" y="22308"/>
                  </a:lnTo>
                  <a:lnTo>
                    <a:pt x="31091" y="22269"/>
                  </a:lnTo>
                  <a:lnTo>
                    <a:pt x="31244" y="22212"/>
                  </a:lnTo>
                  <a:lnTo>
                    <a:pt x="31388" y="22145"/>
                  </a:lnTo>
                  <a:lnTo>
                    <a:pt x="31522" y="22068"/>
                  </a:lnTo>
                  <a:lnTo>
                    <a:pt x="31656" y="21973"/>
                  </a:lnTo>
                  <a:lnTo>
                    <a:pt x="31771" y="21858"/>
                  </a:lnTo>
                  <a:lnTo>
                    <a:pt x="31876" y="21743"/>
                  </a:lnTo>
                  <a:lnTo>
                    <a:pt x="31972" y="21618"/>
                  </a:lnTo>
                  <a:lnTo>
                    <a:pt x="32058" y="21484"/>
                  </a:lnTo>
                  <a:lnTo>
                    <a:pt x="32125" y="21340"/>
                  </a:lnTo>
                  <a:lnTo>
                    <a:pt x="32183" y="21187"/>
                  </a:lnTo>
                  <a:lnTo>
                    <a:pt x="32221" y="21024"/>
                  </a:lnTo>
                  <a:lnTo>
                    <a:pt x="32240" y="20862"/>
                  </a:lnTo>
                  <a:lnTo>
                    <a:pt x="32250" y="20699"/>
                  </a:lnTo>
                  <a:lnTo>
                    <a:pt x="34606" y="1648"/>
                  </a:lnTo>
                  <a:lnTo>
                    <a:pt x="34596" y="1475"/>
                  </a:lnTo>
                  <a:lnTo>
                    <a:pt x="34577" y="1313"/>
                  </a:lnTo>
                  <a:lnTo>
                    <a:pt x="34529" y="1159"/>
                  </a:lnTo>
                  <a:lnTo>
                    <a:pt x="34481" y="1006"/>
                  </a:lnTo>
                  <a:lnTo>
                    <a:pt x="34405" y="862"/>
                  </a:lnTo>
                  <a:lnTo>
                    <a:pt x="34328" y="728"/>
                  </a:lnTo>
                  <a:lnTo>
                    <a:pt x="34232" y="594"/>
                  </a:lnTo>
                  <a:lnTo>
                    <a:pt x="34127" y="479"/>
                  </a:lnTo>
                  <a:lnTo>
                    <a:pt x="34012" y="374"/>
                  </a:lnTo>
                  <a:lnTo>
                    <a:pt x="33878" y="278"/>
                  </a:lnTo>
                  <a:lnTo>
                    <a:pt x="33744" y="202"/>
                  </a:lnTo>
                  <a:lnTo>
                    <a:pt x="33600" y="125"/>
                  </a:lnTo>
                  <a:lnTo>
                    <a:pt x="33447" y="77"/>
                  </a:lnTo>
                  <a:lnTo>
                    <a:pt x="33294" y="29"/>
                  </a:lnTo>
                  <a:lnTo>
                    <a:pt x="33131" y="10"/>
                  </a:lnTo>
                  <a:lnTo>
                    <a:pt x="32958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6"/>
            <p:cNvSpPr/>
            <p:nvPr/>
          </p:nvSpPr>
          <p:spPr>
            <a:xfrm>
              <a:off x="4697779" y="2208181"/>
              <a:ext cx="1089217" cy="657364"/>
            </a:xfrm>
            <a:custGeom>
              <a:avLst/>
              <a:gdLst/>
              <a:ahLst/>
              <a:cxnLst/>
              <a:rect l="l" t="t" r="r" b="b"/>
              <a:pathLst>
                <a:path w="30680" h="18516" fill="none" extrusionOk="0">
                  <a:moveTo>
                    <a:pt x="30679" y="1"/>
                  </a:moveTo>
                  <a:lnTo>
                    <a:pt x="28390" y="18515"/>
                  </a:lnTo>
                  <a:lnTo>
                    <a:pt x="1" y="18515"/>
                  </a:lnTo>
                  <a:lnTo>
                    <a:pt x="2290" y="1"/>
                  </a:lnTo>
                  <a:lnTo>
                    <a:pt x="3067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4628090" y="2140196"/>
              <a:ext cx="1228600" cy="793374"/>
            </a:xfrm>
            <a:custGeom>
              <a:avLst/>
              <a:gdLst/>
              <a:ahLst/>
              <a:cxnLst/>
              <a:rect l="l" t="t" r="r" b="b"/>
              <a:pathLst>
                <a:path w="34606" h="22347" fill="none" extrusionOk="0">
                  <a:moveTo>
                    <a:pt x="32958" y="0"/>
                  </a:moveTo>
                  <a:lnTo>
                    <a:pt x="4004" y="0"/>
                  </a:lnTo>
                  <a:lnTo>
                    <a:pt x="4004" y="0"/>
                  </a:lnTo>
                  <a:lnTo>
                    <a:pt x="3841" y="10"/>
                  </a:lnTo>
                  <a:lnTo>
                    <a:pt x="3678" y="29"/>
                  </a:lnTo>
                  <a:lnTo>
                    <a:pt x="3515" y="77"/>
                  </a:lnTo>
                  <a:lnTo>
                    <a:pt x="3362" y="125"/>
                  </a:lnTo>
                  <a:lnTo>
                    <a:pt x="3219" y="202"/>
                  </a:lnTo>
                  <a:lnTo>
                    <a:pt x="3084" y="278"/>
                  </a:lnTo>
                  <a:lnTo>
                    <a:pt x="2960" y="374"/>
                  </a:lnTo>
                  <a:lnTo>
                    <a:pt x="2845" y="479"/>
                  </a:lnTo>
                  <a:lnTo>
                    <a:pt x="2730" y="594"/>
                  </a:lnTo>
                  <a:lnTo>
                    <a:pt x="2634" y="728"/>
                  </a:lnTo>
                  <a:lnTo>
                    <a:pt x="2558" y="862"/>
                  </a:lnTo>
                  <a:lnTo>
                    <a:pt x="2491" y="1006"/>
                  </a:lnTo>
                  <a:lnTo>
                    <a:pt x="2433" y="1159"/>
                  </a:lnTo>
                  <a:lnTo>
                    <a:pt x="2395" y="1313"/>
                  </a:lnTo>
                  <a:lnTo>
                    <a:pt x="2366" y="1475"/>
                  </a:lnTo>
                  <a:lnTo>
                    <a:pt x="2356" y="1648"/>
                  </a:lnTo>
                  <a:lnTo>
                    <a:pt x="0" y="20699"/>
                  </a:lnTo>
                  <a:lnTo>
                    <a:pt x="0" y="20699"/>
                  </a:lnTo>
                  <a:lnTo>
                    <a:pt x="10" y="20862"/>
                  </a:lnTo>
                  <a:lnTo>
                    <a:pt x="39" y="21024"/>
                  </a:lnTo>
                  <a:lnTo>
                    <a:pt x="77" y="21187"/>
                  </a:lnTo>
                  <a:lnTo>
                    <a:pt x="134" y="21340"/>
                  </a:lnTo>
                  <a:lnTo>
                    <a:pt x="201" y="21484"/>
                  </a:lnTo>
                  <a:lnTo>
                    <a:pt x="288" y="21618"/>
                  </a:lnTo>
                  <a:lnTo>
                    <a:pt x="374" y="21743"/>
                  </a:lnTo>
                  <a:lnTo>
                    <a:pt x="489" y="21858"/>
                  </a:lnTo>
                  <a:lnTo>
                    <a:pt x="604" y="21973"/>
                  </a:lnTo>
                  <a:lnTo>
                    <a:pt x="728" y="22068"/>
                  </a:lnTo>
                  <a:lnTo>
                    <a:pt x="862" y="22145"/>
                  </a:lnTo>
                  <a:lnTo>
                    <a:pt x="1006" y="22212"/>
                  </a:lnTo>
                  <a:lnTo>
                    <a:pt x="1159" y="22269"/>
                  </a:lnTo>
                  <a:lnTo>
                    <a:pt x="1322" y="22308"/>
                  </a:lnTo>
                  <a:lnTo>
                    <a:pt x="1485" y="22337"/>
                  </a:lnTo>
                  <a:lnTo>
                    <a:pt x="1648" y="22346"/>
                  </a:lnTo>
                  <a:lnTo>
                    <a:pt x="30602" y="22346"/>
                  </a:lnTo>
                  <a:lnTo>
                    <a:pt x="30602" y="22346"/>
                  </a:lnTo>
                  <a:lnTo>
                    <a:pt x="30775" y="22337"/>
                  </a:lnTo>
                  <a:lnTo>
                    <a:pt x="30938" y="22308"/>
                  </a:lnTo>
                  <a:lnTo>
                    <a:pt x="31091" y="22269"/>
                  </a:lnTo>
                  <a:lnTo>
                    <a:pt x="31244" y="22212"/>
                  </a:lnTo>
                  <a:lnTo>
                    <a:pt x="31388" y="22145"/>
                  </a:lnTo>
                  <a:lnTo>
                    <a:pt x="31522" y="22068"/>
                  </a:lnTo>
                  <a:lnTo>
                    <a:pt x="31656" y="21973"/>
                  </a:lnTo>
                  <a:lnTo>
                    <a:pt x="31771" y="21858"/>
                  </a:lnTo>
                  <a:lnTo>
                    <a:pt x="31876" y="21743"/>
                  </a:lnTo>
                  <a:lnTo>
                    <a:pt x="31972" y="21618"/>
                  </a:lnTo>
                  <a:lnTo>
                    <a:pt x="32058" y="21484"/>
                  </a:lnTo>
                  <a:lnTo>
                    <a:pt x="32125" y="21340"/>
                  </a:lnTo>
                  <a:lnTo>
                    <a:pt x="32183" y="21187"/>
                  </a:lnTo>
                  <a:lnTo>
                    <a:pt x="32221" y="21024"/>
                  </a:lnTo>
                  <a:lnTo>
                    <a:pt x="32240" y="20862"/>
                  </a:lnTo>
                  <a:lnTo>
                    <a:pt x="32250" y="20699"/>
                  </a:lnTo>
                  <a:lnTo>
                    <a:pt x="34606" y="1648"/>
                  </a:lnTo>
                  <a:lnTo>
                    <a:pt x="34606" y="1648"/>
                  </a:lnTo>
                  <a:lnTo>
                    <a:pt x="34596" y="1475"/>
                  </a:lnTo>
                  <a:lnTo>
                    <a:pt x="34577" y="1313"/>
                  </a:lnTo>
                  <a:lnTo>
                    <a:pt x="34529" y="1159"/>
                  </a:lnTo>
                  <a:lnTo>
                    <a:pt x="34481" y="1006"/>
                  </a:lnTo>
                  <a:lnTo>
                    <a:pt x="34405" y="862"/>
                  </a:lnTo>
                  <a:lnTo>
                    <a:pt x="34328" y="728"/>
                  </a:lnTo>
                  <a:lnTo>
                    <a:pt x="34232" y="594"/>
                  </a:lnTo>
                  <a:lnTo>
                    <a:pt x="34127" y="479"/>
                  </a:lnTo>
                  <a:lnTo>
                    <a:pt x="34012" y="374"/>
                  </a:lnTo>
                  <a:lnTo>
                    <a:pt x="33878" y="278"/>
                  </a:lnTo>
                  <a:lnTo>
                    <a:pt x="33744" y="202"/>
                  </a:lnTo>
                  <a:lnTo>
                    <a:pt x="33600" y="125"/>
                  </a:lnTo>
                  <a:lnTo>
                    <a:pt x="33447" y="77"/>
                  </a:lnTo>
                  <a:lnTo>
                    <a:pt x="33294" y="29"/>
                  </a:lnTo>
                  <a:lnTo>
                    <a:pt x="33131" y="10"/>
                  </a:lnTo>
                  <a:lnTo>
                    <a:pt x="32958" y="0"/>
                  </a:lnTo>
                  <a:lnTo>
                    <a:pt x="3295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6"/>
            <p:cNvSpPr/>
            <p:nvPr/>
          </p:nvSpPr>
          <p:spPr>
            <a:xfrm>
              <a:off x="5022866" y="3079385"/>
              <a:ext cx="390741" cy="80271"/>
            </a:xfrm>
            <a:custGeom>
              <a:avLst/>
              <a:gdLst/>
              <a:ahLst/>
              <a:cxnLst/>
              <a:rect l="l" t="t" r="r" b="b"/>
              <a:pathLst>
                <a:path w="11006" h="2261" extrusionOk="0">
                  <a:moveTo>
                    <a:pt x="2165" y="0"/>
                  </a:moveTo>
                  <a:lnTo>
                    <a:pt x="1945" y="10"/>
                  </a:lnTo>
                  <a:lnTo>
                    <a:pt x="1734" y="48"/>
                  </a:lnTo>
                  <a:lnTo>
                    <a:pt x="1523" y="96"/>
                  </a:lnTo>
                  <a:lnTo>
                    <a:pt x="1322" y="173"/>
                  </a:lnTo>
                  <a:lnTo>
                    <a:pt x="1131" y="259"/>
                  </a:lnTo>
                  <a:lnTo>
                    <a:pt x="958" y="374"/>
                  </a:lnTo>
                  <a:lnTo>
                    <a:pt x="786" y="498"/>
                  </a:lnTo>
                  <a:lnTo>
                    <a:pt x="633" y="632"/>
                  </a:lnTo>
                  <a:lnTo>
                    <a:pt x="499" y="786"/>
                  </a:lnTo>
                  <a:lnTo>
                    <a:pt x="374" y="958"/>
                  </a:lnTo>
                  <a:lnTo>
                    <a:pt x="259" y="1140"/>
                  </a:lnTo>
                  <a:lnTo>
                    <a:pt x="173" y="1322"/>
                  </a:lnTo>
                  <a:lnTo>
                    <a:pt x="96" y="1523"/>
                  </a:lnTo>
                  <a:lnTo>
                    <a:pt x="48" y="1734"/>
                  </a:lnTo>
                  <a:lnTo>
                    <a:pt x="10" y="1944"/>
                  </a:lnTo>
                  <a:lnTo>
                    <a:pt x="0" y="2165"/>
                  </a:lnTo>
                  <a:lnTo>
                    <a:pt x="0" y="2261"/>
                  </a:lnTo>
                  <a:lnTo>
                    <a:pt x="11006" y="2261"/>
                  </a:lnTo>
                  <a:lnTo>
                    <a:pt x="11006" y="2165"/>
                  </a:lnTo>
                  <a:lnTo>
                    <a:pt x="10996" y="1944"/>
                  </a:lnTo>
                  <a:lnTo>
                    <a:pt x="10967" y="1734"/>
                  </a:lnTo>
                  <a:lnTo>
                    <a:pt x="10910" y="1523"/>
                  </a:lnTo>
                  <a:lnTo>
                    <a:pt x="10843" y="1322"/>
                  </a:lnTo>
                  <a:lnTo>
                    <a:pt x="10747" y="1140"/>
                  </a:lnTo>
                  <a:lnTo>
                    <a:pt x="10642" y="958"/>
                  </a:lnTo>
                  <a:lnTo>
                    <a:pt x="10517" y="786"/>
                  </a:lnTo>
                  <a:lnTo>
                    <a:pt x="10374" y="632"/>
                  </a:lnTo>
                  <a:lnTo>
                    <a:pt x="10220" y="498"/>
                  </a:lnTo>
                  <a:lnTo>
                    <a:pt x="10057" y="374"/>
                  </a:lnTo>
                  <a:lnTo>
                    <a:pt x="9875" y="259"/>
                  </a:lnTo>
                  <a:lnTo>
                    <a:pt x="9684" y="173"/>
                  </a:lnTo>
                  <a:lnTo>
                    <a:pt x="9483" y="96"/>
                  </a:lnTo>
                  <a:lnTo>
                    <a:pt x="9282" y="48"/>
                  </a:lnTo>
                  <a:lnTo>
                    <a:pt x="9061" y="10"/>
                  </a:lnTo>
                  <a:lnTo>
                    <a:pt x="884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6"/>
            <p:cNvSpPr/>
            <p:nvPr/>
          </p:nvSpPr>
          <p:spPr>
            <a:xfrm>
              <a:off x="4852494" y="2303395"/>
              <a:ext cx="320375" cy="46970"/>
            </a:xfrm>
            <a:custGeom>
              <a:avLst/>
              <a:gdLst/>
              <a:ahLst/>
              <a:cxnLst/>
              <a:rect l="l" t="t" r="r" b="b"/>
              <a:pathLst>
                <a:path w="9024" h="1323" extrusionOk="0">
                  <a:moveTo>
                    <a:pt x="173" y="1"/>
                  </a:moveTo>
                  <a:lnTo>
                    <a:pt x="1" y="1323"/>
                  </a:lnTo>
                  <a:lnTo>
                    <a:pt x="8861" y="1323"/>
                  </a:lnTo>
                  <a:lnTo>
                    <a:pt x="902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6"/>
            <p:cNvSpPr/>
            <p:nvPr/>
          </p:nvSpPr>
          <p:spPr>
            <a:xfrm>
              <a:off x="5336733" y="2406456"/>
              <a:ext cx="320339" cy="47289"/>
            </a:xfrm>
            <a:custGeom>
              <a:avLst/>
              <a:gdLst/>
              <a:ahLst/>
              <a:cxnLst/>
              <a:rect l="l" t="t" r="r" b="b"/>
              <a:pathLst>
                <a:path w="9023" h="1332" extrusionOk="0">
                  <a:moveTo>
                    <a:pt x="163" y="0"/>
                  </a:moveTo>
                  <a:lnTo>
                    <a:pt x="0" y="1331"/>
                  </a:lnTo>
                  <a:lnTo>
                    <a:pt x="8860" y="1331"/>
                  </a:lnTo>
                  <a:lnTo>
                    <a:pt x="902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6"/>
            <p:cNvSpPr/>
            <p:nvPr/>
          </p:nvSpPr>
          <p:spPr>
            <a:xfrm>
              <a:off x="5160220" y="2509801"/>
              <a:ext cx="343842" cy="47325"/>
            </a:xfrm>
            <a:custGeom>
              <a:avLst/>
              <a:gdLst/>
              <a:ahLst/>
              <a:cxnLst/>
              <a:rect l="l" t="t" r="r" b="b"/>
              <a:pathLst>
                <a:path w="9685" h="1333" extrusionOk="0">
                  <a:moveTo>
                    <a:pt x="164" y="1"/>
                  </a:moveTo>
                  <a:lnTo>
                    <a:pt x="1" y="1332"/>
                  </a:lnTo>
                  <a:lnTo>
                    <a:pt x="9522" y="1332"/>
                  </a:lnTo>
                  <a:lnTo>
                    <a:pt x="968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6"/>
            <p:cNvSpPr/>
            <p:nvPr/>
          </p:nvSpPr>
          <p:spPr>
            <a:xfrm>
              <a:off x="4842305" y="2406456"/>
              <a:ext cx="440053" cy="47289"/>
            </a:xfrm>
            <a:custGeom>
              <a:avLst/>
              <a:gdLst/>
              <a:ahLst/>
              <a:cxnLst/>
              <a:rect l="l" t="t" r="r" b="b"/>
              <a:pathLst>
                <a:path w="12395" h="1332" extrusionOk="0">
                  <a:moveTo>
                    <a:pt x="163" y="0"/>
                  </a:moveTo>
                  <a:lnTo>
                    <a:pt x="0" y="1331"/>
                  </a:lnTo>
                  <a:lnTo>
                    <a:pt x="12232" y="1331"/>
                  </a:lnTo>
                  <a:lnTo>
                    <a:pt x="123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6"/>
            <p:cNvSpPr/>
            <p:nvPr/>
          </p:nvSpPr>
          <p:spPr>
            <a:xfrm>
              <a:off x="4831087" y="2509801"/>
              <a:ext cx="274789" cy="47325"/>
            </a:xfrm>
            <a:custGeom>
              <a:avLst/>
              <a:gdLst/>
              <a:ahLst/>
              <a:cxnLst/>
              <a:rect l="l" t="t" r="r" b="b"/>
              <a:pathLst>
                <a:path w="7740" h="1333" extrusionOk="0">
                  <a:moveTo>
                    <a:pt x="163" y="1"/>
                  </a:moveTo>
                  <a:lnTo>
                    <a:pt x="0" y="1332"/>
                  </a:lnTo>
                  <a:lnTo>
                    <a:pt x="7577" y="1332"/>
                  </a:lnTo>
                  <a:lnTo>
                    <a:pt x="773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6"/>
            <p:cNvSpPr/>
            <p:nvPr/>
          </p:nvSpPr>
          <p:spPr>
            <a:xfrm>
              <a:off x="4816105" y="2613181"/>
              <a:ext cx="369333" cy="47289"/>
            </a:xfrm>
            <a:custGeom>
              <a:avLst/>
              <a:gdLst/>
              <a:ahLst/>
              <a:cxnLst/>
              <a:rect l="l" t="t" r="r" b="b"/>
              <a:pathLst>
                <a:path w="10403" h="1332" extrusionOk="0">
                  <a:moveTo>
                    <a:pt x="164" y="1"/>
                  </a:moveTo>
                  <a:lnTo>
                    <a:pt x="1" y="1332"/>
                  </a:lnTo>
                  <a:lnTo>
                    <a:pt x="10240" y="1332"/>
                  </a:lnTo>
                  <a:lnTo>
                    <a:pt x="1040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6"/>
            <p:cNvSpPr/>
            <p:nvPr/>
          </p:nvSpPr>
          <p:spPr>
            <a:xfrm>
              <a:off x="5229271" y="2613181"/>
              <a:ext cx="180246" cy="47289"/>
            </a:xfrm>
            <a:custGeom>
              <a:avLst/>
              <a:gdLst/>
              <a:ahLst/>
              <a:cxnLst/>
              <a:rect l="l" t="t" r="r" b="b"/>
              <a:pathLst>
                <a:path w="5077" h="1332" extrusionOk="0">
                  <a:moveTo>
                    <a:pt x="163" y="1"/>
                  </a:moveTo>
                  <a:lnTo>
                    <a:pt x="0" y="1332"/>
                  </a:lnTo>
                  <a:lnTo>
                    <a:pt x="4914" y="1332"/>
                  </a:lnTo>
                  <a:lnTo>
                    <a:pt x="50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6"/>
            <p:cNvSpPr/>
            <p:nvPr/>
          </p:nvSpPr>
          <p:spPr>
            <a:xfrm>
              <a:off x="4802863" y="2716561"/>
              <a:ext cx="204068" cy="47289"/>
            </a:xfrm>
            <a:custGeom>
              <a:avLst/>
              <a:gdLst/>
              <a:ahLst/>
              <a:cxnLst/>
              <a:rect l="l" t="t" r="r" b="b"/>
              <a:pathLst>
                <a:path w="5748" h="1332" extrusionOk="0">
                  <a:moveTo>
                    <a:pt x="163" y="0"/>
                  </a:moveTo>
                  <a:lnTo>
                    <a:pt x="0" y="1332"/>
                  </a:lnTo>
                  <a:lnTo>
                    <a:pt x="5584" y="1332"/>
                  </a:lnTo>
                  <a:lnTo>
                    <a:pt x="574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6"/>
            <p:cNvSpPr/>
            <p:nvPr/>
          </p:nvSpPr>
          <p:spPr>
            <a:xfrm>
              <a:off x="4439365" y="3464966"/>
              <a:ext cx="1235771" cy="1133772"/>
            </a:xfrm>
            <a:custGeom>
              <a:avLst/>
              <a:gdLst/>
              <a:ahLst/>
              <a:cxnLst/>
              <a:rect l="l" t="t" r="r" b="b"/>
              <a:pathLst>
                <a:path w="34808" h="31935" extrusionOk="0">
                  <a:moveTo>
                    <a:pt x="6092" y="1"/>
                  </a:moveTo>
                  <a:lnTo>
                    <a:pt x="5814" y="20"/>
                  </a:lnTo>
                  <a:lnTo>
                    <a:pt x="5537" y="39"/>
                  </a:lnTo>
                  <a:lnTo>
                    <a:pt x="5268" y="77"/>
                  </a:lnTo>
                  <a:lnTo>
                    <a:pt x="4991" y="135"/>
                  </a:lnTo>
                  <a:lnTo>
                    <a:pt x="4713" y="192"/>
                  </a:lnTo>
                  <a:lnTo>
                    <a:pt x="4445" y="269"/>
                  </a:lnTo>
                  <a:lnTo>
                    <a:pt x="4176" y="365"/>
                  </a:lnTo>
                  <a:lnTo>
                    <a:pt x="3918" y="460"/>
                  </a:lnTo>
                  <a:lnTo>
                    <a:pt x="3650" y="575"/>
                  </a:lnTo>
                  <a:lnTo>
                    <a:pt x="3391" y="700"/>
                  </a:lnTo>
                  <a:lnTo>
                    <a:pt x="3142" y="844"/>
                  </a:lnTo>
                  <a:lnTo>
                    <a:pt x="2893" y="997"/>
                  </a:lnTo>
                  <a:lnTo>
                    <a:pt x="2711" y="1112"/>
                  </a:lnTo>
                  <a:lnTo>
                    <a:pt x="2548" y="1227"/>
                  </a:lnTo>
                  <a:lnTo>
                    <a:pt x="2385" y="1351"/>
                  </a:lnTo>
                  <a:lnTo>
                    <a:pt x="2223" y="1485"/>
                  </a:lnTo>
                  <a:lnTo>
                    <a:pt x="2069" y="1619"/>
                  </a:lnTo>
                  <a:lnTo>
                    <a:pt x="1926" y="1753"/>
                  </a:lnTo>
                  <a:lnTo>
                    <a:pt x="1782" y="1897"/>
                  </a:lnTo>
                  <a:lnTo>
                    <a:pt x="1648" y="2041"/>
                  </a:lnTo>
                  <a:lnTo>
                    <a:pt x="1514" y="2185"/>
                  </a:lnTo>
                  <a:lnTo>
                    <a:pt x="1389" y="2338"/>
                  </a:lnTo>
                  <a:lnTo>
                    <a:pt x="1265" y="2491"/>
                  </a:lnTo>
                  <a:lnTo>
                    <a:pt x="1150" y="2644"/>
                  </a:lnTo>
                  <a:lnTo>
                    <a:pt x="1044" y="2807"/>
                  </a:lnTo>
                  <a:lnTo>
                    <a:pt x="939" y="2960"/>
                  </a:lnTo>
                  <a:lnTo>
                    <a:pt x="843" y="3133"/>
                  </a:lnTo>
                  <a:lnTo>
                    <a:pt x="748" y="3296"/>
                  </a:lnTo>
                  <a:lnTo>
                    <a:pt x="661" y="3468"/>
                  </a:lnTo>
                  <a:lnTo>
                    <a:pt x="575" y="3640"/>
                  </a:lnTo>
                  <a:lnTo>
                    <a:pt x="498" y="3813"/>
                  </a:lnTo>
                  <a:lnTo>
                    <a:pt x="431" y="3985"/>
                  </a:lnTo>
                  <a:lnTo>
                    <a:pt x="307" y="4340"/>
                  </a:lnTo>
                  <a:lnTo>
                    <a:pt x="202" y="4704"/>
                  </a:lnTo>
                  <a:lnTo>
                    <a:pt x="115" y="5068"/>
                  </a:lnTo>
                  <a:lnTo>
                    <a:pt x="58" y="5441"/>
                  </a:lnTo>
                  <a:lnTo>
                    <a:pt x="20" y="5815"/>
                  </a:lnTo>
                  <a:lnTo>
                    <a:pt x="0" y="6188"/>
                  </a:lnTo>
                  <a:lnTo>
                    <a:pt x="10" y="6562"/>
                  </a:lnTo>
                  <a:lnTo>
                    <a:pt x="29" y="6935"/>
                  </a:lnTo>
                  <a:lnTo>
                    <a:pt x="87" y="7309"/>
                  </a:lnTo>
                  <a:lnTo>
                    <a:pt x="154" y="7673"/>
                  </a:lnTo>
                  <a:lnTo>
                    <a:pt x="249" y="8037"/>
                  </a:lnTo>
                  <a:lnTo>
                    <a:pt x="364" y="8401"/>
                  </a:lnTo>
                  <a:lnTo>
                    <a:pt x="431" y="8573"/>
                  </a:lnTo>
                  <a:lnTo>
                    <a:pt x="498" y="8746"/>
                  </a:lnTo>
                  <a:lnTo>
                    <a:pt x="575" y="8928"/>
                  </a:lnTo>
                  <a:lnTo>
                    <a:pt x="661" y="9100"/>
                  </a:lnTo>
                  <a:lnTo>
                    <a:pt x="748" y="9263"/>
                  </a:lnTo>
                  <a:lnTo>
                    <a:pt x="843" y="9435"/>
                  </a:lnTo>
                  <a:lnTo>
                    <a:pt x="939" y="9598"/>
                  </a:lnTo>
                  <a:lnTo>
                    <a:pt x="1044" y="9761"/>
                  </a:lnTo>
                  <a:lnTo>
                    <a:pt x="1150" y="9924"/>
                  </a:lnTo>
                  <a:lnTo>
                    <a:pt x="1265" y="10077"/>
                  </a:lnTo>
                  <a:lnTo>
                    <a:pt x="1389" y="10230"/>
                  </a:lnTo>
                  <a:lnTo>
                    <a:pt x="1514" y="10383"/>
                  </a:lnTo>
                  <a:lnTo>
                    <a:pt x="1648" y="10527"/>
                  </a:lnTo>
                  <a:lnTo>
                    <a:pt x="1782" y="10671"/>
                  </a:lnTo>
                  <a:lnTo>
                    <a:pt x="1926" y="10814"/>
                  </a:lnTo>
                  <a:lnTo>
                    <a:pt x="2079" y="10948"/>
                  </a:lnTo>
                  <a:lnTo>
                    <a:pt x="2232" y="11083"/>
                  </a:lnTo>
                  <a:lnTo>
                    <a:pt x="2395" y="11217"/>
                  </a:lnTo>
                  <a:lnTo>
                    <a:pt x="2558" y="11341"/>
                  </a:lnTo>
                  <a:lnTo>
                    <a:pt x="2730" y="11466"/>
                  </a:lnTo>
                  <a:lnTo>
                    <a:pt x="32566" y="31934"/>
                  </a:lnTo>
                  <a:lnTo>
                    <a:pt x="32767" y="31838"/>
                  </a:lnTo>
                  <a:lnTo>
                    <a:pt x="32968" y="31723"/>
                  </a:lnTo>
                  <a:lnTo>
                    <a:pt x="33150" y="31618"/>
                  </a:lnTo>
                  <a:lnTo>
                    <a:pt x="33332" y="31503"/>
                  </a:lnTo>
                  <a:lnTo>
                    <a:pt x="33505" y="31388"/>
                  </a:lnTo>
                  <a:lnTo>
                    <a:pt x="33677" y="31264"/>
                  </a:lnTo>
                  <a:lnTo>
                    <a:pt x="33830" y="31139"/>
                  </a:lnTo>
                  <a:lnTo>
                    <a:pt x="33974" y="31015"/>
                  </a:lnTo>
                  <a:lnTo>
                    <a:pt x="34118" y="30881"/>
                  </a:lnTo>
                  <a:lnTo>
                    <a:pt x="34242" y="30737"/>
                  </a:lnTo>
                  <a:lnTo>
                    <a:pt x="34367" y="30603"/>
                  </a:lnTo>
                  <a:lnTo>
                    <a:pt x="34472" y="30459"/>
                  </a:lnTo>
                  <a:lnTo>
                    <a:pt x="34568" y="30306"/>
                  </a:lnTo>
                  <a:lnTo>
                    <a:pt x="34664" y="30153"/>
                  </a:lnTo>
                  <a:lnTo>
                    <a:pt x="34740" y="29990"/>
                  </a:lnTo>
                  <a:lnTo>
                    <a:pt x="34807" y="29827"/>
                  </a:lnTo>
                  <a:lnTo>
                    <a:pt x="11054" y="2185"/>
                  </a:lnTo>
                  <a:lnTo>
                    <a:pt x="10852" y="1964"/>
                  </a:lnTo>
                  <a:lnTo>
                    <a:pt x="10651" y="1763"/>
                  </a:lnTo>
                  <a:lnTo>
                    <a:pt x="10441" y="1572"/>
                  </a:lnTo>
                  <a:lnTo>
                    <a:pt x="10220" y="1380"/>
                  </a:lnTo>
                  <a:lnTo>
                    <a:pt x="10000" y="1208"/>
                  </a:lnTo>
                  <a:lnTo>
                    <a:pt x="9761" y="1045"/>
                  </a:lnTo>
                  <a:lnTo>
                    <a:pt x="9531" y="901"/>
                  </a:lnTo>
                  <a:lnTo>
                    <a:pt x="9282" y="757"/>
                  </a:lnTo>
                  <a:lnTo>
                    <a:pt x="9033" y="633"/>
                  </a:lnTo>
                  <a:lnTo>
                    <a:pt x="8784" y="518"/>
                  </a:lnTo>
                  <a:lnTo>
                    <a:pt x="8525" y="413"/>
                  </a:lnTo>
                  <a:lnTo>
                    <a:pt x="8266" y="317"/>
                  </a:lnTo>
                  <a:lnTo>
                    <a:pt x="7998" y="240"/>
                  </a:lnTo>
                  <a:lnTo>
                    <a:pt x="7730" y="164"/>
                  </a:lnTo>
                  <a:lnTo>
                    <a:pt x="7462" y="106"/>
                  </a:lnTo>
                  <a:lnTo>
                    <a:pt x="7194" y="68"/>
                  </a:lnTo>
                  <a:lnTo>
                    <a:pt x="6916" y="29"/>
                  </a:lnTo>
                  <a:lnTo>
                    <a:pt x="6648" y="10"/>
                  </a:lnTo>
                  <a:lnTo>
                    <a:pt x="6370" y="1"/>
                  </a:lnTo>
                  <a:close/>
                </a:path>
              </a:pathLst>
            </a:custGeom>
            <a:solidFill>
              <a:srgbClr val="6F1A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6"/>
            <p:cNvSpPr/>
            <p:nvPr/>
          </p:nvSpPr>
          <p:spPr>
            <a:xfrm>
              <a:off x="4195221" y="2199696"/>
              <a:ext cx="205772" cy="324777"/>
            </a:xfrm>
            <a:custGeom>
              <a:avLst/>
              <a:gdLst/>
              <a:ahLst/>
              <a:cxnLst/>
              <a:rect l="l" t="t" r="r" b="b"/>
              <a:pathLst>
                <a:path w="5796" h="9148" extrusionOk="0">
                  <a:moveTo>
                    <a:pt x="3573" y="1"/>
                  </a:moveTo>
                  <a:lnTo>
                    <a:pt x="3228" y="796"/>
                  </a:lnTo>
                  <a:lnTo>
                    <a:pt x="2893" y="1543"/>
                  </a:lnTo>
                  <a:lnTo>
                    <a:pt x="2567" y="2232"/>
                  </a:lnTo>
                  <a:lnTo>
                    <a:pt x="2242" y="2874"/>
                  </a:lnTo>
                  <a:lnTo>
                    <a:pt x="1935" y="3458"/>
                  </a:lnTo>
                  <a:lnTo>
                    <a:pt x="1638" y="3995"/>
                  </a:lnTo>
                  <a:lnTo>
                    <a:pt x="1360" y="4483"/>
                  </a:lnTo>
                  <a:lnTo>
                    <a:pt x="1102" y="4914"/>
                  </a:lnTo>
                  <a:lnTo>
                    <a:pt x="862" y="5297"/>
                  </a:lnTo>
                  <a:lnTo>
                    <a:pt x="652" y="5632"/>
                  </a:lnTo>
                  <a:lnTo>
                    <a:pt x="460" y="5910"/>
                  </a:lnTo>
                  <a:lnTo>
                    <a:pt x="307" y="6140"/>
                  </a:lnTo>
                  <a:lnTo>
                    <a:pt x="87" y="6447"/>
                  </a:lnTo>
                  <a:lnTo>
                    <a:pt x="0" y="6552"/>
                  </a:lnTo>
                  <a:lnTo>
                    <a:pt x="230" y="6542"/>
                  </a:lnTo>
                  <a:lnTo>
                    <a:pt x="451" y="6562"/>
                  </a:lnTo>
                  <a:lnTo>
                    <a:pt x="680" y="6590"/>
                  </a:lnTo>
                  <a:lnTo>
                    <a:pt x="920" y="6638"/>
                  </a:lnTo>
                  <a:lnTo>
                    <a:pt x="1159" y="6705"/>
                  </a:lnTo>
                  <a:lnTo>
                    <a:pt x="1399" y="6782"/>
                  </a:lnTo>
                  <a:lnTo>
                    <a:pt x="1638" y="6868"/>
                  </a:lnTo>
                  <a:lnTo>
                    <a:pt x="1878" y="6973"/>
                  </a:lnTo>
                  <a:lnTo>
                    <a:pt x="2117" y="7079"/>
                  </a:lnTo>
                  <a:lnTo>
                    <a:pt x="2357" y="7194"/>
                  </a:lnTo>
                  <a:lnTo>
                    <a:pt x="2586" y="7318"/>
                  </a:lnTo>
                  <a:lnTo>
                    <a:pt x="2826" y="7452"/>
                  </a:lnTo>
                  <a:lnTo>
                    <a:pt x="3286" y="7720"/>
                  </a:lnTo>
                  <a:lnTo>
                    <a:pt x="3717" y="7989"/>
                  </a:lnTo>
                  <a:lnTo>
                    <a:pt x="4512" y="8506"/>
                  </a:lnTo>
                  <a:lnTo>
                    <a:pt x="4856" y="8736"/>
                  </a:lnTo>
                  <a:lnTo>
                    <a:pt x="5153" y="8918"/>
                  </a:lnTo>
                  <a:lnTo>
                    <a:pt x="5278" y="8994"/>
                  </a:lnTo>
                  <a:lnTo>
                    <a:pt x="5402" y="9052"/>
                  </a:lnTo>
                  <a:lnTo>
                    <a:pt x="5498" y="9100"/>
                  </a:lnTo>
                  <a:lnTo>
                    <a:pt x="5594" y="9128"/>
                  </a:lnTo>
                  <a:lnTo>
                    <a:pt x="5661" y="9148"/>
                  </a:lnTo>
                  <a:lnTo>
                    <a:pt x="5728" y="9138"/>
                  </a:lnTo>
                  <a:lnTo>
                    <a:pt x="5747" y="9128"/>
                  </a:lnTo>
                  <a:lnTo>
                    <a:pt x="5766" y="9109"/>
                  </a:lnTo>
                  <a:lnTo>
                    <a:pt x="5776" y="9090"/>
                  </a:lnTo>
                  <a:lnTo>
                    <a:pt x="5786" y="9061"/>
                  </a:lnTo>
                  <a:lnTo>
                    <a:pt x="5795" y="1361"/>
                  </a:lnTo>
                  <a:lnTo>
                    <a:pt x="3573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6"/>
            <p:cNvSpPr/>
            <p:nvPr/>
          </p:nvSpPr>
          <p:spPr>
            <a:xfrm>
              <a:off x="4350256" y="2323134"/>
              <a:ext cx="50733" cy="169027"/>
            </a:xfrm>
            <a:custGeom>
              <a:avLst/>
              <a:gdLst/>
              <a:ahLst/>
              <a:cxnLst/>
              <a:rect l="l" t="t" r="r" b="b"/>
              <a:pathLst>
                <a:path w="1429" h="4761" extrusionOk="0">
                  <a:moveTo>
                    <a:pt x="384" y="0"/>
                  </a:moveTo>
                  <a:lnTo>
                    <a:pt x="365" y="10"/>
                  </a:lnTo>
                  <a:lnTo>
                    <a:pt x="346" y="29"/>
                  </a:lnTo>
                  <a:lnTo>
                    <a:pt x="336" y="48"/>
                  </a:lnTo>
                  <a:lnTo>
                    <a:pt x="307" y="106"/>
                  </a:lnTo>
                  <a:lnTo>
                    <a:pt x="240" y="269"/>
                  </a:lnTo>
                  <a:lnTo>
                    <a:pt x="183" y="441"/>
                  </a:lnTo>
                  <a:lnTo>
                    <a:pt x="135" y="613"/>
                  </a:lnTo>
                  <a:lnTo>
                    <a:pt x="97" y="786"/>
                  </a:lnTo>
                  <a:lnTo>
                    <a:pt x="58" y="958"/>
                  </a:lnTo>
                  <a:lnTo>
                    <a:pt x="30" y="1140"/>
                  </a:lnTo>
                  <a:lnTo>
                    <a:pt x="20" y="1313"/>
                  </a:lnTo>
                  <a:lnTo>
                    <a:pt x="11" y="1495"/>
                  </a:lnTo>
                  <a:lnTo>
                    <a:pt x="1" y="1667"/>
                  </a:lnTo>
                  <a:lnTo>
                    <a:pt x="11" y="1849"/>
                  </a:lnTo>
                  <a:lnTo>
                    <a:pt x="20" y="2021"/>
                  </a:lnTo>
                  <a:lnTo>
                    <a:pt x="39" y="2194"/>
                  </a:lnTo>
                  <a:lnTo>
                    <a:pt x="58" y="2366"/>
                  </a:lnTo>
                  <a:lnTo>
                    <a:pt x="97" y="2539"/>
                  </a:lnTo>
                  <a:lnTo>
                    <a:pt x="125" y="2711"/>
                  </a:lnTo>
                  <a:lnTo>
                    <a:pt x="173" y="2874"/>
                  </a:lnTo>
                  <a:lnTo>
                    <a:pt x="221" y="3037"/>
                  </a:lnTo>
                  <a:lnTo>
                    <a:pt x="269" y="3190"/>
                  </a:lnTo>
                  <a:lnTo>
                    <a:pt x="327" y="3343"/>
                  </a:lnTo>
                  <a:lnTo>
                    <a:pt x="394" y="3496"/>
                  </a:lnTo>
                  <a:lnTo>
                    <a:pt x="461" y="3640"/>
                  </a:lnTo>
                  <a:lnTo>
                    <a:pt x="528" y="3774"/>
                  </a:lnTo>
                  <a:lnTo>
                    <a:pt x="604" y="3908"/>
                  </a:lnTo>
                  <a:lnTo>
                    <a:pt x="681" y="4033"/>
                  </a:lnTo>
                  <a:lnTo>
                    <a:pt x="767" y="4157"/>
                  </a:lnTo>
                  <a:lnTo>
                    <a:pt x="853" y="4263"/>
                  </a:lnTo>
                  <a:lnTo>
                    <a:pt x="940" y="4368"/>
                  </a:lnTo>
                  <a:lnTo>
                    <a:pt x="1035" y="4464"/>
                  </a:lnTo>
                  <a:lnTo>
                    <a:pt x="1122" y="4560"/>
                  </a:lnTo>
                  <a:lnTo>
                    <a:pt x="1217" y="4636"/>
                  </a:lnTo>
                  <a:lnTo>
                    <a:pt x="1323" y="4703"/>
                  </a:lnTo>
                  <a:lnTo>
                    <a:pt x="1419" y="4761"/>
                  </a:lnTo>
                  <a:lnTo>
                    <a:pt x="1428" y="1092"/>
                  </a:lnTo>
                  <a:lnTo>
                    <a:pt x="1237" y="872"/>
                  </a:lnTo>
                  <a:lnTo>
                    <a:pt x="1055" y="652"/>
                  </a:lnTo>
                  <a:lnTo>
                    <a:pt x="882" y="431"/>
                  </a:lnTo>
                  <a:lnTo>
                    <a:pt x="719" y="240"/>
                  </a:lnTo>
                  <a:lnTo>
                    <a:pt x="643" y="163"/>
                  </a:lnTo>
                  <a:lnTo>
                    <a:pt x="576" y="96"/>
                  </a:lnTo>
                  <a:lnTo>
                    <a:pt x="509" y="48"/>
                  </a:lnTo>
                  <a:lnTo>
                    <a:pt x="451" y="20"/>
                  </a:lnTo>
                  <a:lnTo>
                    <a:pt x="403" y="0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6"/>
            <p:cNvSpPr/>
            <p:nvPr/>
          </p:nvSpPr>
          <p:spPr>
            <a:xfrm>
              <a:off x="4349262" y="2111972"/>
              <a:ext cx="225121" cy="345865"/>
            </a:xfrm>
            <a:custGeom>
              <a:avLst/>
              <a:gdLst/>
              <a:ahLst/>
              <a:cxnLst/>
              <a:rect l="l" t="t" r="r" b="b"/>
              <a:pathLst>
                <a:path w="6341" h="9742" extrusionOk="0">
                  <a:moveTo>
                    <a:pt x="153" y="0"/>
                  </a:moveTo>
                  <a:lnTo>
                    <a:pt x="96" y="20"/>
                  </a:lnTo>
                  <a:lnTo>
                    <a:pt x="58" y="39"/>
                  </a:lnTo>
                  <a:lnTo>
                    <a:pt x="29" y="67"/>
                  </a:lnTo>
                  <a:lnTo>
                    <a:pt x="10" y="106"/>
                  </a:lnTo>
                  <a:lnTo>
                    <a:pt x="0" y="154"/>
                  </a:lnTo>
                  <a:lnTo>
                    <a:pt x="10" y="211"/>
                  </a:lnTo>
                  <a:lnTo>
                    <a:pt x="39" y="364"/>
                  </a:lnTo>
                  <a:lnTo>
                    <a:pt x="106" y="556"/>
                  </a:lnTo>
                  <a:lnTo>
                    <a:pt x="182" y="795"/>
                  </a:lnTo>
                  <a:lnTo>
                    <a:pt x="268" y="1083"/>
                  </a:lnTo>
                  <a:lnTo>
                    <a:pt x="355" y="1428"/>
                  </a:lnTo>
                  <a:lnTo>
                    <a:pt x="393" y="1610"/>
                  </a:lnTo>
                  <a:lnTo>
                    <a:pt x="431" y="1811"/>
                  </a:lnTo>
                  <a:lnTo>
                    <a:pt x="470" y="2031"/>
                  </a:lnTo>
                  <a:lnTo>
                    <a:pt x="498" y="2261"/>
                  </a:lnTo>
                  <a:lnTo>
                    <a:pt x="517" y="2500"/>
                  </a:lnTo>
                  <a:lnTo>
                    <a:pt x="537" y="2759"/>
                  </a:lnTo>
                  <a:lnTo>
                    <a:pt x="537" y="3037"/>
                  </a:lnTo>
                  <a:lnTo>
                    <a:pt x="537" y="3324"/>
                  </a:lnTo>
                  <a:lnTo>
                    <a:pt x="527" y="3630"/>
                  </a:lnTo>
                  <a:lnTo>
                    <a:pt x="498" y="3947"/>
                  </a:lnTo>
                  <a:lnTo>
                    <a:pt x="460" y="4282"/>
                  </a:lnTo>
                  <a:lnTo>
                    <a:pt x="403" y="4636"/>
                  </a:lnTo>
                  <a:lnTo>
                    <a:pt x="364" y="4952"/>
                  </a:lnTo>
                  <a:lnTo>
                    <a:pt x="326" y="5268"/>
                  </a:lnTo>
                  <a:lnTo>
                    <a:pt x="316" y="5575"/>
                  </a:lnTo>
                  <a:lnTo>
                    <a:pt x="316" y="5872"/>
                  </a:lnTo>
                  <a:lnTo>
                    <a:pt x="326" y="6159"/>
                  </a:lnTo>
                  <a:lnTo>
                    <a:pt x="355" y="6437"/>
                  </a:lnTo>
                  <a:lnTo>
                    <a:pt x="393" y="6705"/>
                  </a:lnTo>
                  <a:lnTo>
                    <a:pt x="441" y="6964"/>
                  </a:lnTo>
                  <a:lnTo>
                    <a:pt x="498" y="7222"/>
                  </a:lnTo>
                  <a:lnTo>
                    <a:pt x="565" y="7462"/>
                  </a:lnTo>
                  <a:lnTo>
                    <a:pt x="652" y="7692"/>
                  </a:lnTo>
                  <a:lnTo>
                    <a:pt x="738" y="7912"/>
                  </a:lnTo>
                  <a:lnTo>
                    <a:pt x="824" y="8113"/>
                  </a:lnTo>
                  <a:lnTo>
                    <a:pt x="929" y="8314"/>
                  </a:lnTo>
                  <a:lnTo>
                    <a:pt x="1035" y="8496"/>
                  </a:lnTo>
                  <a:lnTo>
                    <a:pt x="1140" y="8678"/>
                  </a:lnTo>
                  <a:lnTo>
                    <a:pt x="1255" y="8831"/>
                  </a:lnTo>
                  <a:lnTo>
                    <a:pt x="1379" y="8985"/>
                  </a:lnTo>
                  <a:lnTo>
                    <a:pt x="1504" y="9119"/>
                  </a:lnTo>
                  <a:lnTo>
                    <a:pt x="1619" y="9243"/>
                  </a:lnTo>
                  <a:lnTo>
                    <a:pt x="1743" y="9358"/>
                  </a:lnTo>
                  <a:lnTo>
                    <a:pt x="1878" y="9454"/>
                  </a:lnTo>
                  <a:lnTo>
                    <a:pt x="2002" y="9540"/>
                  </a:lnTo>
                  <a:lnTo>
                    <a:pt x="2117" y="9607"/>
                  </a:lnTo>
                  <a:lnTo>
                    <a:pt x="2242" y="9665"/>
                  </a:lnTo>
                  <a:lnTo>
                    <a:pt x="2366" y="9703"/>
                  </a:lnTo>
                  <a:lnTo>
                    <a:pt x="2481" y="9732"/>
                  </a:lnTo>
                  <a:lnTo>
                    <a:pt x="2586" y="9741"/>
                  </a:lnTo>
                  <a:lnTo>
                    <a:pt x="2692" y="9741"/>
                  </a:lnTo>
                  <a:lnTo>
                    <a:pt x="2797" y="9722"/>
                  </a:lnTo>
                  <a:lnTo>
                    <a:pt x="2893" y="9684"/>
                  </a:lnTo>
                  <a:lnTo>
                    <a:pt x="2979" y="9626"/>
                  </a:lnTo>
                  <a:lnTo>
                    <a:pt x="3247" y="9416"/>
                  </a:lnTo>
                  <a:lnTo>
                    <a:pt x="3506" y="9186"/>
                  </a:lnTo>
                  <a:lnTo>
                    <a:pt x="3745" y="8946"/>
                  </a:lnTo>
                  <a:lnTo>
                    <a:pt x="3975" y="8688"/>
                  </a:lnTo>
                  <a:lnTo>
                    <a:pt x="4186" y="8420"/>
                  </a:lnTo>
                  <a:lnTo>
                    <a:pt x="4387" y="8132"/>
                  </a:lnTo>
                  <a:lnTo>
                    <a:pt x="4579" y="7845"/>
                  </a:lnTo>
                  <a:lnTo>
                    <a:pt x="4751" y="7548"/>
                  </a:lnTo>
                  <a:lnTo>
                    <a:pt x="4914" y="7251"/>
                  </a:lnTo>
                  <a:lnTo>
                    <a:pt x="5067" y="6945"/>
                  </a:lnTo>
                  <a:lnTo>
                    <a:pt x="5211" y="6638"/>
                  </a:lnTo>
                  <a:lnTo>
                    <a:pt x="5345" y="6332"/>
                  </a:lnTo>
                  <a:lnTo>
                    <a:pt x="5460" y="6015"/>
                  </a:lnTo>
                  <a:lnTo>
                    <a:pt x="5575" y="5709"/>
                  </a:lnTo>
                  <a:lnTo>
                    <a:pt x="5670" y="5412"/>
                  </a:lnTo>
                  <a:lnTo>
                    <a:pt x="5766" y="5115"/>
                  </a:lnTo>
                  <a:lnTo>
                    <a:pt x="5852" y="4818"/>
                  </a:lnTo>
                  <a:lnTo>
                    <a:pt x="5920" y="4531"/>
                  </a:lnTo>
                  <a:lnTo>
                    <a:pt x="6054" y="3994"/>
                  </a:lnTo>
                  <a:lnTo>
                    <a:pt x="6149" y="3506"/>
                  </a:lnTo>
                  <a:lnTo>
                    <a:pt x="6226" y="3075"/>
                  </a:lnTo>
                  <a:lnTo>
                    <a:pt x="6274" y="2730"/>
                  </a:lnTo>
                  <a:lnTo>
                    <a:pt x="6303" y="2462"/>
                  </a:lnTo>
                  <a:lnTo>
                    <a:pt x="6331" y="2232"/>
                  </a:lnTo>
                  <a:lnTo>
                    <a:pt x="6341" y="2146"/>
                  </a:lnTo>
                  <a:lnTo>
                    <a:pt x="6341" y="2069"/>
                  </a:lnTo>
                  <a:lnTo>
                    <a:pt x="6341" y="1993"/>
                  </a:lnTo>
                  <a:lnTo>
                    <a:pt x="6331" y="1916"/>
                  </a:lnTo>
                  <a:lnTo>
                    <a:pt x="6312" y="1849"/>
                  </a:lnTo>
                  <a:lnTo>
                    <a:pt x="6293" y="1772"/>
                  </a:lnTo>
                  <a:lnTo>
                    <a:pt x="6264" y="1705"/>
                  </a:lnTo>
                  <a:lnTo>
                    <a:pt x="6226" y="1638"/>
                  </a:lnTo>
                  <a:lnTo>
                    <a:pt x="6188" y="1571"/>
                  </a:lnTo>
                  <a:lnTo>
                    <a:pt x="6140" y="1514"/>
                  </a:lnTo>
                  <a:lnTo>
                    <a:pt x="6034" y="1389"/>
                  </a:lnTo>
                  <a:lnTo>
                    <a:pt x="5910" y="1284"/>
                  </a:lnTo>
                  <a:lnTo>
                    <a:pt x="5766" y="1178"/>
                  </a:lnTo>
                  <a:lnTo>
                    <a:pt x="5594" y="1083"/>
                  </a:lnTo>
                  <a:lnTo>
                    <a:pt x="5421" y="987"/>
                  </a:lnTo>
                  <a:lnTo>
                    <a:pt x="5220" y="910"/>
                  </a:lnTo>
                  <a:lnTo>
                    <a:pt x="5019" y="824"/>
                  </a:lnTo>
                  <a:lnTo>
                    <a:pt x="4799" y="757"/>
                  </a:lnTo>
                  <a:lnTo>
                    <a:pt x="4569" y="690"/>
                  </a:lnTo>
                  <a:lnTo>
                    <a:pt x="4339" y="623"/>
                  </a:lnTo>
                  <a:lnTo>
                    <a:pt x="4090" y="565"/>
                  </a:lnTo>
                  <a:lnTo>
                    <a:pt x="3592" y="470"/>
                  </a:lnTo>
                  <a:lnTo>
                    <a:pt x="3084" y="374"/>
                  </a:lnTo>
                  <a:lnTo>
                    <a:pt x="2586" y="307"/>
                  </a:lnTo>
                  <a:lnTo>
                    <a:pt x="2098" y="240"/>
                  </a:lnTo>
                  <a:lnTo>
                    <a:pt x="1217" y="134"/>
                  </a:lnTo>
                  <a:lnTo>
                    <a:pt x="853" y="87"/>
                  </a:lnTo>
                  <a:lnTo>
                    <a:pt x="546" y="39"/>
                  </a:lnTo>
                  <a:lnTo>
                    <a:pt x="316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6"/>
            <p:cNvSpPr/>
            <p:nvPr/>
          </p:nvSpPr>
          <p:spPr>
            <a:xfrm>
              <a:off x="4182618" y="1985800"/>
              <a:ext cx="505378" cy="302694"/>
            </a:xfrm>
            <a:custGeom>
              <a:avLst/>
              <a:gdLst/>
              <a:ahLst/>
              <a:cxnLst/>
              <a:rect l="l" t="t" r="r" b="b"/>
              <a:pathLst>
                <a:path w="14235" h="8526" extrusionOk="0">
                  <a:moveTo>
                    <a:pt x="4800" y="1"/>
                  </a:moveTo>
                  <a:lnTo>
                    <a:pt x="4646" y="10"/>
                  </a:lnTo>
                  <a:lnTo>
                    <a:pt x="4484" y="20"/>
                  </a:lnTo>
                  <a:lnTo>
                    <a:pt x="4302" y="49"/>
                  </a:lnTo>
                  <a:lnTo>
                    <a:pt x="4129" y="87"/>
                  </a:lnTo>
                  <a:lnTo>
                    <a:pt x="3957" y="125"/>
                  </a:lnTo>
                  <a:lnTo>
                    <a:pt x="3784" y="164"/>
                  </a:lnTo>
                  <a:lnTo>
                    <a:pt x="3621" y="221"/>
                  </a:lnTo>
                  <a:lnTo>
                    <a:pt x="3459" y="279"/>
                  </a:lnTo>
                  <a:lnTo>
                    <a:pt x="3305" y="336"/>
                  </a:lnTo>
                  <a:lnTo>
                    <a:pt x="3152" y="403"/>
                  </a:lnTo>
                  <a:lnTo>
                    <a:pt x="2999" y="480"/>
                  </a:lnTo>
                  <a:lnTo>
                    <a:pt x="2855" y="556"/>
                  </a:lnTo>
                  <a:lnTo>
                    <a:pt x="2712" y="643"/>
                  </a:lnTo>
                  <a:lnTo>
                    <a:pt x="2568" y="729"/>
                  </a:lnTo>
                  <a:lnTo>
                    <a:pt x="2434" y="825"/>
                  </a:lnTo>
                  <a:lnTo>
                    <a:pt x="2309" y="920"/>
                  </a:lnTo>
                  <a:lnTo>
                    <a:pt x="2051" y="1131"/>
                  </a:lnTo>
                  <a:lnTo>
                    <a:pt x="1811" y="1361"/>
                  </a:lnTo>
                  <a:lnTo>
                    <a:pt x="1591" y="1600"/>
                  </a:lnTo>
                  <a:lnTo>
                    <a:pt x="1380" y="1849"/>
                  </a:lnTo>
                  <a:lnTo>
                    <a:pt x="1189" y="2118"/>
                  </a:lnTo>
                  <a:lnTo>
                    <a:pt x="1007" y="2395"/>
                  </a:lnTo>
                  <a:lnTo>
                    <a:pt x="844" y="2683"/>
                  </a:lnTo>
                  <a:lnTo>
                    <a:pt x="691" y="2980"/>
                  </a:lnTo>
                  <a:lnTo>
                    <a:pt x="557" y="3286"/>
                  </a:lnTo>
                  <a:lnTo>
                    <a:pt x="442" y="3593"/>
                  </a:lnTo>
                  <a:lnTo>
                    <a:pt x="336" y="3909"/>
                  </a:lnTo>
                  <a:lnTo>
                    <a:pt x="240" y="4225"/>
                  </a:lnTo>
                  <a:lnTo>
                    <a:pt x="164" y="4551"/>
                  </a:lnTo>
                  <a:lnTo>
                    <a:pt x="106" y="4876"/>
                  </a:lnTo>
                  <a:lnTo>
                    <a:pt x="58" y="5192"/>
                  </a:lnTo>
                  <a:lnTo>
                    <a:pt x="20" y="5518"/>
                  </a:lnTo>
                  <a:lnTo>
                    <a:pt x="1" y="5834"/>
                  </a:lnTo>
                  <a:lnTo>
                    <a:pt x="1" y="6150"/>
                  </a:lnTo>
                  <a:lnTo>
                    <a:pt x="11" y="6457"/>
                  </a:lnTo>
                  <a:lnTo>
                    <a:pt x="39" y="6763"/>
                  </a:lnTo>
                  <a:lnTo>
                    <a:pt x="78" y="7050"/>
                  </a:lnTo>
                  <a:lnTo>
                    <a:pt x="135" y="7338"/>
                  </a:lnTo>
                  <a:lnTo>
                    <a:pt x="202" y="7616"/>
                  </a:lnTo>
                  <a:lnTo>
                    <a:pt x="288" y="7884"/>
                  </a:lnTo>
                  <a:lnTo>
                    <a:pt x="394" y="8133"/>
                  </a:lnTo>
                  <a:lnTo>
                    <a:pt x="432" y="8229"/>
                  </a:lnTo>
                  <a:lnTo>
                    <a:pt x="489" y="8305"/>
                  </a:lnTo>
                  <a:lnTo>
                    <a:pt x="547" y="8372"/>
                  </a:lnTo>
                  <a:lnTo>
                    <a:pt x="604" y="8430"/>
                  </a:lnTo>
                  <a:lnTo>
                    <a:pt x="662" y="8468"/>
                  </a:lnTo>
                  <a:lnTo>
                    <a:pt x="729" y="8497"/>
                  </a:lnTo>
                  <a:lnTo>
                    <a:pt x="806" y="8516"/>
                  </a:lnTo>
                  <a:lnTo>
                    <a:pt x="882" y="8525"/>
                  </a:lnTo>
                  <a:lnTo>
                    <a:pt x="959" y="8525"/>
                  </a:lnTo>
                  <a:lnTo>
                    <a:pt x="1045" y="8516"/>
                  </a:lnTo>
                  <a:lnTo>
                    <a:pt x="1131" y="8487"/>
                  </a:lnTo>
                  <a:lnTo>
                    <a:pt x="1217" y="8458"/>
                  </a:lnTo>
                  <a:lnTo>
                    <a:pt x="1313" y="8420"/>
                  </a:lnTo>
                  <a:lnTo>
                    <a:pt x="1409" y="8372"/>
                  </a:lnTo>
                  <a:lnTo>
                    <a:pt x="1610" y="8257"/>
                  </a:lnTo>
                  <a:lnTo>
                    <a:pt x="1830" y="8114"/>
                  </a:lnTo>
                  <a:lnTo>
                    <a:pt x="2051" y="7951"/>
                  </a:lnTo>
                  <a:lnTo>
                    <a:pt x="2290" y="7759"/>
                  </a:lnTo>
                  <a:lnTo>
                    <a:pt x="2539" y="7558"/>
                  </a:lnTo>
                  <a:lnTo>
                    <a:pt x="3066" y="7127"/>
                  </a:lnTo>
                  <a:lnTo>
                    <a:pt x="3621" y="6667"/>
                  </a:lnTo>
                  <a:lnTo>
                    <a:pt x="3909" y="6447"/>
                  </a:lnTo>
                  <a:lnTo>
                    <a:pt x="4196" y="6227"/>
                  </a:lnTo>
                  <a:lnTo>
                    <a:pt x="4493" y="6016"/>
                  </a:lnTo>
                  <a:lnTo>
                    <a:pt x="4800" y="5824"/>
                  </a:lnTo>
                  <a:lnTo>
                    <a:pt x="5106" y="5642"/>
                  </a:lnTo>
                  <a:lnTo>
                    <a:pt x="5413" y="5489"/>
                  </a:lnTo>
                  <a:lnTo>
                    <a:pt x="5566" y="5422"/>
                  </a:lnTo>
                  <a:lnTo>
                    <a:pt x="5729" y="5355"/>
                  </a:lnTo>
                  <a:lnTo>
                    <a:pt x="5882" y="5298"/>
                  </a:lnTo>
                  <a:lnTo>
                    <a:pt x="6035" y="5250"/>
                  </a:lnTo>
                  <a:lnTo>
                    <a:pt x="6198" y="5211"/>
                  </a:lnTo>
                  <a:lnTo>
                    <a:pt x="6351" y="5183"/>
                  </a:lnTo>
                  <a:lnTo>
                    <a:pt x="6514" y="5154"/>
                  </a:lnTo>
                  <a:lnTo>
                    <a:pt x="6667" y="5144"/>
                  </a:lnTo>
                  <a:lnTo>
                    <a:pt x="6983" y="5144"/>
                  </a:lnTo>
                  <a:lnTo>
                    <a:pt x="7137" y="5164"/>
                  </a:lnTo>
                  <a:lnTo>
                    <a:pt x="7290" y="5192"/>
                  </a:lnTo>
                  <a:lnTo>
                    <a:pt x="7443" y="5231"/>
                  </a:lnTo>
                  <a:lnTo>
                    <a:pt x="7596" y="5288"/>
                  </a:lnTo>
                  <a:lnTo>
                    <a:pt x="7750" y="5355"/>
                  </a:lnTo>
                  <a:lnTo>
                    <a:pt x="7903" y="5432"/>
                  </a:lnTo>
                  <a:lnTo>
                    <a:pt x="8056" y="5527"/>
                  </a:lnTo>
                  <a:lnTo>
                    <a:pt x="8209" y="5633"/>
                  </a:lnTo>
                  <a:lnTo>
                    <a:pt x="8363" y="5748"/>
                  </a:lnTo>
                  <a:lnTo>
                    <a:pt x="8506" y="5882"/>
                  </a:lnTo>
                  <a:lnTo>
                    <a:pt x="8765" y="6121"/>
                  </a:lnTo>
                  <a:lnTo>
                    <a:pt x="9014" y="6322"/>
                  </a:lnTo>
                  <a:lnTo>
                    <a:pt x="9263" y="6504"/>
                  </a:lnTo>
                  <a:lnTo>
                    <a:pt x="9502" y="6667"/>
                  </a:lnTo>
                  <a:lnTo>
                    <a:pt x="9742" y="6801"/>
                  </a:lnTo>
                  <a:lnTo>
                    <a:pt x="9981" y="6916"/>
                  </a:lnTo>
                  <a:lnTo>
                    <a:pt x="10211" y="7003"/>
                  </a:lnTo>
                  <a:lnTo>
                    <a:pt x="10441" y="7079"/>
                  </a:lnTo>
                  <a:lnTo>
                    <a:pt x="10661" y="7127"/>
                  </a:lnTo>
                  <a:lnTo>
                    <a:pt x="10882" y="7165"/>
                  </a:lnTo>
                  <a:lnTo>
                    <a:pt x="11102" y="7175"/>
                  </a:lnTo>
                  <a:lnTo>
                    <a:pt x="11303" y="7175"/>
                  </a:lnTo>
                  <a:lnTo>
                    <a:pt x="11514" y="7156"/>
                  </a:lnTo>
                  <a:lnTo>
                    <a:pt x="11705" y="7127"/>
                  </a:lnTo>
                  <a:lnTo>
                    <a:pt x="11897" y="7079"/>
                  </a:lnTo>
                  <a:lnTo>
                    <a:pt x="12089" y="7022"/>
                  </a:lnTo>
                  <a:lnTo>
                    <a:pt x="12271" y="6945"/>
                  </a:lnTo>
                  <a:lnTo>
                    <a:pt x="12443" y="6859"/>
                  </a:lnTo>
                  <a:lnTo>
                    <a:pt x="12606" y="6763"/>
                  </a:lnTo>
                  <a:lnTo>
                    <a:pt x="12769" y="6658"/>
                  </a:lnTo>
                  <a:lnTo>
                    <a:pt x="12922" y="6543"/>
                  </a:lnTo>
                  <a:lnTo>
                    <a:pt x="13065" y="6418"/>
                  </a:lnTo>
                  <a:lnTo>
                    <a:pt x="13200" y="6294"/>
                  </a:lnTo>
                  <a:lnTo>
                    <a:pt x="13324" y="6150"/>
                  </a:lnTo>
                  <a:lnTo>
                    <a:pt x="13449" y="6016"/>
                  </a:lnTo>
                  <a:lnTo>
                    <a:pt x="13564" y="5863"/>
                  </a:lnTo>
                  <a:lnTo>
                    <a:pt x="13669" y="5709"/>
                  </a:lnTo>
                  <a:lnTo>
                    <a:pt x="13765" y="5556"/>
                  </a:lnTo>
                  <a:lnTo>
                    <a:pt x="13851" y="5403"/>
                  </a:lnTo>
                  <a:lnTo>
                    <a:pt x="13928" y="5240"/>
                  </a:lnTo>
                  <a:lnTo>
                    <a:pt x="13995" y="5077"/>
                  </a:lnTo>
                  <a:lnTo>
                    <a:pt x="14052" y="4924"/>
                  </a:lnTo>
                  <a:lnTo>
                    <a:pt x="14100" y="4742"/>
                  </a:lnTo>
                  <a:lnTo>
                    <a:pt x="14148" y="4531"/>
                  </a:lnTo>
                  <a:lnTo>
                    <a:pt x="14196" y="4292"/>
                  </a:lnTo>
                  <a:lnTo>
                    <a:pt x="14224" y="4033"/>
                  </a:lnTo>
                  <a:lnTo>
                    <a:pt x="14234" y="3765"/>
                  </a:lnTo>
                  <a:lnTo>
                    <a:pt x="14234" y="3478"/>
                  </a:lnTo>
                  <a:lnTo>
                    <a:pt x="14224" y="3334"/>
                  </a:lnTo>
                  <a:lnTo>
                    <a:pt x="14205" y="3190"/>
                  </a:lnTo>
                  <a:lnTo>
                    <a:pt x="14177" y="3047"/>
                  </a:lnTo>
                  <a:lnTo>
                    <a:pt x="14148" y="2903"/>
                  </a:lnTo>
                  <a:lnTo>
                    <a:pt x="14110" y="2759"/>
                  </a:lnTo>
                  <a:lnTo>
                    <a:pt x="14071" y="2616"/>
                  </a:lnTo>
                  <a:lnTo>
                    <a:pt x="14014" y="2472"/>
                  </a:lnTo>
                  <a:lnTo>
                    <a:pt x="13956" y="2338"/>
                  </a:lnTo>
                  <a:lnTo>
                    <a:pt x="13880" y="2204"/>
                  </a:lnTo>
                  <a:lnTo>
                    <a:pt x="13803" y="2070"/>
                  </a:lnTo>
                  <a:lnTo>
                    <a:pt x="13707" y="1945"/>
                  </a:lnTo>
                  <a:lnTo>
                    <a:pt x="13602" y="1830"/>
                  </a:lnTo>
                  <a:lnTo>
                    <a:pt x="13497" y="1715"/>
                  </a:lnTo>
                  <a:lnTo>
                    <a:pt x="13372" y="1610"/>
                  </a:lnTo>
                  <a:lnTo>
                    <a:pt x="13228" y="1514"/>
                  </a:lnTo>
                  <a:lnTo>
                    <a:pt x="13085" y="1418"/>
                  </a:lnTo>
                  <a:lnTo>
                    <a:pt x="12922" y="1332"/>
                  </a:lnTo>
                  <a:lnTo>
                    <a:pt x="12749" y="1265"/>
                  </a:lnTo>
                  <a:lnTo>
                    <a:pt x="12558" y="1198"/>
                  </a:lnTo>
                  <a:lnTo>
                    <a:pt x="12357" y="1141"/>
                  </a:lnTo>
                  <a:lnTo>
                    <a:pt x="12280" y="1131"/>
                  </a:lnTo>
                  <a:lnTo>
                    <a:pt x="12203" y="1122"/>
                  </a:lnTo>
                  <a:lnTo>
                    <a:pt x="12041" y="1122"/>
                  </a:lnTo>
                  <a:lnTo>
                    <a:pt x="11887" y="1150"/>
                  </a:lnTo>
                  <a:lnTo>
                    <a:pt x="11715" y="1189"/>
                  </a:lnTo>
                  <a:lnTo>
                    <a:pt x="11543" y="1246"/>
                  </a:lnTo>
                  <a:lnTo>
                    <a:pt x="11351" y="1304"/>
                  </a:lnTo>
                  <a:lnTo>
                    <a:pt x="11150" y="1371"/>
                  </a:lnTo>
                  <a:lnTo>
                    <a:pt x="10939" y="1438"/>
                  </a:lnTo>
                  <a:lnTo>
                    <a:pt x="10700" y="1505"/>
                  </a:lnTo>
                  <a:lnTo>
                    <a:pt x="10451" y="1562"/>
                  </a:lnTo>
                  <a:lnTo>
                    <a:pt x="10173" y="1610"/>
                  </a:lnTo>
                  <a:lnTo>
                    <a:pt x="9866" y="1639"/>
                  </a:lnTo>
                  <a:lnTo>
                    <a:pt x="9704" y="1639"/>
                  </a:lnTo>
                  <a:lnTo>
                    <a:pt x="9541" y="1648"/>
                  </a:lnTo>
                  <a:lnTo>
                    <a:pt x="9368" y="1639"/>
                  </a:lnTo>
                  <a:lnTo>
                    <a:pt x="9186" y="1629"/>
                  </a:lnTo>
                  <a:lnTo>
                    <a:pt x="8995" y="1610"/>
                  </a:lnTo>
                  <a:lnTo>
                    <a:pt x="8803" y="1591"/>
                  </a:lnTo>
                  <a:lnTo>
                    <a:pt x="8593" y="1553"/>
                  </a:lnTo>
                  <a:lnTo>
                    <a:pt x="8382" y="1514"/>
                  </a:lnTo>
                  <a:lnTo>
                    <a:pt x="8296" y="1495"/>
                  </a:lnTo>
                  <a:lnTo>
                    <a:pt x="8209" y="1466"/>
                  </a:lnTo>
                  <a:lnTo>
                    <a:pt x="8037" y="1390"/>
                  </a:lnTo>
                  <a:lnTo>
                    <a:pt x="7845" y="1284"/>
                  </a:lnTo>
                  <a:lnTo>
                    <a:pt x="7644" y="1169"/>
                  </a:lnTo>
                  <a:lnTo>
                    <a:pt x="7223" y="901"/>
                  </a:lnTo>
                  <a:lnTo>
                    <a:pt x="6993" y="758"/>
                  </a:lnTo>
                  <a:lnTo>
                    <a:pt x="6754" y="614"/>
                  </a:lnTo>
                  <a:lnTo>
                    <a:pt x="6504" y="480"/>
                  </a:lnTo>
                  <a:lnTo>
                    <a:pt x="6246" y="346"/>
                  </a:lnTo>
                  <a:lnTo>
                    <a:pt x="5978" y="231"/>
                  </a:lnTo>
                  <a:lnTo>
                    <a:pt x="5844" y="183"/>
                  </a:lnTo>
                  <a:lnTo>
                    <a:pt x="5700" y="135"/>
                  </a:lnTo>
                  <a:lnTo>
                    <a:pt x="5556" y="97"/>
                  </a:lnTo>
                  <a:lnTo>
                    <a:pt x="5413" y="58"/>
                  </a:lnTo>
                  <a:lnTo>
                    <a:pt x="5259" y="30"/>
                  </a:lnTo>
                  <a:lnTo>
                    <a:pt x="5116" y="10"/>
                  </a:lnTo>
                  <a:lnTo>
                    <a:pt x="49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6"/>
            <p:cNvSpPr/>
            <p:nvPr/>
          </p:nvSpPr>
          <p:spPr>
            <a:xfrm>
              <a:off x="4517219" y="2289124"/>
              <a:ext cx="35751" cy="87088"/>
            </a:xfrm>
            <a:custGeom>
              <a:avLst/>
              <a:gdLst/>
              <a:ahLst/>
              <a:cxnLst/>
              <a:rect l="l" t="t" r="r" b="b"/>
              <a:pathLst>
                <a:path w="1007" h="2453" extrusionOk="0">
                  <a:moveTo>
                    <a:pt x="1007" y="1"/>
                  </a:moveTo>
                  <a:lnTo>
                    <a:pt x="30" y="1907"/>
                  </a:lnTo>
                  <a:lnTo>
                    <a:pt x="10" y="1974"/>
                  </a:lnTo>
                  <a:lnTo>
                    <a:pt x="1" y="2041"/>
                  </a:lnTo>
                  <a:lnTo>
                    <a:pt x="1" y="2108"/>
                  </a:lnTo>
                  <a:lnTo>
                    <a:pt x="20" y="2175"/>
                  </a:lnTo>
                  <a:lnTo>
                    <a:pt x="49" y="2232"/>
                  </a:lnTo>
                  <a:lnTo>
                    <a:pt x="97" y="2290"/>
                  </a:lnTo>
                  <a:lnTo>
                    <a:pt x="144" y="2338"/>
                  </a:lnTo>
                  <a:lnTo>
                    <a:pt x="202" y="2366"/>
                  </a:lnTo>
                  <a:lnTo>
                    <a:pt x="326" y="2414"/>
                  </a:lnTo>
                  <a:lnTo>
                    <a:pt x="451" y="2443"/>
                  </a:lnTo>
                  <a:lnTo>
                    <a:pt x="499" y="2453"/>
                  </a:lnTo>
                  <a:lnTo>
                    <a:pt x="547" y="2453"/>
                  </a:lnTo>
                  <a:lnTo>
                    <a:pt x="643" y="2443"/>
                  </a:lnTo>
                  <a:lnTo>
                    <a:pt x="729" y="2405"/>
                  </a:lnTo>
                  <a:lnTo>
                    <a:pt x="805" y="2357"/>
                  </a:lnTo>
                  <a:lnTo>
                    <a:pt x="882" y="2290"/>
                  </a:lnTo>
                  <a:lnTo>
                    <a:pt x="930" y="2213"/>
                  </a:lnTo>
                  <a:lnTo>
                    <a:pt x="968" y="2127"/>
                  </a:lnTo>
                  <a:lnTo>
                    <a:pt x="987" y="2031"/>
                  </a:lnTo>
                  <a:lnTo>
                    <a:pt x="100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6"/>
            <p:cNvSpPr/>
            <p:nvPr/>
          </p:nvSpPr>
          <p:spPr>
            <a:xfrm>
              <a:off x="4495457" y="2269066"/>
              <a:ext cx="20804" cy="32343"/>
            </a:xfrm>
            <a:custGeom>
              <a:avLst/>
              <a:gdLst/>
              <a:ahLst/>
              <a:cxnLst/>
              <a:rect l="l" t="t" r="r" b="b"/>
              <a:pathLst>
                <a:path w="586" h="911" extrusionOk="0">
                  <a:moveTo>
                    <a:pt x="441" y="0"/>
                  </a:moveTo>
                  <a:lnTo>
                    <a:pt x="384" y="10"/>
                  </a:lnTo>
                  <a:lnTo>
                    <a:pt x="326" y="29"/>
                  </a:lnTo>
                  <a:lnTo>
                    <a:pt x="279" y="77"/>
                  </a:lnTo>
                  <a:lnTo>
                    <a:pt x="221" y="125"/>
                  </a:lnTo>
                  <a:lnTo>
                    <a:pt x="164" y="192"/>
                  </a:lnTo>
                  <a:lnTo>
                    <a:pt x="116" y="269"/>
                  </a:lnTo>
                  <a:lnTo>
                    <a:pt x="68" y="364"/>
                  </a:lnTo>
                  <a:lnTo>
                    <a:pt x="39" y="451"/>
                  </a:lnTo>
                  <a:lnTo>
                    <a:pt x="10" y="537"/>
                  </a:lnTo>
                  <a:lnTo>
                    <a:pt x="1" y="623"/>
                  </a:lnTo>
                  <a:lnTo>
                    <a:pt x="1" y="700"/>
                  </a:lnTo>
                  <a:lnTo>
                    <a:pt x="1" y="767"/>
                  </a:lnTo>
                  <a:lnTo>
                    <a:pt x="20" y="824"/>
                  </a:lnTo>
                  <a:lnTo>
                    <a:pt x="49" y="872"/>
                  </a:lnTo>
                  <a:lnTo>
                    <a:pt x="97" y="901"/>
                  </a:lnTo>
                  <a:lnTo>
                    <a:pt x="144" y="910"/>
                  </a:lnTo>
                  <a:lnTo>
                    <a:pt x="192" y="901"/>
                  </a:lnTo>
                  <a:lnTo>
                    <a:pt x="250" y="882"/>
                  </a:lnTo>
                  <a:lnTo>
                    <a:pt x="307" y="843"/>
                  </a:lnTo>
                  <a:lnTo>
                    <a:pt x="355" y="786"/>
                  </a:lnTo>
                  <a:lnTo>
                    <a:pt x="413" y="719"/>
                  </a:lnTo>
                  <a:lnTo>
                    <a:pt x="461" y="642"/>
                  </a:lnTo>
                  <a:lnTo>
                    <a:pt x="508" y="556"/>
                  </a:lnTo>
                  <a:lnTo>
                    <a:pt x="537" y="460"/>
                  </a:lnTo>
                  <a:lnTo>
                    <a:pt x="566" y="374"/>
                  </a:lnTo>
                  <a:lnTo>
                    <a:pt x="576" y="288"/>
                  </a:lnTo>
                  <a:lnTo>
                    <a:pt x="585" y="211"/>
                  </a:lnTo>
                  <a:lnTo>
                    <a:pt x="576" y="144"/>
                  </a:lnTo>
                  <a:lnTo>
                    <a:pt x="556" y="87"/>
                  </a:lnTo>
                  <a:lnTo>
                    <a:pt x="528" y="39"/>
                  </a:lnTo>
                  <a:lnTo>
                    <a:pt x="489" y="10"/>
                  </a:lnTo>
                  <a:lnTo>
                    <a:pt x="4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6"/>
            <p:cNvSpPr/>
            <p:nvPr/>
          </p:nvSpPr>
          <p:spPr>
            <a:xfrm>
              <a:off x="4493433" y="2231647"/>
              <a:ext cx="39798" cy="18745"/>
            </a:xfrm>
            <a:custGeom>
              <a:avLst/>
              <a:gdLst/>
              <a:ahLst/>
              <a:cxnLst/>
              <a:rect l="l" t="t" r="r" b="b"/>
              <a:pathLst>
                <a:path w="1121" h="528" extrusionOk="0">
                  <a:moveTo>
                    <a:pt x="403" y="1"/>
                  </a:moveTo>
                  <a:lnTo>
                    <a:pt x="307" y="10"/>
                  </a:lnTo>
                  <a:lnTo>
                    <a:pt x="221" y="30"/>
                  </a:lnTo>
                  <a:lnTo>
                    <a:pt x="134" y="68"/>
                  </a:lnTo>
                  <a:lnTo>
                    <a:pt x="96" y="97"/>
                  </a:lnTo>
                  <a:lnTo>
                    <a:pt x="67" y="125"/>
                  </a:lnTo>
                  <a:lnTo>
                    <a:pt x="0" y="192"/>
                  </a:lnTo>
                  <a:lnTo>
                    <a:pt x="163" y="250"/>
                  </a:lnTo>
                  <a:lnTo>
                    <a:pt x="297" y="307"/>
                  </a:lnTo>
                  <a:lnTo>
                    <a:pt x="537" y="394"/>
                  </a:lnTo>
                  <a:lnTo>
                    <a:pt x="671" y="432"/>
                  </a:lnTo>
                  <a:lnTo>
                    <a:pt x="805" y="470"/>
                  </a:lnTo>
                  <a:lnTo>
                    <a:pt x="949" y="509"/>
                  </a:lnTo>
                  <a:lnTo>
                    <a:pt x="1121" y="528"/>
                  </a:lnTo>
                  <a:lnTo>
                    <a:pt x="1102" y="441"/>
                  </a:lnTo>
                  <a:lnTo>
                    <a:pt x="1064" y="355"/>
                  </a:lnTo>
                  <a:lnTo>
                    <a:pt x="1016" y="288"/>
                  </a:lnTo>
                  <a:lnTo>
                    <a:pt x="958" y="221"/>
                  </a:lnTo>
                  <a:lnTo>
                    <a:pt x="891" y="164"/>
                  </a:lnTo>
                  <a:lnTo>
                    <a:pt x="824" y="116"/>
                  </a:lnTo>
                  <a:lnTo>
                    <a:pt x="747" y="68"/>
                  </a:lnTo>
                  <a:lnTo>
                    <a:pt x="661" y="39"/>
                  </a:lnTo>
                  <a:lnTo>
                    <a:pt x="575" y="10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6"/>
            <p:cNvSpPr/>
            <p:nvPr/>
          </p:nvSpPr>
          <p:spPr>
            <a:xfrm>
              <a:off x="4192168" y="2071500"/>
              <a:ext cx="302339" cy="282280"/>
            </a:xfrm>
            <a:custGeom>
              <a:avLst/>
              <a:gdLst/>
              <a:ahLst/>
              <a:cxnLst/>
              <a:rect l="l" t="t" r="r" b="b"/>
              <a:pathLst>
                <a:path w="8516" h="7951" extrusionOk="0">
                  <a:moveTo>
                    <a:pt x="4828" y="1"/>
                  </a:moveTo>
                  <a:lnTo>
                    <a:pt x="4569" y="10"/>
                  </a:lnTo>
                  <a:lnTo>
                    <a:pt x="4320" y="20"/>
                  </a:lnTo>
                  <a:lnTo>
                    <a:pt x="4080" y="29"/>
                  </a:lnTo>
                  <a:lnTo>
                    <a:pt x="3630" y="77"/>
                  </a:lnTo>
                  <a:lnTo>
                    <a:pt x="3218" y="135"/>
                  </a:lnTo>
                  <a:lnTo>
                    <a:pt x="2854" y="192"/>
                  </a:lnTo>
                  <a:lnTo>
                    <a:pt x="2567" y="259"/>
                  </a:lnTo>
                  <a:lnTo>
                    <a:pt x="2337" y="307"/>
                  </a:lnTo>
                  <a:lnTo>
                    <a:pt x="2146" y="355"/>
                  </a:lnTo>
                  <a:lnTo>
                    <a:pt x="1964" y="566"/>
                  </a:lnTo>
                  <a:lnTo>
                    <a:pt x="1763" y="815"/>
                  </a:lnTo>
                  <a:lnTo>
                    <a:pt x="1504" y="1150"/>
                  </a:lnTo>
                  <a:lnTo>
                    <a:pt x="1226" y="1543"/>
                  </a:lnTo>
                  <a:lnTo>
                    <a:pt x="1082" y="1763"/>
                  </a:lnTo>
                  <a:lnTo>
                    <a:pt x="939" y="2002"/>
                  </a:lnTo>
                  <a:lnTo>
                    <a:pt x="795" y="2251"/>
                  </a:lnTo>
                  <a:lnTo>
                    <a:pt x="651" y="2510"/>
                  </a:lnTo>
                  <a:lnTo>
                    <a:pt x="517" y="2778"/>
                  </a:lnTo>
                  <a:lnTo>
                    <a:pt x="402" y="3056"/>
                  </a:lnTo>
                  <a:lnTo>
                    <a:pt x="288" y="3343"/>
                  </a:lnTo>
                  <a:lnTo>
                    <a:pt x="192" y="3631"/>
                  </a:lnTo>
                  <a:lnTo>
                    <a:pt x="115" y="3928"/>
                  </a:lnTo>
                  <a:lnTo>
                    <a:pt x="48" y="4225"/>
                  </a:lnTo>
                  <a:lnTo>
                    <a:pt x="10" y="4521"/>
                  </a:lnTo>
                  <a:lnTo>
                    <a:pt x="0" y="4665"/>
                  </a:lnTo>
                  <a:lnTo>
                    <a:pt x="0" y="4818"/>
                  </a:lnTo>
                  <a:lnTo>
                    <a:pt x="0" y="4972"/>
                  </a:lnTo>
                  <a:lnTo>
                    <a:pt x="10" y="5115"/>
                  </a:lnTo>
                  <a:lnTo>
                    <a:pt x="29" y="5269"/>
                  </a:lnTo>
                  <a:lnTo>
                    <a:pt x="48" y="5412"/>
                  </a:lnTo>
                  <a:lnTo>
                    <a:pt x="77" y="5556"/>
                  </a:lnTo>
                  <a:lnTo>
                    <a:pt x="115" y="5709"/>
                  </a:lnTo>
                  <a:lnTo>
                    <a:pt x="163" y="5853"/>
                  </a:lnTo>
                  <a:lnTo>
                    <a:pt x="220" y="5996"/>
                  </a:lnTo>
                  <a:lnTo>
                    <a:pt x="288" y="6131"/>
                  </a:lnTo>
                  <a:lnTo>
                    <a:pt x="364" y="6274"/>
                  </a:lnTo>
                  <a:lnTo>
                    <a:pt x="441" y="6408"/>
                  </a:lnTo>
                  <a:lnTo>
                    <a:pt x="537" y="6542"/>
                  </a:lnTo>
                  <a:lnTo>
                    <a:pt x="642" y="6677"/>
                  </a:lnTo>
                  <a:lnTo>
                    <a:pt x="757" y="6811"/>
                  </a:lnTo>
                  <a:lnTo>
                    <a:pt x="881" y="6945"/>
                  </a:lnTo>
                  <a:lnTo>
                    <a:pt x="1015" y="7069"/>
                  </a:lnTo>
                  <a:lnTo>
                    <a:pt x="1159" y="7184"/>
                  </a:lnTo>
                  <a:lnTo>
                    <a:pt x="1322" y="7309"/>
                  </a:lnTo>
                  <a:lnTo>
                    <a:pt x="1494" y="7424"/>
                  </a:lnTo>
                  <a:lnTo>
                    <a:pt x="1676" y="7539"/>
                  </a:lnTo>
                  <a:lnTo>
                    <a:pt x="1916" y="7673"/>
                  </a:lnTo>
                  <a:lnTo>
                    <a:pt x="2146" y="7768"/>
                  </a:lnTo>
                  <a:lnTo>
                    <a:pt x="2366" y="7855"/>
                  </a:lnTo>
                  <a:lnTo>
                    <a:pt x="2577" y="7903"/>
                  </a:lnTo>
                  <a:lnTo>
                    <a:pt x="2778" y="7941"/>
                  </a:lnTo>
                  <a:lnTo>
                    <a:pt x="2979" y="7950"/>
                  </a:lnTo>
                  <a:lnTo>
                    <a:pt x="3161" y="7941"/>
                  </a:lnTo>
                  <a:lnTo>
                    <a:pt x="3343" y="7922"/>
                  </a:lnTo>
                  <a:lnTo>
                    <a:pt x="3515" y="7874"/>
                  </a:lnTo>
                  <a:lnTo>
                    <a:pt x="3678" y="7816"/>
                  </a:lnTo>
                  <a:lnTo>
                    <a:pt x="3831" y="7740"/>
                  </a:lnTo>
                  <a:lnTo>
                    <a:pt x="3985" y="7644"/>
                  </a:lnTo>
                  <a:lnTo>
                    <a:pt x="4119" y="7548"/>
                  </a:lnTo>
                  <a:lnTo>
                    <a:pt x="4253" y="7433"/>
                  </a:lnTo>
                  <a:lnTo>
                    <a:pt x="4377" y="7309"/>
                  </a:lnTo>
                  <a:lnTo>
                    <a:pt x="4502" y="7175"/>
                  </a:lnTo>
                  <a:lnTo>
                    <a:pt x="4607" y="7031"/>
                  </a:lnTo>
                  <a:lnTo>
                    <a:pt x="4713" y="6887"/>
                  </a:lnTo>
                  <a:lnTo>
                    <a:pt x="4808" y="6734"/>
                  </a:lnTo>
                  <a:lnTo>
                    <a:pt x="4895" y="6581"/>
                  </a:lnTo>
                  <a:lnTo>
                    <a:pt x="4971" y="6418"/>
                  </a:lnTo>
                  <a:lnTo>
                    <a:pt x="5048" y="6255"/>
                  </a:lnTo>
                  <a:lnTo>
                    <a:pt x="5115" y="6092"/>
                  </a:lnTo>
                  <a:lnTo>
                    <a:pt x="5172" y="5929"/>
                  </a:lnTo>
                  <a:lnTo>
                    <a:pt x="5230" y="5767"/>
                  </a:lnTo>
                  <a:lnTo>
                    <a:pt x="5278" y="5604"/>
                  </a:lnTo>
                  <a:lnTo>
                    <a:pt x="5345" y="5307"/>
                  </a:lnTo>
                  <a:lnTo>
                    <a:pt x="5393" y="5029"/>
                  </a:lnTo>
                  <a:lnTo>
                    <a:pt x="5412" y="4780"/>
                  </a:lnTo>
                  <a:lnTo>
                    <a:pt x="5431" y="4579"/>
                  </a:lnTo>
                  <a:lnTo>
                    <a:pt x="5460" y="4387"/>
                  </a:lnTo>
                  <a:lnTo>
                    <a:pt x="5508" y="4196"/>
                  </a:lnTo>
                  <a:lnTo>
                    <a:pt x="5565" y="4014"/>
                  </a:lnTo>
                  <a:lnTo>
                    <a:pt x="5642" y="3841"/>
                  </a:lnTo>
                  <a:lnTo>
                    <a:pt x="5728" y="3679"/>
                  </a:lnTo>
                  <a:lnTo>
                    <a:pt x="5814" y="3516"/>
                  </a:lnTo>
                  <a:lnTo>
                    <a:pt x="5919" y="3363"/>
                  </a:lnTo>
                  <a:lnTo>
                    <a:pt x="6034" y="3219"/>
                  </a:lnTo>
                  <a:lnTo>
                    <a:pt x="6149" y="3085"/>
                  </a:lnTo>
                  <a:lnTo>
                    <a:pt x="6274" y="2951"/>
                  </a:lnTo>
                  <a:lnTo>
                    <a:pt x="6408" y="2826"/>
                  </a:lnTo>
                  <a:lnTo>
                    <a:pt x="6542" y="2711"/>
                  </a:lnTo>
                  <a:lnTo>
                    <a:pt x="6676" y="2596"/>
                  </a:lnTo>
                  <a:lnTo>
                    <a:pt x="6820" y="2500"/>
                  </a:lnTo>
                  <a:lnTo>
                    <a:pt x="6954" y="2395"/>
                  </a:lnTo>
                  <a:lnTo>
                    <a:pt x="7241" y="2223"/>
                  </a:lnTo>
                  <a:lnTo>
                    <a:pt x="7509" y="2069"/>
                  </a:lnTo>
                  <a:lnTo>
                    <a:pt x="7758" y="1945"/>
                  </a:lnTo>
                  <a:lnTo>
                    <a:pt x="7979" y="1840"/>
                  </a:lnTo>
                  <a:lnTo>
                    <a:pt x="8170" y="1763"/>
                  </a:lnTo>
                  <a:lnTo>
                    <a:pt x="8314" y="1715"/>
                  </a:lnTo>
                  <a:lnTo>
                    <a:pt x="8448" y="1667"/>
                  </a:lnTo>
                  <a:lnTo>
                    <a:pt x="8515" y="1370"/>
                  </a:lnTo>
                  <a:lnTo>
                    <a:pt x="8410" y="1265"/>
                  </a:lnTo>
                  <a:lnTo>
                    <a:pt x="8314" y="1169"/>
                  </a:lnTo>
                  <a:lnTo>
                    <a:pt x="8103" y="987"/>
                  </a:lnTo>
                  <a:lnTo>
                    <a:pt x="7883" y="815"/>
                  </a:lnTo>
                  <a:lnTo>
                    <a:pt x="7653" y="671"/>
                  </a:lnTo>
                  <a:lnTo>
                    <a:pt x="7414" y="537"/>
                  </a:lnTo>
                  <a:lnTo>
                    <a:pt x="7174" y="432"/>
                  </a:lnTo>
                  <a:lnTo>
                    <a:pt x="6916" y="326"/>
                  </a:lnTo>
                  <a:lnTo>
                    <a:pt x="6657" y="250"/>
                  </a:lnTo>
                  <a:lnTo>
                    <a:pt x="6398" y="173"/>
                  </a:lnTo>
                  <a:lnTo>
                    <a:pt x="6140" y="125"/>
                  </a:lnTo>
                  <a:lnTo>
                    <a:pt x="5872" y="77"/>
                  </a:lnTo>
                  <a:lnTo>
                    <a:pt x="5603" y="48"/>
                  </a:lnTo>
                  <a:lnTo>
                    <a:pt x="5345" y="20"/>
                  </a:lnTo>
                  <a:lnTo>
                    <a:pt x="5077" y="10"/>
                  </a:lnTo>
                  <a:lnTo>
                    <a:pt x="48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6"/>
            <p:cNvSpPr/>
            <p:nvPr/>
          </p:nvSpPr>
          <p:spPr>
            <a:xfrm>
              <a:off x="4192168" y="2071500"/>
              <a:ext cx="302339" cy="282280"/>
            </a:xfrm>
            <a:custGeom>
              <a:avLst/>
              <a:gdLst/>
              <a:ahLst/>
              <a:cxnLst/>
              <a:rect l="l" t="t" r="r" b="b"/>
              <a:pathLst>
                <a:path w="8516" h="7951" fill="none" extrusionOk="0">
                  <a:moveTo>
                    <a:pt x="8448" y="1667"/>
                  </a:moveTo>
                  <a:lnTo>
                    <a:pt x="8448" y="1667"/>
                  </a:lnTo>
                  <a:lnTo>
                    <a:pt x="8314" y="1715"/>
                  </a:lnTo>
                  <a:lnTo>
                    <a:pt x="8170" y="1763"/>
                  </a:lnTo>
                  <a:lnTo>
                    <a:pt x="7979" y="1840"/>
                  </a:lnTo>
                  <a:lnTo>
                    <a:pt x="7758" y="1945"/>
                  </a:lnTo>
                  <a:lnTo>
                    <a:pt x="7509" y="2069"/>
                  </a:lnTo>
                  <a:lnTo>
                    <a:pt x="7241" y="2223"/>
                  </a:lnTo>
                  <a:lnTo>
                    <a:pt x="6954" y="2395"/>
                  </a:lnTo>
                  <a:lnTo>
                    <a:pt x="6820" y="2500"/>
                  </a:lnTo>
                  <a:lnTo>
                    <a:pt x="6676" y="2596"/>
                  </a:lnTo>
                  <a:lnTo>
                    <a:pt x="6542" y="2711"/>
                  </a:lnTo>
                  <a:lnTo>
                    <a:pt x="6408" y="2826"/>
                  </a:lnTo>
                  <a:lnTo>
                    <a:pt x="6274" y="2951"/>
                  </a:lnTo>
                  <a:lnTo>
                    <a:pt x="6149" y="3085"/>
                  </a:lnTo>
                  <a:lnTo>
                    <a:pt x="6034" y="3219"/>
                  </a:lnTo>
                  <a:lnTo>
                    <a:pt x="5919" y="3363"/>
                  </a:lnTo>
                  <a:lnTo>
                    <a:pt x="5814" y="3516"/>
                  </a:lnTo>
                  <a:lnTo>
                    <a:pt x="5728" y="3679"/>
                  </a:lnTo>
                  <a:lnTo>
                    <a:pt x="5642" y="3841"/>
                  </a:lnTo>
                  <a:lnTo>
                    <a:pt x="5565" y="4014"/>
                  </a:lnTo>
                  <a:lnTo>
                    <a:pt x="5508" y="4196"/>
                  </a:lnTo>
                  <a:lnTo>
                    <a:pt x="5460" y="4387"/>
                  </a:lnTo>
                  <a:lnTo>
                    <a:pt x="5431" y="4579"/>
                  </a:lnTo>
                  <a:lnTo>
                    <a:pt x="5412" y="4780"/>
                  </a:lnTo>
                  <a:lnTo>
                    <a:pt x="5412" y="4780"/>
                  </a:lnTo>
                  <a:lnTo>
                    <a:pt x="5393" y="5029"/>
                  </a:lnTo>
                  <a:lnTo>
                    <a:pt x="5345" y="5307"/>
                  </a:lnTo>
                  <a:lnTo>
                    <a:pt x="5278" y="5604"/>
                  </a:lnTo>
                  <a:lnTo>
                    <a:pt x="5230" y="5767"/>
                  </a:lnTo>
                  <a:lnTo>
                    <a:pt x="5172" y="5929"/>
                  </a:lnTo>
                  <a:lnTo>
                    <a:pt x="5115" y="6092"/>
                  </a:lnTo>
                  <a:lnTo>
                    <a:pt x="5048" y="6255"/>
                  </a:lnTo>
                  <a:lnTo>
                    <a:pt x="4971" y="6418"/>
                  </a:lnTo>
                  <a:lnTo>
                    <a:pt x="4895" y="6581"/>
                  </a:lnTo>
                  <a:lnTo>
                    <a:pt x="4808" y="6734"/>
                  </a:lnTo>
                  <a:lnTo>
                    <a:pt x="4713" y="6887"/>
                  </a:lnTo>
                  <a:lnTo>
                    <a:pt x="4607" y="7031"/>
                  </a:lnTo>
                  <a:lnTo>
                    <a:pt x="4502" y="7175"/>
                  </a:lnTo>
                  <a:lnTo>
                    <a:pt x="4377" y="7309"/>
                  </a:lnTo>
                  <a:lnTo>
                    <a:pt x="4253" y="7433"/>
                  </a:lnTo>
                  <a:lnTo>
                    <a:pt x="4119" y="7548"/>
                  </a:lnTo>
                  <a:lnTo>
                    <a:pt x="3985" y="7644"/>
                  </a:lnTo>
                  <a:lnTo>
                    <a:pt x="3831" y="7740"/>
                  </a:lnTo>
                  <a:lnTo>
                    <a:pt x="3678" y="7816"/>
                  </a:lnTo>
                  <a:lnTo>
                    <a:pt x="3515" y="7874"/>
                  </a:lnTo>
                  <a:lnTo>
                    <a:pt x="3343" y="7922"/>
                  </a:lnTo>
                  <a:lnTo>
                    <a:pt x="3161" y="7941"/>
                  </a:lnTo>
                  <a:lnTo>
                    <a:pt x="2979" y="7950"/>
                  </a:lnTo>
                  <a:lnTo>
                    <a:pt x="2778" y="7941"/>
                  </a:lnTo>
                  <a:lnTo>
                    <a:pt x="2577" y="7903"/>
                  </a:lnTo>
                  <a:lnTo>
                    <a:pt x="2366" y="7855"/>
                  </a:lnTo>
                  <a:lnTo>
                    <a:pt x="2146" y="7768"/>
                  </a:lnTo>
                  <a:lnTo>
                    <a:pt x="1916" y="7673"/>
                  </a:lnTo>
                  <a:lnTo>
                    <a:pt x="1676" y="7539"/>
                  </a:lnTo>
                  <a:lnTo>
                    <a:pt x="1676" y="7539"/>
                  </a:lnTo>
                  <a:lnTo>
                    <a:pt x="1494" y="7424"/>
                  </a:lnTo>
                  <a:lnTo>
                    <a:pt x="1322" y="7309"/>
                  </a:lnTo>
                  <a:lnTo>
                    <a:pt x="1159" y="7184"/>
                  </a:lnTo>
                  <a:lnTo>
                    <a:pt x="1015" y="7069"/>
                  </a:lnTo>
                  <a:lnTo>
                    <a:pt x="881" y="6945"/>
                  </a:lnTo>
                  <a:lnTo>
                    <a:pt x="757" y="6811"/>
                  </a:lnTo>
                  <a:lnTo>
                    <a:pt x="642" y="6677"/>
                  </a:lnTo>
                  <a:lnTo>
                    <a:pt x="537" y="6542"/>
                  </a:lnTo>
                  <a:lnTo>
                    <a:pt x="441" y="6408"/>
                  </a:lnTo>
                  <a:lnTo>
                    <a:pt x="364" y="6274"/>
                  </a:lnTo>
                  <a:lnTo>
                    <a:pt x="288" y="6131"/>
                  </a:lnTo>
                  <a:lnTo>
                    <a:pt x="220" y="5996"/>
                  </a:lnTo>
                  <a:lnTo>
                    <a:pt x="163" y="5853"/>
                  </a:lnTo>
                  <a:lnTo>
                    <a:pt x="115" y="5709"/>
                  </a:lnTo>
                  <a:lnTo>
                    <a:pt x="77" y="5556"/>
                  </a:lnTo>
                  <a:lnTo>
                    <a:pt x="48" y="5412"/>
                  </a:lnTo>
                  <a:lnTo>
                    <a:pt x="29" y="5269"/>
                  </a:lnTo>
                  <a:lnTo>
                    <a:pt x="10" y="5115"/>
                  </a:lnTo>
                  <a:lnTo>
                    <a:pt x="0" y="4972"/>
                  </a:lnTo>
                  <a:lnTo>
                    <a:pt x="0" y="4818"/>
                  </a:lnTo>
                  <a:lnTo>
                    <a:pt x="0" y="4665"/>
                  </a:lnTo>
                  <a:lnTo>
                    <a:pt x="10" y="4521"/>
                  </a:lnTo>
                  <a:lnTo>
                    <a:pt x="48" y="4225"/>
                  </a:lnTo>
                  <a:lnTo>
                    <a:pt x="115" y="3928"/>
                  </a:lnTo>
                  <a:lnTo>
                    <a:pt x="192" y="3631"/>
                  </a:lnTo>
                  <a:lnTo>
                    <a:pt x="288" y="3343"/>
                  </a:lnTo>
                  <a:lnTo>
                    <a:pt x="402" y="3056"/>
                  </a:lnTo>
                  <a:lnTo>
                    <a:pt x="517" y="2778"/>
                  </a:lnTo>
                  <a:lnTo>
                    <a:pt x="651" y="2510"/>
                  </a:lnTo>
                  <a:lnTo>
                    <a:pt x="795" y="2251"/>
                  </a:lnTo>
                  <a:lnTo>
                    <a:pt x="939" y="2002"/>
                  </a:lnTo>
                  <a:lnTo>
                    <a:pt x="1082" y="1763"/>
                  </a:lnTo>
                  <a:lnTo>
                    <a:pt x="1226" y="1543"/>
                  </a:lnTo>
                  <a:lnTo>
                    <a:pt x="1504" y="1150"/>
                  </a:lnTo>
                  <a:lnTo>
                    <a:pt x="1763" y="815"/>
                  </a:lnTo>
                  <a:lnTo>
                    <a:pt x="1964" y="566"/>
                  </a:lnTo>
                  <a:lnTo>
                    <a:pt x="2146" y="355"/>
                  </a:lnTo>
                  <a:lnTo>
                    <a:pt x="2146" y="355"/>
                  </a:lnTo>
                  <a:lnTo>
                    <a:pt x="2337" y="307"/>
                  </a:lnTo>
                  <a:lnTo>
                    <a:pt x="2567" y="259"/>
                  </a:lnTo>
                  <a:lnTo>
                    <a:pt x="2854" y="192"/>
                  </a:lnTo>
                  <a:lnTo>
                    <a:pt x="3218" y="135"/>
                  </a:lnTo>
                  <a:lnTo>
                    <a:pt x="3630" y="77"/>
                  </a:lnTo>
                  <a:lnTo>
                    <a:pt x="4080" y="29"/>
                  </a:lnTo>
                  <a:lnTo>
                    <a:pt x="4320" y="20"/>
                  </a:lnTo>
                  <a:lnTo>
                    <a:pt x="4569" y="10"/>
                  </a:lnTo>
                  <a:lnTo>
                    <a:pt x="4828" y="1"/>
                  </a:lnTo>
                  <a:lnTo>
                    <a:pt x="5077" y="10"/>
                  </a:lnTo>
                  <a:lnTo>
                    <a:pt x="5345" y="20"/>
                  </a:lnTo>
                  <a:lnTo>
                    <a:pt x="5603" y="48"/>
                  </a:lnTo>
                  <a:lnTo>
                    <a:pt x="5872" y="77"/>
                  </a:lnTo>
                  <a:lnTo>
                    <a:pt x="6140" y="125"/>
                  </a:lnTo>
                  <a:lnTo>
                    <a:pt x="6398" y="173"/>
                  </a:lnTo>
                  <a:lnTo>
                    <a:pt x="6657" y="250"/>
                  </a:lnTo>
                  <a:lnTo>
                    <a:pt x="6916" y="326"/>
                  </a:lnTo>
                  <a:lnTo>
                    <a:pt x="7174" y="432"/>
                  </a:lnTo>
                  <a:lnTo>
                    <a:pt x="7414" y="537"/>
                  </a:lnTo>
                  <a:lnTo>
                    <a:pt x="7653" y="671"/>
                  </a:lnTo>
                  <a:lnTo>
                    <a:pt x="7883" y="815"/>
                  </a:lnTo>
                  <a:lnTo>
                    <a:pt x="8103" y="987"/>
                  </a:lnTo>
                  <a:lnTo>
                    <a:pt x="8314" y="1169"/>
                  </a:lnTo>
                  <a:lnTo>
                    <a:pt x="8410" y="1265"/>
                  </a:lnTo>
                  <a:lnTo>
                    <a:pt x="8515" y="137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6"/>
            <p:cNvSpPr/>
            <p:nvPr/>
          </p:nvSpPr>
          <p:spPr>
            <a:xfrm>
              <a:off x="4351286" y="2191211"/>
              <a:ext cx="65999" cy="113253"/>
            </a:xfrm>
            <a:custGeom>
              <a:avLst/>
              <a:gdLst/>
              <a:ahLst/>
              <a:cxnLst/>
              <a:rect l="l" t="t" r="r" b="b"/>
              <a:pathLst>
                <a:path w="1859" h="3190" extrusionOk="0">
                  <a:moveTo>
                    <a:pt x="1188" y="0"/>
                  </a:moveTo>
                  <a:lnTo>
                    <a:pt x="1093" y="19"/>
                  </a:lnTo>
                  <a:lnTo>
                    <a:pt x="987" y="48"/>
                  </a:lnTo>
                  <a:lnTo>
                    <a:pt x="891" y="86"/>
                  </a:lnTo>
                  <a:lnTo>
                    <a:pt x="796" y="134"/>
                  </a:lnTo>
                  <a:lnTo>
                    <a:pt x="690" y="211"/>
                  </a:lnTo>
                  <a:lnTo>
                    <a:pt x="595" y="287"/>
                  </a:lnTo>
                  <a:lnTo>
                    <a:pt x="499" y="393"/>
                  </a:lnTo>
                  <a:lnTo>
                    <a:pt x="403" y="508"/>
                  </a:lnTo>
                  <a:lnTo>
                    <a:pt x="317" y="642"/>
                  </a:lnTo>
                  <a:lnTo>
                    <a:pt x="240" y="795"/>
                  </a:lnTo>
                  <a:lnTo>
                    <a:pt x="164" y="967"/>
                  </a:lnTo>
                  <a:lnTo>
                    <a:pt x="96" y="1159"/>
                  </a:lnTo>
                  <a:lnTo>
                    <a:pt x="39" y="1370"/>
                  </a:lnTo>
                  <a:lnTo>
                    <a:pt x="10" y="1523"/>
                  </a:lnTo>
                  <a:lnTo>
                    <a:pt x="1" y="1676"/>
                  </a:lnTo>
                  <a:lnTo>
                    <a:pt x="1" y="1830"/>
                  </a:lnTo>
                  <a:lnTo>
                    <a:pt x="20" y="1983"/>
                  </a:lnTo>
                  <a:lnTo>
                    <a:pt x="49" y="2126"/>
                  </a:lnTo>
                  <a:lnTo>
                    <a:pt x="87" y="2270"/>
                  </a:lnTo>
                  <a:lnTo>
                    <a:pt x="135" y="2404"/>
                  </a:lnTo>
                  <a:lnTo>
                    <a:pt x="183" y="2538"/>
                  </a:lnTo>
                  <a:lnTo>
                    <a:pt x="250" y="2653"/>
                  </a:lnTo>
                  <a:lnTo>
                    <a:pt x="317" y="2768"/>
                  </a:lnTo>
                  <a:lnTo>
                    <a:pt x="393" y="2874"/>
                  </a:lnTo>
                  <a:lnTo>
                    <a:pt x="460" y="2960"/>
                  </a:lnTo>
                  <a:lnTo>
                    <a:pt x="547" y="3036"/>
                  </a:lnTo>
                  <a:lnTo>
                    <a:pt x="623" y="3103"/>
                  </a:lnTo>
                  <a:lnTo>
                    <a:pt x="700" y="3151"/>
                  </a:lnTo>
                  <a:lnTo>
                    <a:pt x="777" y="3180"/>
                  </a:lnTo>
                  <a:lnTo>
                    <a:pt x="853" y="3190"/>
                  </a:lnTo>
                  <a:lnTo>
                    <a:pt x="930" y="3190"/>
                  </a:lnTo>
                  <a:lnTo>
                    <a:pt x="997" y="3161"/>
                  </a:lnTo>
                  <a:lnTo>
                    <a:pt x="1064" y="3123"/>
                  </a:lnTo>
                  <a:lnTo>
                    <a:pt x="1131" y="3075"/>
                  </a:lnTo>
                  <a:lnTo>
                    <a:pt x="1198" y="3008"/>
                  </a:lnTo>
                  <a:lnTo>
                    <a:pt x="1255" y="2921"/>
                  </a:lnTo>
                  <a:lnTo>
                    <a:pt x="1313" y="2826"/>
                  </a:lnTo>
                  <a:lnTo>
                    <a:pt x="1370" y="2720"/>
                  </a:lnTo>
                  <a:lnTo>
                    <a:pt x="1428" y="2605"/>
                  </a:lnTo>
                  <a:lnTo>
                    <a:pt x="1533" y="2347"/>
                  </a:lnTo>
                  <a:lnTo>
                    <a:pt x="1639" y="2069"/>
                  </a:lnTo>
                  <a:lnTo>
                    <a:pt x="1734" y="1762"/>
                  </a:lnTo>
                  <a:lnTo>
                    <a:pt x="1773" y="1600"/>
                  </a:lnTo>
                  <a:lnTo>
                    <a:pt x="1811" y="1446"/>
                  </a:lnTo>
                  <a:lnTo>
                    <a:pt x="1830" y="1303"/>
                  </a:lnTo>
                  <a:lnTo>
                    <a:pt x="1849" y="1149"/>
                  </a:lnTo>
                  <a:lnTo>
                    <a:pt x="1859" y="1015"/>
                  </a:lnTo>
                  <a:lnTo>
                    <a:pt x="1859" y="881"/>
                  </a:lnTo>
                  <a:lnTo>
                    <a:pt x="1849" y="747"/>
                  </a:lnTo>
                  <a:lnTo>
                    <a:pt x="1840" y="623"/>
                  </a:lnTo>
                  <a:lnTo>
                    <a:pt x="1811" y="517"/>
                  </a:lnTo>
                  <a:lnTo>
                    <a:pt x="1782" y="412"/>
                  </a:lnTo>
                  <a:lnTo>
                    <a:pt x="1744" y="316"/>
                  </a:lnTo>
                  <a:lnTo>
                    <a:pt x="1696" y="230"/>
                  </a:lnTo>
                  <a:lnTo>
                    <a:pt x="1648" y="163"/>
                  </a:lnTo>
                  <a:lnTo>
                    <a:pt x="1581" y="105"/>
                  </a:lnTo>
                  <a:lnTo>
                    <a:pt x="1514" y="58"/>
                  </a:lnTo>
                  <a:lnTo>
                    <a:pt x="1447" y="29"/>
                  </a:lnTo>
                  <a:lnTo>
                    <a:pt x="1361" y="10"/>
                  </a:lnTo>
                  <a:lnTo>
                    <a:pt x="1275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6"/>
            <p:cNvSpPr/>
            <p:nvPr/>
          </p:nvSpPr>
          <p:spPr>
            <a:xfrm>
              <a:off x="4401272" y="2145308"/>
              <a:ext cx="55455" cy="109170"/>
            </a:xfrm>
            <a:custGeom>
              <a:avLst/>
              <a:gdLst/>
              <a:ahLst/>
              <a:cxnLst/>
              <a:rect l="l" t="t" r="r" b="b"/>
              <a:pathLst>
                <a:path w="1562" h="3075" extrusionOk="0">
                  <a:moveTo>
                    <a:pt x="1514" y="0"/>
                  </a:moveTo>
                  <a:lnTo>
                    <a:pt x="1390" y="10"/>
                  </a:lnTo>
                  <a:lnTo>
                    <a:pt x="1294" y="19"/>
                  </a:lnTo>
                  <a:lnTo>
                    <a:pt x="1188" y="48"/>
                  </a:lnTo>
                  <a:lnTo>
                    <a:pt x="1083" y="77"/>
                  </a:lnTo>
                  <a:lnTo>
                    <a:pt x="958" y="115"/>
                  </a:lnTo>
                  <a:lnTo>
                    <a:pt x="834" y="172"/>
                  </a:lnTo>
                  <a:lnTo>
                    <a:pt x="700" y="239"/>
                  </a:lnTo>
                  <a:lnTo>
                    <a:pt x="575" y="326"/>
                  </a:lnTo>
                  <a:lnTo>
                    <a:pt x="441" y="441"/>
                  </a:lnTo>
                  <a:lnTo>
                    <a:pt x="326" y="565"/>
                  </a:lnTo>
                  <a:lnTo>
                    <a:pt x="211" y="718"/>
                  </a:lnTo>
                  <a:lnTo>
                    <a:pt x="154" y="795"/>
                  </a:lnTo>
                  <a:lnTo>
                    <a:pt x="106" y="891"/>
                  </a:lnTo>
                  <a:lnTo>
                    <a:pt x="58" y="987"/>
                  </a:lnTo>
                  <a:lnTo>
                    <a:pt x="10" y="1092"/>
                  </a:lnTo>
                  <a:lnTo>
                    <a:pt x="1" y="1379"/>
                  </a:lnTo>
                  <a:lnTo>
                    <a:pt x="1" y="1676"/>
                  </a:lnTo>
                  <a:lnTo>
                    <a:pt x="10" y="2021"/>
                  </a:lnTo>
                  <a:lnTo>
                    <a:pt x="29" y="2375"/>
                  </a:lnTo>
                  <a:lnTo>
                    <a:pt x="49" y="2538"/>
                  </a:lnTo>
                  <a:lnTo>
                    <a:pt x="68" y="2691"/>
                  </a:lnTo>
                  <a:lnTo>
                    <a:pt x="96" y="2826"/>
                  </a:lnTo>
                  <a:lnTo>
                    <a:pt x="135" y="2941"/>
                  </a:lnTo>
                  <a:lnTo>
                    <a:pt x="173" y="3017"/>
                  </a:lnTo>
                  <a:lnTo>
                    <a:pt x="202" y="3046"/>
                  </a:lnTo>
                  <a:lnTo>
                    <a:pt x="231" y="3075"/>
                  </a:lnTo>
                  <a:lnTo>
                    <a:pt x="259" y="3075"/>
                  </a:lnTo>
                  <a:lnTo>
                    <a:pt x="288" y="3065"/>
                  </a:lnTo>
                  <a:lnTo>
                    <a:pt x="326" y="3036"/>
                  </a:lnTo>
                  <a:lnTo>
                    <a:pt x="374" y="2988"/>
                  </a:lnTo>
                  <a:lnTo>
                    <a:pt x="460" y="2845"/>
                  </a:lnTo>
                  <a:lnTo>
                    <a:pt x="566" y="2663"/>
                  </a:lnTo>
                  <a:lnTo>
                    <a:pt x="671" y="2433"/>
                  </a:lnTo>
                  <a:lnTo>
                    <a:pt x="786" y="2174"/>
                  </a:lnTo>
                  <a:lnTo>
                    <a:pt x="1006" y="1600"/>
                  </a:lnTo>
                  <a:lnTo>
                    <a:pt x="1217" y="1015"/>
                  </a:lnTo>
                  <a:lnTo>
                    <a:pt x="1399" y="508"/>
                  </a:lnTo>
                  <a:lnTo>
                    <a:pt x="156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6"/>
            <p:cNvSpPr/>
            <p:nvPr/>
          </p:nvSpPr>
          <p:spPr>
            <a:xfrm>
              <a:off x="4969826" y="2855300"/>
              <a:ext cx="235666" cy="113928"/>
            </a:xfrm>
            <a:custGeom>
              <a:avLst/>
              <a:gdLst/>
              <a:ahLst/>
              <a:cxnLst/>
              <a:rect l="l" t="t" r="r" b="b"/>
              <a:pathLst>
                <a:path w="6638" h="3209" extrusionOk="0">
                  <a:moveTo>
                    <a:pt x="3190" y="0"/>
                  </a:moveTo>
                  <a:lnTo>
                    <a:pt x="3113" y="10"/>
                  </a:lnTo>
                  <a:lnTo>
                    <a:pt x="3037" y="48"/>
                  </a:lnTo>
                  <a:lnTo>
                    <a:pt x="2912" y="115"/>
                  </a:lnTo>
                  <a:lnTo>
                    <a:pt x="2519" y="335"/>
                  </a:lnTo>
                  <a:lnTo>
                    <a:pt x="1466" y="968"/>
                  </a:lnTo>
                  <a:lnTo>
                    <a:pt x="0" y="1849"/>
                  </a:lnTo>
                  <a:lnTo>
                    <a:pt x="326" y="3046"/>
                  </a:lnTo>
                  <a:lnTo>
                    <a:pt x="680" y="3094"/>
                  </a:lnTo>
                  <a:lnTo>
                    <a:pt x="1073" y="3132"/>
                  </a:lnTo>
                  <a:lnTo>
                    <a:pt x="1542" y="3170"/>
                  </a:lnTo>
                  <a:lnTo>
                    <a:pt x="2040" y="3199"/>
                  </a:lnTo>
                  <a:lnTo>
                    <a:pt x="2289" y="3199"/>
                  </a:lnTo>
                  <a:lnTo>
                    <a:pt x="2538" y="3209"/>
                  </a:lnTo>
                  <a:lnTo>
                    <a:pt x="2768" y="3199"/>
                  </a:lnTo>
                  <a:lnTo>
                    <a:pt x="2979" y="3180"/>
                  </a:lnTo>
                  <a:lnTo>
                    <a:pt x="3161" y="3161"/>
                  </a:lnTo>
                  <a:lnTo>
                    <a:pt x="3324" y="3123"/>
                  </a:lnTo>
                  <a:lnTo>
                    <a:pt x="3650" y="3046"/>
                  </a:lnTo>
                  <a:lnTo>
                    <a:pt x="4052" y="2950"/>
                  </a:lnTo>
                  <a:lnTo>
                    <a:pt x="4981" y="2759"/>
                  </a:lnTo>
                  <a:lnTo>
                    <a:pt x="5450" y="2653"/>
                  </a:lnTo>
                  <a:lnTo>
                    <a:pt x="5881" y="2538"/>
                  </a:lnTo>
                  <a:lnTo>
                    <a:pt x="6082" y="2481"/>
                  </a:lnTo>
                  <a:lnTo>
                    <a:pt x="6255" y="2414"/>
                  </a:lnTo>
                  <a:lnTo>
                    <a:pt x="6408" y="2356"/>
                  </a:lnTo>
                  <a:lnTo>
                    <a:pt x="6533" y="2289"/>
                  </a:lnTo>
                  <a:lnTo>
                    <a:pt x="6561" y="2270"/>
                  </a:lnTo>
                  <a:lnTo>
                    <a:pt x="6590" y="2241"/>
                  </a:lnTo>
                  <a:lnTo>
                    <a:pt x="6619" y="2194"/>
                  </a:lnTo>
                  <a:lnTo>
                    <a:pt x="6638" y="2126"/>
                  </a:lnTo>
                  <a:lnTo>
                    <a:pt x="6638" y="2069"/>
                  </a:lnTo>
                  <a:lnTo>
                    <a:pt x="6619" y="2012"/>
                  </a:lnTo>
                  <a:lnTo>
                    <a:pt x="6580" y="1964"/>
                  </a:lnTo>
                  <a:lnTo>
                    <a:pt x="6533" y="1925"/>
                  </a:lnTo>
                  <a:lnTo>
                    <a:pt x="6494" y="1906"/>
                  </a:lnTo>
                  <a:lnTo>
                    <a:pt x="6465" y="1906"/>
                  </a:lnTo>
                  <a:lnTo>
                    <a:pt x="6092" y="1858"/>
                  </a:lnTo>
                  <a:lnTo>
                    <a:pt x="5603" y="1810"/>
                  </a:lnTo>
                  <a:lnTo>
                    <a:pt x="4473" y="1705"/>
                  </a:lnTo>
                  <a:lnTo>
                    <a:pt x="3927" y="1638"/>
                  </a:lnTo>
                  <a:lnTo>
                    <a:pt x="3678" y="1600"/>
                  </a:lnTo>
                  <a:lnTo>
                    <a:pt x="3458" y="1561"/>
                  </a:lnTo>
                  <a:lnTo>
                    <a:pt x="3276" y="1523"/>
                  </a:lnTo>
                  <a:lnTo>
                    <a:pt x="3132" y="1485"/>
                  </a:lnTo>
                  <a:lnTo>
                    <a:pt x="3075" y="1456"/>
                  </a:lnTo>
                  <a:lnTo>
                    <a:pt x="3027" y="1437"/>
                  </a:lnTo>
                  <a:lnTo>
                    <a:pt x="2998" y="1408"/>
                  </a:lnTo>
                  <a:lnTo>
                    <a:pt x="2989" y="1389"/>
                  </a:lnTo>
                  <a:lnTo>
                    <a:pt x="2979" y="1341"/>
                  </a:lnTo>
                  <a:lnTo>
                    <a:pt x="2989" y="1284"/>
                  </a:lnTo>
                  <a:lnTo>
                    <a:pt x="3017" y="1236"/>
                  </a:lnTo>
                  <a:lnTo>
                    <a:pt x="3056" y="1178"/>
                  </a:lnTo>
                  <a:lnTo>
                    <a:pt x="3113" y="1121"/>
                  </a:lnTo>
                  <a:lnTo>
                    <a:pt x="3180" y="1073"/>
                  </a:lnTo>
                  <a:lnTo>
                    <a:pt x="3343" y="958"/>
                  </a:lnTo>
                  <a:lnTo>
                    <a:pt x="3544" y="853"/>
                  </a:lnTo>
                  <a:lnTo>
                    <a:pt x="3755" y="747"/>
                  </a:lnTo>
                  <a:lnTo>
                    <a:pt x="3975" y="651"/>
                  </a:lnTo>
                  <a:lnTo>
                    <a:pt x="4176" y="565"/>
                  </a:lnTo>
                  <a:lnTo>
                    <a:pt x="4234" y="537"/>
                  </a:lnTo>
                  <a:lnTo>
                    <a:pt x="4272" y="489"/>
                  </a:lnTo>
                  <a:lnTo>
                    <a:pt x="4291" y="441"/>
                  </a:lnTo>
                  <a:lnTo>
                    <a:pt x="4301" y="383"/>
                  </a:lnTo>
                  <a:lnTo>
                    <a:pt x="4291" y="326"/>
                  </a:lnTo>
                  <a:lnTo>
                    <a:pt x="4263" y="278"/>
                  </a:lnTo>
                  <a:lnTo>
                    <a:pt x="4224" y="240"/>
                  </a:lnTo>
                  <a:lnTo>
                    <a:pt x="4167" y="211"/>
                  </a:lnTo>
                  <a:lnTo>
                    <a:pt x="3860" y="125"/>
                  </a:lnTo>
                  <a:lnTo>
                    <a:pt x="3554" y="48"/>
                  </a:lnTo>
                  <a:lnTo>
                    <a:pt x="3410" y="19"/>
                  </a:lnTo>
                  <a:lnTo>
                    <a:pt x="3286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6"/>
            <p:cNvSpPr/>
            <p:nvPr/>
          </p:nvSpPr>
          <p:spPr>
            <a:xfrm>
              <a:off x="4092516" y="2444194"/>
              <a:ext cx="542407" cy="686583"/>
            </a:xfrm>
            <a:custGeom>
              <a:avLst/>
              <a:gdLst/>
              <a:ahLst/>
              <a:cxnLst/>
              <a:rect l="l" t="t" r="r" b="b"/>
              <a:pathLst>
                <a:path w="15278" h="19339" extrusionOk="0">
                  <a:moveTo>
                    <a:pt x="4455" y="0"/>
                  </a:moveTo>
                  <a:lnTo>
                    <a:pt x="4301" y="10"/>
                  </a:lnTo>
                  <a:lnTo>
                    <a:pt x="4148" y="19"/>
                  </a:lnTo>
                  <a:lnTo>
                    <a:pt x="3995" y="29"/>
                  </a:lnTo>
                  <a:lnTo>
                    <a:pt x="3842" y="48"/>
                  </a:lnTo>
                  <a:lnTo>
                    <a:pt x="3688" y="77"/>
                  </a:lnTo>
                  <a:lnTo>
                    <a:pt x="3535" y="115"/>
                  </a:lnTo>
                  <a:lnTo>
                    <a:pt x="3382" y="153"/>
                  </a:lnTo>
                  <a:lnTo>
                    <a:pt x="3219" y="201"/>
                  </a:lnTo>
                  <a:lnTo>
                    <a:pt x="3066" y="259"/>
                  </a:lnTo>
                  <a:lnTo>
                    <a:pt x="2913" y="316"/>
                  </a:lnTo>
                  <a:lnTo>
                    <a:pt x="2750" y="383"/>
                  </a:lnTo>
                  <a:lnTo>
                    <a:pt x="2577" y="460"/>
                  </a:lnTo>
                  <a:lnTo>
                    <a:pt x="2443" y="527"/>
                  </a:lnTo>
                  <a:lnTo>
                    <a:pt x="2319" y="594"/>
                  </a:lnTo>
                  <a:lnTo>
                    <a:pt x="2194" y="671"/>
                  </a:lnTo>
                  <a:lnTo>
                    <a:pt x="2070" y="747"/>
                  </a:lnTo>
                  <a:lnTo>
                    <a:pt x="1849" y="910"/>
                  </a:lnTo>
                  <a:lnTo>
                    <a:pt x="1629" y="1102"/>
                  </a:lnTo>
                  <a:lnTo>
                    <a:pt x="1428" y="1303"/>
                  </a:lnTo>
                  <a:lnTo>
                    <a:pt x="1246" y="1523"/>
                  </a:lnTo>
                  <a:lnTo>
                    <a:pt x="1074" y="1753"/>
                  </a:lnTo>
                  <a:lnTo>
                    <a:pt x="920" y="2002"/>
                  </a:lnTo>
                  <a:lnTo>
                    <a:pt x="777" y="2261"/>
                  </a:lnTo>
                  <a:lnTo>
                    <a:pt x="652" y="2529"/>
                  </a:lnTo>
                  <a:lnTo>
                    <a:pt x="528" y="2816"/>
                  </a:lnTo>
                  <a:lnTo>
                    <a:pt x="432" y="3113"/>
                  </a:lnTo>
                  <a:lnTo>
                    <a:pt x="336" y="3420"/>
                  </a:lnTo>
                  <a:lnTo>
                    <a:pt x="259" y="3745"/>
                  </a:lnTo>
                  <a:lnTo>
                    <a:pt x="192" y="4071"/>
                  </a:lnTo>
                  <a:lnTo>
                    <a:pt x="135" y="4406"/>
                  </a:lnTo>
                  <a:lnTo>
                    <a:pt x="87" y="4761"/>
                  </a:lnTo>
                  <a:lnTo>
                    <a:pt x="49" y="5115"/>
                  </a:lnTo>
                  <a:lnTo>
                    <a:pt x="20" y="5469"/>
                  </a:lnTo>
                  <a:lnTo>
                    <a:pt x="10" y="5843"/>
                  </a:lnTo>
                  <a:lnTo>
                    <a:pt x="1" y="6216"/>
                  </a:lnTo>
                  <a:lnTo>
                    <a:pt x="1" y="6600"/>
                  </a:lnTo>
                  <a:lnTo>
                    <a:pt x="10" y="6983"/>
                  </a:lnTo>
                  <a:lnTo>
                    <a:pt x="39" y="7366"/>
                  </a:lnTo>
                  <a:lnTo>
                    <a:pt x="58" y="7758"/>
                  </a:lnTo>
                  <a:lnTo>
                    <a:pt x="97" y="8161"/>
                  </a:lnTo>
                  <a:lnTo>
                    <a:pt x="144" y="8553"/>
                  </a:lnTo>
                  <a:lnTo>
                    <a:pt x="192" y="8956"/>
                  </a:lnTo>
                  <a:lnTo>
                    <a:pt x="250" y="9358"/>
                  </a:lnTo>
                  <a:lnTo>
                    <a:pt x="307" y="9760"/>
                  </a:lnTo>
                  <a:lnTo>
                    <a:pt x="384" y="10163"/>
                  </a:lnTo>
                  <a:lnTo>
                    <a:pt x="451" y="10565"/>
                  </a:lnTo>
                  <a:lnTo>
                    <a:pt x="623" y="11360"/>
                  </a:lnTo>
                  <a:lnTo>
                    <a:pt x="805" y="12145"/>
                  </a:lnTo>
                  <a:lnTo>
                    <a:pt x="1006" y="12911"/>
                  </a:lnTo>
                  <a:lnTo>
                    <a:pt x="1217" y="13668"/>
                  </a:lnTo>
                  <a:lnTo>
                    <a:pt x="1437" y="14396"/>
                  </a:lnTo>
                  <a:lnTo>
                    <a:pt x="1667" y="15086"/>
                  </a:lnTo>
                  <a:lnTo>
                    <a:pt x="1897" y="15747"/>
                  </a:lnTo>
                  <a:lnTo>
                    <a:pt x="2137" y="16369"/>
                  </a:lnTo>
                  <a:lnTo>
                    <a:pt x="2376" y="16944"/>
                  </a:lnTo>
                  <a:lnTo>
                    <a:pt x="2606" y="17471"/>
                  </a:lnTo>
                  <a:lnTo>
                    <a:pt x="2826" y="17940"/>
                  </a:lnTo>
                  <a:lnTo>
                    <a:pt x="3047" y="18342"/>
                  </a:lnTo>
                  <a:lnTo>
                    <a:pt x="3248" y="18687"/>
                  </a:lnTo>
                  <a:lnTo>
                    <a:pt x="3344" y="18840"/>
                  </a:lnTo>
                  <a:lnTo>
                    <a:pt x="3439" y="18965"/>
                  </a:lnTo>
                  <a:lnTo>
                    <a:pt x="3526" y="19070"/>
                  </a:lnTo>
                  <a:lnTo>
                    <a:pt x="3612" y="19166"/>
                  </a:lnTo>
                  <a:lnTo>
                    <a:pt x="3688" y="19233"/>
                  </a:lnTo>
                  <a:lnTo>
                    <a:pt x="3765" y="19281"/>
                  </a:lnTo>
                  <a:lnTo>
                    <a:pt x="3851" y="19319"/>
                  </a:lnTo>
                  <a:lnTo>
                    <a:pt x="3947" y="19338"/>
                  </a:lnTo>
                  <a:lnTo>
                    <a:pt x="4052" y="19338"/>
                  </a:lnTo>
                  <a:lnTo>
                    <a:pt x="4167" y="19329"/>
                  </a:lnTo>
                  <a:lnTo>
                    <a:pt x="4301" y="19300"/>
                  </a:lnTo>
                  <a:lnTo>
                    <a:pt x="4435" y="19252"/>
                  </a:lnTo>
                  <a:lnTo>
                    <a:pt x="4589" y="19195"/>
                  </a:lnTo>
                  <a:lnTo>
                    <a:pt x="4742" y="19118"/>
                  </a:lnTo>
                  <a:lnTo>
                    <a:pt x="4914" y="19032"/>
                  </a:lnTo>
                  <a:lnTo>
                    <a:pt x="5087" y="18936"/>
                  </a:lnTo>
                  <a:lnTo>
                    <a:pt x="5269" y="18821"/>
                  </a:lnTo>
                  <a:lnTo>
                    <a:pt x="5460" y="18697"/>
                  </a:lnTo>
                  <a:lnTo>
                    <a:pt x="5853" y="18419"/>
                  </a:lnTo>
                  <a:lnTo>
                    <a:pt x="6274" y="18093"/>
                  </a:lnTo>
                  <a:lnTo>
                    <a:pt x="6725" y="17739"/>
                  </a:lnTo>
                  <a:lnTo>
                    <a:pt x="7184" y="17346"/>
                  </a:lnTo>
                  <a:lnTo>
                    <a:pt x="7663" y="16925"/>
                  </a:lnTo>
                  <a:lnTo>
                    <a:pt x="8152" y="16484"/>
                  </a:lnTo>
                  <a:lnTo>
                    <a:pt x="8650" y="16015"/>
                  </a:lnTo>
                  <a:lnTo>
                    <a:pt x="9148" y="15545"/>
                  </a:lnTo>
                  <a:lnTo>
                    <a:pt x="9655" y="15047"/>
                  </a:lnTo>
                  <a:lnTo>
                    <a:pt x="10154" y="14559"/>
                  </a:lnTo>
                  <a:lnTo>
                    <a:pt x="11140" y="13553"/>
                  </a:lnTo>
                  <a:lnTo>
                    <a:pt x="12079" y="12586"/>
                  </a:lnTo>
                  <a:lnTo>
                    <a:pt x="12950" y="11666"/>
                  </a:lnTo>
                  <a:lnTo>
                    <a:pt x="13717" y="10833"/>
                  </a:lnTo>
                  <a:lnTo>
                    <a:pt x="14358" y="10134"/>
                  </a:lnTo>
                  <a:lnTo>
                    <a:pt x="14847" y="9588"/>
                  </a:lnTo>
                  <a:lnTo>
                    <a:pt x="15278" y="9119"/>
                  </a:lnTo>
                  <a:lnTo>
                    <a:pt x="15249" y="8917"/>
                  </a:lnTo>
                  <a:lnTo>
                    <a:pt x="15211" y="8726"/>
                  </a:lnTo>
                  <a:lnTo>
                    <a:pt x="15153" y="8544"/>
                  </a:lnTo>
                  <a:lnTo>
                    <a:pt x="15077" y="8371"/>
                  </a:lnTo>
                  <a:lnTo>
                    <a:pt x="15000" y="8209"/>
                  </a:lnTo>
                  <a:lnTo>
                    <a:pt x="14904" y="8046"/>
                  </a:lnTo>
                  <a:lnTo>
                    <a:pt x="14799" y="7902"/>
                  </a:lnTo>
                  <a:lnTo>
                    <a:pt x="14694" y="7768"/>
                  </a:lnTo>
                  <a:lnTo>
                    <a:pt x="14579" y="7644"/>
                  </a:lnTo>
                  <a:lnTo>
                    <a:pt x="14473" y="7519"/>
                  </a:lnTo>
                  <a:lnTo>
                    <a:pt x="14358" y="7414"/>
                  </a:lnTo>
                  <a:lnTo>
                    <a:pt x="14253" y="7327"/>
                  </a:lnTo>
                  <a:lnTo>
                    <a:pt x="14052" y="7174"/>
                  </a:lnTo>
                  <a:lnTo>
                    <a:pt x="13889" y="7069"/>
                  </a:lnTo>
                  <a:lnTo>
                    <a:pt x="7280" y="11724"/>
                  </a:lnTo>
                  <a:lnTo>
                    <a:pt x="7318" y="11293"/>
                  </a:lnTo>
                  <a:lnTo>
                    <a:pt x="7376" y="10891"/>
                  </a:lnTo>
                  <a:lnTo>
                    <a:pt x="7443" y="10507"/>
                  </a:lnTo>
                  <a:lnTo>
                    <a:pt x="7520" y="10153"/>
                  </a:lnTo>
                  <a:lnTo>
                    <a:pt x="7606" y="9799"/>
                  </a:lnTo>
                  <a:lnTo>
                    <a:pt x="7692" y="9454"/>
                  </a:lnTo>
                  <a:lnTo>
                    <a:pt x="7893" y="8783"/>
                  </a:lnTo>
                  <a:lnTo>
                    <a:pt x="8113" y="8084"/>
                  </a:lnTo>
                  <a:lnTo>
                    <a:pt x="8219" y="7720"/>
                  </a:lnTo>
                  <a:lnTo>
                    <a:pt x="8334" y="7337"/>
                  </a:lnTo>
                  <a:lnTo>
                    <a:pt x="8439" y="6925"/>
                  </a:lnTo>
                  <a:lnTo>
                    <a:pt x="8544" y="6485"/>
                  </a:lnTo>
                  <a:lnTo>
                    <a:pt x="8650" y="6015"/>
                  </a:lnTo>
                  <a:lnTo>
                    <a:pt x="8746" y="5508"/>
                  </a:lnTo>
                  <a:lnTo>
                    <a:pt x="8793" y="5182"/>
                  </a:lnTo>
                  <a:lnTo>
                    <a:pt x="8813" y="4866"/>
                  </a:lnTo>
                  <a:lnTo>
                    <a:pt x="8813" y="4540"/>
                  </a:lnTo>
                  <a:lnTo>
                    <a:pt x="8803" y="4234"/>
                  </a:lnTo>
                  <a:lnTo>
                    <a:pt x="8765" y="3927"/>
                  </a:lnTo>
                  <a:lnTo>
                    <a:pt x="8707" y="3621"/>
                  </a:lnTo>
                  <a:lnTo>
                    <a:pt x="8631" y="3324"/>
                  </a:lnTo>
                  <a:lnTo>
                    <a:pt x="8535" y="3036"/>
                  </a:lnTo>
                  <a:lnTo>
                    <a:pt x="8420" y="2759"/>
                  </a:lnTo>
                  <a:lnTo>
                    <a:pt x="8295" y="2491"/>
                  </a:lnTo>
                  <a:lnTo>
                    <a:pt x="8152" y="2222"/>
                  </a:lnTo>
                  <a:lnTo>
                    <a:pt x="7998" y="1973"/>
                  </a:lnTo>
                  <a:lnTo>
                    <a:pt x="7826" y="1734"/>
                  </a:lnTo>
                  <a:lnTo>
                    <a:pt x="7644" y="1504"/>
                  </a:lnTo>
                  <a:lnTo>
                    <a:pt x="7443" y="1293"/>
                  </a:lnTo>
                  <a:lnTo>
                    <a:pt x="7232" y="1092"/>
                  </a:lnTo>
                  <a:lnTo>
                    <a:pt x="7012" y="901"/>
                  </a:lnTo>
                  <a:lnTo>
                    <a:pt x="6772" y="728"/>
                  </a:lnTo>
                  <a:lnTo>
                    <a:pt x="6533" y="575"/>
                  </a:lnTo>
                  <a:lnTo>
                    <a:pt x="6274" y="441"/>
                  </a:lnTo>
                  <a:lnTo>
                    <a:pt x="6016" y="316"/>
                  </a:lnTo>
                  <a:lnTo>
                    <a:pt x="5748" y="211"/>
                  </a:lnTo>
                  <a:lnTo>
                    <a:pt x="5470" y="134"/>
                  </a:lnTo>
                  <a:lnTo>
                    <a:pt x="5183" y="67"/>
                  </a:lnTo>
                  <a:lnTo>
                    <a:pt x="4895" y="29"/>
                  </a:lnTo>
                  <a:lnTo>
                    <a:pt x="45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6"/>
            <p:cNvSpPr/>
            <p:nvPr/>
          </p:nvSpPr>
          <p:spPr>
            <a:xfrm>
              <a:off x="3891223" y="3263673"/>
              <a:ext cx="1204138" cy="596833"/>
            </a:xfrm>
            <a:custGeom>
              <a:avLst/>
              <a:gdLst/>
              <a:ahLst/>
              <a:cxnLst/>
              <a:rect l="l" t="t" r="r" b="b"/>
              <a:pathLst>
                <a:path w="33917" h="16811" extrusionOk="0">
                  <a:moveTo>
                    <a:pt x="13314" y="0"/>
                  </a:moveTo>
                  <a:lnTo>
                    <a:pt x="12644" y="125"/>
                  </a:lnTo>
                  <a:lnTo>
                    <a:pt x="11887" y="278"/>
                  </a:lnTo>
                  <a:lnTo>
                    <a:pt x="10910" y="489"/>
                  </a:lnTo>
                  <a:lnTo>
                    <a:pt x="9761" y="748"/>
                  </a:lnTo>
                  <a:lnTo>
                    <a:pt x="9138" y="901"/>
                  </a:lnTo>
                  <a:lnTo>
                    <a:pt x="8496" y="1064"/>
                  </a:lnTo>
                  <a:lnTo>
                    <a:pt x="7835" y="1236"/>
                  </a:lnTo>
                  <a:lnTo>
                    <a:pt x="7165" y="1428"/>
                  </a:lnTo>
                  <a:lnTo>
                    <a:pt x="6485" y="1629"/>
                  </a:lnTo>
                  <a:lnTo>
                    <a:pt x="5814" y="1839"/>
                  </a:lnTo>
                  <a:lnTo>
                    <a:pt x="5144" y="2060"/>
                  </a:lnTo>
                  <a:lnTo>
                    <a:pt x="4493" y="2290"/>
                  </a:lnTo>
                  <a:lnTo>
                    <a:pt x="3861" y="2529"/>
                  </a:lnTo>
                  <a:lnTo>
                    <a:pt x="3248" y="2778"/>
                  </a:lnTo>
                  <a:lnTo>
                    <a:pt x="2960" y="2912"/>
                  </a:lnTo>
                  <a:lnTo>
                    <a:pt x="2673" y="3046"/>
                  </a:lnTo>
                  <a:lnTo>
                    <a:pt x="2405" y="3180"/>
                  </a:lnTo>
                  <a:lnTo>
                    <a:pt x="2146" y="3314"/>
                  </a:lnTo>
                  <a:lnTo>
                    <a:pt x="1887" y="3449"/>
                  </a:lnTo>
                  <a:lnTo>
                    <a:pt x="1658" y="3592"/>
                  </a:lnTo>
                  <a:lnTo>
                    <a:pt x="1428" y="3736"/>
                  </a:lnTo>
                  <a:lnTo>
                    <a:pt x="1217" y="3880"/>
                  </a:lnTo>
                  <a:lnTo>
                    <a:pt x="1016" y="4023"/>
                  </a:lnTo>
                  <a:lnTo>
                    <a:pt x="834" y="4177"/>
                  </a:lnTo>
                  <a:lnTo>
                    <a:pt x="671" y="4330"/>
                  </a:lnTo>
                  <a:lnTo>
                    <a:pt x="518" y="4483"/>
                  </a:lnTo>
                  <a:lnTo>
                    <a:pt x="384" y="4636"/>
                  </a:lnTo>
                  <a:lnTo>
                    <a:pt x="269" y="4790"/>
                  </a:lnTo>
                  <a:lnTo>
                    <a:pt x="173" y="4952"/>
                  </a:lnTo>
                  <a:lnTo>
                    <a:pt x="106" y="5115"/>
                  </a:lnTo>
                  <a:lnTo>
                    <a:pt x="48" y="5278"/>
                  </a:lnTo>
                  <a:lnTo>
                    <a:pt x="10" y="5441"/>
                  </a:lnTo>
                  <a:lnTo>
                    <a:pt x="1" y="5604"/>
                  </a:lnTo>
                  <a:lnTo>
                    <a:pt x="10" y="5690"/>
                  </a:lnTo>
                  <a:lnTo>
                    <a:pt x="20" y="5776"/>
                  </a:lnTo>
                  <a:lnTo>
                    <a:pt x="29" y="5853"/>
                  </a:lnTo>
                  <a:lnTo>
                    <a:pt x="48" y="5939"/>
                  </a:lnTo>
                  <a:lnTo>
                    <a:pt x="77" y="6025"/>
                  </a:lnTo>
                  <a:lnTo>
                    <a:pt x="115" y="6111"/>
                  </a:lnTo>
                  <a:lnTo>
                    <a:pt x="202" y="6284"/>
                  </a:lnTo>
                  <a:lnTo>
                    <a:pt x="307" y="6456"/>
                  </a:lnTo>
                  <a:lnTo>
                    <a:pt x="259" y="6743"/>
                  </a:lnTo>
                  <a:lnTo>
                    <a:pt x="230" y="7012"/>
                  </a:lnTo>
                  <a:lnTo>
                    <a:pt x="221" y="7280"/>
                  </a:lnTo>
                  <a:lnTo>
                    <a:pt x="221" y="7529"/>
                  </a:lnTo>
                  <a:lnTo>
                    <a:pt x="240" y="7778"/>
                  </a:lnTo>
                  <a:lnTo>
                    <a:pt x="269" y="8008"/>
                  </a:lnTo>
                  <a:lnTo>
                    <a:pt x="317" y="8238"/>
                  </a:lnTo>
                  <a:lnTo>
                    <a:pt x="374" y="8458"/>
                  </a:lnTo>
                  <a:lnTo>
                    <a:pt x="451" y="8669"/>
                  </a:lnTo>
                  <a:lnTo>
                    <a:pt x="547" y="8870"/>
                  </a:lnTo>
                  <a:lnTo>
                    <a:pt x="642" y="9061"/>
                  </a:lnTo>
                  <a:lnTo>
                    <a:pt x="757" y="9253"/>
                  </a:lnTo>
                  <a:lnTo>
                    <a:pt x="882" y="9425"/>
                  </a:lnTo>
                  <a:lnTo>
                    <a:pt x="1025" y="9598"/>
                  </a:lnTo>
                  <a:lnTo>
                    <a:pt x="1169" y="9761"/>
                  </a:lnTo>
                  <a:lnTo>
                    <a:pt x="1332" y="9914"/>
                  </a:lnTo>
                  <a:lnTo>
                    <a:pt x="1504" y="10067"/>
                  </a:lnTo>
                  <a:lnTo>
                    <a:pt x="1677" y="10211"/>
                  </a:lnTo>
                  <a:lnTo>
                    <a:pt x="1868" y="10345"/>
                  </a:lnTo>
                  <a:lnTo>
                    <a:pt x="2069" y="10469"/>
                  </a:lnTo>
                  <a:lnTo>
                    <a:pt x="2271" y="10594"/>
                  </a:lnTo>
                  <a:lnTo>
                    <a:pt x="2491" y="10709"/>
                  </a:lnTo>
                  <a:lnTo>
                    <a:pt x="2711" y="10824"/>
                  </a:lnTo>
                  <a:lnTo>
                    <a:pt x="2941" y="10929"/>
                  </a:lnTo>
                  <a:lnTo>
                    <a:pt x="3180" y="11025"/>
                  </a:lnTo>
                  <a:lnTo>
                    <a:pt x="3420" y="11121"/>
                  </a:lnTo>
                  <a:lnTo>
                    <a:pt x="3669" y="11207"/>
                  </a:lnTo>
                  <a:lnTo>
                    <a:pt x="3918" y="11293"/>
                  </a:lnTo>
                  <a:lnTo>
                    <a:pt x="4177" y="11370"/>
                  </a:lnTo>
                  <a:lnTo>
                    <a:pt x="4435" y="11446"/>
                  </a:lnTo>
                  <a:lnTo>
                    <a:pt x="4972" y="11580"/>
                  </a:lnTo>
                  <a:lnTo>
                    <a:pt x="5527" y="11705"/>
                  </a:lnTo>
                  <a:lnTo>
                    <a:pt x="6083" y="11810"/>
                  </a:lnTo>
                  <a:lnTo>
                    <a:pt x="6638" y="11896"/>
                  </a:lnTo>
                  <a:lnTo>
                    <a:pt x="7203" y="11983"/>
                  </a:lnTo>
                  <a:lnTo>
                    <a:pt x="7768" y="12050"/>
                  </a:lnTo>
                  <a:lnTo>
                    <a:pt x="8324" y="12107"/>
                  </a:lnTo>
                  <a:lnTo>
                    <a:pt x="9397" y="12213"/>
                  </a:lnTo>
                  <a:lnTo>
                    <a:pt x="10412" y="12299"/>
                  </a:lnTo>
                  <a:lnTo>
                    <a:pt x="11331" y="12375"/>
                  </a:lnTo>
                  <a:lnTo>
                    <a:pt x="11743" y="12423"/>
                  </a:lnTo>
                  <a:lnTo>
                    <a:pt x="12126" y="12462"/>
                  </a:lnTo>
                  <a:lnTo>
                    <a:pt x="12471" y="12519"/>
                  </a:lnTo>
                  <a:lnTo>
                    <a:pt x="12768" y="12567"/>
                  </a:lnTo>
                  <a:lnTo>
                    <a:pt x="13898" y="12806"/>
                  </a:lnTo>
                  <a:lnTo>
                    <a:pt x="15393" y="13132"/>
                  </a:lnTo>
                  <a:lnTo>
                    <a:pt x="16235" y="13324"/>
                  </a:lnTo>
                  <a:lnTo>
                    <a:pt x="17117" y="13525"/>
                  </a:lnTo>
                  <a:lnTo>
                    <a:pt x="18007" y="13755"/>
                  </a:lnTo>
                  <a:lnTo>
                    <a:pt x="18889" y="13985"/>
                  </a:lnTo>
                  <a:lnTo>
                    <a:pt x="19760" y="14234"/>
                  </a:lnTo>
                  <a:lnTo>
                    <a:pt x="20182" y="14358"/>
                  </a:lnTo>
                  <a:lnTo>
                    <a:pt x="20584" y="14492"/>
                  </a:lnTo>
                  <a:lnTo>
                    <a:pt x="20977" y="14626"/>
                  </a:lnTo>
                  <a:lnTo>
                    <a:pt x="21350" y="14760"/>
                  </a:lnTo>
                  <a:lnTo>
                    <a:pt x="21695" y="14894"/>
                  </a:lnTo>
                  <a:lnTo>
                    <a:pt x="22030" y="15029"/>
                  </a:lnTo>
                  <a:lnTo>
                    <a:pt x="22337" y="15172"/>
                  </a:lnTo>
                  <a:lnTo>
                    <a:pt x="22614" y="15306"/>
                  </a:lnTo>
                  <a:lnTo>
                    <a:pt x="22854" y="15450"/>
                  </a:lnTo>
                  <a:lnTo>
                    <a:pt x="23074" y="15594"/>
                  </a:lnTo>
                  <a:lnTo>
                    <a:pt x="23256" y="15737"/>
                  </a:lnTo>
                  <a:lnTo>
                    <a:pt x="23333" y="15804"/>
                  </a:lnTo>
                  <a:lnTo>
                    <a:pt x="23400" y="15871"/>
                  </a:lnTo>
                  <a:lnTo>
                    <a:pt x="23457" y="15948"/>
                  </a:lnTo>
                  <a:lnTo>
                    <a:pt x="23505" y="16015"/>
                  </a:lnTo>
                  <a:lnTo>
                    <a:pt x="23534" y="16092"/>
                  </a:lnTo>
                  <a:lnTo>
                    <a:pt x="23563" y="16159"/>
                  </a:lnTo>
                  <a:lnTo>
                    <a:pt x="23601" y="16245"/>
                  </a:lnTo>
                  <a:lnTo>
                    <a:pt x="23649" y="16331"/>
                  </a:lnTo>
                  <a:lnTo>
                    <a:pt x="23706" y="16398"/>
                  </a:lnTo>
                  <a:lnTo>
                    <a:pt x="23783" y="16465"/>
                  </a:lnTo>
                  <a:lnTo>
                    <a:pt x="23869" y="16532"/>
                  </a:lnTo>
                  <a:lnTo>
                    <a:pt x="23965" y="16590"/>
                  </a:lnTo>
                  <a:lnTo>
                    <a:pt x="24080" y="16638"/>
                  </a:lnTo>
                  <a:lnTo>
                    <a:pt x="24204" y="16676"/>
                  </a:lnTo>
                  <a:lnTo>
                    <a:pt x="24338" y="16714"/>
                  </a:lnTo>
                  <a:lnTo>
                    <a:pt x="24482" y="16743"/>
                  </a:lnTo>
                  <a:lnTo>
                    <a:pt x="24635" y="16772"/>
                  </a:lnTo>
                  <a:lnTo>
                    <a:pt x="24798" y="16791"/>
                  </a:lnTo>
                  <a:lnTo>
                    <a:pt x="24971" y="16800"/>
                  </a:lnTo>
                  <a:lnTo>
                    <a:pt x="25153" y="16810"/>
                  </a:lnTo>
                  <a:lnTo>
                    <a:pt x="25536" y="16810"/>
                  </a:lnTo>
                  <a:lnTo>
                    <a:pt x="25948" y="16781"/>
                  </a:lnTo>
                  <a:lnTo>
                    <a:pt x="26388" y="16733"/>
                  </a:lnTo>
                  <a:lnTo>
                    <a:pt x="26838" y="16666"/>
                  </a:lnTo>
                  <a:lnTo>
                    <a:pt x="27317" y="16580"/>
                  </a:lnTo>
                  <a:lnTo>
                    <a:pt x="27796" y="16475"/>
                  </a:lnTo>
                  <a:lnTo>
                    <a:pt x="28285" y="16350"/>
                  </a:lnTo>
                  <a:lnTo>
                    <a:pt x="28783" y="16207"/>
                  </a:lnTo>
                  <a:lnTo>
                    <a:pt x="29271" y="16044"/>
                  </a:lnTo>
                  <a:lnTo>
                    <a:pt x="29760" y="15862"/>
                  </a:lnTo>
                  <a:lnTo>
                    <a:pt x="30239" y="15661"/>
                  </a:lnTo>
                  <a:lnTo>
                    <a:pt x="30708" y="15440"/>
                  </a:lnTo>
                  <a:lnTo>
                    <a:pt x="31158" y="15211"/>
                  </a:lnTo>
                  <a:lnTo>
                    <a:pt x="31378" y="15096"/>
                  </a:lnTo>
                  <a:lnTo>
                    <a:pt x="31589" y="14961"/>
                  </a:lnTo>
                  <a:lnTo>
                    <a:pt x="31800" y="14837"/>
                  </a:lnTo>
                  <a:lnTo>
                    <a:pt x="32001" y="14703"/>
                  </a:lnTo>
                  <a:lnTo>
                    <a:pt x="32193" y="14569"/>
                  </a:lnTo>
                  <a:lnTo>
                    <a:pt x="32375" y="14425"/>
                  </a:lnTo>
                  <a:lnTo>
                    <a:pt x="32556" y="14281"/>
                  </a:lnTo>
                  <a:lnTo>
                    <a:pt x="32729" y="14138"/>
                  </a:lnTo>
                  <a:lnTo>
                    <a:pt x="32882" y="13985"/>
                  </a:lnTo>
                  <a:lnTo>
                    <a:pt x="33035" y="13831"/>
                  </a:lnTo>
                  <a:lnTo>
                    <a:pt x="33179" y="13678"/>
                  </a:lnTo>
                  <a:lnTo>
                    <a:pt x="33304" y="13515"/>
                  </a:lnTo>
                  <a:lnTo>
                    <a:pt x="33428" y="13362"/>
                  </a:lnTo>
                  <a:lnTo>
                    <a:pt x="33533" y="13190"/>
                  </a:lnTo>
                  <a:lnTo>
                    <a:pt x="33629" y="13027"/>
                  </a:lnTo>
                  <a:lnTo>
                    <a:pt x="33706" y="12854"/>
                  </a:lnTo>
                  <a:lnTo>
                    <a:pt x="33782" y="12682"/>
                  </a:lnTo>
                  <a:lnTo>
                    <a:pt x="33830" y="12500"/>
                  </a:lnTo>
                  <a:lnTo>
                    <a:pt x="33878" y="12318"/>
                  </a:lnTo>
                  <a:lnTo>
                    <a:pt x="33907" y="12136"/>
                  </a:lnTo>
                  <a:lnTo>
                    <a:pt x="33917" y="11954"/>
                  </a:lnTo>
                  <a:lnTo>
                    <a:pt x="33917" y="11772"/>
                  </a:lnTo>
                  <a:lnTo>
                    <a:pt x="33897" y="11580"/>
                  </a:lnTo>
                  <a:lnTo>
                    <a:pt x="33859" y="11389"/>
                  </a:lnTo>
                  <a:lnTo>
                    <a:pt x="33821" y="11245"/>
                  </a:lnTo>
                  <a:lnTo>
                    <a:pt x="33782" y="11101"/>
                  </a:lnTo>
                  <a:lnTo>
                    <a:pt x="33735" y="10958"/>
                  </a:lnTo>
                  <a:lnTo>
                    <a:pt x="33677" y="10805"/>
                  </a:lnTo>
                  <a:lnTo>
                    <a:pt x="33543" y="10517"/>
                  </a:lnTo>
                  <a:lnTo>
                    <a:pt x="33390" y="10239"/>
                  </a:lnTo>
                  <a:lnTo>
                    <a:pt x="33217" y="9952"/>
                  </a:lnTo>
                  <a:lnTo>
                    <a:pt x="33026" y="9665"/>
                  </a:lnTo>
                  <a:lnTo>
                    <a:pt x="32806" y="9387"/>
                  </a:lnTo>
                  <a:lnTo>
                    <a:pt x="32566" y="9109"/>
                  </a:lnTo>
                  <a:lnTo>
                    <a:pt x="32307" y="8841"/>
                  </a:lnTo>
                  <a:lnTo>
                    <a:pt x="32039" y="8563"/>
                  </a:lnTo>
                  <a:lnTo>
                    <a:pt x="31742" y="8295"/>
                  </a:lnTo>
                  <a:lnTo>
                    <a:pt x="31436" y="8027"/>
                  </a:lnTo>
                  <a:lnTo>
                    <a:pt x="31110" y="7759"/>
                  </a:lnTo>
                  <a:lnTo>
                    <a:pt x="30765" y="7500"/>
                  </a:lnTo>
                  <a:lnTo>
                    <a:pt x="30411" y="7242"/>
                  </a:lnTo>
                  <a:lnTo>
                    <a:pt x="30047" y="6983"/>
                  </a:lnTo>
                  <a:lnTo>
                    <a:pt x="29664" y="6734"/>
                  </a:lnTo>
                  <a:lnTo>
                    <a:pt x="29281" y="6475"/>
                  </a:lnTo>
                  <a:lnTo>
                    <a:pt x="28878" y="6236"/>
                  </a:lnTo>
                  <a:lnTo>
                    <a:pt x="28467" y="5987"/>
                  </a:lnTo>
                  <a:lnTo>
                    <a:pt x="28045" y="5747"/>
                  </a:lnTo>
                  <a:lnTo>
                    <a:pt x="27614" y="5508"/>
                  </a:lnTo>
                  <a:lnTo>
                    <a:pt x="27174" y="5278"/>
                  </a:lnTo>
                  <a:lnTo>
                    <a:pt x="26733" y="5048"/>
                  </a:lnTo>
                  <a:lnTo>
                    <a:pt x="26283" y="4828"/>
                  </a:lnTo>
                  <a:lnTo>
                    <a:pt x="25833" y="4608"/>
                  </a:lnTo>
                  <a:lnTo>
                    <a:pt x="24913" y="4167"/>
                  </a:lnTo>
                  <a:lnTo>
                    <a:pt x="23984" y="3755"/>
                  </a:lnTo>
                  <a:lnTo>
                    <a:pt x="23055" y="3362"/>
                  </a:lnTo>
                  <a:lnTo>
                    <a:pt x="22126" y="2979"/>
                  </a:lnTo>
                  <a:lnTo>
                    <a:pt x="21206" y="2625"/>
                  </a:lnTo>
                  <a:lnTo>
                    <a:pt x="20316" y="2280"/>
                  </a:lnTo>
                  <a:lnTo>
                    <a:pt x="19434" y="1964"/>
                  </a:lnTo>
                  <a:lnTo>
                    <a:pt x="18592" y="1667"/>
                  </a:lnTo>
                  <a:lnTo>
                    <a:pt x="17787" y="1389"/>
                  </a:lnTo>
                  <a:lnTo>
                    <a:pt x="17030" y="1131"/>
                  </a:lnTo>
                  <a:lnTo>
                    <a:pt x="16322" y="901"/>
                  </a:lnTo>
                  <a:lnTo>
                    <a:pt x="15086" y="518"/>
                  </a:lnTo>
                  <a:lnTo>
                    <a:pt x="14138" y="230"/>
                  </a:lnTo>
                  <a:lnTo>
                    <a:pt x="13525" y="58"/>
                  </a:lnTo>
                  <a:lnTo>
                    <a:pt x="1331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6"/>
            <p:cNvSpPr/>
            <p:nvPr/>
          </p:nvSpPr>
          <p:spPr>
            <a:xfrm>
              <a:off x="3800446" y="2426514"/>
              <a:ext cx="754570" cy="1205842"/>
            </a:xfrm>
            <a:custGeom>
              <a:avLst/>
              <a:gdLst/>
              <a:ahLst/>
              <a:cxnLst/>
              <a:rect l="l" t="t" r="r" b="b"/>
              <a:pathLst>
                <a:path w="21254" h="33965" extrusionOk="0">
                  <a:moveTo>
                    <a:pt x="10709" y="0"/>
                  </a:moveTo>
                  <a:lnTo>
                    <a:pt x="10431" y="10"/>
                  </a:lnTo>
                  <a:lnTo>
                    <a:pt x="10134" y="10"/>
                  </a:lnTo>
                  <a:lnTo>
                    <a:pt x="9846" y="29"/>
                  </a:lnTo>
                  <a:lnTo>
                    <a:pt x="9550" y="58"/>
                  </a:lnTo>
                  <a:lnTo>
                    <a:pt x="9253" y="96"/>
                  </a:lnTo>
                  <a:lnTo>
                    <a:pt x="8956" y="144"/>
                  </a:lnTo>
                  <a:lnTo>
                    <a:pt x="8649" y="201"/>
                  </a:lnTo>
                  <a:lnTo>
                    <a:pt x="8352" y="268"/>
                  </a:lnTo>
                  <a:lnTo>
                    <a:pt x="8046" y="345"/>
                  </a:lnTo>
                  <a:lnTo>
                    <a:pt x="7749" y="441"/>
                  </a:lnTo>
                  <a:lnTo>
                    <a:pt x="7442" y="556"/>
                  </a:lnTo>
                  <a:lnTo>
                    <a:pt x="7136" y="671"/>
                  </a:lnTo>
                  <a:lnTo>
                    <a:pt x="6839" y="814"/>
                  </a:lnTo>
                  <a:lnTo>
                    <a:pt x="6542" y="958"/>
                  </a:lnTo>
                  <a:lnTo>
                    <a:pt x="6236" y="1130"/>
                  </a:lnTo>
                  <a:lnTo>
                    <a:pt x="5939" y="1312"/>
                  </a:lnTo>
                  <a:lnTo>
                    <a:pt x="5651" y="1513"/>
                  </a:lnTo>
                  <a:lnTo>
                    <a:pt x="5354" y="1734"/>
                  </a:lnTo>
                  <a:lnTo>
                    <a:pt x="5067" y="1973"/>
                  </a:lnTo>
                  <a:lnTo>
                    <a:pt x="4789" y="2232"/>
                  </a:lnTo>
                  <a:lnTo>
                    <a:pt x="4502" y="2510"/>
                  </a:lnTo>
                  <a:lnTo>
                    <a:pt x="4234" y="2807"/>
                  </a:lnTo>
                  <a:lnTo>
                    <a:pt x="3956" y="3123"/>
                  </a:lnTo>
                  <a:lnTo>
                    <a:pt x="3697" y="3467"/>
                  </a:lnTo>
                  <a:lnTo>
                    <a:pt x="3439" y="3831"/>
                  </a:lnTo>
                  <a:lnTo>
                    <a:pt x="3180" y="4215"/>
                  </a:lnTo>
                  <a:lnTo>
                    <a:pt x="2931" y="4626"/>
                  </a:lnTo>
                  <a:lnTo>
                    <a:pt x="2692" y="5057"/>
                  </a:lnTo>
                  <a:lnTo>
                    <a:pt x="2462" y="5517"/>
                  </a:lnTo>
                  <a:lnTo>
                    <a:pt x="2241" y="5996"/>
                  </a:lnTo>
                  <a:lnTo>
                    <a:pt x="2021" y="6513"/>
                  </a:lnTo>
                  <a:lnTo>
                    <a:pt x="1810" y="7050"/>
                  </a:lnTo>
                  <a:lnTo>
                    <a:pt x="1619" y="7605"/>
                  </a:lnTo>
                  <a:lnTo>
                    <a:pt x="1427" y="8199"/>
                  </a:lnTo>
                  <a:lnTo>
                    <a:pt x="1245" y="8822"/>
                  </a:lnTo>
                  <a:lnTo>
                    <a:pt x="1083" y="9473"/>
                  </a:lnTo>
                  <a:lnTo>
                    <a:pt x="920" y="10153"/>
                  </a:lnTo>
                  <a:lnTo>
                    <a:pt x="776" y="10862"/>
                  </a:lnTo>
                  <a:lnTo>
                    <a:pt x="642" y="11609"/>
                  </a:lnTo>
                  <a:lnTo>
                    <a:pt x="517" y="12375"/>
                  </a:lnTo>
                  <a:lnTo>
                    <a:pt x="402" y="13180"/>
                  </a:lnTo>
                  <a:lnTo>
                    <a:pt x="307" y="14022"/>
                  </a:lnTo>
                  <a:lnTo>
                    <a:pt x="220" y="14894"/>
                  </a:lnTo>
                  <a:lnTo>
                    <a:pt x="144" y="15804"/>
                  </a:lnTo>
                  <a:lnTo>
                    <a:pt x="86" y="16743"/>
                  </a:lnTo>
                  <a:lnTo>
                    <a:pt x="48" y="17720"/>
                  </a:lnTo>
                  <a:lnTo>
                    <a:pt x="19" y="18735"/>
                  </a:lnTo>
                  <a:lnTo>
                    <a:pt x="0" y="19645"/>
                  </a:lnTo>
                  <a:lnTo>
                    <a:pt x="0" y="20516"/>
                  </a:lnTo>
                  <a:lnTo>
                    <a:pt x="19" y="21350"/>
                  </a:lnTo>
                  <a:lnTo>
                    <a:pt x="39" y="22135"/>
                  </a:lnTo>
                  <a:lnTo>
                    <a:pt x="77" y="22892"/>
                  </a:lnTo>
                  <a:lnTo>
                    <a:pt x="115" y="23601"/>
                  </a:lnTo>
                  <a:lnTo>
                    <a:pt x="173" y="24271"/>
                  </a:lnTo>
                  <a:lnTo>
                    <a:pt x="230" y="24913"/>
                  </a:lnTo>
                  <a:lnTo>
                    <a:pt x="297" y="25507"/>
                  </a:lnTo>
                  <a:lnTo>
                    <a:pt x="374" y="26072"/>
                  </a:lnTo>
                  <a:lnTo>
                    <a:pt x="460" y="26608"/>
                  </a:lnTo>
                  <a:lnTo>
                    <a:pt x="546" y="27106"/>
                  </a:lnTo>
                  <a:lnTo>
                    <a:pt x="632" y="27566"/>
                  </a:lnTo>
                  <a:lnTo>
                    <a:pt x="728" y="28007"/>
                  </a:lnTo>
                  <a:lnTo>
                    <a:pt x="824" y="28409"/>
                  </a:lnTo>
                  <a:lnTo>
                    <a:pt x="920" y="28773"/>
                  </a:lnTo>
                  <a:lnTo>
                    <a:pt x="1006" y="29079"/>
                  </a:lnTo>
                  <a:lnTo>
                    <a:pt x="1121" y="29376"/>
                  </a:lnTo>
                  <a:lnTo>
                    <a:pt x="1236" y="29664"/>
                  </a:lnTo>
                  <a:lnTo>
                    <a:pt x="1379" y="29941"/>
                  </a:lnTo>
                  <a:lnTo>
                    <a:pt x="1533" y="30210"/>
                  </a:lnTo>
                  <a:lnTo>
                    <a:pt x="1705" y="30468"/>
                  </a:lnTo>
                  <a:lnTo>
                    <a:pt x="1887" y="30717"/>
                  </a:lnTo>
                  <a:lnTo>
                    <a:pt x="2079" y="30957"/>
                  </a:lnTo>
                  <a:lnTo>
                    <a:pt x="2289" y="31186"/>
                  </a:lnTo>
                  <a:lnTo>
                    <a:pt x="2510" y="31407"/>
                  </a:lnTo>
                  <a:lnTo>
                    <a:pt x="2740" y="31608"/>
                  </a:lnTo>
                  <a:lnTo>
                    <a:pt x="2989" y="31799"/>
                  </a:lnTo>
                  <a:lnTo>
                    <a:pt x="3238" y="31981"/>
                  </a:lnTo>
                  <a:lnTo>
                    <a:pt x="3506" y="32144"/>
                  </a:lnTo>
                  <a:lnTo>
                    <a:pt x="3784" y="32298"/>
                  </a:lnTo>
                  <a:lnTo>
                    <a:pt x="4061" y="32432"/>
                  </a:lnTo>
                  <a:lnTo>
                    <a:pt x="4626" y="32671"/>
                  </a:lnTo>
                  <a:lnTo>
                    <a:pt x="5172" y="32882"/>
                  </a:lnTo>
                  <a:lnTo>
                    <a:pt x="5718" y="33073"/>
                  </a:lnTo>
                  <a:lnTo>
                    <a:pt x="6264" y="33246"/>
                  </a:lnTo>
                  <a:lnTo>
                    <a:pt x="6791" y="33399"/>
                  </a:lnTo>
                  <a:lnTo>
                    <a:pt x="7318" y="33533"/>
                  </a:lnTo>
                  <a:lnTo>
                    <a:pt x="7835" y="33648"/>
                  </a:lnTo>
                  <a:lnTo>
                    <a:pt x="8343" y="33744"/>
                  </a:lnTo>
                  <a:lnTo>
                    <a:pt x="8841" y="33820"/>
                  </a:lnTo>
                  <a:lnTo>
                    <a:pt x="9339" y="33878"/>
                  </a:lnTo>
                  <a:lnTo>
                    <a:pt x="9818" y="33916"/>
                  </a:lnTo>
                  <a:lnTo>
                    <a:pt x="10297" y="33945"/>
                  </a:lnTo>
                  <a:lnTo>
                    <a:pt x="10766" y="33964"/>
                  </a:lnTo>
                  <a:lnTo>
                    <a:pt x="11235" y="33955"/>
                  </a:lnTo>
                  <a:lnTo>
                    <a:pt x="11685" y="33945"/>
                  </a:lnTo>
                  <a:lnTo>
                    <a:pt x="12126" y="33916"/>
                  </a:lnTo>
                  <a:lnTo>
                    <a:pt x="12567" y="33868"/>
                  </a:lnTo>
                  <a:lnTo>
                    <a:pt x="12988" y="33820"/>
                  </a:lnTo>
                  <a:lnTo>
                    <a:pt x="13410" y="33753"/>
                  </a:lnTo>
                  <a:lnTo>
                    <a:pt x="13821" y="33686"/>
                  </a:lnTo>
                  <a:lnTo>
                    <a:pt x="14214" y="33600"/>
                  </a:lnTo>
                  <a:lnTo>
                    <a:pt x="14607" y="33504"/>
                  </a:lnTo>
                  <a:lnTo>
                    <a:pt x="14990" y="33409"/>
                  </a:lnTo>
                  <a:lnTo>
                    <a:pt x="15363" y="33294"/>
                  </a:lnTo>
                  <a:lnTo>
                    <a:pt x="15718" y="33179"/>
                  </a:lnTo>
                  <a:lnTo>
                    <a:pt x="16072" y="33064"/>
                  </a:lnTo>
                  <a:lnTo>
                    <a:pt x="16417" y="32930"/>
                  </a:lnTo>
                  <a:lnTo>
                    <a:pt x="16752" y="32805"/>
                  </a:lnTo>
                  <a:lnTo>
                    <a:pt x="17068" y="32662"/>
                  </a:lnTo>
                  <a:lnTo>
                    <a:pt x="17384" y="32527"/>
                  </a:lnTo>
                  <a:lnTo>
                    <a:pt x="17681" y="32384"/>
                  </a:lnTo>
                  <a:lnTo>
                    <a:pt x="17969" y="32240"/>
                  </a:lnTo>
                  <a:lnTo>
                    <a:pt x="18199" y="32116"/>
                  </a:lnTo>
                  <a:lnTo>
                    <a:pt x="18409" y="31981"/>
                  </a:lnTo>
                  <a:lnTo>
                    <a:pt x="18610" y="31847"/>
                  </a:lnTo>
                  <a:lnTo>
                    <a:pt x="18802" y="31704"/>
                  </a:lnTo>
                  <a:lnTo>
                    <a:pt x="18984" y="31550"/>
                  </a:lnTo>
                  <a:lnTo>
                    <a:pt x="19156" y="31388"/>
                  </a:lnTo>
                  <a:lnTo>
                    <a:pt x="19319" y="31215"/>
                  </a:lnTo>
                  <a:lnTo>
                    <a:pt x="19472" y="31043"/>
                  </a:lnTo>
                  <a:lnTo>
                    <a:pt x="19616" y="30861"/>
                  </a:lnTo>
                  <a:lnTo>
                    <a:pt x="19750" y="30679"/>
                  </a:lnTo>
                  <a:lnTo>
                    <a:pt x="19884" y="30478"/>
                  </a:lnTo>
                  <a:lnTo>
                    <a:pt x="19999" y="30286"/>
                  </a:lnTo>
                  <a:lnTo>
                    <a:pt x="20114" y="30075"/>
                  </a:lnTo>
                  <a:lnTo>
                    <a:pt x="20220" y="29865"/>
                  </a:lnTo>
                  <a:lnTo>
                    <a:pt x="20315" y="29654"/>
                  </a:lnTo>
                  <a:lnTo>
                    <a:pt x="20411" y="29434"/>
                  </a:lnTo>
                  <a:lnTo>
                    <a:pt x="20488" y="29213"/>
                  </a:lnTo>
                  <a:lnTo>
                    <a:pt x="20564" y="28984"/>
                  </a:lnTo>
                  <a:lnTo>
                    <a:pt x="20641" y="28754"/>
                  </a:lnTo>
                  <a:lnTo>
                    <a:pt x="20708" y="28514"/>
                  </a:lnTo>
                  <a:lnTo>
                    <a:pt x="20766" y="28284"/>
                  </a:lnTo>
                  <a:lnTo>
                    <a:pt x="20823" y="28035"/>
                  </a:lnTo>
                  <a:lnTo>
                    <a:pt x="20919" y="27547"/>
                  </a:lnTo>
                  <a:lnTo>
                    <a:pt x="20995" y="27049"/>
                  </a:lnTo>
                  <a:lnTo>
                    <a:pt x="21053" y="26541"/>
                  </a:lnTo>
                  <a:lnTo>
                    <a:pt x="21101" y="26033"/>
                  </a:lnTo>
                  <a:lnTo>
                    <a:pt x="21139" y="25526"/>
                  </a:lnTo>
                  <a:lnTo>
                    <a:pt x="21187" y="24434"/>
                  </a:lnTo>
                  <a:lnTo>
                    <a:pt x="21216" y="23811"/>
                  </a:lnTo>
                  <a:lnTo>
                    <a:pt x="21235" y="23150"/>
                  </a:lnTo>
                  <a:lnTo>
                    <a:pt x="21244" y="22432"/>
                  </a:lnTo>
                  <a:lnTo>
                    <a:pt x="21254" y="21675"/>
                  </a:lnTo>
                  <a:lnTo>
                    <a:pt x="21254" y="20880"/>
                  </a:lnTo>
                  <a:lnTo>
                    <a:pt x="21254" y="20047"/>
                  </a:lnTo>
                  <a:lnTo>
                    <a:pt x="21235" y="19185"/>
                  </a:lnTo>
                  <a:lnTo>
                    <a:pt x="21206" y="18285"/>
                  </a:lnTo>
                  <a:lnTo>
                    <a:pt x="21168" y="17356"/>
                  </a:lnTo>
                  <a:lnTo>
                    <a:pt x="21110" y="16398"/>
                  </a:lnTo>
                  <a:lnTo>
                    <a:pt x="21043" y="15421"/>
                  </a:lnTo>
                  <a:lnTo>
                    <a:pt x="20967" y="14415"/>
                  </a:lnTo>
                  <a:lnTo>
                    <a:pt x="20871" y="13390"/>
                  </a:lnTo>
                  <a:lnTo>
                    <a:pt x="20756" y="12356"/>
                  </a:lnTo>
                  <a:lnTo>
                    <a:pt x="20631" y="11398"/>
                  </a:lnTo>
                  <a:lnTo>
                    <a:pt x="20497" y="10488"/>
                  </a:lnTo>
                  <a:lnTo>
                    <a:pt x="20344" y="9636"/>
                  </a:lnTo>
                  <a:lnTo>
                    <a:pt x="20191" y="8841"/>
                  </a:lnTo>
                  <a:lnTo>
                    <a:pt x="20018" y="8084"/>
                  </a:lnTo>
                  <a:lnTo>
                    <a:pt x="19836" y="7385"/>
                  </a:lnTo>
                  <a:lnTo>
                    <a:pt x="19645" y="6724"/>
                  </a:lnTo>
                  <a:lnTo>
                    <a:pt x="19453" y="6111"/>
                  </a:lnTo>
                  <a:lnTo>
                    <a:pt x="19243" y="5536"/>
                  </a:lnTo>
                  <a:lnTo>
                    <a:pt x="19032" y="5009"/>
                  </a:lnTo>
                  <a:lnTo>
                    <a:pt x="18821" y="4521"/>
                  </a:lnTo>
                  <a:lnTo>
                    <a:pt x="18601" y="4071"/>
                  </a:lnTo>
                  <a:lnTo>
                    <a:pt x="18371" y="3649"/>
                  </a:lnTo>
                  <a:lnTo>
                    <a:pt x="18151" y="3276"/>
                  </a:lnTo>
                  <a:lnTo>
                    <a:pt x="17921" y="2921"/>
                  </a:lnTo>
                  <a:lnTo>
                    <a:pt x="17691" y="2605"/>
                  </a:lnTo>
                  <a:lnTo>
                    <a:pt x="17461" y="2328"/>
                  </a:lnTo>
                  <a:lnTo>
                    <a:pt x="17231" y="2069"/>
                  </a:lnTo>
                  <a:lnTo>
                    <a:pt x="17001" y="1839"/>
                  </a:lnTo>
                  <a:lnTo>
                    <a:pt x="16781" y="1628"/>
                  </a:lnTo>
                  <a:lnTo>
                    <a:pt x="16561" y="1456"/>
                  </a:lnTo>
                  <a:lnTo>
                    <a:pt x="16340" y="1293"/>
                  </a:lnTo>
                  <a:lnTo>
                    <a:pt x="16130" y="1159"/>
                  </a:lnTo>
                  <a:lnTo>
                    <a:pt x="15929" y="1035"/>
                  </a:lnTo>
                  <a:lnTo>
                    <a:pt x="15727" y="929"/>
                  </a:lnTo>
                  <a:lnTo>
                    <a:pt x="15536" y="843"/>
                  </a:lnTo>
                  <a:lnTo>
                    <a:pt x="15354" y="776"/>
                  </a:lnTo>
                  <a:lnTo>
                    <a:pt x="15181" y="709"/>
                  </a:lnTo>
                  <a:lnTo>
                    <a:pt x="15019" y="661"/>
                  </a:lnTo>
                  <a:lnTo>
                    <a:pt x="14875" y="623"/>
                  </a:lnTo>
                  <a:lnTo>
                    <a:pt x="14607" y="565"/>
                  </a:lnTo>
                  <a:lnTo>
                    <a:pt x="13908" y="412"/>
                  </a:lnTo>
                  <a:lnTo>
                    <a:pt x="13496" y="326"/>
                  </a:lnTo>
                  <a:lnTo>
                    <a:pt x="13046" y="240"/>
                  </a:lnTo>
                  <a:lnTo>
                    <a:pt x="12576" y="163"/>
                  </a:lnTo>
                  <a:lnTo>
                    <a:pt x="12069" y="96"/>
                  </a:lnTo>
                  <a:lnTo>
                    <a:pt x="11542" y="38"/>
                  </a:lnTo>
                  <a:lnTo>
                    <a:pt x="11274" y="19"/>
                  </a:lnTo>
                  <a:lnTo>
                    <a:pt x="10996" y="10"/>
                  </a:lnTo>
                  <a:lnTo>
                    <a:pt x="107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6"/>
            <p:cNvSpPr/>
            <p:nvPr/>
          </p:nvSpPr>
          <p:spPr>
            <a:xfrm>
              <a:off x="4210168" y="2562520"/>
              <a:ext cx="792345" cy="706642"/>
            </a:xfrm>
            <a:custGeom>
              <a:avLst/>
              <a:gdLst/>
              <a:ahLst/>
              <a:cxnLst/>
              <a:rect l="l" t="t" r="r" b="b"/>
              <a:pathLst>
                <a:path w="22318" h="19904" extrusionOk="0">
                  <a:moveTo>
                    <a:pt x="3602" y="0"/>
                  </a:moveTo>
                  <a:lnTo>
                    <a:pt x="3353" y="10"/>
                  </a:lnTo>
                  <a:lnTo>
                    <a:pt x="3095" y="29"/>
                  </a:lnTo>
                  <a:lnTo>
                    <a:pt x="2845" y="77"/>
                  </a:lnTo>
                  <a:lnTo>
                    <a:pt x="2596" y="154"/>
                  </a:lnTo>
                  <a:lnTo>
                    <a:pt x="2357" y="240"/>
                  </a:lnTo>
                  <a:lnTo>
                    <a:pt x="2118" y="355"/>
                  </a:lnTo>
                  <a:lnTo>
                    <a:pt x="1888" y="498"/>
                  </a:lnTo>
                  <a:lnTo>
                    <a:pt x="1658" y="652"/>
                  </a:lnTo>
                  <a:lnTo>
                    <a:pt x="1447" y="834"/>
                  </a:lnTo>
                  <a:lnTo>
                    <a:pt x="1236" y="1035"/>
                  </a:lnTo>
                  <a:lnTo>
                    <a:pt x="1045" y="1255"/>
                  </a:lnTo>
                  <a:lnTo>
                    <a:pt x="853" y="1495"/>
                  </a:lnTo>
                  <a:lnTo>
                    <a:pt x="767" y="1629"/>
                  </a:lnTo>
                  <a:lnTo>
                    <a:pt x="690" y="1763"/>
                  </a:lnTo>
                  <a:lnTo>
                    <a:pt x="604" y="1897"/>
                  </a:lnTo>
                  <a:lnTo>
                    <a:pt x="528" y="2050"/>
                  </a:lnTo>
                  <a:lnTo>
                    <a:pt x="461" y="2194"/>
                  </a:lnTo>
                  <a:lnTo>
                    <a:pt x="394" y="2347"/>
                  </a:lnTo>
                  <a:lnTo>
                    <a:pt x="326" y="2510"/>
                  </a:lnTo>
                  <a:lnTo>
                    <a:pt x="269" y="2673"/>
                  </a:lnTo>
                  <a:lnTo>
                    <a:pt x="212" y="2845"/>
                  </a:lnTo>
                  <a:lnTo>
                    <a:pt x="164" y="3017"/>
                  </a:lnTo>
                  <a:lnTo>
                    <a:pt x="116" y="3199"/>
                  </a:lnTo>
                  <a:lnTo>
                    <a:pt x="77" y="3391"/>
                  </a:lnTo>
                  <a:lnTo>
                    <a:pt x="39" y="3583"/>
                  </a:lnTo>
                  <a:lnTo>
                    <a:pt x="10" y="3774"/>
                  </a:lnTo>
                  <a:lnTo>
                    <a:pt x="1" y="3908"/>
                  </a:lnTo>
                  <a:lnTo>
                    <a:pt x="1" y="4062"/>
                  </a:lnTo>
                  <a:lnTo>
                    <a:pt x="20" y="4224"/>
                  </a:lnTo>
                  <a:lnTo>
                    <a:pt x="49" y="4406"/>
                  </a:lnTo>
                  <a:lnTo>
                    <a:pt x="87" y="4598"/>
                  </a:lnTo>
                  <a:lnTo>
                    <a:pt x="144" y="4799"/>
                  </a:lnTo>
                  <a:lnTo>
                    <a:pt x="202" y="5019"/>
                  </a:lnTo>
                  <a:lnTo>
                    <a:pt x="279" y="5249"/>
                  </a:lnTo>
                  <a:lnTo>
                    <a:pt x="365" y="5498"/>
                  </a:lnTo>
                  <a:lnTo>
                    <a:pt x="470" y="5747"/>
                  </a:lnTo>
                  <a:lnTo>
                    <a:pt x="690" y="6284"/>
                  </a:lnTo>
                  <a:lnTo>
                    <a:pt x="949" y="6868"/>
                  </a:lnTo>
                  <a:lnTo>
                    <a:pt x="1246" y="7471"/>
                  </a:lnTo>
                  <a:lnTo>
                    <a:pt x="1581" y="8103"/>
                  </a:lnTo>
                  <a:lnTo>
                    <a:pt x="1936" y="8764"/>
                  </a:lnTo>
                  <a:lnTo>
                    <a:pt x="2309" y="9444"/>
                  </a:lnTo>
                  <a:lnTo>
                    <a:pt x="2711" y="10134"/>
                  </a:lnTo>
                  <a:lnTo>
                    <a:pt x="3133" y="10843"/>
                  </a:lnTo>
                  <a:lnTo>
                    <a:pt x="3573" y="11542"/>
                  </a:lnTo>
                  <a:lnTo>
                    <a:pt x="4014" y="12251"/>
                  </a:lnTo>
                  <a:lnTo>
                    <a:pt x="4474" y="12960"/>
                  </a:lnTo>
                  <a:lnTo>
                    <a:pt x="4934" y="13649"/>
                  </a:lnTo>
                  <a:lnTo>
                    <a:pt x="5403" y="14329"/>
                  </a:lnTo>
                  <a:lnTo>
                    <a:pt x="5872" y="14990"/>
                  </a:lnTo>
                  <a:lnTo>
                    <a:pt x="6332" y="15632"/>
                  </a:lnTo>
                  <a:lnTo>
                    <a:pt x="6792" y="16245"/>
                  </a:lnTo>
                  <a:lnTo>
                    <a:pt x="7232" y="16829"/>
                  </a:lnTo>
                  <a:lnTo>
                    <a:pt x="7663" y="17375"/>
                  </a:lnTo>
                  <a:lnTo>
                    <a:pt x="8085" y="17883"/>
                  </a:lnTo>
                  <a:lnTo>
                    <a:pt x="8487" y="18342"/>
                  </a:lnTo>
                  <a:lnTo>
                    <a:pt x="8861" y="18754"/>
                  </a:lnTo>
                  <a:lnTo>
                    <a:pt x="9215" y="19109"/>
                  </a:lnTo>
                  <a:lnTo>
                    <a:pt x="9378" y="19262"/>
                  </a:lnTo>
                  <a:lnTo>
                    <a:pt x="9541" y="19396"/>
                  </a:lnTo>
                  <a:lnTo>
                    <a:pt x="9684" y="19521"/>
                  </a:lnTo>
                  <a:lnTo>
                    <a:pt x="9828" y="19636"/>
                  </a:lnTo>
                  <a:lnTo>
                    <a:pt x="9962" y="19722"/>
                  </a:lnTo>
                  <a:lnTo>
                    <a:pt x="10087" y="19798"/>
                  </a:lnTo>
                  <a:lnTo>
                    <a:pt x="10201" y="19856"/>
                  </a:lnTo>
                  <a:lnTo>
                    <a:pt x="10307" y="19885"/>
                  </a:lnTo>
                  <a:lnTo>
                    <a:pt x="10403" y="19904"/>
                  </a:lnTo>
                  <a:lnTo>
                    <a:pt x="10489" y="19904"/>
                  </a:lnTo>
                  <a:lnTo>
                    <a:pt x="10585" y="19885"/>
                  </a:lnTo>
                  <a:lnTo>
                    <a:pt x="10690" y="19846"/>
                  </a:lnTo>
                  <a:lnTo>
                    <a:pt x="10939" y="19760"/>
                  </a:lnTo>
                  <a:lnTo>
                    <a:pt x="11226" y="19626"/>
                  </a:lnTo>
                  <a:lnTo>
                    <a:pt x="11542" y="19463"/>
                  </a:lnTo>
                  <a:lnTo>
                    <a:pt x="11906" y="19262"/>
                  </a:lnTo>
                  <a:lnTo>
                    <a:pt x="12289" y="19042"/>
                  </a:lnTo>
                  <a:lnTo>
                    <a:pt x="12711" y="18793"/>
                  </a:lnTo>
                  <a:lnTo>
                    <a:pt x="13142" y="18515"/>
                  </a:lnTo>
                  <a:lnTo>
                    <a:pt x="13602" y="18218"/>
                  </a:lnTo>
                  <a:lnTo>
                    <a:pt x="14081" y="17902"/>
                  </a:lnTo>
                  <a:lnTo>
                    <a:pt x="15077" y="17222"/>
                  </a:lnTo>
                  <a:lnTo>
                    <a:pt x="16092" y="16503"/>
                  </a:lnTo>
                  <a:lnTo>
                    <a:pt x="17117" y="15776"/>
                  </a:lnTo>
                  <a:lnTo>
                    <a:pt x="18123" y="15048"/>
                  </a:lnTo>
                  <a:lnTo>
                    <a:pt x="19080" y="14339"/>
                  </a:lnTo>
                  <a:lnTo>
                    <a:pt x="20737" y="13094"/>
                  </a:lnTo>
                  <a:lnTo>
                    <a:pt x="21887" y="12222"/>
                  </a:lnTo>
                  <a:lnTo>
                    <a:pt x="22318" y="11896"/>
                  </a:lnTo>
                  <a:lnTo>
                    <a:pt x="22318" y="11762"/>
                  </a:lnTo>
                  <a:lnTo>
                    <a:pt x="22308" y="11609"/>
                  </a:lnTo>
                  <a:lnTo>
                    <a:pt x="22279" y="11456"/>
                  </a:lnTo>
                  <a:lnTo>
                    <a:pt x="22241" y="11283"/>
                  </a:lnTo>
                  <a:lnTo>
                    <a:pt x="22184" y="11111"/>
                  </a:lnTo>
                  <a:lnTo>
                    <a:pt x="22126" y="10939"/>
                  </a:lnTo>
                  <a:lnTo>
                    <a:pt x="22050" y="10776"/>
                  </a:lnTo>
                  <a:lnTo>
                    <a:pt x="21973" y="10603"/>
                  </a:lnTo>
                  <a:lnTo>
                    <a:pt x="21887" y="10450"/>
                  </a:lnTo>
                  <a:lnTo>
                    <a:pt x="21791" y="10306"/>
                  </a:lnTo>
                  <a:lnTo>
                    <a:pt x="21695" y="10172"/>
                  </a:lnTo>
                  <a:lnTo>
                    <a:pt x="21599" y="10067"/>
                  </a:lnTo>
                  <a:lnTo>
                    <a:pt x="21513" y="9981"/>
                  </a:lnTo>
                  <a:lnTo>
                    <a:pt x="21417" y="9914"/>
                  </a:lnTo>
                  <a:lnTo>
                    <a:pt x="21379" y="9885"/>
                  </a:lnTo>
                  <a:lnTo>
                    <a:pt x="21331" y="9875"/>
                  </a:lnTo>
                  <a:lnTo>
                    <a:pt x="21293" y="9866"/>
                  </a:lnTo>
                  <a:lnTo>
                    <a:pt x="21255" y="9866"/>
                  </a:lnTo>
                  <a:lnTo>
                    <a:pt x="20967" y="10038"/>
                  </a:lnTo>
                  <a:lnTo>
                    <a:pt x="20201" y="10498"/>
                  </a:lnTo>
                  <a:lnTo>
                    <a:pt x="19684" y="10795"/>
                  </a:lnTo>
                  <a:lnTo>
                    <a:pt x="19090" y="11140"/>
                  </a:lnTo>
                  <a:lnTo>
                    <a:pt x="18439" y="11494"/>
                  </a:lnTo>
                  <a:lnTo>
                    <a:pt x="17749" y="11868"/>
                  </a:lnTo>
                  <a:lnTo>
                    <a:pt x="17040" y="12241"/>
                  </a:lnTo>
                  <a:lnTo>
                    <a:pt x="16322" y="12605"/>
                  </a:lnTo>
                  <a:lnTo>
                    <a:pt x="15604" y="12950"/>
                  </a:lnTo>
                  <a:lnTo>
                    <a:pt x="15259" y="13103"/>
                  </a:lnTo>
                  <a:lnTo>
                    <a:pt x="14923" y="13247"/>
                  </a:lnTo>
                  <a:lnTo>
                    <a:pt x="14598" y="13391"/>
                  </a:lnTo>
                  <a:lnTo>
                    <a:pt x="14282" y="13506"/>
                  </a:lnTo>
                  <a:lnTo>
                    <a:pt x="13975" y="13620"/>
                  </a:lnTo>
                  <a:lnTo>
                    <a:pt x="13688" y="13707"/>
                  </a:lnTo>
                  <a:lnTo>
                    <a:pt x="13420" y="13783"/>
                  </a:lnTo>
                  <a:lnTo>
                    <a:pt x="13171" y="13841"/>
                  </a:lnTo>
                  <a:lnTo>
                    <a:pt x="12950" y="13879"/>
                  </a:lnTo>
                  <a:lnTo>
                    <a:pt x="12749" y="13889"/>
                  </a:lnTo>
                  <a:lnTo>
                    <a:pt x="12730" y="13879"/>
                  </a:lnTo>
                  <a:lnTo>
                    <a:pt x="12701" y="13860"/>
                  </a:lnTo>
                  <a:lnTo>
                    <a:pt x="12615" y="13764"/>
                  </a:lnTo>
                  <a:lnTo>
                    <a:pt x="12510" y="13611"/>
                  </a:lnTo>
                  <a:lnTo>
                    <a:pt x="12376" y="13400"/>
                  </a:lnTo>
                  <a:lnTo>
                    <a:pt x="12031" y="12835"/>
                  </a:lnTo>
                  <a:lnTo>
                    <a:pt x="11619" y="12098"/>
                  </a:lnTo>
                  <a:lnTo>
                    <a:pt x="11131" y="11226"/>
                  </a:lnTo>
                  <a:lnTo>
                    <a:pt x="10604" y="10249"/>
                  </a:lnTo>
                  <a:lnTo>
                    <a:pt x="9474" y="8113"/>
                  </a:lnTo>
                  <a:lnTo>
                    <a:pt x="8353" y="5968"/>
                  </a:lnTo>
                  <a:lnTo>
                    <a:pt x="7376" y="4071"/>
                  </a:lnTo>
                  <a:lnTo>
                    <a:pt x="6667" y="2682"/>
                  </a:lnTo>
                  <a:lnTo>
                    <a:pt x="6361" y="2069"/>
                  </a:lnTo>
                  <a:lnTo>
                    <a:pt x="6284" y="1916"/>
                  </a:lnTo>
                  <a:lnTo>
                    <a:pt x="6217" y="1763"/>
                  </a:lnTo>
                  <a:lnTo>
                    <a:pt x="6131" y="1619"/>
                  </a:lnTo>
                  <a:lnTo>
                    <a:pt x="6054" y="1485"/>
                  </a:lnTo>
                  <a:lnTo>
                    <a:pt x="5968" y="1360"/>
                  </a:lnTo>
                  <a:lnTo>
                    <a:pt x="5872" y="1236"/>
                  </a:lnTo>
                  <a:lnTo>
                    <a:pt x="5776" y="1121"/>
                  </a:lnTo>
                  <a:lnTo>
                    <a:pt x="5681" y="1006"/>
                  </a:lnTo>
                  <a:lnTo>
                    <a:pt x="5585" y="901"/>
                  </a:lnTo>
                  <a:lnTo>
                    <a:pt x="5479" y="795"/>
                  </a:lnTo>
                  <a:lnTo>
                    <a:pt x="5384" y="709"/>
                  </a:lnTo>
                  <a:lnTo>
                    <a:pt x="5269" y="623"/>
                  </a:lnTo>
                  <a:lnTo>
                    <a:pt x="5163" y="537"/>
                  </a:lnTo>
                  <a:lnTo>
                    <a:pt x="5048" y="460"/>
                  </a:lnTo>
                  <a:lnTo>
                    <a:pt x="4934" y="393"/>
                  </a:lnTo>
                  <a:lnTo>
                    <a:pt x="4819" y="326"/>
                  </a:lnTo>
                  <a:lnTo>
                    <a:pt x="4704" y="269"/>
                  </a:lnTo>
                  <a:lnTo>
                    <a:pt x="4589" y="211"/>
                  </a:lnTo>
                  <a:lnTo>
                    <a:pt x="4464" y="173"/>
                  </a:lnTo>
                  <a:lnTo>
                    <a:pt x="4349" y="125"/>
                  </a:lnTo>
                  <a:lnTo>
                    <a:pt x="4225" y="96"/>
                  </a:lnTo>
                  <a:lnTo>
                    <a:pt x="4100" y="67"/>
                  </a:lnTo>
                  <a:lnTo>
                    <a:pt x="3976" y="39"/>
                  </a:lnTo>
                  <a:lnTo>
                    <a:pt x="3851" y="20"/>
                  </a:lnTo>
                  <a:lnTo>
                    <a:pt x="36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6"/>
            <p:cNvSpPr/>
            <p:nvPr/>
          </p:nvSpPr>
          <p:spPr>
            <a:xfrm>
              <a:off x="4068730" y="3625822"/>
              <a:ext cx="995348" cy="923917"/>
            </a:xfrm>
            <a:custGeom>
              <a:avLst/>
              <a:gdLst/>
              <a:ahLst/>
              <a:cxnLst/>
              <a:rect l="l" t="t" r="r" b="b"/>
              <a:pathLst>
                <a:path w="28036" h="26024" extrusionOk="0">
                  <a:moveTo>
                    <a:pt x="16044" y="0"/>
                  </a:moveTo>
                  <a:lnTo>
                    <a:pt x="0" y="24453"/>
                  </a:lnTo>
                  <a:lnTo>
                    <a:pt x="2213" y="26024"/>
                  </a:lnTo>
                  <a:lnTo>
                    <a:pt x="28035" y="3640"/>
                  </a:lnTo>
                  <a:lnTo>
                    <a:pt x="160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3800446" y="2784226"/>
              <a:ext cx="646465" cy="598501"/>
            </a:xfrm>
            <a:custGeom>
              <a:avLst/>
              <a:gdLst/>
              <a:ahLst/>
              <a:cxnLst/>
              <a:rect l="l" t="t" r="r" b="b"/>
              <a:pathLst>
                <a:path w="18209" h="16858" extrusionOk="0">
                  <a:moveTo>
                    <a:pt x="3161" y="0"/>
                  </a:moveTo>
                  <a:lnTo>
                    <a:pt x="2998" y="10"/>
                  </a:lnTo>
                  <a:lnTo>
                    <a:pt x="2835" y="19"/>
                  </a:lnTo>
                  <a:lnTo>
                    <a:pt x="2672" y="39"/>
                  </a:lnTo>
                  <a:lnTo>
                    <a:pt x="2519" y="67"/>
                  </a:lnTo>
                  <a:lnTo>
                    <a:pt x="2366" y="106"/>
                  </a:lnTo>
                  <a:lnTo>
                    <a:pt x="2213" y="144"/>
                  </a:lnTo>
                  <a:lnTo>
                    <a:pt x="2069" y="192"/>
                  </a:lnTo>
                  <a:lnTo>
                    <a:pt x="1925" y="249"/>
                  </a:lnTo>
                  <a:lnTo>
                    <a:pt x="1791" y="316"/>
                  </a:lnTo>
                  <a:lnTo>
                    <a:pt x="1648" y="383"/>
                  </a:lnTo>
                  <a:lnTo>
                    <a:pt x="1514" y="460"/>
                  </a:lnTo>
                  <a:lnTo>
                    <a:pt x="1389" y="546"/>
                  </a:lnTo>
                  <a:lnTo>
                    <a:pt x="1265" y="632"/>
                  </a:lnTo>
                  <a:lnTo>
                    <a:pt x="1150" y="728"/>
                  </a:lnTo>
                  <a:lnTo>
                    <a:pt x="1035" y="824"/>
                  </a:lnTo>
                  <a:lnTo>
                    <a:pt x="920" y="929"/>
                  </a:lnTo>
                  <a:lnTo>
                    <a:pt x="814" y="1044"/>
                  </a:lnTo>
                  <a:lnTo>
                    <a:pt x="719" y="1159"/>
                  </a:lnTo>
                  <a:lnTo>
                    <a:pt x="623" y="1274"/>
                  </a:lnTo>
                  <a:lnTo>
                    <a:pt x="537" y="1399"/>
                  </a:lnTo>
                  <a:lnTo>
                    <a:pt x="450" y="1523"/>
                  </a:lnTo>
                  <a:lnTo>
                    <a:pt x="374" y="1657"/>
                  </a:lnTo>
                  <a:lnTo>
                    <a:pt x="307" y="1791"/>
                  </a:lnTo>
                  <a:lnTo>
                    <a:pt x="249" y="1935"/>
                  </a:lnTo>
                  <a:lnTo>
                    <a:pt x="192" y="2079"/>
                  </a:lnTo>
                  <a:lnTo>
                    <a:pt x="134" y="2222"/>
                  </a:lnTo>
                  <a:lnTo>
                    <a:pt x="96" y="2376"/>
                  </a:lnTo>
                  <a:lnTo>
                    <a:pt x="58" y="2529"/>
                  </a:lnTo>
                  <a:lnTo>
                    <a:pt x="29" y="2682"/>
                  </a:lnTo>
                  <a:lnTo>
                    <a:pt x="10" y="2845"/>
                  </a:lnTo>
                  <a:lnTo>
                    <a:pt x="0" y="3008"/>
                  </a:lnTo>
                  <a:lnTo>
                    <a:pt x="0" y="3161"/>
                  </a:lnTo>
                  <a:lnTo>
                    <a:pt x="0" y="13697"/>
                  </a:lnTo>
                  <a:lnTo>
                    <a:pt x="0" y="13860"/>
                  </a:lnTo>
                  <a:lnTo>
                    <a:pt x="10" y="14023"/>
                  </a:lnTo>
                  <a:lnTo>
                    <a:pt x="29" y="14176"/>
                  </a:lnTo>
                  <a:lnTo>
                    <a:pt x="58" y="14329"/>
                  </a:lnTo>
                  <a:lnTo>
                    <a:pt x="96" y="14482"/>
                  </a:lnTo>
                  <a:lnTo>
                    <a:pt x="134" y="14636"/>
                  </a:lnTo>
                  <a:lnTo>
                    <a:pt x="192" y="14779"/>
                  </a:lnTo>
                  <a:lnTo>
                    <a:pt x="249" y="14923"/>
                  </a:lnTo>
                  <a:lnTo>
                    <a:pt x="307" y="15067"/>
                  </a:lnTo>
                  <a:lnTo>
                    <a:pt x="374" y="15201"/>
                  </a:lnTo>
                  <a:lnTo>
                    <a:pt x="450" y="15335"/>
                  </a:lnTo>
                  <a:lnTo>
                    <a:pt x="537" y="15459"/>
                  </a:lnTo>
                  <a:lnTo>
                    <a:pt x="623" y="15584"/>
                  </a:lnTo>
                  <a:lnTo>
                    <a:pt x="719" y="15708"/>
                  </a:lnTo>
                  <a:lnTo>
                    <a:pt x="814" y="15823"/>
                  </a:lnTo>
                  <a:lnTo>
                    <a:pt x="920" y="15929"/>
                  </a:lnTo>
                  <a:lnTo>
                    <a:pt x="1035" y="16034"/>
                  </a:lnTo>
                  <a:lnTo>
                    <a:pt x="1150" y="16139"/>
                  </a:lnTo>
                  <a:lnTo>
                    <a:pt x="1265" y="16226"/>
                  </a:lnTo>
                  <a:lnTo>
                    <a:pt x="1389" y="16321"/>
                  </a:lnTo>
                  <a:lnTo>
                    <a:pt x="1514" y="16398"/>
                  </a:lnTo>
                  <a:lnTo>
                    <a:pt x="1648" y="16475"/>
                  </a:lnTo>
                  <a:lnTo>
                    <a:pt x="1791" y="16542"/>
                  </a:lnTo>
                  <a:lnTo>
                    <a:pt x="1925" y="16609"/>
                  </a:lnTo>
                  <a:lnTo>
                    <a:pt x="2069" y="16666"/>
                  </a:lnTo>
                  <a:lnTo>
                    <a:pt x="2213" y="16714"/>
                  </a:lnTo>
                  <a:lnTo>
                    <a:pt x="2366" y="16762"/>
                  </a:lnTo>
                  <a:lnTo>
                    <a:pt x="2519" y="16791"/>
                  </a:lnTo>
                  <a:lnTo>
                    <a:pt x="2672" y="16819"/>
                  </a:lnTo>
                  <a:lnTo>
                    <a:pt x="2835" y="16839"/>
                  </a:lnTo>
                  <a:lnTo>
                    <a:pt x="2998" y="16848"/>
                  </a:lnTo>
                  <a:lnTo>
                    <a:pt x="3161" y="16858"/>
                  </a:lnTo>
                  <a:lnTo>
                    <a:pt x="15047" y="16858"/>
                  </a:lnTo>
                  <a:lnTo>
                    <a:pt x="15210" y="16848"/>
                  </a:lnTo>
                  <a:lnTo>
                    <a:pt x="15373" y="16839"/>
                  </a:lnTo>
                  <a:lnTo>
                    <a:pt x="15526" y="16819"/>
                  </a:lnTo>
                  <a:lnTo>
                    <a:pt x="15689" y="16791"/>
                  </a:lnTo>
                  <a:lnTo>
                    <a:pt x="15842" y="16762"/>
                  </a:lnTo>
                  <a:lnTo>
                    <a:pt x="15986" y="16714"/>
                  </a:lnTo>
                  <a:lnTo>
                    <a:pt x="16139" y="16666"/>
                  </a:lnTo>
                  <a:lnTo>
                    <a:pt x="16283" y="16609"/>
                  </a:lnTo>
                  <a:lnTo>
                    <a:pt x="16417" y="16542"/>
                  </a:lnTo>
                  <a:lnTo>
                    <a:pt x="16551" y="16475"/>
                  </a:lnTo>
                  <a:lnTo>
                    <a:pt x="16685" y="16398"/>
                  </a:lnTo>
                  <a:lnTo>
                    <a:pt x="16819" y="16321"/>
                  </a:lnTo>
                  <a:lnTo>
                    <a:pt x="16944" y="16226"/>
                  </a:lnTo>
                  <a:lnTo>
                    <a:pt x="17059" y="16139"/>
                  </a:lnTo>
                  <a:lnTo>
                    <a:pt x="17174" y="16034"/>
                  </a:lnTo>
                  <a:lnTo>
                    <a:pt x="17289" y="15929"/>
                  </a:lnTo>
                  <a:lnTo>
                    <a:pt x="17384" y="15823"/>
                  </a:lnTo>
                  <a:lnTo>
                    <a:pt x="17490" y="15708"/>
                  </a:lnTo>
                  <a:lnTo>
                    <a:pt x="17586" y="15584"/>
                  </a:lnTo>
                  <a:lnTo>
                    <a:pt x="17672" y="15459"/>
                  </a:lnTo>
                  <a:lnTo>
                    <a:pt x="17748" y="15335"/>
                  </a:lnTo>
                  <a:lnTo>
                    <a:pt x="17825" y="15201"/>
                  </a:lnTo>
                  <a:lnTo>
                    <a:pt x="17902" y="15067"/>
                  </a:lnTo>
                  <a:lnTo>
                    <a:pt x="17959" y="14923"/>
                  </a:lnTo>
                  <a:lnTo>
                    <a:pt x="18017" y="14779"/>
                  </a:lnTo>
                  <a:lnTo>
                    <a:pt x="18064" y="14636"/>
                  </a:lnTo>
                  <a:lnTo>
                    <a:pt x="18112" y="14482"/>
                  </a:lnTo>
                  <a:lnTo>
                    <a:pt x="18151" y="14329"/>
                  </a:lnTo>
                  <a:lnTo>
                    <a:pt x="18170" y="14176"/>
                  </a:lnTo>
                  <a:lnTo>
                    <a:pt x="18199" y="14023"/>
                  </a:lnTo>
                  <a:lnTo>
                    <a:pt x="18208" y="13860"/>
                  </a:lnTo>
                  <a:lnTo>
                    <a:pt x="18208" y="13697"/>
                  </a:lnTo>
                  <a:lnTo>
                    <a:pt x="18208" y="3161"/>
                  </a:lnTo>
                  <a:lnTo>
                    <a:pt x="18208" y="3008"/>
                  </a:lnTo>
                  <a:lnTo>
                    <a:pt x="18199" y="2845"/>
                  </a:lnTo>
                  <a:lnTo>
                    <a:pt x="18170" y="2682"/>
                  </a:lnTo>
                  <a:lnTo>
                    <a:pt x="18151" y="2529"/>
                  </a:lnTo>
                  <a:lnTo>
                    <a:pt x="18112" y="2376"/>
                  </a:lnTo>
                  <a:lnTo>
                    <a:pt x="18064" y="2222"/>
                  </a:lnTo>
                  <a:lnTo>
                    <a:pt x="18017" y="2079"/>
                  </a:lnTo>
                  <a:lnTo>
                    <a:pt x="17959" y="1935"/>
                  </a:lnTo>
                  <a:lnTo>
                    <a:pt x="17902" y="1791"/>
                  </a:lnTo>
                  <a:lnTo>
                    <a:pt x="17825" y="1657"/>
                  </a:lnTo>
                  <a:lnTo>
                    <a:pt x="17748" y="1523"/>
                  </a:lnTo>
                  <a:lnTo>
                    <a:pt x="17672" y="1399"/>
                  </a:lnTo>
                  <a:lnTo>
                    <a:pt x="17586" y="1274"/>
                  </a:lnTo>
                  <a:lnTo>
                    <a:pt x="17490" y="1159"/>
                  </a:lnTo>
                  <a:lnTo>
                    <a:pt x="17384" y="1044"/>
                  </a:lnTo>
                  <a:lnTo>
                    <a:pt x="17289" y="929"/>
                  </a:lnTo>
                  <a:lnTo>
                    <a:pt x="17174" y="824"/>
                  </a:lnTo>
                  <a:lnTo>
                    <a:pt x="17059" y="728"/>
                  </a:lnTo>
                  <a:lnTo>
                    <a:pt x="16944" y="632"/>
                  </a:lnTo>
                  <a:lnTo>
                    <a:pt x="16819" y="546"/>
                  </a:lnTo>
                  <a:lnTo>
                    <a:pt x="16685" y="460"/>
                  </a:lnTo>
                  <a:lnTo>
                    <a:pt x="16551" y="383"/>
                  </a:lnTo>
                  <a:lnTo>
                    <a:pt x="16417" y="316"/>
                  </a:lnTo>
                  <a:lnTo>
                    <a:pt x="16283" y="249"/>
                  </a:lnTo>
                  <a:lnTo>
                    <a:pt x="16139" y="192"/>
                  </a:lnTo>
                  <a:lnTo>
                    <a:pt x="15986" y="144"/>
                  </a:lnTo>
                  <a:lnTo>
                    <a:pt x="15842" y="106"/>
                  </a:lnTo>
                  <a:lnTo>
                    <a:pt x="15689" y="67"/>
                  </a:lnTo>
                  <a:lnTo>
                    <a:pt x="15526" y="39"/>
                  </a:lnTo>
                  <a:lnTo>
                    <a:pt x="15373" y="19"/>
                  </a:lnTo>
                  <a:lnTo>
                    <a:pt x="15210" y="10"/>
                  </a:lnTo>
                  <a:lnTo>
                    <a:pt x="15047" y="0"/>
                  </a:lnTo>
                  <a:close/>
                </a:path>
              </a:pathLst>
            </a:custGeom>
            <a:solidFill>
              <a:srgbClr val="FFC0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6"/>
            <p:cNvSpPr/>
            <p:nvPr/>
          </p:nvSpPr>
          <p:spPr>
            <a:xfrm>
              <a:off x="3800446" y="2855300"/>
              <a:ext cx="646465" cy="598182"/>
            </a:xfrm>
            <a:custGeom>
              <a:avLst/>
              <a:gdLst/>
              <a:ahLst/>
              <a:cxnLst/>
              <a:rect l="l" t="t" r="r" b="b"/>
              <a:pathLst>
                <a:path w="18209" h="16849" extrusionOk="0">
                  <a:moveTo>
                    <a:pt x="2998" y="0"/>
                  </a:moveTo>
                  <a:lnTo>
                    <a:pt x="2835" y="10"/>
                  </a:lnTo>
                  <a:lnTo>
                    <a:pt x="2672" y="29"/>
                  </a:lnTo>
                  <a:lnTo>
                    <a:pt x="2519" y="58"/>
                  </a:lnTo>
                  <a:lnTo>
                    <a:pt x="2366" y="96"/>
                  </a:lnTo>
                  <a:lnTo>
                    <a:pt x="2213" y="134"/>
                  </a:lnTo>
                  <a:lnTo>
                    <a:pt x="2069" y="192"/>
                  </a:lnTo>
                  <a:lnTo>
                    <a:pt x="1925" y="249"/>
                  </a:lnTo>
                  <a:lnTo>
                    <a:pt x="1791" y="307"/>
                  </a:lnTo>
                  <a:lnTo>
                    <a:pt x="1648" y="374"/>
                  </a:lnTo>
                  <a:lnTo>
                    <a:pt x="1514" y="450"/>
                  </a:lnTo>
                  <a:lnTo>
                    <a:pt x="1389" y="537"/>
                  </a:lnTo>
                  <a:lnTo>
                    <a:pt x="1265" y="623"/>
                  </a:lnTo>
                  <a:lnTo>
                    <a:pt x="1150" y="719"/>
                  </a:lnTo>
                  <a:lnTo>
                    <a:pt x="1035" y="814"/>
                  </a:lnTo>
                  <a:lnTo>
                    <a:pt x="920" y="920"/>
                  </a:lnTo>
                  <a:lnTo>
                    <a:pt x="814" y="1035"/>
                  </a:lnTo>
                  <a:lnTo>
                    <a:pt x="719" y="1150"/>
                  </a:lnTo>
                  <a:lnTo>
                    <a:pt x="623" y="1264"/>
                  </a:lnTo>
                  <a:lnTo>
                    <a:pt x="537" y="1389"/>
                  </a:lnTo>
                  <a:lnTo>
                    <a:pt x="450" y="1523"/>
                  </a:lnTo>
                  <a:lnTo>
                    <a:pt x="374" y="1648"/>
                  </a:lnTo>
                  <a:lnTo>
                    <a:pt x="307" y="1791"/>
                  </a:lnTo>
                  <a:lnTo>
                    <a:pt x="249" y="1925"/>
                  </a:lnTo>
                  <a:lnTo>
                    <a:pt x="192" y="2069"/>
                  </a:lnTo>
                  <a:lnTo>
                    <a:pt x="134" y="2222"/>
                  </a:lnTo>
                  <a:lnTo>
                    <a:pt x="96" y="2366"/>
                  </a:lnTo>
                  <a:lnTo>
                    <a:pt x="58" y="2519"/>
                  </a:lnTo>
                  <a:lnTo>
                    <a:pt x="29" y="2672"/>
                  </a:lnTo>
                  <a:lnTo>
                    <a:pt x="10" y="2835"/>
                  </a:lnTo>
                  <a:lnTo>
                    <a:pt x="0" y="2998"/>
                  </a:lnTo>
                  <a:lnTo>
                    <a:pt x="0" y="3161"/>
                  </a:lnTo>
                  <a:lnTo>
                    <a:pt x="0" y="13687"/>
                  </a:lnTo>
                  <a:lnTo>
                    <a:pt x="0" y="13850"/>
                  </a:lnTo>
                  <a:lnTo>
                    <a:pt x="10" y="14013"/>
                  </a:lnTo>
                  <a:lnTo>
                    <a:pt x="29" y="14166"/>
                  </a:lnTo>
                  <a:lnTo>
                    <a:pt x="58" y="14329"/>
                  </a:lnTo>
                  <a:lnTo>
                    <a:pt x="96" y="14482"/>
                  </a:lnTo>
                  <a:lnTo>
                    <a:pt x="134" y="14626"/>
                  </a:lnTo>
                  <a:lnTo>
                    <a:pt x="192" y="14779"/>
                  </a:lnTo>
                  <a:lnTo>
                    <a:pt x="249" y="14923"/>
                  </a:lnTo>
                  <a:lnTo>
                    <a:pt x="307" y="15057"/>
                  </a:lnTo>
                  <a:lnTo>
                    <a:pt x="374" y="15191"/>
                  </a:lnTo>
                  <a:lnTo>
                    <a:pt x="450" y="15325"/>
                  </a:lnTo>
                  <a:lnTo>
                    <a:pt x="537" y="15459"/>
                  </a:lnTo>
                  <a:lnTo>
                    <a:pt x="623" y="15584"/>
                  </a:lnTo>
                  <a:lnTo>
                    <a:pt x="719" y="15699"/>
                  </a:lnTo>
                  <a:lnTo>
                    <a:pt x="814" y="15814"/>
                  </a:lnTo>
                  <a:lnTo>
                    <a:pt x="920" y="15919"/>
                  </a:lnTo>
                  <a:lnTo>
                    <a:pt x="1035" y="16024"/>
                  </a:lnTo>
                  <a:lnTo>
                    <a:pt x="1150" y="16130"/>
                  </a:lnTo>
                  <a:lnTo>
                    <a:pt x="1265" y="16225"/>
                  </a:lnTo>
                  <a:lnTo>
                    <a:pt x="1389" y="16312"/>
                  </a:lnTo>
                  <a:lnTo>
                    <a:pt x="1514" y="16388"/>
                  </a:lnTo>
                  <a:lnTo>
                    <a:pt x="1648" y="16465"/>
                  </a:lnTo>
                  <a:lnTo>
                    <a:pt x="1791" y="16542"/>
                  </a:lnTo>
                  <a:lnTo>
                    <a:pt x="1925" y="16599"/>
                  </a:lnTo>
                  <a:lnTo>
                    <a:pt x="2069" y="16656"/>
                  </a:lnTo>
                  <a:lnTo>
                    <a:pt x="2213" y="16704"/>
                  </a:lnTo>
                  <a:lnTo>
                    <a:pt x="2366" y="16752"/>
                  </a:lnTo>
                  <a:lnTo>
                    <a:pt x="2519" y="16781"/>
                  </a:lnTo>
                  <a:lnTo>
                    <a:pt x="2672" y="16810"/>
                  </a:lnTo>
                  <a:lnTo>
                    <a:pt x="2835" y="16829"/>
                  </a:lnTo>
                  <a:lnTo>
                    <a:pt x="2998" y="16848"/>
                  </a:lnTo>
                  <a:lnTo>
                    <a:pt x="15210" y="16848"/>
                  </a:lnTo>
                  <a:lnTo>
                    <a:pt x="15373" y="16829"/>
                  </a:lnTo>
                  <a:lnTo>
                    <a:pt x="15526" y="16810"/>
                  </a:lnTo>
                  <a:lnTo>
                    <a:pt x="15689" y="16781"/>
                  </a:lnTo>
                  <a:lnTo>
                    <a:pt x="15842" y="16752"/>
                  </a:lnTo>
                  <a:lnTo>
                    <a:pt x="15986" y="16704"/>
                  </a:lnTo>
                  <a:lnTo>
                    <a:pt x="16139" y="16656"/>
                  </a:lnTo>
                  <a:lnTo>
                    <a:pt x="16283" y="16599"/>
                  </a:lnTo>
                  <a:lnTo>
                    <a:pt x="16417" y="16542"/>
                  </a:lnTo>
                  <a:lnTo>
                    <a:pt x="16551" y="16465"/>
                  </a:lnTo>
                  <a:lnTo>
                    <a:pt x="16685" y="16388"/>
                  </a:lnTo>
                  <a:lnTo>
                    <a:pt x="16819" y="16312"/>
                  </a:lnTo>
                  <a:lnTo>
                    <a:pt x="16944" y="16225"/>
                  </a:lnTo>
                  <a:lnTo>
                    <a:pt x="17059" y="16130"/>
                  </a:lnTo>
                  <a:lnTo>
                    <a:pt x="17174" y="16024"/>
                  </a:lnTo>
                  <a:lnTo>
                    <a:pt x="17289" y="15919"/>
                  </a:lnTo>
                  <a:lnTo>
                    <a:pt x="17384" y="15814"/>
                  </a:lnTo>
                  <a:lnTo>
                    <a:pt x="17490" y="15699"/>
                  </a:lnTo>
                  <a:lnTo>
                    <a:pt x="17586" y="15584"/>
                  </a:lnTo>
                  <a:lnTo>
                    <a:pt x="17672" y="15459"/>
                  </a:lnTo>
                  <a:lnTo>
                    <a:pt x="17748" y="15325"/>
                  </a:lnTo>
                  <a:lnTo>
                    <a:pt x="17825" y="15191"/>
                  </a:lnTo>
                  <a:lnTo>
                    <a:pt x="17902" y="15057"/>
                  </a:lnTo>
                  <a:lnTo>
                    <a:pt x="17959" y="14923"/>
                  </a:lnTo>
                  <a:lnTo>
                    <a:pt x="18017" y="14779"/>
                  </a:lnTo>
                  <a:lnTo>
                    <a:pt x="18064" y="14626"/>
                  </a:lnTo>
                  <a:lnTo>
                    <a:pt x="18112" y="14482"/>
                  </a:lnTo>
                  <a:lnTo>
                    <a:pt x="18151" y="14329"/>
                  </a:lnTo>
                  <a:lnTo>
                    <a:pt x="18170" y="14166"/>
                  </a:lnTo>
                  <a:lnTo>
                    <a:pt x="18199" y="14013"/>
                  </a:lnTo>
                  <a:lnTo>
                    <a:pt x="18208" y="13850"/>
                  </a:lnTo>
                  <a:lnTo>
                    <a:pt x="18208" y="13687"/>
                  </a:lnTo>
                  <a:lnTo>
                    <a:pt x="18208" y="3161"/>
                  </a:lnTo>
                  <a:lnTo>
                    <a:pt x="18208" y="2998"/>
                  </a:lnTo>
                  <a:lnTo>
                    <a:pt x="18199" y="2835"/>
                  </a:lnTo>
                  <a:lnTo>
                    <a:pt x="18170" y="2672"/>
                  </a:lnTo>
                  <a:lnTo>
                    <a:pt x="18151" y="2519"/>
                  </a:lnTo>
                  <a:lnTo>
                    <a:pt x="18112" y="2366"/>
                  </a:lnTo>
                  <a:lnTo>
                    <a:pt x="18064" y="2222"/>
                  </a:lnTo>
                  <a:lnTo>
                    <a:pt x="18017" y="2069"/>
                  </a:lnTo>
                  <a:lnTo>
                    <a:pt x="17959" y="1925"/>
                  </a:lnTo>
                  <a:lnTo>
                    <a:pt x="17902" y="1791"/>
                  </a:lnTo>
                  <a:lnTo>
                    <a:pt x="17825" y="1648"/>
                  </a:lnTo>
                  <a:lnTo>
                    <a:pt x="17748" y="1523"/>
                  </a:lnTo>
                  <a:lnTo>
                    <a:pt x="17672" y="1389"/>
                  </a:lnTo>
                  <a:lnTo>
                    <a:pt x="17586" y="1264"/>
                  </a:lnTo>
                  <a:lnTo>
                    <a:pt x="17490" y="1150"/>
                  </a:lnTo>
                  <a:lnTo>
                    <a:pt x="17384" y="1035"/>
                  </a:lnTo>
                  <a:lnTo>
                    <a:pt x="17289" y="920"/>
                  </a:lnTo>
                  <a:lnTo>
                    <a:pt x="17174" y="814"/>
                  </a:lnTo>
                  <a:lnTo>
                    <a:pt x="17059" y="719"/>
                  </a:lnTo>
                  <a:lnTo>
                    <a:pt x="16944" y="623"/>
                  </a:lnTo>
                  <a:lnTo>
                    <a:pt x="16819" y="537"/>
                  </a:lnTo>
                  <a:lnTo>
                    <a:pt x="16685" y="450"/>
                  </a:lnTo>
                  <a:lnTo>
                    <a:pt x="16551" y="374"/>
                  </a:lnTo>
                  <a:lnTo>
                    <a:pt x="16417" y="307"/>
                  </a:lnTo>
                  <a:lnTo>
                    <a:pt x="16283" y="249"/>
                  </a:lnTo>
                  <a:lnTo>
                    <a:pt x="16139" y="192"/>
                  </a:lnTo>
                  <a:lnTo>
                    <a:pt x="15986" y="134"/>
                  </a:lnTo>
                  <a:lnTo>
                    <a:pt x="15842" y="96"/>
                  </a:lnTo>
                  <a:lnTo>
                    <a:pt x="15689" y="58"/>
                  </a:lnTo>
                  <a:lnTo>
                    <a:pt x="15526" y="29"/>
                  </a:lnTo>
                  <a:lnTo>
                    <a:pt x="15373" y="10"/>
                  </a:lnTo>
                  <a:lnTo>
                    <a:pt x="1521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6"/>
            <p:cNvSpPr/>
            <p:nvPr/>
          </p:nvSpPr>
          <p:spPr>
            <a:xfrm>
              <a:off x="3719503" y="3788348"/>
              <a:ext cx="801540" cy="53076"/>
            </a:xfrm>
            <a:custGeom>
              <a:avLst/>
              <a:gdLst/>
              <a:ahLst/>
              <a:cxnLst/>
              <a:rect l="l" t="t" r="r" b="b"/>
              <a:pathLst>
                <a:path w="22577" h="1495" extrusionOk="0">
                  <a:moveTo>
                    <a:pt x="1" y="0"/>
                  </a:moveTo>
                  <a:lnTo>
                    <a:pt x="1" y="364"/>
                  </a:lnTo>
                  <a:lnTo>
                    <a:pt x="10" y="479"/>
                  </a:lnTo>
                  <a:lnTo>
                    <a:pt x="29" y="594"/>
                  </a:lnTo>
                  <a:lnTo>
                    <a:pt x="49" y="700"/>
                  </a:lnTo>
                  <a:lnTo>
                    <a:pt x="87" y="805"/>
                  </a:lnTo>
                  <a:lnTo>
                    <a:pt x="135" y="901"/>
                  </a:lnTo>
                  <a:lnTo>
                    <a:pt x="192" y="997"/>
                  </a:lnTo>
                  <a:lnTo>
                    <a:pt x="259" y="1083"/>
                  </a:lnTo>
                  <a:lnTo>
                    <a:pt x="336" y="1159"/>
                  </a:lnTo>
                  <a:lnTo>
                    <a:pt x="412" y="1236"/>
                  </a:lnTo>
                  <a:lnTo>
                    <a:pt x="499" y="1303"/>
                  </a:lnTo>
                  <a:lnTo>
                    <a:pt x="594" y="1361"/>
                  </a:lnTo>
                  <a:lnTo>
                    <a:pt x="690" y="1399"/>
                  </a:lnTo>
                  <a:lnTo>
                    <a:pt x="796" y="1437"/>
                  </a:lnTo>
                  <a:lnTo>
                    <a:pt x="901" y="1466"/>
                  </a:lnTo>
                  <a:lnTo>
                    <a:pt x="1016" y="1485"/>
                  </a:lnTo>
                  <a:lnTo>
                    <a:pt x="1131" y="1495"/>
                  </a:lnTo>
                  <a:lnTo>
                    <a:pt x="21446" y="1495"/>
                  </a:lnTo>
                  <a:lnTo>
                    <a:pt x="21561" y="1485"/>
                  </a:lnTo>
                  <a:lnTo>
                    <a:pt x="21676" y="1466"/>
                  </a:lnTo>
                  <a:lnTo>
                    <a:pt x="21781" y="1437"/>
                  </a:lnTo>
                  <a:lnTo>
                    <a:pt x="21887" y="1399"/>
                  </a:lnTo>
                  <a:lnTo>
                    <a:pt x="21982" y="1361"/>
                  </a:lnTo>
                  <a:lnTo>
                    <a:pt x="22078" y="1303"/>
                  </a:lnTo>
                  <a:lnTo>
                    <a:pt x="22164" y="1236"/>
                  </a:lnTo>
                  <a:lnTo>
                    <a:pt x="22241" y="1159"/>
                  </a:lnTo>
                  <a:lnTo>
                    <a:pt x="22318" y="1083"/>
                  </a:lnTo>
                  <a:lnTo>
                    <a:pt x="22375" y="997"/>
                  </a:lnTo>
                  <a:lnTo>
                    <a:pt x="22433" y="901"/>
                  </a:lnTo>
                  <a:lnTo>
                    <a:pt x="22480" y="805"/>
                  </a:lnTo>
                  <a:lnTo>
                    <a:pt x="22519" y="700"/>
                  </a:lnTo>
                  <a:lnTo>
                    <a:pt x="22547" y="594"/>
                  </a:lnTo>
                  <a:lnTo>
                    <a:pt x="22567" y="479"/>
                  </a:lnTo>
                  <a:lnTo>
                    <a:pt x="22576" y="364"/>
                  </a:lnTo>
                  <a:lnTo>
                    <a:pt x="225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6"/>
            <p:cNvSpPr/>
            <p:nvPr/>
          </p:nvSpPr>
          <p:spPr>
            <a:xfrm>
              <a:off x="4092516" y="3810110"/>
              <a:ext cx="57514" cy="833492"/>
            </a:xfrm>
            <a:custGeom>
              <a:avLst/>
              <a:gdLst/>
              <a:ahLst/>
              <a:cxnLst/>
              <a:rect l="l" t="t" r="r" b="b"/>
              <a:pathLst>
                <a:path w="1620" h="23477" extrusionOk="0">
                  <a:moveTo>
                    <a:pt x="1" y="0"/>
                  </a:moveTo>
                  <a:lnTo>
                    <a:pt x="1" y="23476"/>
                  </a:lnTo>
                  <a:lnTo>
                    <a:pt x="1619" y="23476"/>
                  </a:lnTo>
                  <a:lnTo>
                    <a:pt x="1619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6"/>
            <p:cNvSpPr/>
            <p:nvPr/>
          </p:nvSpPr>
          <p:spPr>
            <a:xfrm>
              <a:off x="3850077" y="4555143"/>
              <a:ext cx="547520" cy="147264"/>
            </a:xfrm>
            <a:custGeom>
              <a:avLst/>
              <a:gdLst/>
              <a:ahLst/>
              <a:cxnLst/>
              <a:rect l="l" t="t" r="r" b="b"/>
              <a:pathLst>
                <a:path w="15422" h="4148" extrusionOk="0">
                  <a:moveTo>
                    <a:pt x="3937" y="0"/>
                  </a:moveTo>
                  <a:lnTo>
                    <a:pt x="3726" y="19"/>
                  </a:lnTo>
                  <a:lnTo>
                    <a:pt x="3516" y="48"/>
                  </a:lnTo>
                  <a:lnTo>
                    <a:pt x="3315" y="77"/>
                  </a:lnTo>
                  <a:lnTo>
                    <a:pt x="3113" y="125"/>
                  </a:lnTo>
                  <a:lnTo>
                    <a:pt x="2912" y="182"/>
                  </a:lnTo>
                  <a:lnTo>
                    <a:pt x="2721" y="249"/>
                  </a:lnTo>
                  <a:lnTo>
                    <a:pt x="2539" y="326"/>
                  </a:lnTo>
                  <a:lnTo>
                    <a:pt x="2347" y="402"/>
                  </a:lnTo>
                  <a:lnTo>
                    <a:pt x="2175" y="498"/>
                  </a:lnTo>
                  <a:lnTo>
                    <a:pt x="2002" y="594"/>
                  </a:lnTo>
                  <a:lnTo>
                    <a:pt x="1830" y="709"/>
                  </a:lnTo>
                  <a:lnTo>
                    <a:pt x="1667" y="824"/>
                  </a:lnTo>
                  <a:lnTo>
                    <a:pt x="1514" y="948"/>
                  </a:lnTo>
                  <a:lnTo>
                    <a:pt x="1361" y="1073"/>
                  </a:lnTo>
                  <a:lnTo>
                    <a:pt x="1217" y="1217"/>
                  </a:lnTo>
                  <a:lnTo>
                    <a:pt x="1073" y="1360"/>
                  </a:lnTo>
                  <a:lnTo>
                    <a:pt x="949" y="1513"/>
                  </a:lnTo>
                  <a:lnTo>
                    <a:pt x="824" y="1667"/>
                  </a:lnTo>
                  <a:lnTo>
                    <a:pt x="709" y="1830"/>
                  </a:lnTo>
                  <a:lnTo>
                    <a:pt x="594" y="2002"/>
                  </a:lnTo>
                  <a:lnTo>
                    <a:pt x="499" y="2174"/>
                  </a:lnTo>
                  <a:lnTo>
                    <a:pt x="403" y="2347"/>
                  </a:lnTo>
                  <a:lnTo>
                    <a:pt x="326" y="2538"/>
                  </a:lnTo>
                  <a:lnTo>
                    <a:pt x="250" y="2720"/>
                  </a:lnTo>
                  <a:lnTo>
                    <a:pt x="183" y="2912"/>
                  </a:lnTo>
                  <a:lnTo>
                    <a:pt x="125" y="3113"/>
                  </a:lnTo>
                  <a:lnTo>
                    <a:pt x="77" y="3314"/>
                  </a:lnTo>
                  <a:lnTo>
                    <a:pt x="48" y="3515"/>
                  </a:lnTo>
                  <a:lnTo>
                    <a:pt x="20" y="3726"/>
                  </a:lnTo>
                  <a:lnTo>
                    <a:pt x="1" y="3937"/>
                  </a:lnTo>
                  <a:lnTo>
                    <a:pt x="1" y="4147"/>
                  </a:lnTo>
                  <a:lnTo>
                    <a:pt x="1274" y="4147"/>
                  </a:lnTo>
                  <a:lnTo>
                    <a:pt x="1274" y="4004"/>
                  </a:lnTo>
                  <a:lnTo>
                    <a:pt x="1284" y="3860"/>
                  </a:lnTo>
                  <a:lnTo>
                    <a:pt x="1303" y="3707"/>
                  </a:lnTo>
                  <a:lnTo>
                    <a:pt x="1332" y="3573"/>
                  </a:lnTo>
                  <a:lnTo>
                    <a:pt x="1361" y="3429"/>
                  </a:lnTo>
                  <a:lnTo>
                    <a:pt x="1399" y="3295"/>
                  </a:lnTo>
                  <a:lnTo>
                    <a:pt x="1447" y="3161"/>
                  </a:lnTo>
                  <a:lnTo>
                    <a:pt x="1504" y="3027"/>
                  </a:lnTo>
                  <a:lnTo>
                    <a:pt x="1562" y="2902"/>
                  </a:lnTo>
                  <a:lnTo>
                    <a:pt x="1619" y="2778"/>
                  </a:lnTo>
                  <a:lnTo>
                    <a:pt x="1686" y="2663"/>
                  </a:lnTo>
                  <a:lnTo>
                    <a:pt x="1763" y="2538"/>
                  </a:lnTo>
                  <a:lnTo>
                    <a:pt x="1849" y="2433"/>
                  </a:lnTo>
                  <a:lnTo>
                    <a:pt x="1935" y="2318"/>
                  </a:lnTo>
                  <a:lnTo>
                    <a:pt x="2022" y="2213"/>
                  </a:lnTo>
                  <a:lnTo>
                    <a:pt x="2117" y="2117"/>
                  </a:lnTo>
                  <a:lnTo>
                    <a:pt x="2213" y="2021"/>
                  </a:lnTo>
                  <a:lnTo>
                    <a:pt x="2318" y="1935"/>
                  </a:lnTo>
                  <a:lnTo>
                    <a:pt x="2433" y="1849"/>
                  </a:lnTo>
                  <a:lnTo>
                    <a:pt x="2539" y="1763"/>
                  </a:lnTo>
                  <a:lnTo>
                    <a:pt x="2663" y="1686"/>
                  </a:lnTo>
                  <a:lnTo>
                    <a:pt x="2778" y="1619"/>
                  </a:lnTo>
                  <a:lnTo>
                    <a:pt x="2903" y="1561"/>
                  </a:lnTo>
                  <a:lnTo>
                    <a:pt x="3027" y="1504"/>
                  </a:lnTo>
                  <a:lnTo>
                    <a:pt x="3161" y="1446"/>
                  </a:lnTo>
                  <a:lnTo>
                    <a:pt x="3295" y="1399"/>
                  </a:lnTo>
                  <a:lnTo>
                    <a:pt x="3430" y="1360"/>
                  </a:lnTo>
                  <a:lnTo>
                    <a:pt x="3573" y="1331"/>
                  </a:lnTo>
                  <a:lnTo>
                    <a:pt x="3707" y="1303"/>
                  </a:lnTo>
                  <a:lnTo>
                    <a:pt x="3851" y="1284"/>
                  </a:lnTo>
                  <a:lnTo>
                    <a:pt x="4004" y="1274"/>
                  </a:lnTo>
                  <a:lnTo>
                    <a:pt x="11418" y="1274"/>
                  </a:lnTo>
                  <a:lnTo>
                    <a:pt x="11561" y="1284"/>
                  </a:lnTo>
                  <a:lnTo>
                    <a:pt x="11705" y="1303"/>
                  </a:lnTo>
                  <a:lnTo>
                    <a:pt x="11849" y="1331"/>
                  </a:lnTo>
                  <a:lnTo>
                    <a:pt x="11992" y="1360"/>
                  </a:lnTo>
                  <a:lnTo>
                    <a:pt x="12126" y="1399"/>
                  </a:lnTo>
                  <a:lnTo>
                    <a:pt x="12261" y="1446"/>
                  </a:lnTo>
                  <a:lnTo>
                    <a:pt x="12395" y="1504"/>
                  </a:lnTo>
                  <a:lnTo>
                    <a:pt x="12519" y="1561"/>
                  </a:lnTo>
                  <a:lnTo>
                    <a:pt x="12644" y="1619"/>
                  </a:lnTo>
                  <a:lnTo>
                    <a:pt x="12759" y="1686"/>
                  </a:lnTo>
                  <a:lnTo>
                    <a:pt x="12883" y="1763"/>
                  </a:lnTo>
                  <a:lnTo>
                    <a:pt x="12988" y="1849"/>
                  </a:lnTo>
                  <a:lnTo>
                    <a:pt x="13103" y="1935"/>
                  </a:lnTo>
                  <a:lnTo>
                    <a:pt x="13209" y="2021"/>
                  </a:lnTo>
                  <a:lnTo>
                    <a:pt x="13305" y="2117"/>
                  </a:lnTo>
                  <a:lnTo>
                    <a:pt x="13400" y="2213"/>
                  </a:lnTo>
                  <a:lnTo>
                    <a:pt x="13487" y="2318"/>
                  </a:lnTo>
                  <a:lnTo>
                    <a:pt x="13573" y="2433"/>
                  </a:lnTo>
                  <a:lnTo>
                    <a:pt x="13659" y="2538"/>
                  </a:lnTo>
                  <a:lnTo>
                    <a:pt x="13726" y="2663"/>
                  </a:lnTo>
                  <a:lnTo>
                    <a:pt x="13803" y="2778"/>
                  </a:lnTo>
                  <a:lnTo>
                    <a:pt x="13860" y="2902"/>
                  </a:lnTo>
                  <a:lnTo>
                    <a:pt x="13918" y="3027"/>
                  </a:lnTo>
                  <a:lnTo>
                    <a:pt x="13975" y="3161"/>
                  </a:lnTo>
                  <a:lnTo>
                    <a:pt x="14013" y="3295"/>
                  </a:lnTo>
                  <a:lnTo>
                    <a:pt x="14061" y="3429"/>
                  </a:lnTo>
                  <a:lnTo>
                    <a:pt x="14090" y="3573"/>
                  </a:lnTo>
                  <a:lnTo>
                    <a:pt x="14119" y="3707"/>
                  </a:lnTo>
                  <a:lnTo>
                    <a:pt x="14128" y="3860"/>
                  </a:lnTo>
                  <a:lnTo>
                    <a:pt x="14147" y="4004"/>
                  </a:lnTo>
                  <a:lnTo>
                    <a:pt x="14147" y="4147"/>
                  </a:lnTo>
                  <a:lnTo>
                    <a:pt x="15421" y="4147"/>
                  </a:lnTo>
                  <a:lnTo>
                    <a:pt x="15421" y="3937"/>
                  </a:lnTo>
                  <a:lnTo>
                    <a:pt x="15402" y="3726"/>
                  </a:lnTo>
                  <a:lnTo>
                    <a:pt x="15373" y="3515"/>
                  </a:lnTo>
                  <a:lnTo>
                    <a:pt x="15335" y="3314"/>
                  </a:lnTo>
                  <a:lnTo>
                    <a:pt x="15297" y="3113"/>
                  </a:lnTo>
                  <a:lnTo>
                    <a:pt x="15239" y="2912"/>
                  </a:lnTo>
                  <a:lnTo>
                    <a:pt x="15172" y="2720"/>
                  </a:lnTo>
                  <a:lnTo>
                    <a:pt x="15096" y="2538"/>
                  </a:lnTo>
                  <a:lnTo>
                    <a:pt x="15009" y="2347"/>
                  </a:lnTo>
                  <a:lnTo>
                    <a:pt x="14923" y="2174"/>
                  </a:lnTo>
                  <a:lnTo>
                    <a:pt x="14818" y="2002"/>
                  </a:lnTo>
                  <a:lnTo>
                    <a:pt x="14713" y="1830"/>
                  </a:lnTo>
                  <a:lnTo>
                    <a:pt x="14598" y="1667"/>
                  </a:lnTo>
                  <a:lnTo>
                    <a:pt x="14473" y="1513"/>
                  </a:lnTo>
                  <a:lnTo>
                    <a:pt x="14349" y="1360"/>
                  </a:lnTo>
                  <a:lnTo>
                    <a:pt x="14205" y="1217"/>
                  </a:lnTo>
                  <a:lnTo>
                    <a:pt x="14061" y="1073"/>
                  </a:lnTo>
                  <a:lnTo>
                    <a:pt x="13908" y="948"/>
                  </a:lnTo>
                  <a:lnTo>
                    <a:pt x="13755" y="824"/>
                  </a:lnTo>
                  <a:lnTo>
                    <a:pt x="13592" y="709"/>
                  </a:lnTo>
                  <a:lnTo>
                    <a:pt x="13420" y="594"/>
                  </a:lnTo>
                  <a:lnTo>
                    <a:pt x="13247" y="498"/>
                  </a:lnTo>
                  <a:lnTo>
                    <a:pt x="13075" y="402"/>
                  </a:lnTo>
                  <a:lnTo>
                    <a:pt x="12883" y="326"/>
                  </a:lnTo>
                  <a:lnTo>
                    <a:pt x="12701" y="249"/>
                  </a:lnTo>
                  <a:lnTo>
                    <a:pt x="12510" y="182"/>
                  </a:lnTo>
                  <a:lnTo>
                    <a:pt x="12308" y="125"/>
                  </a:lnTo>
                  <a:lnTo>
                    <a:pt x="12107" y="77"/>
                  </a:lnTo>
                  <a:lnTo>
                    <a:pt x="11906" y="48"/>
                  </a:lnTo>
                  <a:lnTo>
                    <a:pt x="11695" y="19"/>
                  </a:lnTo>
                  <a:lnTo>
                    <a:pt x="114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6"/>
            <p:cNvSpPr/>
            <p:nvPr/>
          </p:nvSpPr>
          <p:spPr>
            <a:xfrm>
              <a:off x="4055133" y="3801270"/>
              <a:ext cx="124827" cy="226151"/>
            </a:xfrm>
            <a:custGeom>
              <a:avLst/>
              <a:gdLst/>
              <a:ahLst/>
              <a:cxnLst/>
              <a:rect l="l" t="t" r="r" b="b"/>
              <a:pathLst>
                <a:path w="3516" h="6370" extrusionOk="0">
                  <a:moveTo>
                    <a:pt x="0" y="0"/>
                  </a:moveTo>
                  <a:lnTo>
                    <a:pt x="671" y="6370"/>
                  </a:lnTo>
                  <a:lnTo>
                    <a:pt x="2854" y="6370"/>
                  </a:lnTo>
                  <a:lnTo>
                    <a:pt x="35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6"/>
            <p:cNvSpPr/>
            <p:nvPr/>
          </p:nvSpPr>
          <p:spPr>
            <a:xfrm>
              <a:off x="3691634" y="3674104"/>
              <a:ext cx="859338" cy="127205"/>
            </a:xfrm>
            <a:custGeom>
              <a:avLst/>
              <a:gdLst/>
              <a:ahLst/>
              <a:cxnLst/>
              <a:rect l="l" t="t" r="r" b="b"/>
              <a:pathLst>
                <a:path w="24205" h="3583" extrusionOk="0">
                  <a:moveTo>
                    <a:pt x="3448" y="0"/>
                  </a:moveTo>
                  <a:lnTo>
                    <a:pt x="3266" y="10"/>
                  </a:lnTo>
                  <a:lnTo>
                    <a:pt x="3094" y="19"/>
                  </a:lnTo>
                  <a:lnTo>
                    <a:pt x="2922" y="39"/>
                  </a:lnTo>
                  <a:lnTo>
                    <a:pt x="2749" y="67"/>
                  </a:lnTo>
                  <a:lnTo>
                    <a:pt x="2586" y="106"/>
                  </a:lnTo>
                  <a:lnTo>
                    <a:pt x="2423" y="153"/>
                  </a:lnTo>
                  <a:lnTo>
                    <a:pt x="2261" y="211"/>
                  </a:lnTo>
                  <a:lnTo>
                    <a:pt x="2107" y="268"/>
                  </a:lnTo>
                  <a:lnTo>
                    <a:pt x="1954" y="345"/>
                  </a:lnTo>
                  <a:lnTo>
                    <a:pt x="1801" y="412"/>
                  </a:lnTo>
                  <a:lnTo>
                    <a:pt x="1657" y="498"/>
                  </a:lnTo>
                  <a:lnTo>
                    <a:pt x="1523" y="585"/>
                  </a:lnTo>
                  <a:lnTo>
                    <a:pt x="1389" y="680"/>
                  </a:lnTo>
                  <a:lnTo>
                    <a:pt x="1255" y="786"/>
                  </a:lnTo>
                  <a:lnTo>
                    <a:pt x="1130" y="891"/>
                  </a:lnTo>
                  <a:lnTo>
                    <a:pt x="1015" y="1006"/>
                  </a:lnTo>
                  <a:lnTo>
                    <a:pt x="901" y="1130"/>
                  </a:lnTo>
                  <a:lnTo>
                    <a:pt x="786" y="1255"/>
                  </a:lnTo>
                  <a:lnTo>
                    <a:pt x="690" y="1379"/>
                  </a:lnTo>
                  <a:lnTo>
                    <a:pt x="594" y="1523"/>
                  </a:lnTo>
                  <a:lnTo>
                    <a:pt x="498" y="1657"/>
                  </a:lnTo>
                  <a:lnTo>
                    <a:pt x="422" y="1801"/>
                  </a:lnTo>
                  <a:lnTo>
                    <a:pt x="345" y="1954"/>
                  </a:lnTo>
                  <a:lnTo>
                    <a:pt x="278" y="2107"/>
                  </a:lnTo>
                  <a:lnTo>
                    <a:pt x="211" y="2261"/>
                  </a:lnTo>
                  <a:lnTo>
                    <a:pt x="153" y="2424"/>
                  </a:lnTo>
                  <a:lnTo>
                    <a:pt x="115" y="2586"/>
                  </a:lnTo>
                  <a:lnTo>
                    <a:pt x="77" y="2749"/>
                  </a:lnTo>
                  <a:lnTo>
                    <a:pt x="39" y="2922"/>
                  </a:lnTo>
                  <a:lnTo>
                    <a:pt x="19" y="3094"/>
                  </a:lnTo>
                  <a:lnTo>
                    <a:pt x="10" y="3266"/>
                  </a:lnTo>
                  <a:lnTo>
                    <a:pt x="0" y="3439"/>
                  </a:lnTo>
                  <a:lnTo>
                    <a:pt x="0" y="3582"/>
                  </a:lnTo>
                  <a:lnTo>
                    <a:pt x="24204" y="3582"/>
                  </a:lnTo>
                  <a:lnTo>
                    <a:pt x="24204" y="3439"/>
                  </a:lnTo>
                  <a:lnTo>
                    <a:pt x="24194" y="3266"/>
                  </a:lnTo>
                  <a:lnTo>
                    <a:pt x="24185" y="3094"/>
                  </a:lnTo>
                  <a:lnTo>
                    <a:pt x="24166" y="2922"/>
                  </a:lnTo>
                  <a:lnTo>
                    <a:pt x="24127" y="2749"/>
                  </a:lnTo>
                  <a:lnTo>
                    <a:pt x="24089" y="2586"/>
                  </a:lnTo>
                  <a:lnTo>
                    <a:pt x="24041" y="2424"/>
                  </a:lnTo>
                  <a:lnTo>
                    <a:pt x="23993" y="2261"/>
                  </a:lnTo>
                  <a:lnTo>
                    <a:pt x="23926" y="2107"/>
                  </a:lnTo>
                  <a:lnTo>
                    <a:pt x="23859" y="1954"/>
                  </a:lnTo>
                  <a:lnTo>
                    <a:pt x="23783" y="1801"/>
                  </a:lnTo>
                  <a:lnTo>
                    <a:pt x="23706" y="1657"/>
                  </a:lnTo>
                  <a:lnTo>
                    <a:pt x="23610" y="1523"/>
                  </a:lnTo>
                  <a:lnTo>
                    <a:pt x="23514" y="1379"/>
                  </a:lnTo>
                  <a:lnTo>
                    <a:pt x="23419" y="1255"/>
                  </a:lnTo>
                  <a:lnTo>
                    <a:pt x="23304" y="1130"/>
                  </a:lnTo>
                  <a:lnTo>
                    <a:pt x="23189" y="1006"/>
                  </a:lnTo>
                  <a:lnTo>
                    <a:pt x="23074" y="891"/>
                  </a:lnTo>
                  <a:lnTo>
                    <a:pt x="22949" y="786"/>
                  </a:lnTo>
                  <a:lnTo>
                    <a:pt x="22815" y="680"/>
                  </a:lnTo>
                  <a:lnTo>
                    <a:pt x="22681" y="585"/>
                  </a:lnTo>
                  <a:lnTo>
                    <a:pt x="22547" y="498"/>
                  </a:lnTo>
                  <a:lnTo>
                    <a:pt x="22403" y="412"/>
                  </a:lnTo>
                  <a:lnTo>
                    <a:pt x="22250" y="345"/>
                  </a:lnTo>
                  <a:lnTo>
                    <a:pt x="22097" y="268"/>
                  </a:lnTo>
                  <a:lnTo>
                    <a:pt x="21944" y="211"/>
                  </a:lnTo>
                  <a:lnTo>
                    <a:pt x="21781" y="153"/>
                  </a:lnTo>
                  <a:lnTo>
                    <a:pt x="21618" y="106"/>
                  </a:lnTo>
                  <a:lnTo>
                    <a:pt x="21455" y="67"/>
                  </a:lnTo>
                  <a:lnTo>
                    <a:pt x="21283" y="39"/>
                  </a:lnTo>
                  <a:lnTo>
                    <a:pt x="21110" y="19"/>
                  </a:lnTo>
                  <a:lnTo>
                    <a:pt x="20938" y="10"/>
                  </a:lnTo>
                  <a:lnTo>
                    <a:pt x="207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6"/>
            <p:cNvSpPr/>
            <p:nvPr/>
          </p:nvSpPr>
          <p:spPr>
            <a:xfrm>
              <a:off x="4100007" y="3332687"/>
              <a:ext cx="47289" cy="417616"/>
            </a:xfrm>
            <a:custGeom>
              <a:avLst/>
              <a:gdLst/>
              <a:ahLst/>
              <a:cxnLst/>
              <a:rect l="l" t="t" r="r" b="b"/>
              <a:pathLst>
                <a:path w="1332" h="11763" extrusionOk="0">
                  <a:moveTo>
                    <a:pt x="594" y="1"/>
                  </a:moveTo>
                  <a:lnTo>
                    <a:pt x="527" y="10"/>
                  </a:lnTo>
                  <a:lnTo>
                    <a:pt x="470" y="30"/>
                  </a:lnTo>
                  <a:lnTo>
                    <a:pt x="403" y="49"/>
                  </a:lnTo>
                  <a:lnTo>
                    <a:pt x="345" y="77"/>
                  </a:lnTo>
                  <a:lnTo>
                    <a:pt x="297" y="106"/>
                  </a:lnTo>
                  <a:lnTo>
                    <a:pt x="240" y="144"/>
                  </a:lnTo>
                  <a:lnTo>
                    <a:pt x="192" y="192"/>
                  </a:lnTo>
                  <a:lnTo>
                    <a:pt x="154" y="240"/>
                  </a:lnTo>
                  <a:lnTo>
                    <a:pt x="115" y="288"/>
                  </a:lnTo>
                  <a:lnTo>
                    <a:pt x="77" y="346"/>
                  </a:lnTo>
                  <a:lnTo>
                    <a:pt x="48" y="403"/>
                  </a:lnTo>
                  <a:lnTo>
                    <a:pt x="29" y="461"/>
                  </a:lnTo>
                  <a:lnTo>
                    <a:pt x="10" y="528"/>
                  </a:lnTo>
                  <a:lnTo>
                    <a:pt x="0" y="595"/>
                  </a:lnTo>
                  <a:lnTo>
                    <a:pt x="0" y="662"/>
                  </a:lnTo>
                  <a:lnTo>
                    <a:pt x="0" y="11102"/>
                  </a:lnTo>
                  <a:lnTo>
                    <a:pt x="0" y="11169"/>
                  </a:lnTo>
                  <a:lnTo>
                    <a:pt x="10" y="11236"/>
                  </a:lnTo>
                  <a:lnTo>
                    <a:pt x="29" y="11293"/>
                  </a:lnTo>
                  <a:lnTo>
                    <a:pt x="48" y="11360"/>
                  </a:lnTo>
                  <a:lnTo>
                    <a:pt x="77" y="11418"/>
                  </a:lnTo>
                  <a:lnTo>
                    <a:pt x="115" y="11466"/>
                  </a:lnTo>
                  <a:lnTo>
                    <a:pt x="154" y="11523"/>
                  </a:lnTo>
                  <a:lnTo>
                    <a:pt x="192" y="11571"/>
                  </a:lnTo>
                  <a:lnTo>
                    <a:pt x="240" y="11609"/>
                  </a:lnTo>
                  <a:lnTo>
                    <a:pt x="297" y="11648"/>
                  </a:lnTo>
                  <a:lnTo>
                    <a:pt x="345" y="11686"/>
                  </a:lnTo>
                  <a:lnTo>
                    <a:pt x="403" y="11715"/>
                  </a:lnTo>
                  <a:lnTo>
                    <a:pt x="470" y="11734"/>
                  </a:lnTo>
                  <a:lnTo>
                    <a:pt x="527" y="11753"/>
                  </a:lnTo>
                  <a:lnTo>
                    <a:pt x="594" y="11763"/>
                  </a:lnTo>
                  <a:lnTo>
                    <a:pt x="728" y="11763"/>
                  </a:lnTo>
                  <a:lnTo>
                    <a:pt x="795" y="11753"/>
                  </a:lnTo>
                  <a:lnTo>
                    <a:pt x="863" y="11734"/>
                  </a:lnTo>
                  <a:lnTo>
                    <a:pt x="920" y="11715"/>
                  </a:lnTo>
                  <a:lnTo>
                    <a:pt x="977" y="11686"/>
                  </a:lnTo>
                  <a:lnTo>
                    <a:pt x="1035" y="11648"/>
                  </a:lnTo>
                  <a:lnTo>
                    <a:pt x="1092" y="11609"/>
                  </a:lnTo>
                  <a:lnTo>
                    <a:pt x="1131" y="11571"/>
                  </a:lnTo>
                  <a:lnTo>
                    <a:pt x="1179" y="11523"/>
                  </a:lnTo>
                  <a:lnTo>
                    <a:pt x="1217" y="11466"/>
                  </a:lnTo>
                  <a:lnTo>
                    <a:pt x="1246" y="11418"/>
                  </a:lnTo>
                  <a:lnTo>
                    <a:pt x="1274" y="11360"/>
                  </a:lnTo>
                  <a:lnTo>
                    <a:pt x="1303" y="11293"/>
                  </a:lnTo>
                  <a:lnTo>
                    <a:pt x="1313" y="11236"/>
                  </a:lnTo>
                  <a:lnTo>
                    <a:pt x="1322" y="11169"/>
                  </a:lnTo>
                  <a:lnTo>
                    <a:pt x="1332" y="11102"/>
                  </a:lnTo>
                  <a:lnTo>
                    <a:pt x="1332" y="662"/>
                  </a:lnTo>
                  <a:lnTo>
                    <a:pt x="1322" y="595"/>
                  </a:lnTo>
                  <a:lnTo>
                    <a:pt x="1313" y="528"/>
                  </a:lnTo>
                  <a:lnTo>
                    <a:pt x="1303" y="461"/>
                  </a:lnTo>
                  <a:lnTo>
                    <a:pt x="1274" y="403"/>
                  </a:lnTo>
                  <a:lnTo>
                    <a:pt x="1246" y="346"/>
                  </a:lnTo>
                  <a:lnTo>
                    <a:pt x="1217" y="288"/>
                  </a:lnTo>
                  <a:lnTo>
                    <a:pt x="1179" y="240"/>
                  </a:lnTo>
                  <a:lnTo>
                    <a:pt x="1131" y="192"/>
                  </a:lnTo>
                  <a:lnTo>
                    <a:pt x="1092" y="144"/>
                  </a:lnTo>
                  <a:lnTo>
                    <a:pt x="1035" y="106"/>
                  </a:lnTo>
                  <a:lnTo>
                    <a:pt x="977" y="77"/>
                  </a:lnTo>
                  <a:lnTo>
                    <a:pt x="920" y="49"/>
                  </a:lnTo>
                  <a:lnTo>
                    <a:pt x="863" y="30"/>
                  </a:lnTo>
                  <a:lnTo>
                    <a:pt x="795" y="10"/>
                  </a:lnTo>
                  <a:lnTo>
                    <a:pt x="72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6"/>
            <p:cNvSpPr/>
            <p:nvPr/>
          </p:nvSpPr>
          <p:spPr>
            <a:xfrm>
              <a:off x="3872514" y="3079030"/>
              <a:ext cx="502644" cy="297227"/>
            </a:xfrm>
            <a:custGeom>
              <a:avLst/>
              <a:gdLst/>
              <a:ahLst/>
              <a:cxnLst/>
              <a:rect l="l" t="t" r="r" b="b"/>
              <a:pathLst>
                <a:path w="14158" h="8372" extrusionOk="0">
                  <a:moveTo>
                    <a:pt x="1227" y="1"/>
                  </a:moveTo>
                  <a:lnTo>
                    <a:pt x="1102" y="10"/>
                  </a:lnTo>
                  <a:lnTo>
                    <a:pt x="978" y="29"/>
                  </a:lnTo>
                  <a:lnTo>
                    <a:pt x="863" y="58"/>
                  </a:lnTo>
                  <a:lnTo>
                    <a:pt x="748" y="96"/>
                  </a:lnTo>
                  <a:lnTo>
                    <a:pt x="642" y="154"/>
                  </a:lnTo>
                  <a:lnTo>
                    <a:pt x="547" y="211"/>
                  </a:lnTo>
                  <a:lnTo>
                    <a:pt x="451" y="288"/>
                  </a:lnTo>
                  <a:lnTo>
                    <a:pt x="365" y="365"/>
                  </a:lnTo>
                  <a:lnTo>
                    <a:pt x="279" y="451"/>
                  </a:lnTo>
                  <a:lnTo>
                    <a:pt x="211" y="546"/>
                  </a:lnTo>
                  <a:lnTo>
                    <a:pt x="154" y="642"/>
                  </a:lnTo>
                  <a:lnTo>
                    <a:pt x="97" y="748"/>
                  </a:lnTo>
                  <a:lnTo>
                    <a:pt x="58" y="863"/>
                  </a:lnTo>
                  <a:lnTo>
                    <a:pt x="29" y="978"/>
                  </a:lnTo>
                  <a:lnTo>
                    <a:pt x="10" y="1102"/>
                  </a:lnTo>
                  <a:lnTo>
                    <a:pt x="1" y="1227"/>
                  </a:lnTo>
                  <a:lnTo>
                    <a:pt x="1" y="7146"/>
                  </a:lnTo>
                  <a:lnTo>
                    <a:pt x="10" y="7270"/>
                  </a:lnTo>
                  <a:lnTo>
                    <a:pt x="29" y="7395"/>
                  </a:lnTo>
                  <a:lnTo>
                    <a:pt x="58" y="7510"/>
                  </a:lnTo>
                  <a:lnTo>
                    <a:pt x="97" y="7625"/>
                  </a:lnTo>
                  <a:lnTo>
                    <a:pt x="154" y="7730"/>
                  </a:lnTo>
                  <a:lnTo>
                    <a:pt x="211" y="7826"/>
                  </a:lnTo>
                  <a:lnTo>
                    <a:pt x="279" y="7922"/>
                  </a:lnTo>
                  <a:lnTo>
                    <a:pt x="365" y="8008"/>
                  </a:lnTo>
                  <a:lnTo>
                    <a:pt x="451" y="8084"/>
                  </a:lnTo>
                  <a:lnTo>
                    <a:pt x="547" y="8161"/>
                  </a:lnTo>
                  <a:lnTo>
                    <a:pt x="642" y="8219"/>
                  </a:lnTo>
                  <a:lnTo>
                    <a:pt x="748" y="8276"/>
                  </a:lnTo>
                  <a:lnTo>
                    <a:pt x="863" y="8314"/>
                  </a:lnTo>
                  <a:lnTo>
                    <a:pt x="978" y="8343"/>
                  </a:lnTo>
                  <a:lnTo>
                    <a:pt x="1102" y="8362"/>
                  </a:lnTo>
                  <a:lnTo>
                    <a:pt x="1227" y="8372"/>
                  </a:lnTo>
                  <a:lnTo>
                    <a:pt x="12931" y="8372"/>
                  </a:lnTo>
                  <a:lnTo>
                    <a:pt x="13056" y="8362"/>
                  </a:lnTo>
                  <a:lnTo>
                    <a:pt x="13180" y="8343"/>
                  </a:lnTo>
                  <a:lnTo>
                    <a:pt x="13295" y="8314"/>
                  </a:lnTo>
                  <a:lnTo>
                    <a:pt x="13410" y="8276"/>
                  </a:lnTo>
                  <a:lnTo>
                    <a:pt x="13515" y="8219"/>
                  </a:lnTo>
                  <a:lnTo>
                    <a:pt x="13611" y="8161"/>
                  </a:lnTo>
                  <a:lnTo>
                    <a:pt x="13707" y="8084"/>
                  </a:lnTo>
                  <a:lnTo>
                    <a:pt x="13793" y="8008"/>
                  </a:lnTo>
                  <a:lnTo>
                    <a:pt x="13870" y="7922"/>
                  </a:lnTo>
                  <a:lnTo>
                    <a:pt x="13946" y="7826"/>
                  </a:lnTo>
                  <a:lnTo>
                    <a:pt x="14004" y="7730"/>
                  </a:lnTo>
                  <a:lnTo>
                    <a:pt x="14061" y="7625"/>
                  </a:lnTo>
                  <a:lnTo>
                    <a:pt x="14100" y="7510"/>
                  </a:lnTo>
                  <a:lnTo>
                    <a:pt x="14128" y="7395"/>
                  </a:lnTo>
                  <a:lnTo>
                    <a:pt x="14148" y="7270"/>
                  </a:lnTo>
                  <a:lnTo>
                    <a:pt x="14157" y="7146"/>
                  </a:lnTo>
                  <a:lnTo>
                    <a:pt x="14157" y="1227"/>
                  </a:lnTo>
                  <a:lnTo>
                    <a:pt x="14148" y="1102"/>
                  </a:lnTo>
                  <a:lnTo>
                    <a:pt x="14128" y="978"/>
                  </a:lnTo>
                  <a:lnTo>
                    <a:pt x="14100" y="863"/>
                  </a:lnTo>
                  <a:lnTo>
                    <a:pt x="14061" y="748"/>
                  </a:lnTo>
                  <a:lnTo>
                    <a:pt x="14004" y="642"/>
                  </a:lnTo>
                  <a:lnTo>
                    <a:pt x="13946" y="546"/>
                  </a:lnTo>
                  <a:lnTo>
                    <a:pt x="13870" y="451"/>
                  </a:lnTo>
                  <a:lnTo>
                    <a:pt x="13793" y="365"/>
                  </a:lnTo>
                  <a:lnTo>
                    <a:pt x="13707" y="288"/>
                  </a:lnTo>
                  <a:lnTo>
                    <a:pt x="13611" y="211"/>
                  </a:lnTo>
                  <a:lnTo>
                    <a:pt x="13515" y="154"/>
                  </a:lnTo>
                  <a:lnTo>
                    <a:pt x="13410" y="96"/>
                  </a:lnTo>
                  <a:lnTo>
                    <a:pt x="13295" y="58"/>
                  </a:lnTo>
                  <a:lnTo>
                    <a:pt x="13180" y="29"/>
                  </a:lnTo>
                  <a:lnTo>
                    <a:pt x="13056" y="10"/>
                  </a:lnTo>
                  <a:lnTo>
                    <a:pt x="129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6"/>
            <p:cNvSpPr/>
            <p:nvPr/>
          </p:nvSpPr>
          <p:spPr>
            <a:xfrm>
              <a:off x="4599866" y="2491446"/>
              <a:ext cx="136401" cy="259843"/>
            </a:xfrm>
            <a:custGeom>
              <a:avLst/>
              <a:gdLst/>
              <a:ahLst/>
              <a:cxnLst/>
              <a:rect l="l" t="t" r="r" b="b"/>
              <a:pathLst>
                <a:path w="3842" h="7319" extrusionOk="0">
                  <a:moveTo>
                    <a:pt x="2127" y="1"/>
                  </a:moveTo>
                  <a:lnTo>
                    <a:pt x="1925" y="317"/>
                  </a:lnTo>
                  <a:lnTo>
                    <a:pt x="1456" y="1073"/>
                  </a:lnTo>
                  <a:lnTo>
                    <a:pt x="1188" y="1514"/>
                  </a:lnTo>
                  <a:lnTo>
                    <a:pt x="939" y="1964"/>
                  </a:lnTo>
                  <a:lnTo>
                    <a:pt x="728" y="2366"/>
                  </a:lnTo>
                  <a:lnTo>
                    <a:pt x="642" y="2539"/>
                  </a:lnTo>
                  <a:lnTo>
                    <a:pt x="585" y="2692"/>
                  </a:lnTo>
                  <a:lnTo>
                    <a:pt x="527" y="2864"/>
                  </a:lnTo>
                  <a:lnTo>
                    <a:pt x="479" y="3066"/>
                  </a:lnTo>
                  <a:lnTo>
                    <a:pt x="422" y="3295"/>
                  </a:lnTo>
                  <a:lnTo>
                    <a:pt x="374" y="3554"/>
                  </a:lnTo>
                  <a:lnTo>
                    <a:pt x="268" y="4100"/>
                  </a:lnTo>
                  <a:lnTo>
                    <a:pt x="182" y="4665"/>
                  </a:lnTo>
                  <a:lnTo>
                    <a:pt x="106" y="5192"/>
                  </a:lnTo>
                  <a:lnTo>
                    <a:pt x="48" y="5632"/>
                  </a:lnTo>
                  <a:lnTo>
                    <a:pt x="0" y="6044"/>
                  </a:lnTo>
                  <a:lnTo>
                    <a:pt x="154" y="6178"/>
                  </a:lnTo>
                  <a:lnTo>
                    <a:pt x="288" y="6313"/>
                  </a:lnTo>
                  <a:lnTo>
                    <a:pt x="422" y="6456"/>
                  </a:lnTo>
                  <a:lnTo>
                    <a:pt x="537" y="6619"/>
                  </a:lnTo>
                  <a:lnTo>
                    <a:pt x="652" y="6782"/>
                  </a:lnTo>
                  <a:lnTo>
                    <a:pt x="747" y="6954"/>
                  </a:lnTo>
                  <a:lnTo>
                    <a:pt x="824" y="7136"/>
                  </a:lnTo>
                  <a:lnTo>
                    <a:pt x="901" y="7318"/>
                  </a:lnTo>
                  <a:lnTo>
                    <a:pt x="1648" y="6044"/>
                  </a:lnTo>
                  <a:lnTo>
                    <a:pt x="2826" y="4234"/>
                  </a:lnTo>
                  <a:lnTo>
                    <a:pt x="3017" y="3908"/>
                  </a:lnTo>
                  <a:lnTo>
                    <a:pt x="3209" y="3564"/>
                  </a:lnTo>
                  <a:lnTo>
                    <a:pt x="3410" y="3171"/>
                  </a:lnTo>
                  <a:lnTo>
                    <a:pt x="3611" y="2769"/>
                  </a:lnTo>
                  <a:lnTo>
                    <a:pt x="3697" y="2577"/>
                  </a:lnTo>
                  <a:lnTo>
                    <a:pt x="3764" y="2405"/>
                  </a:lnTo>
                  <a:lnTo>
                    <a:pt x="3812" y="2261"/>
                  </a:lnTo>
                  <a:lnTo>
                    <a:pt x="3841" y="2136"/>
                  </a:lnTo>
                  <a:lnTo>
                    <a:pt x="3841" y="2089"/>
                  </a:lnTo>
                  <a:lnTo>
                    <a:pt x="3841" y="2050"/>
                  </a:lnTo>
                  <a:lnTo>
                    <a:pt x="3832" y="2022"/>
                  </a:lnTo>
                  <a:lnTo>
                    <a:pt x="3812" y="2002"/>
                  </a:lnTo>
                  <a:lnTo>
                    <a:pt x="3764" y="1983"/>
                  </a:lnTo>
                  <a:lnTo>
                    <a:pt x="3678" y="1983"/>
                  </a:lnTo>
                  <a:lnTo>
                    <a:pt x="3630" y="1993"/>
                  </a:lnTo>
                  <a:lnTo>
                    <a:pt x="3582" y="2012"/>
                  </a:lnTo>
                  <a:lnTo>
                    <a:pt x="3525" y="2041"/>
                  </a:lnTo>
                  <a:lnTo>
                    <a:pt x="3420" y="2117"/>
                  </a:lnTo>
                  <a:lnTo>
                    <a:pt x="3314" y="2213"/>
                  </a:lnTo>
                  <a:lnTo>
                    <a:pt x="3199" y="2318"/>
                  </a:lnTo>
                  <a:lnTo>
                    <a:pt x="2970" y="2567"/>
                  </a:lnTo>
                  <a:lnTo>
                    <a:pt x="2740" y="2817"/>
                  </a:lnTo>
                  <a:lnTo>
                    <a:pt x="2625" y="2931"/>
                  </a:lnTo>
                  <a:lnTo>
                    <a:pt x="2519" y="3027"/>
                  </a:lnTo>
                  <a:lnTo>
                    <a:pt x="2414" y="3094"/>
                  </a:lnTo>
                  <a:lnTo>
                    <a:pt x="2366" y="3123"/>
                  </a:lnTo>
                  <a:lnTo>
                    <a:pt x="2309" y="3142"/>
                  </a:lnTo>
                  <a:lnTo>
                    <a:pt x="2261" y="3152"/>
                  </a:lnTo>
                  <a:lnTo>
                    <a:pt x="2175" y="3152"/>
                  </a:lnTo>
                  <a:lnTo>
                    <a:pt x="2127" y="3133"/>
                  </a:lnTo>
                  <a:lnTo>
                    <a:pt x="2060" y="3085"/>
                  </a:lnTo>
                  <a:lnTo>
                    <a:pt x="2012" y="3027"/>
                  </a:lnTo>
                  <a:lnTo>
                    <a:pt x="1964" y="2951"/>
                  </a:lnTo>
                  <a:lnTo>
                    <a:pt x="1925" y="2864"/>
                  </a:lnTo>
                  <a:lnTo>
                    <a:pt x="1897" y="2759"/>
                  </a:lnTo>
                  <a:lnTo>
                    <a:pt x="1878" y="2654"/>
                  </a:lnTo>
                  <a:lnTo>
                    <a:pt x="1868" y="2529"/>
                  </a:lnTo>
                  <a:lnTo>
                    <a:pt x="1868" y="2405"/>
                  </a:lnTo>
                  <a:lnTo>
                    <a:pt x="1878" y="2127"/>
                  </a:lnTo>
                  <a:lnTo>
                    <a:pt x="1897" y="1840"/>
                  </a:lnTo>
                  <a:lnTo>
                    <a:pt x="1935" y="1533"/>
                  </a:lnTo>
                  <a:lnTo>
                    <a:pt x="1973" y="1236"/>
                  </a:lnTo>
                  <a:lnTo>
                    <a:pt x="2040" y="776"/>
                  </a:lnTo>
                  <a:lnTo>
                    <a:pt x="2088" y="374"/>
                  </a:lnTo>
                  <a:lnTo>
                    <a:pt x="2127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6"/>
            <p:cNvSpPr/>
            <p:nvPr/>
          </p:nvSpPr>
          <p:spPr>
            <a:xfrm>
              <a:off x="5664518" y="2994714"/>
              <a:ext cx="223453" cy="161891"/>
            </a:xfrm>
            <a:custGeom>
              <a:avLst/>
              <a:gdLst/>
              <a:ahLst/>
              <a:cxnLst/>
              <a:rect l="l" t="t" r="r" b="b"/>
              <a:pathLst>
                <a:path w="6294" h="4560" extrusionOk="0">
                  <a:moveTo>
                    <a:pt x="4904" y="738"/>
                  </a:moveTo>
                  <a:lnTo>
                    <a:pt x="4990" y="747"/>
                  </a:lnTo>
                  <a:lnTo>
                    <a:pt x="5067" y="757"/>
                  </a:lnTo>
                  <a:lnTo>
                    <a:pt x="5153" y="776"/>
                  </a:lnTo>
                  <a:lnTo>
                    <a:pt x="5230" y="805"/>
                  </a:lnTo>
                  <a:lnTo>
                    <a:pt x="5297" y="843"/>
                  </a:lnTo>
                  <a:lnTo>
                    <a:pt x="5364" y="881"/>
                  </a:lnTo>
                  <a:lnTo>
                    <a:pt x="5431" y="929"/>
                  </a:lnTo>
                  <a:lnTo>
                    <a:pt x="5489" y="977"/>
                  </a:lnTo>
                  <a:lnTo>
                    <a:pt x="5536" y="1044"/>
                  </a:lnTo>
                  <a:lnTo>
                    <a:pt x="5584" y="1102"/>
                  </a:lnTo>
                  <a:lnTo>
                    <a:pt x="5623" y="1169"/>
                  </a:lnTo>
                  <a:lnTo>
                    <a:pt x="5661" y="1245"/>
                  </a:lnTo>
                  <a:lnTo>
                    <a:pt x="5690" y="1322"/>
                  </a:lnTo>
                  <a:lnTo>
                    <a:pt x="5709" y="1399"/>
                  </a:lnTo>
                  <a:lnTo>
                    <a:pt x="5718" y="1475"/>
                  </a:lnTo>
                  <a:lnTo>
                    <a:pt x="5728" y="1561"/>
                  </a:lnTo>
                  <a:lnTo>
                    <a:pt x="5718" y="1648"/>
                  </a:lnTo>
                  <a:lnTo>
                    <a:pt x="5709" y="1724"/>
                  </a:lnTo>
                  <a:lnTo>
                    <a:pt x="5690" y="1801"/>
                  </a:lnTo>
                  <a:lnTo>
                    <a:pt x="5661" y="1877"/>
                  </a:lnTo>
                  <a:lnTo>
                    <a:pt x="5623" y="1954"/>
                  </a:lnTo>
                  <a:lnTo>
                    <a:pt x="5584" y="2021"/>
                  </a:lnTo>
                  <a:lnTo>
                    <a:pt x="5536" y="2079"/>
                  </a:lnTo>
                  <a:lnTo>
                    <a:pt x="5489" y="2136"/>
                  </a:lnTo>
                  <a:lnTo>
                    <a:pt x="5431" y="2194"/>
                  </a:lnTo>
                  <a:lnTo>
                    <a:pt x="5364" y="2241"/>
                  </a:lnTo>
                  <a:lnTo>
                    <a:pt x="5297" y="2280"/>
                  </a:lnTo>
                  <a:lnTo>
                    <a:pt x="5230" y="2318"/>
                  </a:lnTo>
                  <a:lnTo>
                    <a:pt x="5153" y="2347"/>
                  </a:lnTo>
                  <a:lnTo>
                    <a:pt x="5067" y="2366"/>
                  </a:lnTo>
                  <a:lnTo>
                    <a:pt x="4990" y="2376"/>
                  </a:lnTo>
                  <a:lnTo>
                    <a:pt x="4904" y="2385"/>
                  </a:lnTo>
                  <a:lnTo>
                    <a:pt x="4818" y="2376"/>
                  </a:lnTo>
                  <a:lnTo>
                    <a:pt x="4732" y="2356"/>
                  </a:lnTo>
                  <a:lnTo>
                    <a:pt x="4646" y="2337"/>
                  </a:lnTo>
                  <a:lnTo>
                    <a:pt x="4569" y="2308"/>
                  </a:lnTo>
                  <a:lnTo>
                    <a:pt x="4569" y="2280"/>
                  </a:lnTo>
                  <a:lnTo>
                    <a:pt x="4569" y="814"/>
                  </a:lnTo>
                  <a:lnTo>
                    <a:pt x="4646" y="786"/>
                  </a:lnTo>
                  <a:lnTo>
                    <a:pt x="4732" y="757"/>
                  </a:lnTo>
                  <a:lnTo>
                    <a:pt x="4818" y="747"/>
                  </a:lnTo>
                  <a:lnTo>
                    <a:pt x="4904" y="738"/>
                  </a:lnTo>
                  <a:close/>
                  <a:moveTo>
                    <a:pt x="0" y="0"/>
                  </a:moveTo>
                  <a:lnTo>
                    <a:pt x="0" y="2280"/>
                  </a:lnTo>
                  <a:lnTo>
                    <a:pt x="10" y="2395"/>
                  </a:lnTo>
                  <a:lnTo>
                    <a:pt x="19" y="2510"/>
                  </a:lnTo>
                  <a:lnTo>
                    <a:pt x="29" y="2625"/>
                  </a:lnTo>
                  <a:lnTo>
                    <a:pt x="48" y="2740"/>
                  </a:lnTo>
                  <a:lnTo>
                    <a:pt x="106" y="2960"/>
                  </a:lnTo>
                  <a:lnTo>
                    <a:pt x="182" y="3171"/>
                  </a:lnTo>
                  <a:lnTo>
                    <a:pt x="278" y="3372"/>
                  </a:lnTo>
                  <a:lnTo>
                    <a:pt x="393" y="3554"/>
                  </a:lnTo>
                  <a:lnTo>
                    <a:pt x="527" y="3736"/>
                  </a:lnTo>
                  <a:lnTo>
                    <a:pt x="671" y="3898"/>
                  </a:lnTo>
                  <a:lnTo>
                    <a:pt x="834" y="4042"/>
                  </a:lnTo>
                  <a:lnTo>
                    <a:pt x="1006" y="4176"/>
                  </a:lnTo>
                  <a:lnTo>
                    <a:pt x="1198" y="4291"/>
                  </a:lnTo>
                  <a:lnTo>
                    <a:pt x="1399" y="4387"/>
                  </a:lnTo>
                  <a:lnTo>
                    <a:pt x="1609" y="4464"/>
                  </a:lnTo>
                  <a:lnTo>
                    <a:pt x="1830" y="4521"/>
                  </a:lnTo>
                  <a:lnTo>
                    <a:pt x="1935" y="4540"/>
                  </a:lnTo>
                  <a:lnTo>
                    <a:pt x="2050" y="4550"/>
                  </a:lnTo>
                  <a:lnTo>
                    <a:pt x="2165" y="4559"/>
                  </a:lnTo>
                  <a:lnTo>
                    <a:pt x="2481" y="4559"/>
                  </a:lnTo>
                  <a:lnTo>
                    <a:pt x="2673" y="4531"/>
                  </a:lnTo>
                  <a:lnTo>
                    <a:pt x="2855" y="4492"/>
                  </a:lnTo>
                  <a:lnTo>
                    <a:pt x="3037" y="4435"/>
                  </a:lnTo>
                  <a:lnTo>
                    <a:pt x="3209" y="4368"/>
                  </a:lnTo>
                  <a:lnTo>
                    <a:pt x="3372" y="4282"/>
                  </a:lnTo>
                  <a:lnTo>
                    <a:pt x="3535" y="4186"/>
                  </a:lnTo>
                  <a:lnTo>
                    <a:pt x="3678" y="4080"/>
                  </a:lnTo>
                  <a:lnTo>
                    <a:pt x="3822" y="3966"/>
                  </a:lnTo>
                  <a:lnTo>
                    <a:pt x="3946" y="3841"/>
                  </a:lnTo>
                  <a:lnTo>
                    <a:pt x="4071" y="3697"/>
                  </a:lnTo>
                  <a:lnTo>
                    <a:pt x="4176" y="3554"/>
                  </a:lnTo>
                  <a:lnTo>
                    <a:pt x="4272" y="3391"/>
                  </a:lnTo>
                  <a:lnTo>
                    <a:pt x="4358" y="3228"/>
                  </a:lnTo>
                  <a:lnTo>
                    <a:pt x="4425" y="3056"/>
                  </a:lnTo>
                  <a:lnTo>
                    <a:pt x="4483" y="2874"/>
                  </a:lnTo>
                  <a:lnTo>
                    <a:pt x="4588" y="2912"/>
                  </a:lnTo>
                  <a:lnTo>
                    <a:pt x="4684" y="2931"/>
                  </a:lnTo>
                  <a:lnTo>
                    <a:pt x="4799" y="2941"/>
                  </a:lnTo>
                  <a:lnTo>
                    <a:pt x="4904" y="2950"/>
                  </a:lnTo>
                  <a:lnTo>
                    <a:pt x="5048" y="2941"/>
                  </a:lnTo>
                  <a:lnTo>
                    <a:pt x="5182" y="2921"/>
                  </a:lnTo>
                  <a:lnTo>
                    <a:pt x="5316" y="2893"/>
                  </a:lnTo>
                  <a:lnTo>
                    <a:pt x="5450" y="2845"/>
                  </a:lnTo>
                  <a:lnTo>
                    <a:pt x="5565" y="2787"/>
                  </a:lnTo>
                  <a:lnTo>
                    <a:pt x="5680" y="2711"/>
                  </a:lnTo>
                  <a:lnTo>
                    <a:pt x="5795" y="2634"/>
                  </a:lnTo>
                  <a:lnTo>
                    <a:pt x="5891" y="2548"/>
                  </a:lnTo>
                  <a:lnTo>
                    <a:pt x="5977" y="2443"/>
                  </a:lnTo>
                  <a:lnTo>
                    <a:pt x="6063" y="2337"/>
                  </a:lnTo>
                  <a:lnTo>
                    <a:pt x="6130" y="2222"/>
                  </a:lnTo>
                  <a:lnTo>
                    <a:pt x="6188" y="2098"/>
                  </a:lnTo>
                  <a:lnTo>
                    <a:pt x="6236" y="1973"/>
                  </a:lnTo>
                  <a:lnTo>
                    <a:pt x="6264" y="1839"/>
                  </a:lnTo>
                  <a:lnTo>
                    <a:pt x="6293" y="1705"/>
                  </a:lnTo>
                  <a:lnTo>
                    <a:pt x="6293" y="1561"/>
                  </a:lnTo>
                  <a:lnTo>
                    <a:pt x="6293" y="1418"/>
                  </a:lnTo>
                  <a:lnTo>
                    <a:pt x="6264" y="1284"/>
                  </a:lnTo>
                  <a:lnTo>
                    <a:pt x="6236" y="1150"/>
                  </a:lnTo>
                  <a:lnTo>
                    <a:pt x="6188" y="1015"/>
                  </a:lnTo>
                  <a:lnTo>
                    <a:pt x="6130" y="901"/>
                  </a:lnTo>
                  <a:lnTo>
                    <a:pt x="6063" y="786"/>
                  </a:lnTo>
                  <a:lnTo>
                    <a:pt x="5977" y="680"/>
                  </a:lnTo>
                  <a:lnTo>
                    <a:pt x="5891" y="575"/>
                  </a:lnTo>
                  <a:lnTo>
                    <a:pt x="5795" y="489"/>
                  </a:lnTo>
                  <a:lnTo>
                    <a:pt x="5680" y="412"/>
                  </a:lnTo>
                  <a:lnTo>
                    <a:pt x="5565" y="335"/>
                  </a:lnTo>
                  <a:lnTo>
                    <a:pt x="5450" y="278"/>
                  </a:lnTo>
                  <a:lnTo>
                    <a:pt x="5316" y="230"/>
                  </a:lnTo>
                  <a:lnTo>
                    <a:pt x="5182" y="201"/>
                  </a:lnTo>
                  <a:lnTo>
                    <a:pt x="5048" y="182"/>
                  </a:lnTo>
                  <a:lnTo>
                    <a:pt x="4904" y="173"/>
                  </a:lnTo>
                  <a:lnTo>
                    <a:pt x="4818" y="173"/>
                  </a:lnTo>
                  <a:lnTo>
                    <a:pt x="4732" y="182"/>
                  </a:lnTo>
                  <a:lnTo>
                    <a:pt x="4569" y="220"/>
                  </a:lnTo>
                  <a:lnTo>
                    <a:pt x="45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6"/>
            <p:cNvSpPr/>
            <p:nvPr/>
          </p:nvSpPr>
          <p:spPr>
            <a:xfrm>
              <a:off x="5731509" y="2397581"/>
              <a:ext cx="496822" cy="554656"/>
            </a:xfrm>
            <a:custGeom>
              <a:avLst/>
              <a:gdLst/>
              <a:ahLst/>
              <a:cxnLst/>
              <a:rect l="l" t="t" r="r" b="b"/>
              <a:pathLst>
                <a:path w="13994" h="15623" extrusionOk="0">
                  <a:moveTo>
                    <a:pt x="13199" y="1"/>
                  </a:moveTo>
                  <a:lnTo>
                    <a:pt x="13132" y="30"/>
                  </a:lnTo>
                  <a:lnTo>
                    <a:pt x="13103" y="49"/>
                  </a:lnTo>
                  <a:lnTo>
                    <a:pt x="13074" y="68"/>
                  </a:lnTo>
                  <a:lnTo>
                    <a:pt x="13055" y="97"/>
                  </a:lnTo>
                  <a:lnTo>
                    <a:pt x="13036" y="135"/>
                  </a:lnTo>
                  <a:lnTo>
                    <a:pt x="13026" y="173"/>
                  </a:lnTo>
                  <a:lnTo>
                    <a:pt x="13026" y="212"/>
                  </a:lnTo>
                  <a:lnTo>
                    <a:pt x="13017" y="413"/>
                  </a:lnTo>
                  <a:lnTo>
                    <a:pt x="13007" y="614"/>
                  </a:lnTo>
                  <a:lnTo>
                    <a:pt x="12988" y="806"/>
                  </a:lnTo>
                  <a:lnTo>
                    <a:pt x="12969" y="997"/>
                  </a:lnTo>
                  <a:lnTo>
                    <a:pt x="12931" y="1189"/>
                  </a:lnTo>
                  <a:lnTo>
                    <a:pt x="12892" y="1371"/>
                  </a:lnTo>
                  <a:lnTo>
                    <a:pt x="12844" y="1553"/>
                  </a:lnTo>
                  <a:lnTo>
                    <a:pt x="12797" y="1735"/>
                  </a:lnTo>
                  <a:lnTo>
                    <a:pt x="12739" y="1907"/>
                  </a:lnTo>
                  <a:lnTo>
                    <a:pt x="12672" y="2079"/>
                  </a:lnTo>
                  <a:lnTo>
                    <a:pt x="12595" y="2252"/>
                  </a:lnTo>
                  <a:lnTo>
                    <a:pt x="12519" y="2415"/>
                  </a:lnTo>
                  <a:lnTo>
                    <a:pt x="12433" y="2578"/>
                  </a:lnTo>
                  <a:lnTo>
                    <a:pt x="12346" y="2740"/>
                  </a:lnTo>
                  <a:lnTo>
                    <a:pt x="12251" y="2903"/>
                  </a:lnTo>
                  <a:lnTo>
                    <a:pt x="12145" y="3056"/>
                  </a:lnTo>
                  <a:lnTo>
                    <a:pt x="12040" y="3210"/>
                  </a:lnTo>
                  <a:lnTo>
                    <a:pt x="11925" y="3363"/>
                  </a:lnTo>
                  <a:lnTo>
                    <a:pt x="11685" y="3660"/>
                  </a:lnTo>
                  <a:lnTo>
                    <a:pt x="11427" y="3947"/>
                  </a:lnTo>
                  <a:lnTo>
                    <a:pt x="11149" y="4215"/>
                  </a:lnTo>
                  <a:lnTo>
                    <a:pt x="10862" y="4484"/>
                  </a:lnTo>
                  <a:lnTo>
                    <a:pt x="10555" y="4733"/>
                  </a:lnTo>
                  <a:lnTo>
                    <a:pt x="10230" y="4982"/>
                  </a:lnTo>
                  <a:lnTo>
                    <a:pt x="9904" y="5221"/>
                  </a:lnTo>
                  <a:lnTo>
                    <a:pt x="9559" y="5451"/>
                  </a:lnTo>
                  <a:lnTo>
                    <a:pt x="9205" y="5671"/>
                  </a:lnTo>
                  <a:lnTo>
                    <a:pt x="8841" y="5882"/>
                  </a:lnTo>
                  <a:lnTo>
                    <a:pt x="8477" y="6083"/>
                  </a:lnTo>
                  <a:lnTo>
                    <a:pt x="8094" y="6284"/>
                  </a:lnTo>
                  <a:lnTo>
                    <a:pt x="7720" y="6466"/>
                  </a:lnTo>
                  <a:lnTo>
                    <a:pt x="7337" y="6648"/>
                  </a:lnTo>
                  <a:lnTo>
                    <a:pt x="6944" y="6821"/>
                  </a:lnTo>
                  <a:lnTo>
                    <a:pt x="6561" y="6993"/>
                  </a:lnTo>
                  <a:lnTo>
                    <a:pt x="6178" y="7156"/>
                  </a:lnTo>
                  <a:lnTo>
                    <a:pt x="5402" y="7462"/>
                  </a:lnTo>
                  <a:lnTo>
                    <a:pt x="4655" y="7740"/>
                  </a:lnTo>
                  <a:lnTo>
                    <a:pt x="3937" y="8008"/>
                  </a:lnTo>
                  <a:lnTo>
                    <a:pt x="3554" y="8152"/>
                  </a:lnTo>
                  <a:lnTo>
                    <a:pt x="3199" y="8315"/>
                  </a:lnTo>
                  <a:lnTo>
                    <a:pt x="2874" y="8487"/>
                  </a:lnTo>
                  <a:lnTo>
                    <a:pt x="2567" y="8669"/>
                  </a:lnTo>
                  <a:lnTo>
                    <a:pt x="2280" y="8870"/>
                  </a:lnTo>
                  <a:lnTo>
                    <a:pt x="2012" y="9081"/>
                  </a:lnTo>
                  <a:lnTo>
                    <a:pt x="1772" y="9292"/>
                  </a:lnTo>
                  <a:lnTo>
                    <a:pt x="1542" y="9522"/>
                  </a:lnTo>
                  <a:lnTo>
                    <a:pt x="1332" y="9752"/>
                  </a:lnTo>
                  <a:lnTo>
                    <a:pt x="1150" y="9991"/>
                  </a:lnTo>
                  <a:lnTo>
                    <a:pt x="977" y="10240"/>
                  </a:lnTo>
                  <a:lnTo>
                    <a:pt x="824" y="10499"/>
                  </a:lnTo>
                  <a:lnTo>
                    <a:pt x="680" y="10757"/>
                  </a:lnTo>
                  <a:lnTo>
                    <a:pt x="556" y="11016"/>
                  </a:lnTo>
                  <a:lnTo>
                    <a:pt x="450" y="11284"/>
                  </a:lnTo>
                  <a:lnTo>
                    <a:pt x="355" y="11552"/>
                  </a:lnTo>
                  <a:lnTo>
                    <a:pt x="278" y="11820"/>
                  </a:lnTo>
                  <a:lnTo>
                    <a:pt x="201" y="12089"/>
                  </a:lnTo>
                  <a:lnTo>
                    <a:pt x="144" y="12357"/>
                  </a:lnTo>
                  <a:lnTo>
                    <a:pt x="96" y="12625"/>
                  </a:lnTo>
                  <a:lnTo>
                    <a:pt x="58" y="12884"/>
                  </a:lnTo>
                  <a:lnTo>
                    <a:pt x="38" y="13152"/>
                  </a:lnTo>
                  <a:lnTo>
                    <a:pt x="19" y="13410"/>
                  </a:lnTo>
                  <a:lnTo>
                    <a:pt x="0" y="13669"/>
                  </a:lnTo>
                  <a:lnTo>
                    <a:pt x="0" y="13918"/>
                  </a:lnTo>
                  <a:lnTo>
                    <a:pt x="0" y="14157"/>
                  </a:lnTo>
                  <a:lnTo>
                    <a:pt x="29" y="14627"/>
                  </a:lnTo>
                  <a:lnTo>
                    <a:pt x="67" y="15058"/>
                  </a:lnTo>
                  <a:lnTo>
                    <a:pt x="115" y="15450"/>
                  </a:lnTo>
                  <a:lnTo>
                    <a:pt x="125" y="15489"/>
                  </a:lnTo>
                  <a:lnTo>
                    <a:pt x="144" y="15527"/>
                  </a:lnTo>
                  <a:lnTo>
                    <a:pt x="163" y="15556"/>
                  </a:lnTo>
                  <a:lnTo>
                    <a:pt x="192" y="15575"/>
                  </a:lnTo>
                  <a:lnTo>
                    <a:pt x="220" y="15594"/>
                  </a:lnTo>
                  <a:lnTo>
                    <a:pt x="249" y="15613"/>
                  </a:lnTo>
                  <a:lnTo>
                    <a:pt x="316" y="15623"/>
                  </a:lnTo>
                  <a:lnTo>
                    <a:pt x="383" y="15613"/>
                  </a:lnTo>
                  <a:lnTo>
                    <a:pt x="422" y="15604"/>
                  </a:lnTo>
                  <a:lnTo>
                    <a:pt x="450" y="15585"/>
                  </a:lnTo>
                  <a:lnTo>
                    <a:pt x="479" y="15565"/>
                  </a:lnTo>
                  <a:lnTo>
                    <a:pt x="498" y="15537"/>
                  </a:lnTo>
                  <a:lnTo>
                    <a:pt x="517" y="15498"/>
                  </a:lnTo>
                  <a:lnTo>
                    <a:pt x="537" y="15460"/>
                  </a:lnTo>
                  <a:lnTo>
                    <a:pt x="575" y="15288"/>
                  </a:lnTo>
                  <a:lnTo>
                    <a:pt x="632" y="15125"/>
                  </a:lnTo>
                  <a:lnTo>
                    <a:pt x="680" y="14962"/>
                  </a:lnTo>
                  <a:lnTo>
                    <a:pt x="738" y="14818"/>
                  </a:lnTo>
                  <a:lnTo>
                    <a:pt x="805" y="14675"/>
                  </a:lnTo>
                  <a:lnTo>
                    <a:pt x="872" y="14531"/>
                  </a:lnTo>
                  <a:lnTo>
                    <a:pt x="939" y="14406"/>
                  </a:lnTo>
                  <a:lnTo>
                    <a:pt x="1015" y="14272"/>
                  </a:lnTo>
                  <a:lnTo>
                    <a:pt x="1092" y="14157"/>
                  </a:lnTo>
                  <a:lnTo>
                    <a:pt x="1178" y="14043"/>
                  </a:lnTo>
                  <a:lnTo>
                    <a:pt x="1264" y="13928"/>
                  </a:lnTo>
                  <a:lnTo>
                    <a:pt x="1351" y="13822"/>
                  </a:lnTo>
                  <a:lnTo>
                    <a:pt x="1446" y="13717"/>
                  </a:lnTo>
                  <a:lnTo>
                    <a:pt x="1542" y="13621"/>
                  </a:lnTo>
                  <a:lnTo>
                    <a:pt x="1753" y="13439"/>
                  </a:lnTo>
                  <a:lnTo>
                    <a:pt x="1973" y="13276"/>
                  </a:lnTo>
                  <a:lnTo>
                    <a:pt x="2213" y="13123"/>
                  </a:lnTo>
                  <a:lnTo>
                    <a:pt x="2462" y="12979"/>
                  </a:lnTo>
                  <a:lnTo>
                    <a:pt x="2730" y="12836"/>
                  </a:lnTo>
                  <a:lnTo>
                    <a:pt x="3017" y="12711"/>
                  </a:lnTo>
                  <a:lnTo>
                    <a:pt x="3305" y="12587"/>
                  </a:lnTo>
                  <a:lnTo>
                    <a:pt x="3621" y="12472"/>
                  </a:lnTo>
                  <a:lnTo>
                    <a:pt x="3937" y="12357"/>
                  </a:lnTo>
                  <a:lnTo>
                    <a:pt x="4626" y="12117"/>
                  </a:lnTo>
                  <a:lnTo>
                    <a:pt x="5354" y="11868"/>
                  </a:lnTo>
                  <a:lnTo>
                    <a:pt x="6140" y="11591"/>
                  </a:lnTo>
                  <a:lnTo>
                    <a:pt x="6542" y="11437"/>
                  </a:lnTo>
                  <a:lnTo>
                    <a:pt x="6963" y="11274"/>
                  </a:lnTo>
                  <a:lnTo>
                    <a:pt x="7394" y="11092"/>
                  </a:lnTo>
                  <a:lnTo>
                    <a:pt x="7835" y="10891"/>
                  </a:lnTo>
                  <a:lnTo>
                    <a:pt x="8285" y="10671"/>
                  </a:lnTo>
                  <a:lnTo>
                    <a:pt x="8745" y="10441"/>
                  </a:lnTo>
                  <a:lnTo>
                    <a:pt x="9224" y="10183"/>
                  </a:lnTo>
                  <a:lnTo>
                    <a:pt x="9703" y="9895"/>
                  </a:lnTo>
                  <a:lnTo>
                    <a:pt x="10191" y="9589"/>
                  </a:lnTo>
                  <a:lnTo>
                    <a:pt x="10699" y="9263"/>
                  </a:lnTo>
                  <a:lnTo>
                    <a:pt x="11072" y="8985"/>
                  </a:lnTo>
                  <a:lnTo>
                    <a:pt x="11427" y="8708"/>
                  </a:lnTo>
                  <a:lnTo>
                    <a:pt x="11743" y="8420"/>
                  </a:lnTo>
                  <a:lnTo>
                    <a:pt x="12040" y="8133"/>
                  </a:lnTo>
                  <a:lnTo>
                    <a:pt x="12318" y="7836"/>
                  </a:lnTo>
                  <a:lnTo>
                    <a:pt x="12567" y="7529"/>
                  </a:lnTo>
                  <a:lnTo>
                    <a:pt x="12787" y="7223"/>
                  </a:lnTo>
                  <a:lnTo>
                    <a:pt x="12988" y="6916"/>
                  </a:lnTo>
                  <a:lnTo>
                    <a:pt x="13170" y="6610"/>
                  </a:lnTo>
                  <a:lnTo>
                    <a:pt x="13333" y="6294"/>
                  </a:lnTo>
                  <a:lnTo>
                    <a:pt x="13477" y="5987"/>
                  </a:lnTo>
                  <a:lnTo>
                    <a:pt x="13591" y="5671"/>
                  </a:lnTo>
                  <a:lnTo>
                    <a:pt x="13697" y="5355"/>
                  </a:lnTo>
                  <a:lnTo>
                    <a:pt x="13783" y="5039"/>
                  </a:lnTo>
                  <a:lnTo>
                    <a:pt x="13860" y="4733"/>
                  </a:lnTo>
                  <a:lnTo>
                    <a:pt x="13908" y="4417"/>
                  </a:lnTo>
                  <a:lnTo>
                    <a:pt x="13955" y="4110"/>
                  </a:lnTo>
                  <a:lnTo>
                    <a:pt x="13975" y="3804"/>
                  </a:lnTo>
                  <a:lnTo>
                    <a:pt x="13994" y="3497"/>
                  </a:lnTo>
                  <a:lnTo>
                    <a:pt x="13994" y="3200"/>
                  </a:lnTo>
                  <a:lnTo>
                    <a:pt x="13984" y="2913"/>
                  </a:lnTo>
                  <a:lnTo>
                    <a:pt x="13965" y="2616"/>
                  </a:lnTo>
                  <a:lnTo>
                    <a:pt x="13946" y="2338"/>
                  </a:lnTo>
                  <a:lnTo>
                    <a:pt x="13908" y="2060"/>
                  </a:lnTo>
                  <a:lnTo>
                    <a:pt x="13860" y="1792"/>
                  </a:lnTo>
                  <a:lnTo>
                    <a:pt x="13812" y="1524"/>
                  </a:lnTo>
                  <a:lnTo>
                    <a:pt x="13754" y="1275"/>
                  </a:lnTo>
                  <a:lnTo>
                    <a:pt x="13697" y="1026"/>
                  </a:lnTo>
                  <a:lnTo>
                    <a:pt x="13572" y="566"/>
                  </a:lnTo>
                  <a:lnTo>
                    <a:pt x="13429" y="145"/>
                  </a:lnTo>
                  <a:lnTo>
                    <a:pt x="13410" y="106"/>
                  </a:lnTo>
                  <a:lnTo>
                    <a:pt x="13390" y="68"/>
                  </a:lnTo>
                  <a:lnTo>
                    <a:pt x="13362" y="39"/>
                  </a:lnTo>
                  <a:lnTo>
                    <a:pt x="13333" y="20"/>
                  </a:lnTo>
                  <a:lnTo>
                    <a:pt x="13304" y="11"/>
                  </a:lnTo>
                  <a:lnTo>
                    <a:pt x="13266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6"/>
            <p:cNvSpPr/>
            <p:nvPr/>
          </p:nvSpPr>
          <p:spPr>
            <a:xfrm>
              <a:off x="4470322" y="2242866"/>
              <a:ext cx="75159" cy="86768"/>
            </a:xfrm>
            <a:custGeom>
              <a:avLst/>
              <a:gdLst/>
              <a:ahLst/>
              <a:cxnLst/>
              <a:rect l="l" t="t" r="r" b="b"/>
              <a:pathLst>
                <a:path w="2117" h="2444" extrusionOk="0">
                  <a:moveTo>
                    <a:pt x="1226" y="154"/>
                  </a:moveTo>
                  <a:lnTo>
                    <a:pt x="1303" y="164"/>
                  </a:lnTo>
                  <a:lnTo>
                    <a:pt x="1370" y="173"/>
                  </a:lnTo>
                  <a:lnTo>
                    <a:pt x="1446" y="193"/>
                  </a:lnTo>
                  <a:lnTo>
                    <a:pt x="1513" y="221"/>
                  </a:lnTo>
                  <a:lnTo>
                    <a:pt x="1590" y="260"/>
                  </a:lnTo>
                  <a:lnTo>
                    <a:pt x="1657" y="307"/>
                  </a:lnTo>
                  <a:lnTo>
                    <a:pt x="1715" y="355"/>
                  </a:lnTo>
                  <a:lnTo>
                    <a:pt x="1772" y="422"/>
                  </a:lnTo>
                  <a:lnTo>
                    <a:pt x="1820" y="499"/>
                  </a:lnTo>
                  <a:lnTo>
                    <a:pt x="1868" y="576"/>
                  </a:lnTo>
                  <a:lnTo>
                    <a:pt x="1897" y="652"/>
                  </a:lnTo>
                  <a:lnTo>
                    <a:pt x="1925" y="748"/>
                  </a:lnTo>
                  <a:lnTo>
                    <a:pt x="1954" y="844"/>
                  </a:lnTo>
                  <a:lnTo>
                    <a:pt x="1964" y="949"/>
                  </a:lnTo>
                  <a:lnTo>
                    <a:pt x="1964" y="1055"/>
                  </a:lnTo>
                  <a:lnTo>
                    <a:pt x="1954" y="1160"/>
                  </a:lnTo>
                  <a:lnTo>
                    <a:pt x="1944" y="1265"/>
                  </a:lnTo>
                  <a:lnTo>
                    <a:pt x="1916" y="1371"/>
                  </a:lnTo>
                  <a:lnTo>
                    <a:pt x="1887" y="1476"/>
                  </a:lnTo>
                  <a:lnTo>
                    <a:pt x="1839" y="1572"/>
                  </a:lnTo>
                  <a:lnTo>
                    <a:pt x="1762" y="1725"/>
                  </a:lnTo>
                  <a:lnTo>
                    <a:pt x="1667" y="1869"/>
                  </a:lnTo>
                  <a:lnTo>
                    <a:pt x="1561" y="1984"/>
                  </a:lnTo>
                  <a:lnTo>
                    <a:pt x="1437" y="2089"/>
                  </a:lnTo>
                  <a:lnTo>
                    <a:pt x="1312" y="2175"/>
                  </a:lnTo>
                  <a:lnTo>
                    <a:pt x="1169" y="2233"/>
                  </a:lnTo>
                  <a:lnTo>
                    <a:pt x="1102" y="2261"/>
                  </a:lnTo>
                  <a:lnTo>
                    <a:pt x="1034" y="2271"/>
                  </a:lnTo>
                  <a:lnTo>
                    <a:pt x="958" y="2281"/>
                  </a:lnTo>
                  <a:lnTo>
                    <a:pt x="891" y="2290"/>
                  </a:lnTo>
                  <a:lnTo>
                    <a:pt x="814" y="2281"/>
                  </a:lnTo>
                  <a:lnTo>
                    <a:pt x="747" y="2271"/>
                  </a:lnTo>
                  <a:lnTo>
                    <a:pt x="671" y="2252"/>
                  </a:lnTo>
                  <a:lnTo>
                    <a:pt x="603" y="2223"/>
                  </a:lnTo>
                  <a:lnTo>
                    <a:pt x="536" y="2185"/>
                  </a:lnTo>
                  <a:lnTo>
                    <a:pt x="460" y="2137"/>
                  </a:lnTo>
                  <a:lnTo>
                    <a:pt x="402" y="2079"/>
                  </a:lnTo>
                  <a:lnTo>
                    <a:pt x="345" y="2022"/>
                  </a:lnTo>
                  <a:lnTo>
                    <a:pt x="297" y="1945"/>
                  </a:lnTo>
                  <a:lnTo>
                    <a:pt x="249" y="1869"/>
                  </a:lnTo>
                  <a:lnTo>
                    <a:pt x="220" y="1782"/>
                  </a:lnTo>
                  <a:lnTo>
                    <a:pt x="192" y="1696"/>
                  </a:lnTo>
                  <a:lnTo>
                    <a:pt x="163" y="1601"/>
                  </a:lnTo>
                  <a:lnTo>
                    <a:pt x="153" y="1495"/>
                  </a:lnTo>
                  <a:lnTo>
                    <a:pt x="153" y="1390"/>
                  </a:lnTo>
                  <a:lnTo>
                    <a:pt x="163" y="1284"/>
                  </a:lnTo>
                  <a:lnTo>
                    <a:pt x="172" y="1179"/>
                  </a:lnTo>
                  <a:lnTo>
                    <a:pt x="201" y="1074"/>
                  </a:lnTo>
                  <a:lnTo>
                    <a:pt x="230" y="968"/>
                  </a:lnTo>
                  <a:lnTo>
                    <a:pt x="278" y="863"/>
                  </a:lnTo>
                  <a:lnTo>
                    <a:pt x="354" y="719"/>
                  </a:lnTo>
                  <a:lnTo>
                    <a:pt x="450" y="576"/>
                  </a:lnTo>
                  <a:lnTo>
                    <a:pt x="556" y="461"/>
                  </a:lnTo>
                  <a:lnTo>
                    <a:pt x="680" y="355"/>
                  </a:lnTo>
                  <a:lnTo>
                    <a:pt x="814" y="269"/>
                  </a:lnTo>
                  <a:lnTo>
                    <a:pt x="948" y="212"/>
                  </a:lnTo>
                  <a:lnTo>
                    <a:pt x="1015" y="183"/>
                  </a:lnTo>
                  <a:lnTo>
                    <a:pt x="1082" y="173"/>
                  </a:lnTo>
                  <a:lnTo>
                    <a:pt x="1159" y="164"/>
                  </a:lnTo>
                  <a:lnTo>
                    <a:pt x="1226" y="154"/>
                  </a:lnTo>
                  <a:close/>
                  <a:moveTo>
                    <a:pt x="1226" y="1"/>
                  </a:moveTo>
                  <a:lnTo>
                    <a:pt x="1149" y="11"/>
                  </a:lnTo>
                  <a:lnTo>
                    <a:pt x="1063" y="20"/>
                  </a:lnTo>
                  <a:lnTo>
                    <a:pt x="987" y="39"/>
                  </a:lnTo>
                  <a:lnTo>
                    <a:pt x="910" y="58"/>
                  </a:lnTo>
                  <a:lnTo>
                    <a:pt x="833" y="87"/>
                  </a:lnTo>
                  <a:lnTo>
                    <a:pt x="757" y="125"/>
                  </a:lnTo>
                  <a:lnTo>
                    <a:pt x="680" y="173"/>
                  </a:lnTo>
                  <a:lnTo>
                    <a:pt x="603" y="221"/>
                  </a:lnTo>
                  <a:lnTo>
                    <a:pt x="536" y="279"/>
                  </a:lnTo>
                  <a:lnTo>
                    <a:pt x="469" y="336"/>
                  </a:lnTo>
                  <a:lnTo>
                    <a:pt x="402" y="403"/>
                  </a:lnTo>
                  <a:lnTo>
                    <a:pt x="335" y="470"/>
                  </a:lnTo>
                  <a:lnTo>
                    <a:pt x="278" y="547"/>
                  </a:lnTo>
                  <a:lnTo>
                    <a:pt x="230" y="633"/>
                  </a:lnTo>
                  <a:lnTo>
                    <a:pt x="182" y="710"/>
                  </a:lnTo>
                  <a:lnTo>
                    <a:pt x="134" y="806"/>
                  </a:lnTo>
                  <a:lnTo>
                    <a:pt x="86" y="920"/>
                  </a:lnTo>
                  <a:lnTo>
                    <a:pt x="48" y="1045"/>
                  </a:lnTo>
                  <a:lnTo>
                    <a:pt x="19" y="1160"/>
                  </a:lnTo>
                  <a:lnTo>
                    <a:pt x="10" y="1284"/>
                  </a:lnTo>
                  <a:lnTo>
                    <a:pt x="0" y="1399"/>
                  </a:lnTo>
                  <a:lnTo>
                    <a:pt x="0" y="1514"/>
                  </a:lnTo>
                  <a:lnTo>
                    <a:pt x="19" y="1629"/>
                  </a:lnTo>
                  <a:lnTo>
                    <a:pt x="38" y="1735"/>
                  </a:lnTo>
                  <a:lnTo>
                    <a:pt x="77" y="1840"/>
                  </a:lnTo>
                  <a:lnTo>
                    <a:pt x="115" y="1936"/>
                  </a:lnTo>
                  <a:lnTo>
                    <a:pt x="163" y="2032"/>
                  </a:lnTo>
                  <a:lnTo>
                    <a:pt x="220" y="2108"/>
                  </a:lnTo>
                  <a:lnTo>
                    <a:pt x="287" y="2194"/>
                  </a:lnTo>
                  <a:lnTo>
                    <a:pt x="364" y="2261"/>
                  </a:lnTo>
                  <a:lnTo>
                    <a:pt x="450" y="2319"/>
                  </a:lnTo>
                  <a:lnTo>
                    <a:pt x="546" y="2367"/>
                  </a:lnTo>
                  <a:lnTo>
                    <a:pt x="632" y="2395"/>
                  </a:lnTo>
                  <a:lnTo>
                    <a:pt x="718" y="2424"/>
                  </a:lnTo>
                  <a:lnTo>
                    <a:pt x="805" y="2434"/>
                  </a:lnTo>
                  <a:lnTo>
                    <a:pt x="891" y="2443"/>
                  </a:lnTo>
                  <a:lnTo>
                    <a:pt x="967" y="2434"/>
                  </a:lnTo>
                  <a:lnTo>
                    <a:pt x="1054" y="2424"/>
                  </a:lnTo>
                  <a:lnTo>
                    <a:pt x="1130" y="2405"/>
                  </a:lnTo>
                  <a:lnTo>
                    <a:pt x="1207" y="2386"/>
                  </a:lnTo>
                  <a:lnTo>
                    <a:pt x="1293" y="2357"/>
                  </a:lnTo>
                  <a:lnTo>
                    <a:pt x="1370" y="2319"/>
                  </a:lnTo>
                  <a:lnTo>
                    <a:pt x="1437" y="2271"/>
                  </a:lnTo>
                  <a:lnTo>
                    <a:pt x="1513" y="2223"/>
                  </a:lnTo>
                  <a:lnTo>
                    <a:pt x="1580" y="2166"/>
                  </a:lnTo>
                  <a:lnTo>
                    <a:pt x="1647" y="2108"/>
                  </a:lnTo>
                  <a:lnTo>
                    <a:pt x="1715" y="2041"/>
                  </a:lnTo>
                  <a:lnTo>
                    <a:pt x="1782" y="1974"/>
                  </a:lnTo>
                  <a:lnTo>
                    <a:pt x="1839" y="1897"/>
                  </a:lnTo>
                  <a:lnTo>
                    <a:pt x="1887" y="1811"/>
                  </a:lnTo>
                  <a:lnTo>
                    <a:pt x="1935" y="1725"/>
                  </a:lnTo>
                  <a:lnTo>
                    <a:pt x="1983" y="1639"/>
                  </a:lnTo>
                  <a:lnTo>
                    <a:pt x="2031" y="1524"/>
                  </a:lnTo>
                  <a:lnTo>
                    <a:pt x="2069" y="1399"/>
                  </a:lnTo>
                  <a:lnTo>
                    <a:pt x="2098" y="1284"/>
                  </a:lnTo>
                  <a:lnTo>
                    <a:pt x="2107" y="1160"/>
                  </a:lnTo>
                  <a:lnTo>
                    <a:pt x="2117" y="1045"/>
                  </a:lnTo>
                  <a:lnTo>
                    <a:pt x="2117" y="930"/>
                  </a:lnTo>
                  <a:lnTo>
                    <a:pt x="2098" y="815"/>
                  </a:lnTo>
                  <a:lnTo>
                    <a:pt x="2078" y="710"/>
                  </a:lnTo>
                  <a:lnTo>
                    <a:pt x="2040" y="604"/>
                  </a:lnTo>
                  <a:lnTo>
                    <a:pt x="2002" y="509"/>
                  </a:lnTo>
                  <a:lnTo>
                    <a:pt x="1954" y="413"/>
                  </a:lnTo>
                  <a:lnTo>
                    <a:pt x="1897" y="327"/>
                  </a:lnTo>
                  <a:lnTo>
                    <a:pt x="1829" y="250"/>
                  </a:lnTo>
                  <a:lnTo>
                    <a:pt x="1753" y="183"/>
                  </a:lnTo>
                  <a:lnTo>
                    <a:pt x="1667" y="125"/>
                  </a:lnTo>
                  <a:lnTo>
                    <a:pt x="1571" y="78"/>
                  </a:lnTo>
                  <a:lnTo>
                    <a:pt x="1494" y="49"/>
                  </a:lnTo>
                  <a:lnTo>
                    <a:pt x="1408" y="20"/>
                  </a:lnTo>
                  <a:lnTo>
                    <a:pt x="1312" y="11"/>
                  </a:lnTo>
                  <a:lnTo>
                    <a:pt x="1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6"/>
            <p:cNvSpPr/>
            <p:nvPr/>
          </p:nvSpPr>
          <p:spPr>
            <a:xfrm>
              <a:off x="4475754" y="2242866"/>
              <a:ext cx="64295" cy="81336"/>
            </a:xfrm>
            <a:custGeom>
              <a:avLst/>
              <a:gdLst/>
              <a:ahLst/>
              <a:cxnLst/>
              <a:rect l="l" t="t" r="r" b="b"/>
              <a:pathLst>
                <a:path w="1811" h="2291" fill="none" extrusionOk="0">
                  <a:moveTo>
                    <a:pt x="1073" y="1"/>
                  </a:moveTo>
                  <a:lnTo>
                    <a:pt x="1073" y="154"/>
                  </a:lnTo>
                  <a:lnTo>
                    <a:pt x="1073" y="154"/>
                  </a:lnTo>
                  <a:lnTo>
                    <a:pt x="1150" y="164"/>
                  </a:lnTo>
                  <a:lnTo>
                    <a:pt x="1217" y="173"/>
                  </a:lnTo>
                  <a:lnTo>
                    <a:pt x="1293" y="193"/>
                  </a:lnTo>
                  <a:lnTo>
                    <a:pt x="1360" y="221"/>
                  </a:lnTo>
                  <a:lnTo>
                    <a:pt x="1360" y="221"/>
                  </a:lnTo>
                  <a:lnTo>
                    <a:pt x="1437" y="260"/>
                  </a:lnTo>
                  <a:lnTo>
                    <a:pt x="1504" y="307"/>
                  </a:lnTo>
                  <a:lnTo>
                    <a:pt x="1562" y="355"/>
                  </a:lnTo>
                  <a:lnTo>
                    <a:pt x="1619" y="422"/>
                  </a:lnTo>
                  <a:lnTo>
                    <a:pt x="1667" y="499"/>
                  </a:lnTo>
                  <a:lnTo>
                    <a:pt x="1715" y="576"/>
                  </a:lnTo>
                  <a:lnTo>
                    <a:pt x="1744" y="652"/>
                  </a:lnTo>
                  <a:lnTo>
                    <a:pt x="1772" y="748"/>
                  </a:lnTo>
                  <a:lnTo>
                    <a:pt x="1772" y="748"/>
                  </a:lnTo>
                  <a:lnTo>
                    <a:pt x="1801" y="844"/>
                  </a:lnTo>
                  <a:lnTo>
                    <a:pt x="1811" y="949"/>
                  </a:lnTo>
                  <a:lnTo>
                    <a:pt x="1811" y="1055"/>
                  </a:lnTo>
                  <a:lnTo>
                    <a:pt x="1801" y="1160"/>
                  </a:lnTo>
                  <a:lnTo>
                    <a:pt x="1791" y="1265"/>
                  </a:lnTo>
                  <a:lnTo>
                    <a:pt x="1763" y="1371"/>
                  </a:lnTo>
                  <a:lnTo>
                    <a:pt x="1734" y="1476"/>
                  </a:lnTo>
                  <a:lnTo>
                    <a:pt x="1686" y="1572"/>
                  </a:lnTo>
                  <a:lnTo>
                    <a:pt x="1686" y="1572"/>
                  </a:lnTo>
                  <a:lnTo>
                    <a:pt x="1609" y="1725"/>
                  </a:lnTo>
                  <a:lnTo>
                    <a:pt x="1514" y="1869"/>
                  </a:lnTo>
                  <a:lnTo>
                    <a:pt x="1408" y="1984"/>
                  </a:lnTo>
                  <a:lnTo>
                    <a:pt x="1284" y="2089"/>
                  </a:lnTo>
                  <a:lnTo>
                    <a:pt x="1159" y="2175"/>
                  </a:lnTo>
                  <a:lnTo>
                    <a:pt x="1016" y="2233"/>
                  </a:lnTo>
                  <a:lnTo>
                    <a:pt x="949" y="2261"/>
                  </a:lnTo>
                  <a:lnTo>
                    <a:pt x="881" y="2271"/>
                  </a:lnTo>
                  <a:lnTo>
                    <a:pt x="805" y="2281"/>
                  </a:lnTo>
                  <a:lnTo>
                    <a:pt x="738" y="2290"/>
                  </a:lnTo>
                  <a:lnTo>
                    <a:pt x="738" y="2290"/>
                  </a:lnTo>
                  <a:lnTo>
                    <a:pt x="661" y="2281"/>
                  </a:lnTo>
                  <a:lnTo>
                    <a:pt x="594" y="2271"/>
                  </a:lnTo>
                  <a:lnTo>
                    <a:pt x="518" y="2252"/>
                  </a:lnTo>
                  <a:lnTo>
                    <a:pt x="450" y="2223"/>
                  </a:lnTo>
                  <a:lnTo>
                    <a:pt x="450" y="2223"/>
                  </a:lnTo>
                  <a:lnTo>
                    <a:pt x="383" y="2185"/>
                  </a:lnTo>
                  <a:lnTo>
                    <a:pt x="307" y="2137"/>
                  </a:lnTo>
                  <a:lnTo>
                    <a:pt x="249" y="2079"/>
                  </a:lnTo>
                  <a:lnTo>
                    <a:pt x="192" y="2022"/>
                  </a:lnTo>
                  <a:lnTo>
                    <a:pt x="144" y="1945"/>
                  </a:lnTo>
                  <a:lnTo>
                    <a:pt x="96" y="1869"/>
                  </a:lnTo>
                  <a:lnTo>
                    <a:pt x="67" y="1782"/>
                  </a:lnTo>
                  <a:lnTo>
                    <a:pt x="39" y="1696"/>
                  </a:lnTo>
                  <a:lnTo>
                    <a:pt x="39" y="1696"/>
                  </a:lnTo>
                  <a:lnTo>
                    <a:pt x="10" y="1601"/>
                  </a:lnTo>
                  <a:lnTo>
                    <a:pt x="0" y="1495"/>
                  </a:lnTo>
                  <a:lnTo>
                    <a:pt x="0" y="1390"/>
                  </a:lnTo>
                  <a:lnTo>
                    <a:pt x="10" y="1284"/>
                  </a:lnTo>
                  <a:lnTo>
                    <a:pt x="19" y="1179"/>
                  </a:lnTo>
                  <a:lnTo>
                    <a:pt x="48" y="1074"/>
                  </a:lnTo>
                  <a:lnTo>
                    <a:pt x="77" y="968"/>
                  </a:lnTo>
                  <a:lnTo>
                    <a:pt x="125" y="863"/>
                  </a:lnTo>
                  <a:lnTo>
                    <a:pt x="125" y="863"/>
                  </a:lnTo>
                  <a:lnTo>
                    <a:pt x="201" y="719"/>
                  </a:lnTo>
                  <a:lnTo>
                    <a:pt x="297" y="576"/>
                  </a:lnTo>
                  <a:lnTo>
                    <a:pt x="403" y="461"/>
                  </a:lnTo>
                  <a:lnTo>
                    <a:pt x="527" y="355"/>
                  </a:lnTo>
                  <a:lnTo>
                    <a:pt x="661" y="269"/>
                  </a:lnTo>
                  <a:lnTo>
                    <a:pt x="795" y="212"/>
                  </a:lnTo>
                  <a:lnTo>
                    <a:pt x="862" y="183"/>
                  </a:lnTo>
                  <a:lnTo>
                    <a:pt x="929" y="173"/>
                  </a:lnTo>
                  <a:lnTo>
                    <a:pt x="1006" y="164"/>
                  </a:lnTo>
                  <a:lnTo>
                    <a:pt x="1073" y="154"/>
                  </a:lnTo>
                  <a:lnTo>
                    <a:pt x="107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6"/>
            <p:cNvSpPr/>
            <p:nvPr/>
          </p:nvSpPr>
          <p:spPr>
            <a:xfrm>
              <a:off x="4406384" y="2223517"/>
              <a:ext cx="77218" cy="52721"/>
            </a:xfrm>
            <a:custGeom>
              <a:avLst/>
              <a:gdLst/>
              <a:ahLst/>
              <a:cxnLst/>
              <a:rect l="l" t="t" r="r" b="b"/>
              <a:pathLst>
                <a:path w="2175" h="1485" extrusionOk="0">
                  <a:moveTo>
                    <a:pt x="67" y="0"/>
                  </a:moveTo>
                  <a:lnTo>
                    <a:pt x="0" y="125"/>
                  </a:lnTo>
                  <a:lnTo>
                    <a:pt x="1916" y="1485"/>
                  </a:lnTo>
                  <a:lnTo>
                    <a:pt x="2175" y="1054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6"/>
            <p:cNvSpPr/>
            <p:nvPr/>
          </p:nvSpPr>
          <p:spPr>
            <a:xfrm>
              <a:off x="3584526" y="2124539"/>
              <a:ext cx="794368" cy="951147"/>
            </a:xfrm>
            <a:custGeom>
              <a:avLst/>
              <a:gdLst/>
              <a:ahLst/>
              <a:cxnLst/>
              <a:rect l="l" t="t" r="r" b="b"/>
              <a:pathLst>
                <a:path w="22375" h="26791" extrusionOk="0">
                  <a:moveTo>
                    <a:pt x="13984" y="1"/>
                  </a:moveTo>
                  <a:lnTo>
                    <a:pt x="13572" y="20"/>
                  </a:lnTo>
                  <a:lnTo>
                    <a:pt x="13362" y="30"/>
                  </a:lnTo>
                  <a:lnTo>
                    <a:pt x="13151" y="49"/>
                  </a:lnTo>
                  <a:lnTo>
                    <a:pt x="12940" y="77"/>
                  </a:lnTo>
                  <a:lnTo>
                    <a:pt x="12739" y="106"/>
                  </a:lnTo>
                  <a:lnTo>
                    <a:pt x="12528" y="154"/>
                  </a:lnTo>
                  <a:lnTo>
                    <a:pt x="12318" y="192"/>
                  </a:lnTo>
                  <a:lnTo>
                    <a:pt x="12116" y="250"/>
                  </a:lnTo>
                  <a:lnTo>
                    <a:pt x="11906" y="307"/>
                  </a:lnTo>
                  <a:lnTo>
                    <a:pt x="11705" y="384"/>
                  </a:lnTo>
                  <a:lnTo>
                    <a:pt x="11513" y="461"/>
                  </a:lnTo>
                  <a:lnTo>
                    <a:pt x="11312" y="547"/>
                  </a:lnTo>
                  <a:lnTo>
                    <a:pt x="11120" y="643"/>
                  </a:lnTo>
                  <a:lnTo>
                    <a:pt x="10938" y="748"/>
                  </a:lnTo>
                  <a:lnTo>
                    <a:pt x="10747" y="863"/>
                  </a:lnTo>
                  <a:lnTo>
                    <a:pt x="10574" y="987"/>
                  </a:lnTo>
                  <a:lnTo>
                    <a:pt x="10402" y="1121"/>
                  </a:lnTo>
                  <a:lnTo>
                    <a:pt x="10230" y="1265"/>
                  </a:lnTo>
                  <a:lnTo>
                    <a:pt x="10067" y="1418"/>
                  </a:lnTo>
                  <a:lnTo>
                    <a:pt x="9913" y="1591"/>
                  </a:lnTo>
                  <a:lnTo>
                    <a:pt x="9770" y="1773"/>
                  </a:lnTo>
                  <a:lnTo>
                    <a:pt x="9626" y="1964"/>
                  </a:lnTo>
                  <a:lnTo>
                    <a:pt x="9492" y="2165"/>
                  </a:lnTo>
                  <a:lnTo>
                    <a:pt x="9367" y="2386"/>
                  </a:lnTo>
                  <a:lnTo>
                    <a:pt x="9253" y="2616"/>
                  </a:lnTo>
                  <a:lnTo>
                    <a:pt x="9147" y="2855"/>
                  </a:lnTo>
                  <a:lnTo>
                    <a:pt x="9042" y="3114"/>
                  </a:lnTo>
                  <a:lnTo>
                    <a:pt x="8956" y="3382"/>
                  </a:lnTo>
                  <a:lnTo>
                    <a:pt x="8879" y="3669"/>
                  </a:lnTo>
                  <a:lnTo>
                    <a:pt x="8812" y="3966"/>
                  </a:lnTo>
                  <a:lnTo>
                    <a:pt x="8754" y="4282"/>
                  </a:lnTo>
                  <a:lnTo>
                    <a:pt x="8707" y="4617"/>
                  </a:lnTo>
                  <a:lnTo>
                    <a:pt x="8678" y="4962"/>
                  </a:lnTo>
                  <a:lnTo>
                    <a:pt x="8649" y="5317"/>
                  </a:lnTo>
                  <a:lnTo>
                    <a:pt x="8640" y="5700"/>
                  </a:lnTo>
                  <a:lnTo>
                    <a:pt x="8553" y="5738"/>
                  </a:lnTo>
                  <a:lnTo>
                    <a:pt x="8314" y="5872"/>
                  </a:lnTo>
                  <a:lnTo>
                    <a:pt x="7931" y="6092"/>
                  </a:lnTo>
                  <a:lnTo>
                    <a:pt x="7433" y="6389"/>
                  </a:lnTo>
                  <a:lnTo>
                    <a:pt x="7145" y="6571"/>
                  </a:lnTo>
                  <a:lnTo>
                    <a:pt x="6839" y="6782"/>
                  </a:lnTo>
                  <a:lnTo>
                    <a:pt x="6513" y="7002"/>
                  </a:lnTo>
                  <a:lnTo>
                    <a:pt x="6168" y="7251"/>
                  </a:lnTo>
                  <a:lnTo>
                    <a:pt x="5814" y="7520"/>
                  </a:lnTo>
                  <a:lnTo>
                    <a:pt x="5450" y="7817"/>
                  </a:lnTo>
                  <a:lnTo>
                    <a:pt x="5076" y="8123"/>
                  </a:lnTo>
                  <a:lnTo>
                    <a:pt x="4703" y="8458"/>
                  </a:lnTo>
                  <a:lnTo>
                    <a:pt x="4320" y="8813"/>
                  </a:lnTo>
                  <a:lnTo>
                    <a:pt x="3937" y="9186"/>
                  </a:lnTo>
                  <a:lnTo>
                    <a:pt x="3563" y="9588"/>
                  </a:lnTo>
                  <a:lnTo>
                    <a:pt x="3190" y="10000"/>
                  </a:lnTo>
                  <a:lnTo>
                    <a:pt x="2816" y="10441"/>
                  </a:lnTo>
                  <a:lnTo>
                    <a:pt x="2462" y="10910"/>
                  </a:lnTo>
                  <a:lnTo>
                    <a:pt x="2289" y="11140"/>
                  </a:lnTo>
                  <a:lnTo>
                    <a:pt x="2126" y="11389"/>
                  </a:lnTo>
                  <a:lnTo>
                    <a:pt x="1954" y="11638"/>
                  </a:lnTo>
                  <a:lnTo>
                    <a:pt x="1801" y="11887"/>
                  </a:lnTo>
                  <a:lnTo>
                    <a:pt x="1638" y="12155"/>
                  </a:lnTo>
                  <a:lnTo>
                    <a:pt x="1485" y="12414"/>
                  </a:lnTo>
                  <a:lnTo>
                    <a:pt x="1341" y="12682"/>
                  </a:lnTo>
                  <a:lnTo>
                    <a:pt x="1197" y="12960"/>
                  </a:lnTo>
                  <a:lnTo>
                    <a:pt x="1063" y="13247"/>
                  </a:lnTo>
                  <a:lnTo>
                    <a:pt x="939" y="13525"/>
                  </a:lnTo>
                  <a:lnTo>
                    <a:pt x="814" y="13822"/>
                  </a:lnTo>
                  <a:lnTo>
                    <a:pt x="699" y="14119"/>
                  </a:lnTo>
                  <a:lnTo>
                    <a:pt x="594" y="14416"/>
                  </a:lnTo>
                  <a:lnTo>
                    <a:pt x="489" y="14722"/>
                  </a:lnTo>
                  <a:lnTo>
                    <a:pt x="402" y="15038"/>
                  </a:lnTo>
                  <a:lnTo>
                    <a:pt x="316" y="15354"/>
                  </a:lnTo>
                  <a:lnTo>
                    <a:pt x="240" y="15680"/>
                  </a:lnTo>
                  <a:lnTo>
                    <a:pt x="173" y="16006"/>
                  </a:lnTo>
                  <a:lnTo>
                    <a:pt x="115" y="16341"/>
                  </a:lnTo>
                  <a:lnTo>
                    <a:pt x="67" y="16676"/>
                  </a:lnTo>
                  <a:lnTo>
                    <a:pt x="29" y="17079"/>
                  </a:lnTo>
                  <a:lnTo>
                    <a:pt x="0" y="17471"/>
                  </a:lnTo>
                  <a:lnTo>
                    <a:pt x="0" y="17854"/>
                  </a:lnTo>
                  <a:lnTo>
                    <a:pt x="19" y="18238"/>
                  </a:lnTo>
                  <a:lnTo>
                    <a:pt x="48" y="18611"/>
                  </a:lnTo>
                  <a:lnTo>
                    <a:pt x="96" y="18985"/>
                  </a:lnTo>
                  <a:lnTo>
                    <a:pt x="163" y="19339"/>
                  </a:lnTo>
                  <a:lnTo>
                    <a:pt x="249" y="19703"/>
                  </a:lnTo>
                  <a:lnTo>
                    <a:pt x="355" y="20048"/>
                  </a:lnTo>
                  <a:lnTo>
                    <a:pt x="469" y="20393"/>
                  </a:lnTo>
                  <a:lnTo>
                    <a:pt x="594" y="20728"/>
                  </a:lnTo>
                  <a:lnTo>
                    <a:pt x="747" y="21063"/>
                  </a:lnTo>
                  <a:lnTo>
                    <a:pt x="900" y="21389"/>
                  </a:lnTo>
                  <a:lnTo>
                    <a:pt x="1082" y="21705"/>
                  </a:lnTo>
                  <a:lnTo>
                    <a:pt x="1264" y="22011"/>
                  </a:lnTo>
                  <a:lnTo>
                    <a:pt x="1466" y="22308"/>
                  </a:lnTo>
                  <a:lnTo>
                    <a:pt x="1686" y="22605"/>
                  </a:lnTo>
                  <a:lnTo>
                    <a:pt x="1906" y="22892"/>
                  </a:lnTo>
                  <a:lnTo>
                    <a:pt x="2146" y="23170"/>
                  </a:lnTo>
                  <a:lnTo>
                    <a:pt x="2395" y="23438"/>
                  </a:lnTo>
                  <a:lnTo>
                    <a:pt x="2663" y="23697"/>
                  </a:lnTo>
                  <a:lnTo>
                    <a:pt x="2931" y="23946"/>
                  </a:lnTo>
                  <a:lnTo>
                    <a:pt x="3209" y="24186"/>
                  </a:lnTo>
                  <a:lnTo>
                    <a:pt x="3506" y="24425"/>
                  </a:lnTo>
                  <a:lnTo>
                    <a:pt x="3803" y="24645"/>
                  </a:lnTo>
                  <a:lnTo>
                    <a:pt x="4119" y="24866"/>
                  </a:lnTo>
                  <a:lnTo>
                    <a:pt x="4435" y="25067"/>
                  </a:lnTo>
                  <a:lnTo>
                    <a:pt x="4760" y="25268"/>
                  </a:lnTo>
                  <a:lnTo>
                    <a:pt x="5096" y="25450"/>
                  </a:lnTo>
                  <a:lnTo>
                    <a:pt x="5440" y="25622"/>
                  </a:lnTo>
                  <a:lnTo>
                    <a:pt x="5785" y="25795"/>
                  </a:lnTo>
                  <a:lnTo>
                    <a:pt x="6140" y="25948"/>
                  </a:lnTo>
                  <a:lnTo>
                    <a:pt x="6542" y="26101"/>
                  </a:lnTo>
                  <a:lnTo>
                    <a:pt x="6954" y="26245"/>
                  </a:lnTo>
                  <a:lnTo>
                    <a:pt x="7375" y="26369"/>
                  </a:lnTo>
                  <a:lnTo>
                    <a:pt x="7806" y="26475"/>
                  </a:lnTo>
                  <a:lnTo>
                    <a:pt x="8247" y="26561"/>
                  </a:lnTo>
                  <a:lnTo>
                    <a:pt x="8687" y="26638"/>
                  </a:lnTo>
                  <a:lnTo>
                    <a:pt x="9147" y="26705"/>
                  </a:lnTo>
                  <a:lnTo>
                    <a:pt x="9597" y="26743"/>
                  </a:lnTo>
                  <a:lnTo>
                    <a:pt x="10057" y="26772"/>
                  </a:lnTo>
                  <a:lnTo>
                    <a:pt x="10517" y="26791"/>
                  </a:lnTo>
                  <a:lnTo>
                    <a:pt x="10977" y="26791"/>
                  </a:lnTo>
                  <a:lnTo>
                    <a:pt x="11436" y="26781"/>
                  </a:lnTo>
                  <a:lnTo>
                    <a:pt x="11887" y="26752"/>
                  </a:lnTo>
                  <a:lnTo>
                    <a:pt x="12337" y="26714"/>
                  </a:lnTo>
                  <a:lnTo>
                    <a:pt x="12787" y="26657"/>
                  </a:lnTo>
                  <a:lnTo>
                    <a:pt x="13227" y="26590"/>
                  </a:lnTo>
                  <a:lnTo>
                    <a:pt x="13658" y="26513"/>
                  </a:lnTo>
                  <a:lnTo>
                    <a:pt x="14080" y="26427"/>
                  </a:lnTo>
                  <a:lnTo>
                    <a:pt x="14492" y="26321"/>
                  </a:lnTo>
                  <a:lnTo>
                    <a:pt x="14884" y="26206"/>
                  </a:lnTo>
                  <a:lnTo>
                    <a:pt x="15277" y="26082"/>
                  </a:lnTo>
                  <a:lnTo>
                    <a:pt x="15641" y="25938"/>
                  </a:lnTo>
                  <a:lnTo>
                    <a:pt x="15996" y="25795"/>
                  </a:lnTo>
                  <a:lnTo>
                    <a:pt x="16340" y="25632"/>
                  </a:lnTo>
                  <a:lnTo>
                    <a:pt x="16656" y="25459"/>
                  </a:lnTo>
                  <a:lnTo>
                    <a:pt x="16953" y="25287"/>
                  </a:lnTo>
                  <a:lnTo>
                    <a:pt x="17231" y="25095"/>
                  </a:lnTo>
                  <a:lnTo>
                    <a:pt x="17490" y="24894"/>
                  </a:lnTo>
                  <a:lnTo>
                    <a:pt x="17605" y="24789"/>
                  </a:lnTo>
                  <a:lnTo>
                    <a:pt x="17720" y="24684"/>
                  </a:lnTo>
                  <a:lnTo>
                    <a:pt x="17825" y="24578"/>
                  </a:lnTo>
                  <a:lnTo>
                    <a:pt x="17921" y="24473"/>
                  </a:lnTo>
                  <a:lnTo>
                    <a:pt x="18017" y="24358"/>
                  </a:lnTo>
                  <a:lnTo>
                    <a:pt x="18103" y="24243"/>
                  </a:lnTo>
                  <a:lnTo>
                    <a:pt x="18179" y="24128"/>
                  </a:lnTo>
                  <a:lnTo>
                    <a:pt x="18246" y="24004"/>
                  </a:lnTo>
                  <a:lnTo>
                    <a:pt x="18371" y="23774"/>
                  </a:lnTo>
                  <a:lnTo>
                    <a:pt x="18495" y="23534"/>
                  </a:lnTo>
                  <a:lnTo>
                    <a:pt x="18601" y="23285"/>
                  </a:lnTo>
                  <a:lnTo>
                    <a:pt x="18706" y="23017"/>
                  </a:lnTo>
                  <a:lnTo>
                    <a:pt x="18802" y="22758"/>
                  </a:lnTo>
                  <a:lnTo>
                    <a:pt x="18888" y="22481"/>
                  </a:lnTo>
                  <a:lnTo>
                    <a:pt x="18965" y="22193"/>
                  </a:lnTo>
                  <a:lnTo>
                    <a:pt x="19041" y="21906"/>
                  </a:lnTo>
                  <a:lnTo>
                    <a:pt x="19108" y="21609"/>
                  </a:lnTo>
                  <a:lnTo>
                    <a:pt x="19166" y="21312"/>
                  </a:lnTo>
                  <a:lnTo>
                    <a:pt x="19223" y="21006"/>
                  </a:lnTo>
                  <a:lnTo>
                    <a:pt x="19271" y="20690"/>
                  </a:lnTo>
                  <a:lnTo>
                    <a:pt x="19310" y="20373"/>
                  </a:lnTo>
                  <a:lnTo>
                    <a:pt x="19348" y="20057"/>
                  </a:lnTo>
                  <a:lnTo>
                    <a:pt x="19405" y="19406"/>
                  </a:lnTo>
                  <a:lnTo>
                    <a:pt x="19444" y="18736"/>
                  </a:lnTo>
                  <a:lnTo>
                    <a:pt x="19463" y="18065"/>
                  </a:lnTo>
                  <a:lnTo>
                    <a:pt x="19463" y="17385"/>
                  </a:lnTo>
                  <a:lnTo>
                    <a:pt x="19444" y="16705"/>
                  </a:lnTo>
                  <a:lnTo>
                    <a:pt x="19415" y="16025"/>
                  </a:lnTo>
                  <a:lnTo>
                    <a:pt x="19367" y="15345"/>
                  </a:lnTo>
                  <a:lnTo>
                    <a:pt x="19319" y="14684"/>
                  </a:lnTo>
                  <a:lnTo>
                    <a:pt x="19252" y="14023"/>
                  </a:lnTo>
                  <a:lnTo>
                    <a:pt x="19185" y="13381"/>
                  </a:lnTo>
                  <a:lnTo>
                    <a:pt x="19099" y="12759"/>
                  </a:lnTo>
                  <a:lnTo>
                    <a:pt x="19022" y="12146"/>
                  </a:lnTo>
                  <a:lnTo>
                    <a:pt x="18936" y="11571"/>
                  </a:lnTo>
                  <a:lnTo>
                    <a:pt x="18754" y="10498"/>
                  </a:lnTo>
                  <a:lnTo>
                    <a:pt x="18582" y="9560"/>
                  </a:lnTo>
                  <a:lnTo>
                    <a:pt x="18428" y="8774"/>
                  </a:lnTo>
                  <a:lnTo>
                    <a:pt x="18304" y="8190"/>
                  </a:lnTo>
                  <a:lnTo>
                    <a:pt x="18179" y="7692"/>
                  </a:lnTo>
                  <a:lnTo>
                    <a:pt x="18361" y="7663"/>
                  </a:lnTo>
                  <a:lnTo>
                    <a:pt x="18553" y="7625"/>
                  </a:lnTo>
                  <a:lnTo>
                    <a:pt x="18811" y="7567"/>
                  </a:lnTo>
                  <a:lnTo>
                    <a:pt x="19118" y="7491"/>
                  </a:lnTo>
                  <a:lnTo>
                    <a:pt x="19463" y="7395"/>
                  </a:lnTo>
                  <a:lnTo>
                    <a:pt x="19827" y="7280"/>
                  </a:lnTo>
                  <a:lnTo>
                    <a:pt x="20210" y="7136"/>
                  </a:lnTo>
                  <a:lnTo>
                    <a:pt x="20401" y="7060"/>
                  </a:lnTo>
                  <a:lnTo>
                    <a:pt x="20593" y="6974"/>
                  </a:lnTo>
                  <a:lnTo>
                    <a:pt x="20785" y="6878"/>
                  </a:lnTo>
                  <a:lnTo>
                    <a:pt x="20967" y="6782"/>
                  </a:lnTo>
                  <a:lnTo>
                    <a:pt x="21149" y="6677"/>
                  </a:lnTo>
                  <a:lnTo>
                    <a:pt x="21321" y="6571"/>
                  </a:lnTo>
                  <a:lnTo>
                    <a:pt x="21493" y="6456"/>
                  </a:lnTo>
                  <a:lnTo>
                    <a:pt x="21647" y="6322"/>
                  </a:lnTo>
                  <a:lnTo>
                    <a:pt x="21790" y="6198"/>
                  </a:lnTo>
                  <a:lnTo>
                    <a:pt x="21924" y="6054"/>
                  </a:lnTo>
                  <a:lnTo>
                    <a:pt x="22039" y="5910"/>
                  </a:lnTo>
                  <a:lnTo>
                    <a:pt x="22145" y="5757"/>
                  </a:lnTo>
                  <a:lnTo>
                    <a:pt x="22231" y="5594"/>
                  </a:lnTo>
                  <a:lnTo>
                    <a:pt x="22298" y="5422"/>
                  </a:lnTo>
                  <a:lnTo>
                    <a:pt x="22346" y="5240"/>
                  </a:lnTo>
                  <a:lnTo>
                    <a:pt x="22375" y="5058"/>
                  </a:lnTo>
                  <a:lnTo>
                    <a:pt x="22202" y="4943"/>
                  </a:lnTo>
                  <a:lnTo>
                    <a:pt x="21733" y="4627"/>
                  </a:lnTo>
                  <a:lnTo>
                    <a:pt x="21417" y="4397"/>
                  </a:lnTo>
                  <a:lnTo>
                    <a:pt x="21053" y="4139"/>
                  </a:lnTo>
                  <a:lnTo>
                    <a:pt x="20670" y="3851"/>
                  </a:lnTo>
                  <a:lnTo>
                    <a:pt x="20258" y="3535"/>
                  </a:lnTo>
                  <a:lnTo>
                    <a:pt x="19846" y="3190"/>
                  </a:lnTo>
                  <a:lnTo>
                    <a:pt x="19434" y="2836"/>
                  </a:lnTo>
                  <a:lnTo>
                    <a:pt x="19032" y="2462"/>
                  </a:lnTo>
                  <a:lnTo>
                    <a:pt x="18840" y="2271"/>
                  </a:lnTo>
                  <a:lnTo>
                    <a:pt x="18658" y="2089"/>
                  </a:lnTo>
                  <a:lnTo>
                    <a:pt x="18486" y="1897"/>
                  </a:lnTo>
                  <a:lnTo>
                    <a:pt x="18313" y="1706"/>
                  </a:lnTo>
                  <a:lnTo>
                    <a:pt x="18160" y="1514"/>
                  </a:lnTo>
                  <a:lnTo>
                    <a:pt x="18026" y="1323"/>
                  </a:lnTo>
                  <a:lnTo>
                    <a:pt x="17902" y="1131"/>
                  </a:lnTo>
                  <a:lnTo>
                    <a:pt x="17787" y="949"/>
                  </a:lnTo>
                  <a:lnTo>
                    <a:pt x="17691" y="767"/>
                  </a:lnTo>
                  <a:lnTo>
                    <a:pt x="17624" y="585"/>
                  </a:lnTo>
                  <a:lnTo>
                    <a:pt x="17518" y="556"/>
                  </a:lnTo>
                  <a:lnTo>
                    <a:pt x="17241" y="470"/>
                  </a:lnTo>
                  <a:lnTo>
                    <a:pt x="16800" y="355"/>
                  </a:lnTo>
                  <a:lnTo>
                    <a:pt x="16522" y="288"/>
                  </a:lnTo>
                  <a:lnTo>
                    <a:pt x="16225" y="231"/>
                  </a:lnTo>
                  <a:lnTo>
                    <a:pt x="15900" y="164"/>
                  </a:lnTo>
                  <a:lnTo>
                    <a:pt x="15545" y="116"/>
                  </a:lnTo>
                  <a:lnTo>
                    <a:pt x="15181" y="68"/>
                  </a:lnTo>
                  <a:lnTo>
                    <a:pt x="14798" y="30"/>
                  </a:lnTo>
                  <a:lnTo>
                    <a:pt x="14396" y="10"/>
                  </a:lnTo>
                  <a:lnTo>
                    <a:pt x="139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6"/>
            <p:cNvSpPr/>
            <p:nvPr/>
          </p:nvSpPr>
          <p:spPr>
            <a:xfrm>
              <a:off x="4538982" y="2285041"/>
              <a:ext cx="25207" cy="21799"/>
            </a:xfrm>
            <a:custGeom>
              <a:avLst/>
              <a:gdLst/>
              <a:ahLst/>
              <a:cxnLst/>
              <a:rect l="l" t="t" r="r" b="b"/>
              <a:pathLst>
                <a:path w="710" h="614" extrusionOk="0">
                  <a:moveTo>
                    <a:pt x="144" y="1"/>
                  </a:moveTo>
                  <a:lnTo>
                    <a:pt x="1" y="413"/>
                  </a:lnTo>
                  <a:lnTo>
                    <a:pt x="566" y="614"/>
                  </a:lnTo>
                  <a:lnTo>
                    <a:pt x="710" y="211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9" name="Google Shape;299;p16"/>
          <p:cNvGrpSpPr/>
          <p:nvPr/>
        </p:nvGrpSpPr>
        <p:grpSpPr>
          <a:xfrm>
            <a:off x="6033350" y="1027913"/>
            <a:ext cx="2653477" cy="678062"/>
            <a:chOff x="6033350" y="1027913"/>
            <a:chExt cx="2653477" cy="678062"/>
          </a:xfrm>
        </p:grpSpPr>
        <p:grpSp>
          <p:nvGrpSpPr>
            <p:cNvPr id="300" name="Google Shape;300;p16"/>
            <p:cNvGrpSpPr/>
            <p:nvPr/>
          </p:nvGrpSpPr>
          <p:grpSpPr>
            <a:xfrm>
              <a:off x="6705623" y="1027913"/>
              <a:ext cx="1981204" cy="671250"/>
              <a:chOff x="6053048" y="700371"/>
              <a:chExt cx="1981204" cy="671250"/>
            </a:xfrm>
          </p:grpSpPr>
          <p:sp>
            <p:nvSpPr>
              <p:cNvPr id="301" name="Google Shape;301;p16"/>
              <p:cNvSpPr txBox="1"/>
              <p:nvPr/>
            </p:nvSpPr>
            <p:spPr>
              <a:xfrm>
                <a:off x="6053052" y="70037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Compact the model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302" name="Google Shape;302;p16"/>
              <p:cNvSpPr txBox="1"/>
              <p:nvPr/>
            </p:nvSpPr>
            <p:spPr>
              <a:xfrm>
                <a:off x="6053048" y="103982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Despite being red, Mars is a cold place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303" name="Google Shape;303;p16"/>
            <p:cNvSpPr/>
            <p:nvPr/>
          </p:nvSpPr>
          <p:spPr>
            <a:xfrm>
              <a:off x="6033350" y="1109875"/>
              <a:ext cx="596100" cy="5961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304" name="Google Shape;304;p16"/>
          <p:cNvGrpSpPr/>
          <p:nvPr/>
        </p:nvGrpSpPr>
        <p:grpSpPr>
          <a:xfrm>
            <a:off x="3297248" y="2502860"/>
            <a:ext cx="2653504" cy="682838"/>
            <a:chOff x="3297248" y="2502860"/>
            <a:chExt cx="2653504" cy="682838"/>
          </a:xfrm>
        </p:grpSpPr>
        <p:grpSp>
          <p:nvGrpSpPr>
            <p:cNvPr id="305" name="Google Shape;305;p16"/>
            <p:cNvGrpSpPr/>
            <p:nvPr/>
          </p:nvGrpSpPr>
          <p:grpSpPr>
            <a:xfrm>
              <a:off x="3969548" y="2502860"/>
              <a:ext cx="1981204" cy="673400"/>
              <a:chOff x="3581360" y="1153913"/>
              <a:chExt cx="1981204" cy="673400"/>
            </a:xfrm>
          </p:grpSpPr>
          <p:sp>
            <p:nvSpPr>
              <p:cNvPr id="306" name="Google Shape;306;p16"/>
              <p:cNvSpPr txBox="1"/>
              <p:nvPr/>
            </p:nvSpPr>
            <p:spPr>
              <a:xfrm>
                <a:off x="3581365" y="1153913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Framework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307" name="Google Shape;307;p16"/>
              <p:cNvSpPr txBox="1"/>
              <p:nvPr/>
            </p:nvSpPr>
            <p:spPr>
              <a:xfrm>
                <a:off x="3581360" y="1495513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Mercury is the closest planet to the Sun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308" name="Google Shape;308;p16"/>
            <p:cNvSpPr/>
            <p:nvPr/>
          </p:nvSpPr>
          <p:spPr>
            <a:xfrm>
              <a:off x="3297248" y="2589598"/>
              <a:ext cx="596100" cy="596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309" name="Google Shape;309;p16"/>
          <p:cNvGrpSpPr/>
          <p:nvPr/>
        </p:nvGrpSpPr>
        <p:grpSpPr>
          <a:xfrm>
            <a:off x="3297248" y="3977808"/>
            <a:ext cx="2653504" cy="673400"/>
            <a:chOff x="3297248" y="3977808"/>
            <a:chExt cx="2653504" cy="673400"/>
          </a:xfrm>
        </p:grpSpPr>
        <p:grpSp>
          <p:nvGrpSpPr>
            <p:cNvPr id="310" name="Google Shape;310;p16"/>
            <p:cNvGrpSpPr/>
            <p:nvPr/>
          </p:nvGrpSpPr>
          <p:grpSpPr>
            <a:xfrm>
              <a:off x="3969548" y="3977808"/>
              <a:ext cx="1981204" cy="673400"/>
              <a:chOff x="3581360" y="2254821"/>
              <a:chExt cx="1981204" cy="673400"/>
            </a:xfrm>
          </p:grpSpPr>
          <p:sp>
            <p:nvSpPr>
              <p:cNvPr id="311" name="Google Shape;311;p16"/>
              <p:cNvSpPr txBox="1"/>
              <p:nvPr/>
            </p:nvSpPr>
            <p:spPr>
              <a:xfrm>
                <a:off x="3581365" y="225482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Train the model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312" name="Google Shape;312;p16"/>
              <p:cNvSpPr txBox="1"/>
              <p:nvPr/>
            </p:nvSpPr>
            <p:spPr>
              <a:xfrm>
                <a:off x="3581360" y="259642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The Earth is the third planet from the Sun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313" name="Google Shape;313;p16"/>
            <p:cNvSpPr/>
            <p:nvPr/>
          </p:nvSpPr>
          <p:spPr>
            <a:xfrm>
              <a:off x="3297248" y="4055023"/>
              <a:ext cx="596100" cy="596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314" name="Google Shape;314;p16"/>
          <p:cNvGrpSpPr/>
          <p:nvPr/>
        </p:nvGrpSpPr>
        <p:grpSpPr>
          <a:xfrm>
            <a:off x="6033350" y="2501790"/>
            <a:ext cx="2653515" cy="711260"/>
            <a:chOff x="6033350" y="2501790"/>
            <a:chExt cx="2653515" cy="711260"/>
          </a:xfrm>
        </p:grpSpPr>
        <p:grpSp>
          <p:nvGrpSpPr>
            <p:cNvPr id="315" name="Google Shape;315;p16"/>
            <p:cNvGrpSpPr/>
            <p:nvPr/>
          </p:nvGrpSpPr>
          <p:grpSpPr>
            <a:xfrm>
              <a:off x="6705660" y="2501790"/>
              <a:ext cx="1981204" cy="673400"/>
              <a:chOff x="6705660" y="2628879"/>
              <a:chExt cx="1981204" cy="673400"/>
            </a:xfrm>
          </p:grpSpPr>
          <p:sp>
            <p:nvSpPr>
              <p:cNvPr id="316" name="Google Shape;316;p16"/>
              <p:cNvSpPr txBox="1"/>
              <p:nvPr/>
            </p:nvSpPr>
            <p:spPr>
              <a:xfrm>
                <a:off x="6705665" y="2628879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Convert the model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317" name="Google Shape;317;p16"/>
              <p:cNvSpPr txBox="1"/>
              <p:nvPr/>
            </p:nvSpPr>
            <p:spPr>
              <a:xfrm>
                <a:off x="6705660" y="2970479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Saturn is the only planet with rings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318" name="Google Shape;318;p16"/>
            <p:cNvSpPr/>
            <p:nvPr/>
          </p:nvSpPr>
          <p:spPr>
            <a:xfrm>
              <a:off x="6033350" y="2616950"/>
              <a:ext cx="596100" cy="596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05</a:t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319" name="Google Shape;319;p16"/>
          <p:cNvGrpSpPr/>
          <p:nvPr/>
        </p:nvGrpSpPr>
        <p:grpSpPr>
          <a:xfrm>
            <a:off x="6033350" y="3977817"/>
            <a:ext cx="2653477" cy="674283"/>
            <a:chOff x="6033350" y="3977817"/>
            <a:chExt cx="2653477" cy="674283"/>
          </a:xfrm>
        </p:grpSpPr>
        <p:grpSp>
          <p:nvGrpSpPr>
            <p:cNvPr id="320" name="Google Shape;320;p16"/>
            <p:cNvGrpSpPr/>
            <p:nvPr/>
          </p:nvGrpSpPr>
          <p:grpSpPr>
            <a:xfrm>
              <a:off x="6705623" y="3977817"/>
              <a:ext cx="1981204" cy="673400"/>
              <a:chOff x="6705623" y="4058579"/>
              <a:chExt cx="1981204" cy="673400"/>
            </a:xfrm>
          </p:grpSpPr>
          <p:sp>
            <p:nvSpPr>
              <p:cNvPr id="321" name="Google Shape;321;p16"/>
              <p:cNvSpPr txBox="1"/>
              <p:nvPr/>
            </p:nvSpPr>
            <p:spPr>
              <a:xfrm>
                <a:off x="6705627" y="4058579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Integrate the model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322" name="Google Shape;322;p16"/>
              <p:cNvSpPr txBox="1"/>
              <p:nvPr/>
            </p:nvSpPr>
            <p:spPr>
              <a:xfrm>
                <a:off x="6705623" y="4400179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Jupiter is the biggest planet of them all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323" name="Google Shape;323;p16"/>
            <p:cNvSpPr/>
            <p:nvPr/>
          </p:nvSpPr>
          <p:spPr>
            <a:xfrm>
              <a:off x="6033350" y="4056000"/>
              <a:ext cx="596100" cy="59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06</a:t>
              </a:r>
              <a:endParaRPr sz="1800">
                <a:solidFill>
                  <a:schemeClr val="lt1"/>
                </a:solidFill>
              </a:endParaRPr>
            </a:p>
          </p:txBody>
        </p:sp>
      </p:grpSp>
      <p:cxnSp>
        <p:nvCxnSpPr>
          <p:cNvPr id="324" name="Google Shape;324;p16"/>
          <p:cNvCxnSpPr>
            <a:stCxn id="237" idx="4"/>
            <a:endCxn id="308" idx="0"/>
          </p:cNvCxnSpPr>
          <p:nvPr/>
        </p:nvCxnSpPr>
        <p:spPr>
          <a:xfrm>
            <a:off x="3595299" y="1705974"/>
            <a:ext cx="0" cy="883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5" name="Google Shape;325;p16"/>
          <p:cNvCxnSpPr>
            <a:stCxn id="308" idx="4"/>
            <a:endCxn id="313" idx="0"/>
          </p:cNvCxnSpPr>
          <p:nvPr/>
        </p:nvCxnSpPr>
        <p:spPr>
          <a:xfrm>
            <a:off x="3595298" y="3185698"/>
            <a:ext cx="0" cy="869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6" name="Google Shape;326;p16"/>
          <p:cNvCxnSpPr>
            <a:stCxn id="303" idx="4"/>
            <a:endCxn id="318" idx="0"/>
          </p:cNvCxnSpPr>
          <p:nvPr/>
        </p:nvCxnSpPr>
        <p:spPr>
          <a:xfrm>
            <a:off x="6331400" y="1705975"/>
            <a:ext cx="0" cy="911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7" name="Google Shape;327;p16"/>
          <p:cNvCxnSpPr>
            <a:stCxn id="318" idx="4"/>
            <a:endCxn id="323" idx="0"/>
          </p:cNvCxnSpPr>
          <p:nvPr/>
        </p:nvCxnSpPr>
        <p:spPr>
          <a:xfrm>
            <a:off x="6331400" y="3213050"/>
            <a:ext cx="0" cy="84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7"/>
          <p:cNvSpPr/>
          <p:nvPr/>
        </p:nvSpPr>
        <p:spPr>
          <a:xfrm>
            <a:off x="4876800" y="1685925"/>
            <a:ext cx="3819600" cy="2562300"/>
          </a:xfrm>
          <a:prstGeom prst="roundRect">
            <a:avLst>
              <a:gd name="adj" fmla="val 16667"/>
            </a:avLst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7"/>
          <p:cNvSpPr/>
          <p:nvPr/>
        </p:nvSpPr>
        <p:spPr>
          <a:xfrm>
            <a:off x="457175" y="1685925"/>
            <a:ext cx="3819600" cy="2562300"/>
          </a:xfrm>
          <a:prstGeom prst="roundRect">
            <a:avLst>
              <a:gd name="adj" fmla="val 16667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7"/>
          <p:cNvSpPr/>
          <p:nvPr/>
        </p:nvSpPr>
        <p:spPr>
          <a:xfrm>
            <a:off x="560097" y="1280150"/>
            <a:ext cx="784800" cy="784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7"/>
          <p:cNvSpPr/>
          <p:nvPr/>
        </p:nvSpPr>
        <p:spPr>
          <a:xfrm>
            <a:off x="4960660" y="1280150"/>
            <a:ext cx="784800" cy="78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7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grpSp>
        <p:nvGrpSpPr>
          <p:cNvPr id="337" name="Google Shape;337;p17"/>
          <p:cNvGrpSpPr/>
          <p:nvPr/>
        </p:nvGrpSpPr>
        <p:grpSpPr>
          <a:xfrm>
            <a:off x="716345" y="1436401"/>
            <a:ext cx="472011" cy="472011"/>
            <a:chOff x="1190625" y="238125"/>
            <a:chExt cx="5238750" cy="5238750"/>
          </a:xfrm>
        </p:grpSpPr>
        <p:sp>
          <p:nvSpPr>
            <p:cNvPr id="338" name="Google Shape;338;p17"/>
            <p:cNvSpPr/>
            <p:nvPr/>
          </p:nvSpPr>
          <p:spPr>
            <a:xfrm>
              <a:off x="3807425" y="2386825"/>
              <a:ext cx="1355750" cy="306975"/>
            </a:xfrm>
            <a:custGeom>
              <a:avLst/>
              <a:gdLst/>
              <a:ahLst/>
              <a:cxnLst/>
              <a:rect l="l" t="t" r="r" b="b"/>
              <a:pathLst>
                <a:path w="54230" h="12279" extrusionOk="0">
                  <a:moveTo>
                    <a:pt x="5628" y="0"/>
                  </a:moveTo>
                  <a:lnTo>
                    <a:pt x="5219" y="1740"/>
                  </a:lnTo>
                  <a:lnTo>
                    <a:pt x="4707" y="3377"/>
                  </a:lnTo>
                  <a:lnTo>
                    <a:pt x="4093" y="5014"/>
                  </a:lnTo>
                  <a:lnTo>
                    <a:pt x="3480" y="6549"/>
                  </a:lnTo>
                  <a:lnTo>
                    <a:pt x="2661" y="8083"/>
                  </a:lnTo>
                  <a:lnTo>
                    <a:pt x="1842" y="9516"/>
                  </a:lnTo>
                  <a:lnTo>
                    <a:pt x="922" y="10948"/>
                  </a:lnTo>
                  <a:lnTo>
                    <a:pt x="1" y="12279"/>
                  </a:lnTo>
                  <a:lnTo>
                    <a:pt x="51058" y="12279"/>
                  </a:lnTo>
                  <a:lnTo>
                    <a:pt x="52081" y="9209"/>
                  </a:lnTo>
                  <a:lnTo>
                    <a:pt x="53002" y="6242"/>
                  </a:lnTo>
                  <a:lnTo>
                    <a:pt x="53718" y="3172"/>
                  </a:lnTo>
                  <a:lnTo>
                    <a:pt x="542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7"/>
            <p:cNvSpPr/>
            <p:nvPr/>
          </p:nvSpPr>
          <p:spPr>
            <a:xfrm>
              <a:off x="2735625" y="1772900"/>
              <a:ext cx="920900" cy="920900"/>
            </a:xfrm>
            <a:custGeom>
              <a:avLst/>
              <a:gdLst/>
              <a:ahLst/>
              <a:cxnLst/>
              <a:rect l="l" t="t" r="r" b="b"/>
              <a:pathLst>
                <a:path w="36836" h="36836" extrusionOk="0">
                  <a:moveTo>
                    <a:pt x="24558" y="12279"/>
                  </a:moveTo>
                  <a:lnTo>
                    <a:pt x="24558" y="24557"/>
                  </a:lnTo>
                  <a:lnTo>
                    <a:pt x="12279" y="24557"/>
                  </a:lnTo>
                  <a:lnTo>
                    <a:pt x="12279" y="12279"/>
                  </a:lnTo>
                  <a:close/>
                  <a:moveTo>
                    <a:pt x="18418" y="1"/>
                  </a:moveTo>
                  <a:lnTo>
                    <a:pt x="16474" y="103"/>
                  </a:lnTo>
                  <a:lnTo>
                    <a:pt x="14735" y="410"/>
                  </a:lnTo>
                  <a:lnTo>
                    <a:pt x="12893" y="819"/>
                  </a:lnTo>
                  <a:lnTo>
                    <a:pt x="11256" y="1433"/>
                  </a:lnTo>
                  <a:lnTo>
                    <a:pt x="9619" y="2252"/>
                  </a:lnTo>
                  <a:lnTo>
                    <a:pt x="8084" y="3173"/>
                  </a:lnTo>
                  <a:lnTo>
                    <a:pt x="6652" y="4196"/>
                  </a:lnTo>
                  <a:lnTo>
                    <a:pt x="5424" y="5424"/>
                  </a:lnTo>
                  <a:lnTo>
                    <a:pt x="4196" y="6754"/>
                  </a:lnTo>
                  <a:lnTo>
                    <a:pt x="3173" y="8084"/>
                  </a:lnTo>
                  <a:lnTo>
                    <a:pt x="2252" y="9619"/>
                  </a:lnTo>
                  <a:lnTo>
                    <a:pt x="1433" y="11256"/>
                  </a:lnTo>
                  <a:lnTo>
                    <a:pt x="819" y="12995"/>
                  </a:lnTo>
                  <a:lnTo>
                    <a:pt x="410" y="14735"/>
                  </a:lnTo>
                  <a:lnTo>
                    <a:pt x="103" y="16576"/>
                  </a:lnTo>
                  <a:lnTo>
                    <a:pt x="1" y="18418"/>
                  </a:lnTo>
                  <a:lnTo>
                    <a:pt x="103" y="20362"/>
                  </a:lnTo>
                  <a:lnTo>
                    <a:pt x="410" y="22204"/>
                  </a:lnTo>
                  <a:lnTo>
                    <a:pt x="819" y="23943"/>
                  </a:lnTo>
                  <a:lnTo>
                    <a:pt x="1433" y="25580"/>
                  </a:lnTo>
                  <a:lnTo>
                    <a:pt x="2252" y="27218"/>
                  </a:lnTo>
                  <a:lnTo>
                    <a:pt x="3173" y="28752"/>
                  </a:lnTo>
                  <a:lnTo>
                    <a:pt x="4196" y="30185"/>
                  </a:lnTo>
                  <a:lnTo>
                    <a:pt x="5424" y="31515"/>
                  </a:lnTo>
                  <a:lnTo>
                    <a:pt x="6652" y="32640"/>
                  </a:lnTo>
                  <a:lnTo>
                    <a:pt x="8084" y="33766"/>
                  </a:lnTo>
                  <a:lnTo>
                    <a:pt x="9619" y="34687"/>
                  </a:lnTo>
                  <a:lnTo>
                    <a:pt x="11256" y="35403"/>
                  </a:lnTo>
                  <a:lnTo>
                    <a:pt x="12893" y="36017"/>
                  </a:lnTo>
                  <a:lnTo>
                    <a:pt x="14735" y="36529"/>
                  </a:lnTo>
                  <a:lnTo>
                    <a:pt x="16474" y="36733"/>
                  </a:lnTo>
                  <a:lnTo>
                    <a:pt x="18418" y="36836"/>
                  </a:lnTo>
                  <a:lnTo>
                    <a:pt x="20260" y="36733"/>
                  </a:lnTo>
                  <a:lnTo>
                    <a:pt x="22102" y="36529"/>
                  </a:lnTo>
                  <a:lnTo>
                    <a:pt x="23944" y="36017"/>
                  </a:lnTo>
                  <a:lnTo>
                    <a:pt x="25581" y="35403"/>
                  </a:lnTo>
                  <a:lnTo>
                    <a:pt x="27218" y="34687"/>
                  </a:lnTo>
                  <a:lnTo>
                    <a:pt x="28753" y="33766"/>
                  </a:lnTo>
                  <a:lnTo>
                    <a:pt x="30185" y="32640"/>
                  </a:lnTo>
                  <a:lnTo>
                    <a:pt x="31413" y="31515"/>
                  </a:lnTo>
                  <a:lnTo>
                    <a:pt x="32641" y="30185"/>
                  </a:lnTo>
                  <a:lnTo>
                    <a:pt x="33664" y="28752"/>
                  </a:lnTo>
                  <a:lnTo>
                    <a:pt x="34585" y="27218"/>
                  </a:lnTo>
                  <a:lnTo>
                    <a:pt x="35403" y="25580"/>
                  </a:lnTo>
                  <a:lnTo>
                    <a:pt x="36017" y="23943"/>
                  </a:lnTo>
                  <a:lnTo>
                    <a:pt x="36427" y="22204"/>
                  </a:lnTo>
                  <a:lnTo>
                    <a:pt x="36734" y="20362"/>
                  </a:lnTo>
                  <a:lnTo>
                    <a:pt x="36836" y="18418"/>
                  </a:lnTo>
                  <a:lnTo>
                    <a:pt x="36734" y="16576"/>
                  </a:lnTo>
                  <a:lnTo>
                    <a:pt x="36427" y="14735"/>
                  </a:lnTo>
                  <a:lnTo>
                    <a:pt x="36017" y="12995"/>
                  </a:lnTo>
                  <a:lnTo>
                    <a:pt x="35403" y="11256"/>
                  </a:lnTo>
                  <a:lnTo>
                    <a:pt x="34585" y="9619"/>
                  </a:lnTo>
                  <a:lnTo>
                    <a:pt x="33664" y="8084"/>
                  </a:lnTo>
                  <a:lnTo>
                    <a:pt x="32641" y="6754"/>
                  </a:lnTo>
                  <a:lnTo>
                    <a:pt x="31413" y="5424"/>
                  </a:lnTo>
                  <a:lnTo>
                    <a:pt x="30185" y="4196"/>
                  </a:lnTo>
                  <a:lnTo>
                    <a:pt x="28753" y="3173"/>
                  </a:lnTo>
                  <a:lnTo>
                    <a:pt x="27218" y="2252"/>
                  </a:lnTo>
                  <a:lnTo>
                    <a:pt x="25581" y="1433"/>
                  </a:lnTo>
                  <a:lnTo>
                    <a:pt x="23944" y="819"/>
                  </a:lnTo>
                  <a:lnTo>
                    <a:pt x="22102" y="410"/>
                  </a:lnTo>
                  <a:lnTo>
                    <a:pt x="20260" y="103"/>
                  </a:lnTo>
                  <a:lnTo>
                    <a:pt x="184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7"/>
            <p:cNvSpPr/>
            <p:nvPr/>
          </p:nvSpPr>
          <p:spPr>
            <a:xfrm>
              <a:off x="1190625" y="238125"/>
              <a:ext cx="3893275" cy="5238750"/>
            </a:xfrm>
            <a:custGeom>
              <a:avLst/>
              <a:gdLst/>
              <a:ahLst/>
              <a:cxnLst/>
              <a:rect l="l" t="t" r="r" b="b"/>
              <a:pathLst>
                <a:path w="155731" h="209550" extrusionOk="0">
                  <a:moveTo>
                    <a:pt x="86358" y="0"/>
                  </a:moveTo>
                  <a:lnTo>
                    <a:pt x="82879" y="102"/>
                  </a:lnTo>
                  <a:lnTo>
                    <a:pt x="79502" y="307"/>
                  </a:lnTo>
                  <a:lnTo>
                    <a:pt x="76228" y="716"/>
                  </a:lnTo>
                  <a:lnTo>
                    <a:pt x="72851" y="1228"/>
                  </a:lnTo>
                  <a:lnTo>
                    <a:pt x="69679" y="1842"/>
                  </a:lnTo>
                  <a:lnTo>
                    <a:pt x="66508" y="2660"/>
                  </a:lnTo>
                  <a:lnTo>
                    <a:pt x="63438" y="3581"/>
                  </a:lnTo>
                  <a:lnTo>
                    <a:pt x="60368" y="4604"/>
                  </a:lnTo>
                  <a:lnTo>
                    <a:pt x="57401" y="5832"/>
                  </a:lnTo>
                  <a:lnTo>
                    <a:pt x="54536" y="7060"/>
                  </a:lnTo>
                  <a:lnTo>
                    <a:pt x="51671" y="8493"/>
                  </a:lnTo>
                  <a:lnTo>
                    <a:pt x="48909" y="10027"/>
                  </a:lnTo>
                  <a:lnTo>
                    <a:pt x="46248" y="11664"/>
                  </a:lnTo>
                  <a:lnTo>
                    <a:pt x="43690" y="13404"/>
                  </a:lnTo>
                  <a:lnTo>
                    <a:pt x="41235" y="15246"/>
                  </a:lnTo>
                  <a:lnTo>
                    <a:pt x="38779" y="17190"/>
                  </a:lnTo>
                  <a:lnTo>
                    <a:pt x="36426" y="19236"/>
                  </a:lnTo>
                  <a:lnTo>
                    <a:pt x="34277" y="21385"/>
                  </a:lnTo>
                  <a:lnTo>
                    <a:pt x="32128" y="23636"/>
                  </a:lnTo>
                  <a:lnTo>
                    <a:pt x="30082" y="25989"/>
                  </a:lnTo>
                  <a:lnTo>
                    <a:pt x="28138" y="28342"/>
                  </a:lnTo>
                  <a:lnTo>
                    <a:pt x="26296" y="30798"/>
                  </a:lnTo>
                  <a:lnTo>
                    <a:pt x="24557" y="33356"/>
                  </a:lnTo>
                  <a:lnTo>
                    <a:pt x="22920" y="35914"/>
                  </a:lnTo>
                  <a:lnTo>
                    <a:pt x="21385" y="38574"/>
                  </a:lnTo>
                  <a:lnTo>
                    <a:pt x="20055" y="41235"/>
                  </a:lnTo>
                  <a:lnTo>
                    <a:pt x="18724" y="43997"/>
                  </a:lnTo>
                  <a:lnTo>
                    <a:pt x="17599" y="46862"/>
                  </a:lnTo>
                  <a:lnTo>
                    <a:pt x="16576" y="49727"/>
                  </a:lnTo>
                  <a:lnTo>
                    <a:pt x="15655" y="52694"/>
                  </a:lnTo>
                  <a:lnTo>
                    <a:pt x="14836" y="55559"/>
                  </a:lnTo>
                  <a:lnTo>
                    <a:pt x="14120" y="58629"/>
                  </a:lnTo>
                  <a:lnTo>
                    <a:pt x="13711" y="60778"/>
                  </a:lnTo>
                  <a:lnTo>
                    <a:pt x="13404" y="62926"/>
                  </a:lnTo>
                  <a:lnTo>
                    <a:pt x="13097" y="65177"/>
                  </a:lnTo>
                  <a:lnTo>
                    <a:pt x="12892" y="67326"/>
                  </a:lnTo>
                  <a:lnTo>
                    <a:pt x="12790" y="69475"/>
                  </a:lnTo>
                  <a:lnTo>
                    <a:pt x="12688" y="71624"/>
                  </a:lnTo>
                  <a:lnTo>
                    <a:pt x="12688" y="73772"/>
                  </a:lnTo>
                  <a:lnTo>
                    <a:pt x="12688" y="75921"/>
                  </a:lnTo>
                  <a:lnTo>
                    <a:pt x="12790" y="78070"/>
                  </a:lnTo>
                  <a:lnTo>
                    <a:pt x="12995" y="80218"/>
                  </a:lnTo>
                  <a:lnTo>
                    <a:pt x="13199" y="82367"/>
                  </a:lnTo>
                  <a:lnTo>
                    <a:pt x="13506" y="84516"/>
                  </a:lnTo>
                  <a:lnTo>
                    <a:pt x="13813" y="86562"/>
                  </a:lnTo>
                  <a:lnTo>
                    <a:pt x="14222" y="88711"/>
                  </a:lnTo>
                  <a:lnTo>
                    <a:pt x="14734" y="90757"/>
                  </a:lnTo>
                  <a:lnTo>
                    <a:pt x="15246" y="92804"/>
                  </a:lnTo>
                  <a:lnTo>
                    <a:pt x="0" y="118383"/>
                  </a:lnTo>
                  <a:lnTo>
                    <a:pt x="24966" y="136187"/>
                  </a:lnTo>
                  <a:lnTo>
                    <a:pt x="24966" y="171896"/>
                  </a:lnTo>
                  <a:lnTo>
                    <a:pt x="49523" y="171896"/>
                  </a:lnTo>
                  <a:lnTo>
                    <a:pt x="49523" y="209550"/>
                  </a:lnTo>
                  <a:lnTo>
                    <a:pt x="135471" y="209550"/>
                  </a:lnTo>
                  <a:lnTo>
                    <a:pt x="135471" y="184072"/>
                  </a:lnTo>
                  <a:lnTo>
                    <a:pt x="135573" y="179775"/>
                  </a:lnTo>
                  <a:lnTo>
                    <a:pt x="135675" y="175478"/>
                  </a:lnTo>
                  <a:lnTo>
                    <a:pt x="135982" y="171078"/>
                  </a:lnTo>
                  <a:lnTo>
                    <a:pt x="136392" y="166678"/>
                  </a:lnTo>
                  <a:lnTo>
                    <a:pt x="136903" y="162278"/>
                  </a:lnTo>
                  <a:lnTo>
                    <a:pt x="137620" y="157776"/>
                  </a:lnTo>
                  <a:lnTo>
                    <a:pt x="138336" y="153274"/>
                  </a:lnTo>
                  <a:lnTo>
                    <a:pt x="139257" y="148670"/>
                  </a:lnTo>
                  <a:lnTo>
                    <a:pt x="140280" y="144066"/>
                  </a:lnTo>
                  <a:lnTo>
                    <a:pt x="141405" y="139359"/>
                  </a:lnTo>
                  <a:lnTo>
                    <a:pt x="142735" y="134652"/>
                  </a:lnTo>
                  <a:lnTo>
                    <a:pt x="144066" y="129946"/>
                  </a:lnTo>
                  <a:lnTo>
                    <a:pt x="145600" y="125137"/>
                  </a:lnTo>
                  <a:lnTo>
                    <a:pt x="147238" y="120328"/>
                  </a:lnTo>
                  <a:lnTo>
                    <a:pt x="149079" y="115416"/>
                  </a:lnTo>
                  <a:lnTo>
                    <a:pt x="150921" y="110505"/>
                  </a:lnTo>
                  <a:lnTo>
                    <a:pt x="78684" y="110505"/>
                  </a:lnTo>
                  <a:lnTo>
                    <a:pt x="77046" y="110403"/>
                  </a:lnTo>
                  <a:lnTo>
                    <a:pt x="75512" y="110198"/>
                  </a:lnTo>
                  <a:lnTo>
                    <a:pt x="73977" y="109891"/>
                  </a:lnTo>
                  <a:lnTo>
                    <a:pt x="72544" y="109584"/>
                  </a:lnTo>
                  <a:lnTo>
                    <a:pt x="71112" y="109175"/>
                  </a:lnTo>
                  <a:lnTo>
                    <a:pt x="69679" y="108663"/>
                  </a:lnTo>
                  <a:lnTo>
                    <a:pt x="68247" y="108152"/>
                  </a:lnTo>
                  <a:lnTo>
                    <a:pt x="66917" y="107538"/>
                  </a:lnTo>
                  <a:lnTo>
                    <a:pt x="65587" y="106821"/>
                  </a:lnTo>
                  <a:lnTo>
                    <a:pt x="64257" y="106105"/>
                  </a:lnTo>
                  <a:lnTo>
                    <a:pt x="63029" y="105287"/>
                  </a:lnTo>
                  <a:lnTo>
                    <a:pt x="61801" y="104468"/>
                  </a:lnTo>
                  <a:lnTo>
                    <a:pt x="60675" y="103547"/>
                  </a:lnTo>
                  <a:lnTo>
                    <a:pt x="59550" y="102524"/>
                  </a:lnTo>
                  <a:lnTo>
                    <a:pt x="58527" y="101501"/>
                  </a:lnTo>
                  <a:lnTo>
                    <a:pt x="57503" y="100478"/>
                  </a:lnTo>
                  <a:lnTo>
                    <a:pt x="56480" y="99352"/>
                  </a:lnTo>
                  <a:lnTo>
                    <a:pt x="55662" y="98227"/>
                  </a:lnTo>
                  <a:lnTo>
                    <a:pt x="54741" y="96999"/>
                  </a:lnTo>
                  <a:lnTo>
                    <a:pt x="53922" y="95771"/>
                  </a:lnTo>
                  <a:lnTo>
                    <a:pt x="53206" y="94441"/>
                  </a:lnTo>
                  <a:lnTo>
                    <a:pt x="52592" y="93111"/>
                  </a:lnTo>
                  <a:lnTo>
                    <a:pt x="51978" y="91780"/>
                  </a:lnTo>
                  <a:lnTo>
                    <a:pt x="51364" y="90348"/>
                  </a:lnTo>
                  <a:lnTo>
                    <a:pt x="50853" y="88916"/>
                  </a:lnTo>
                  <a:lnTo>
                    <a:pt x="50443" y="87483"/>
                  </a:lnTo>
                  <a:lnTo>
                    <a:pt x="50136" y="86051"/>
                  </a:lnTo>
                  <a:lnTo>
                    <a:pt x="49830" y="84516"/>
                  </a:lnTo>
                  <a:lnTo>
                    <a:pt x="49625" y="82981"/>
                  </a:lnTo>
                  <a:lnTo>
                    <a:pt x="49523" y="81446"/>
                  </a:lnTo>
                  <a:lnTo>
                    <a:pt x="49523" y="79809"/>
                  </a:lnTo>
                  <a:lnTo>
                    <a:pt x="49523" y="78274"/>
                  </a:lnTo>
                  <a:lnTo>
                    <a:pt x="49625" y="76740"/>
                  </a:lnTo>
                  <a:lnTo>
                    <a:pt x="49830" y="75205"/>
                  </a:lnTo>
                  <a:lnTo>
                    <a:pt x="50136" y="73670"/>
                  </a:lnTo>
                  <a:lnTo>
                    <a:pt x="50443" y="72135"/>
                  </a:lnTo>
                  <a:lnTo>
                    <a:pt x="50853" y="70703"/>
                  </a:lnTo>
                  <a:lnTo>
                    <a:pt x="51364" y="69270"/>
                  </a:lnTo>
                  <a:lnTo>
                    <a:pt x="51978" y="67838"/>
                  </a:lnTo>
                  <a:lnTo>
                    <a:pt x="52592" y="66508"/>
                  </a:lnTo>
                  <a:lnTo>
                    <a:pt x="53206" y="65177"/>
                  </a:lnTo>
                  <a:lnTo>
                    <a:pt x="53922" y="63950"/>
                  </a:lnTo>
                  <a:lnTo>
                    <a:pt x="54741" y="62722"/>
                  </a:lnTo>
                  <a:lnTo>
                    <a:pt x="55662" y="61494"/>
                  </a:lnTo>
                  <a:lnTo>
                    <a:pt x="56480" y="60266"/>
                  </a:lnTo>
                  <a:lnTo>
                    <a:pt x="57503" y="59243"/>
                  </a:lnTo>
                  <a:lnTo>
                    <a:pt x="58527" y="58117"/>
                  </a:lnTo>
                  <a:lnTo>
                    <a:pt x="59550" y="57094"/>
                  </a:lnTo>
                  <a:lnTo>
                    <a:pt x="60675" y="56173"/>
                  </a:lnTo>
                  <a:lnTo>
                    <a:pt x="61801" y="55252"/>
                  </a:lnTo>
                  <a:lnTo>
                    <a:pt x="63029" y="54332"/>
                  </a:lnTo>
                  <a:lnTo>
                    <a:pt x="64257" y="53615"/>
                  </a:lnTo>
                  <a:lnTo>
                    <a:pt x="65587" y="52797"/>
                  </a:lnTo>
                  <a:lnTo>
                    <a:pt x="66917" y="52183"/>
                  </a:lnTo>
                  <a:lnTo>
                    <a:pt x="68247" y="51569"/>
                  </a:lnTo>
                  <a:lnTo>
                    <a:pt x="69679" y="50955"/>
                  </a:lnTo>
                  <a:lnTo>
                    <a:pt x="71112" y="50546"/>
                  </a:lnTo>
                  <a:lnTo>
                    <a:pt x="72544" y="50136"/>
                  </a:lnTo>
                  <a:lnTo>
                    <a:pt x="73977" y="49727"/>
                  </a:lnTo>
                  <a:lnTo>
                    <a:pt x="75512" y="49523"/>
                  </a:lnTo>
                  <a:lnTo>
                    <a:pt x="77046" y="49318"/>
                  </a:lnTo>
                  <a:lnTo>
                    <a:pt x="78684" y="49216"/>
                  </a:lnTo>
                  <a:lnTo>
                    <a:pt x="80218" y="49113"/>
                  </a:lnTo>
                  <a:lnTo>
                    <a:pt x="155730" y="49113"/>
                  </a:lnTo>
                  <a:lnTo>
                    <a:pt x="154707" y="46453"/>
                  </a:lnTo>
                  <a:lnTo>
                    <a:pt x="153684" y="43895"/>
                  </a:lnTo>
                  <a:lnTo>
                    <a:pt x="152456" y="41337"/>
                  </a:lnTo>
                  <a:lnTo>
                    <a:pt x="151228" y="38881"/>
                  </a:lnTo>
                  <a:lnTo>
                    <a:pt x="149898" y="36426"/>
                  </a:lnTo>
                  <a:lnTo>
                    <a:pt x="148363" y="34072"/>
                  </a:lnTo>
                  <a:lnTo>
                    <a:pt x="146828" y="31719"/>
                  </a:lnTo>
                  <a:lnTo>
                    <a:pt x="145191" y="29468"/>
                  </a:lnTo>
                  <a:lnTo>
                    <a:pt x="143554" y="27319"/>
                  </a:lnTo>
                  <a:lnTo>
                    <a:pt x="141712" y="25171"/>
                  </a:lnTo>
                  <a:lnTo>
                    <a:pt x="139871" y="23124"/>
                  </a:lnTo>
                  <a:lnTo>
                    <a:pt x="137926" y="21078"/>
                  </a:lnTo>
                  <a:lnTo>
                    <a:pt x="135880" y="19236"/>
                  </a:lnTo>
                  <a:lnTo>
                    <a:pt x="133834" y="17394"/>
                  </a:lnTo>
                  <a:lnTo>
                    <a:pt x="131685" y="15655"/>
                  </a:lnTo>
                  <a:lnTo>
                    <a:pt x="129434" y="13915"/>
                  </a:lnTo>
                  <a:lnTo>
                    <a:pt x="127081" y="12381"/>
                  </a:lnTo>
                  <a:lnTo>
                    <a:pt x="124727" y="10846"/>
                  </a:lnTo>
                  <a:lnTo>
                    <a:pt x="122374" y="9413"/>
                  </a:lnTo>
                  <a:lnTo>
                    <a:pt x="119918" y="8083"/>
                  </a:lnTo>
                  <a:lnTo>
                    <a:pt x="117360" y="6855"/>
                  </a:lnTo>
                  <a:lnTo>
                    <a:pt x="114700" y="5730"/>
                  </a:lnTo>
                  <a:lnTo>
                    <a:pt x="112142" y="4707"/>
                  </a:lnTo>
                  <a:lnTo>
                    <a:pt x="109379" y="3786"/>
                  </a:lnTo>
                  <a:lnTo>
                    <a:pt x="106719" y="2865"/>
                  </a:lnTo>
                  <a:lnTo>
                    <a:pt x="103854" y="2149"/>
                  </a:lnTo>
                  <a:lnTo>
                    <a:pt x="101092" y="1535"/>
                  </a:lnTo>
                  <a:lnTo>
                    <a:pt x="98227" y="1023"/>
                  </a:lnTo>
                  <a:lnTo>
                    <a:pt x="95259" y="614"/>
                  </a:lnTo>
                  <a:lnTo>
                    <a:pt x="92292" y="307"/>
                  </a:lnTo>
                  <a:lnTo>
                    <a:pt x="89325" y="102"/>
                  </a:lnTo>
                  <a:lnTo>
                    <a:pt x="8635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7"/>
            <p:cNvSpPr/>
            <p:nvPr/>
          </p:nvSpPr>
          <p:spPr>
            <a:xfrm>
              <a:off x="3807425" y="1772900"/>
              <a:ext cx="1383900" cy="306975"/>
            </a:xfrm>
            <a:custGeom>
              <a:avLst/>
              <a:gdLst/>
              <a:ahLst/>
              <a:cxnLst/>
              <a:rect l="l" t="t" r="r" b="b"/>
              <a:pathLst>
                <a:path w="55356" h="12279" extrusionOk="0">
                  <a:moveTo>
                    <a:pt x="1" y="1"/>
                  </a:moveTo>
                  <a:lnTo>
                    <a:pt x="922" y="1433"/>
                  </a:lnTo>
                  <a:lnTo>
                    <a:pt x="1842" y="2763"/>
                  </a:lnTo>
                  <a:lnTo>
                    <a:pt x="2661" y="4298"/>
                  </a:lnTo>
                  <a:lnTo>
                    <a:pt x="3480" y="5833"/>
                  </a:lnTo>
                  <a:lnTo>
                    <a:pt x="4093" y="7368"/>
                  </a:lnTo>
                  <a:lnTo>
                    <a:pt x="4707" y="9005"/>
                  </a:lnTo>
                  <a:lnTo>
                    <a:pt x="5219" y="10642"/>
                  </a:lnTo>
                  <a:lnTo>
                    <a:pt x="5628" y="12279"/>
                  </a:lnTo>
                  <a:lnTo>
                    <a:pt x="55355" y="12279"/>
                  </a:lnTo>
                  <a:lnTo>
                    <a:pt x="55253" y="9209"/>
                  </a:lnTo>
                  <a:lnTo>
                    <a:pt x="55048" y="6140"/>
                  </a:lnTo>
                  <a:lnTo>
                    <a:pt x="54742" y="3070"/>
                  </a:lnTo>
                  <a:lnTo>
                    <a:pt x="542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7"/>
            <p:cNvSpPr/>
            <p:nvPr/>
          </p:nvSpPr>
          <p:spPr>
            <a:xfrm>
              <a:off x="5083875" y="545075"/>
              <a:ext cx="1345500" cy="1227850"/>
            </a:xfrm>
            <a:custGeom>
              <a:avLst/>
              <a:gdLst/>
              <a:ahLst/>
              <a:cxnLst/>
              <a:rect l="l" t="t" r="r" b="b"/>
              <a:pathLst>
                <a:path w="53820" h="49114" extrusionOk="0">
                  <a:moveTo>
                    <a:pt x="34993" y="0"/>
                  </a:moveTo>
                  <a:lnTo>
                    <a:pt x="33152" y="103"/>
                  </a:lnTo>
                  <a:lnTo>
                    <a:pt x="31310" y="410"/>
                  </a:lnTo>
                  <a:lnTo>
                    <a:pt x="29468" y="819"/>
                  </a:lnTo>
                  <a:lnTo>
                    <a:pt x="27831" y="1433"/>
                  </a:lnTo>
                  <a:lnTo>
                    <a:pt x="26194" y="2251"/>
                  </a:lnTo>
                  <a:lnTo>
                    <a:pt x="24659" y="3172"/>
                  </a:lnTo>
                  <a:lnTo>
                    <a:pt x="23227" y="4195"/>
                  </a:lnTo>
                  <a:lnTo>
                    <a:pt x="21999" y="5423"/>
                  </a:lnTo>
                  <a:lnTo>
                    <a:pt x="20771" y="6753"/>
                  </a:lnTo>
                  <a:lnTo>
                    <a:pt x="19748" y="8186"/>
                  </a:lnTo>
                  <a:lnTo>
                    <a:pt x="18827" y="9618"/>
                  </a:lnTo>
                  <a:lnTo>
                    <a:pt x="18008" y="11255"/>
                  </a:lnTo>
                  <a:lnTo>
                    <a:pt x="17394" y="12995"/>
                  </a:lnTo>
                  <a:lnTo>
                    <a:pt x="16985" y="14734"/>
                  </a:lnTo>
                  <a:lnTo>
                    <a:pt x="16678" y="16576"/>
                  </a:lnTo>
                  <a:lnTo>
                    <a:pt x="16576" y="18418"/>
                  </a:lnTo>
                  <a:lnTo>
                    <a:pt x="16678" y="20567"/>
                  </a:lnTo>
                  <a:lnTo>
                    <a:pt x="16985" y="22511"/>
                  </a:lnTo>
                  <a:lnTo>
                    <a:pt x="17599" y="24455"/>
                  </a:lnTo>
                  <a:lnTo>
                    <a:pt x="18315" y="26399"/>
                  </a:lnTo>
                  <a:lnTo>
                    <a:pt x="7879" y="36835"/>
                  </a:lnTo>
                  <a:lnTo>
                    <a:pt x="0" y="36835"/>
                  </a:lnTo>
                  <a:lnTo>
                    <a:pt x="1023" y="39803"/>
                  </a:lnTo>
                  <a:lnTo>
                    <a:pt x="1944" y="42872"/>
                  </a:lnTo>
                  <a:lnTo>
                    <a:pt x="2660" y="45942"/>
                  </a:lnTo>
                  <a:lnTo>
                    <a:pt x="3172" y="49114"/>
                  </a:lnTo>
                  <a:lnTo>
                    <a:pt x="12995" y="49114"/>
                  </a:lnTo>
                  <a:lnTo>
                    <a:pt x="27115" y="35096"/>
                  </a:lnTo>
                  <a:lnTo>
                    <a:pt x="28956" y="35812"/>
                  </a:lnTo>
                  <a:lnTo>
                    <a:pt x="30900" y="36426"/>
                  </a:lnTo>
                  <a:lnTo>
                    <a:pt x="32845" y="36733"/>
                  </a:lnTo>
                  <a:lnTo>
                    <a:pt x="34993" y="36835"/>
                  </a:lnTo>
                  <a:lnTo>
                    <a:pt x="36835" y="36733"/>
                  </a:lnTo>
                  <a:lnTo>
                    <a:pt x="38677" y="36528"/>
                  </a:lnTo>
                  <a:lnTo>
                    <a:pt x="40518" y="36017"/>
                  </a:lnTo>
                  <a:lnTo>
                    <a:pt x="42258" y="35403"/>
                  </a:lnTo>
                  <a:lnTo>
                    <a:pt x="43895" y="34584"/>
                  </a:lnTo>
                  <a:lnTo>
                    <a:pt x="45430" y="33663"/>
                  </a:lnTo>
                  <a:lnTo>
                    <a:pt x="46862" y="32640"/>
                  </a:lnTo>
                  <a:lnTo>
                    <a:pt x="48192" y="31412"/>
                  </a:lnTo>
                  <a:lnTo>
                    <a:pt x="49420" y="30185"/>
                  </a:lnTo>
                  <a:lnTo>
                    <a:pt x="50546" y="28752"/>
                  </a:lnTo>
                  <a:lnTo>
                    <a:pt x="51467" y="27217"/>
                  </a:lnTo>
                  <a:lnTo>
                    <a:pt x="52285" y="25580"/>
                  </a:lnTo>
                  <a:lnTo>
                    <a:pt x="52899" y="23943"/>
                  </a:lnTo>
                  <a:lnTo>
                    <a:pt x="53411" y="22101"/>
                  </a:lnTo>
                  <a:lnTo>
                    <a:pt x="53718" y="20362"/>
                  </a:lnTo>
                  <a:lnTo>
                    <a:pt x="53820" y="18418"/>
                  </a:lnTo>
                  <a:lnTo>
                    <a:pt x="53718" y="16576"/>
                  </a:lnTo>
                  <a:lnTo>
                    <a:pt x="53411" y="14734"/>
                  </a:lnTo>
                  <a:lnTo>
                    <a:pt x="52899" y="12995"/>
                  </a:lnTo>
                  <a:lnTo>
                    <a:pt x="52285" y="11255"/>
                  </a:lnTo>
                  <a:lnTo>
                    <a:pt x="51467" y="9618"/>
                  </a:lnTo>
                  <a:lnTo>
                    <a:pt x="50546" y="8186"/>
                  </a:lnTo>
                  <a:lnTo>
                    <a:pt x="49420" y="6753"/>
                  </a:lnTo>
                  <a:lnTo>
                    <a:pt x="48192" y="5423"/>
                  </a:lnTo>
                  <a:lnTo>
                    <a:pt x="46862" y="4195"/>
                  </a:lnTo>
                  <a:lnTo>
                    <a:pt x="45430" y="3172"/>
                  </a:lnTo>
                  <a:lnTo>
                    <a:pt x="43895" y="2251"/>
                  </a:lnTo>
                  <a:lnTo>
                    <a:pt x="42258" y="1433"/>
                  </a:lnTo>
                  <a:lnTo>
                    <a:pt x="40518" y="819"/>
                  </a:lnTo>
                  <a:lnTo>
                    <a:pt x="38677" y="410"/>
                  </a:lnTo>
                  <a:lnTo>
                    <a:pt x="36835" y="103"/>
                  </a:lnTo>
                  <a:lnTo>
                    <a:pt x="3499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7"/>
            <p:cNvSpPr/>
            <p:nvPr/>
          </p:nvSpPr>
          <p:spPr>
            <a:xfrm>
              <a:off x="5163150" y="1772900"/>
              <a:ext cx="1266225" cy="920900"/>
            </a:xfrm>
            <a:custGeom>
              <a:avLst/>
              <a:gdLst/>
              <a:ahLst/>
              <a:cxnLst/>
              <a:rect l="l" t="t" r="r" b="b"/>
              <a:pathLst>
                <a:path w="50649" h="36836" extrusionOk="0">
                  <a:moveTo>
                    <a:pt x="31822" y="1"/>
                  </a:moveTo>
                  <a:lnTo>
                    <a:pt x="30287" y="103"/>
                  </a:lnTo>
                  <a:lnTo>
                    <a:pt x="28855" y="205"/>
                  </a:lnTo>
                  <a:lnTo>
                    <a:pt x="27423" y="512"/>
                  </a:lnTo>
                  <a:lnTo>
                    <a:pt x="26092" y="921"/>
                  </a:lnTo>
                  <a:lnTo>
                    <a:pt x="24762" y="1433"/>
                  </a:lnTo>
                  <a:lnTo>
                    <a:pt x="23432" y="2047"/>
                  </a:lnTo>
                  <a:lnTo>
                    <a:pt x="22204" y="2661"/>
                  </a:lnTo>
                  <a:lnTo>
                    <a:pt x="21079" y="3479"/>
                  </a:lnTo>
                  <a:lnTo>
                    <a:pt x="19953" y="4298"/>
                  </a:lnTo>
                  <a:lnTo>
                    <a:pt x="18930" y="5321"/>
                  </a:lnTo>
                  <a:lnTo>
                    <a:pt x="18009" y="6242"/>
                  </a:lnTo>
                  <a:lnTo>
                    <a:pt x="17088" y="7368"/>
                  </a:lnTo>
                  <a:lnTo>
                    <a:pt x="16270" y="8493"/>
                  </a:lnTo>
                  <a:lnTo>
                    <a:pt x="15553" y="9721"/>
                  </a:lnTo>
                  <a:lnTo>
                    <a:pt x="14940" y="10949"/>
                  </a:lnTo>
                  <a:lnTo>
                    <a:pt x="14428" y="12279"/>
                  </a:lnTo>
                  <a:lnTo>
                    <a:pt x="1126" y="12279"/>
                  </a:lnTo>
                  <a:lnTo>
                    <a:pt x="1024" y="15451"/>
                  </a:lnTo>
                  <a:lnTo>
                    <a:pt x="819" y="18520"/>
                  </a:lnTo>
                  <a:lnTo>
                    <a:pt x="513" y="21488"/>
                  </a:lnTo>
                  <a:lnTo>
                    <a:pt x="1" y="24557"/>
                  </a:lnTo>
                  <a:lnTo>
                    <a:pt x="14428" y="24557"/>
                  </a:lnTo>
                  <a:lnTo>
                    <a:pt x="14940" y="25887"/>
                  </a:lnTo>
                  <a:lnTo>
                    <a:pt x="15553" y="27115"/>
                  </a:lnTo>
                  <a:lnTo>
                    <a:pt x="16270" y="28343"/>
                  </a:lnTo>
                  <a:lnTo>
                    <a:pt x="17088" y="29469"/>
                  </a:lnTo>
                  <a:lnTo>
                    <a:pt x="18009" y="30594"/>
                  </a:lnTo>
                  <a:lnTo>
                    <a:pt x="18930" y="31617"/>
                  </a:lnTo>
                  <a:lnTo>
                    <a:pt x="19953" y="32538"/>
                  </a:lnTo>
                  <a:lnTo>
                    <a:pt x="21079" y="33357"/>
                  </a:lnTo>
                  <a:lnTo>
                    <a:pt x="22204" y="34175"/>
                  </a:lnTo>
                  <a:lnTo>
                    <a:pt x="23432" y="34891"/>
                  </a:lnTo>
                  <a:lnTo>
                    <a:pt x="24762" y="35403"/>
                  </a:lnTo>
                  <a:lnTo>
                    <a:pt x="26092" y="35915"/>
                  </a:lnTo>
                  <a:lnTo>
                    <a:pt x="27423" y="36324"/>
                  </a:lnTo>
                  <a:lnTo>
                    <a:pt x="28855" y="36631"/>
                  </a:lnTo>
                  <a:lnTo>
                    <a:pt x="30287" y="36836"/>
                  </a:lnTo>
                  <a:lnTo>
                    <a:pt x="31822" y="36836"/>
                  </a:lnTo>
                  <a:lnTo>
                    <a:pt x="33664" y="36733"/>
                  </a:lnTo>
                  <a:lnTo>
                    <a:pt x="35506" y="36529"/>
                  </a:lnTo>
                  <a:lnTo>
                    <a:pt x="37347" y="36017"/>
                  </a:lnTo>
                  <a:lnTo>
                    <a:pt x="39087" y="35403"/>
                  </a:lnTo>
                  <a:lnTo>
                    <a:pt x="40724" y="34585"/>
                  </a:lnTo>
                  <a:lnTo>
                    <a:pt x="42259" y="33664"/>
                  </a:lnTo>
                  <a:lnTo>
                    <a:pt x="43691" y="32640"/>
                  </a:lnTo>
                  <a:lnTo>
                    <a:pt x="45021" y="31413"/>
                  </a:lnTo>
                  <a:lnTo>
                    <a:pt x="46249" y="30185"/>
                  </a:lnTo>
                  <a:lnTo>
                    <a:pt x="47375" y="28752"/>
                  </a:lnTo>
                  <a:lnTo>
                    <a:pt x="48296" y="27218"/>
                  </a:lnTo>
                  <a:lnTo>
                    <a:pt x="49114" y="25580"/>
                  </a:lnTo>
                  <a:lnTo>
                    <a:pt x="49728" y="23943"/>
                  </a:lnTo>
                  <a:lnTo>
                    <a:pt x="50240" y="22102"/>
                  </a:lnTo>
                  <a:lnTo>
                    <a:pt x="50547" y="20362"/>
                  </a:lnTo>
                  <a:lnTo>
                    <a:pt x="50649" y="18418"/>
                  </a:lnTo>
                  <a:lnTo>
                    <a:pt x="50547" y="16576"/>
                  </a:lnTo>
                  <a:lnTo>
                    <a:pt x="50240" y="14735"/>
                  </a:lnTo>
                  <a:lnTo>
                    <a:pt x="49728" y="12995"/>
                  </a:lnTo>
                  <a:lnTo>
                    <a:pt x="49114" y="11256"/>
                  </a:lnTo>
                  <a:lnTo>
                    <a:pt x="48296" y="9619"/>
                  </a:lnTo>
                  <a:lnTo>
                    <a:pt x="47375" y="8186"/>
                  </a:lnTo>
                  <a:lnTo>
                    <a:pt x="46249" y="6754"/>
                  </a:lnTo>
                  <a:lnTo>
                    <a:pt x="45021" y="5424"/>
                  </a:lnTo>
                  <a:lnTo>
                    <a:pt x="43691" y="4196"/>
                  </a:lnTo>
                  <a:lnTo>
                    <a:pt x="42259" y="3173"/>
                  </a:lnTo>
                  <a:lnTo>
                    <a:pt x="40724" y="2252"/>
                  </a:lnTo>
                  <a:lnTo>
                    <a:pt x="39087" y="1433"/>
                  </a:lnTo>
                  <a:lnTo>
                    <a:pt x="37347" y="819"/>
                  </a:lnTo>
                  <a:lnTo>
                    <a:pt x="35506" y="410"/>
                  </a:lnTo>
                  <a:lnTo>
                    <a:pt x="33664" y="103"/>
                  </a:lnTo>
                  <a:lnTo>
                    <a:pt x="3182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7"/>
            <p:cNvSpPr/>
            <p:nvPr/>
          </p:nvSpPr>
          <p:spPr>
            <a:xfrm>
              <a:off x="4963650" y="2693775"/>
              <a:ext cx="1465725" cy="1227850"/>
            </a:xfrm>
            <a:custGeom>
              <a:avLst/>
              <a:gdLst/>
              <a:ahLst/>
              <a:cxnLst/>
              <a:rect l="l" t="t" r="r" b="b"/>
              <a:pathLst>
                <a:path w="58629" h="49114" extrusionOk="0">
                  <a:moveTo>
                    <a:pt x="4809" y="1"/>
                  </a:moveTo>
                  <a:lnTo>
                    <a:pt x="4400" y="1228"/>
                  </a:lnTo>
                  <a:lnTo>
                    <a:pt x="3990" y="2354"/>
                  </a:lnTo>
                  <a:lnTo>
                    <a:pt x="2967" y="4810"/>
                  </a:lnTo>
                  <a:lnTo>
                    <a:pt x="1637" y="7981"/>
                  </a:lnTo>
                  <a:lnTo>
                    <a:pt x="0" y="12279"/>
                  </a:lnTo>
                  <a:lnTo>
                    <a:pt x="12688" y="12279"/>
                  </a:lnTo>
                  <a:lnTo>
                    <a:pt x="23124" y="22818"/>
                  </a:lnTo>
                  <a:lnTo>
                    <a:pt x="22408" y="24660"/>
                  </a:lnTo>
                  <a:lnTo>
                    <a:pt x="21794" y="26604"/>
                  </a:lnTo>
                  <a:lnTo>
                    <a:pt x="21487" y="28650"/>
                  </a:lnTo>
                  <a:lnTo>
                    <a:pt x="21385" y="30696"/>
                  </a:lnTo>
                  <a:lnTo>
                    <a:pt x="21487" y="32640"/>
                  </a:lnTo>
                  <a:lnTo>
                    <a:pt x="21794" y="34380"/>
                  </a:lnTo>
                  <a:lnTo>
                    <a:pt x="22203" y="36222"/>
                  </a:lnTo>
                  <a:lnTo>
                    <a:pt x="22817" y="37859"/>
                  </a:lnTo>
                  <a:lnTo>
                    <a:pt x="23636" y="39496"/>
                  </a:lnTo>
                  <a:lnTo>
                    <a:pt x="24557" y="41031"/>
                  </a:lnTo>
                  <a:lnTo>
                    <a:pt x="25580" y="42463"/>
                  </a:lnTo>
                  <a:lnTo>
                    <a:pt x="26808" y="43691"/>
                  </a:lnTo>
                  <a:lnTo>
                    <a:pt x="28036" y="44919"/>
                  </a:lnTo>
                  <a:lnTo>
                    <a:pt x="29468" y="45942"/>
                  </a:lnTo>
                  <a:lnTo>
                    <a:pt x="31003" y="46863"/>
                  </a:lnTo>
                  <a:lnTo>
                    <a:pt x="32640" y="47681"/>
                  </a:lnTo>
                  <a:lnTo>
                    <a:pt x="34277" y="48295"/>
                  </a:lnTo>
                  <a:lnTo>
                    <a:pt x="36119" y="48807"/>
                  </a:lnTo>
                  <a:lnTo>
                    <a:pt x="37961" y="49012"/>
                  </a:lnTo>
                  <a:lnTo>
                    <a:pt x="39802" y="49114"/>
                  </a:lnTo>
                  <a:lnTo>
                    <a:pt x="41644" y="49012"/>
                  </a:lnTo>
                  <a:lnTo>
                    <a:pt x="43486" y="48807"/>
                  </a:lnTo>
                  <a:lnTo>
                    <a:pt x="45327" y="48295"/>
                  </a:lnTo>
                  <a:lnTo>
                    <a:pt x="47067" y="47681"/>
                  </a:lnTo>
                  <a:lnTo>
                    <a:pt x="48704" y="46863"/>
                  </a:lnTo>
                  <a:lnTo>
                    <a:pt x="50239" y="45942"/>
                  </a:lnTo>
                  <a:lnTo>
                    <a:pt x="51671" y="44919"/>
                  </a:lnTo>
                  <a:lnTo>
                    <a:pt x="53001" y="43691"/>
                  </a:lnTo>
                  <a:lnTo>
                    <a:pt x="54229" y="42463"/>
                  </a:lnTo>
                  <a:lnTo>
                    <a:pt x="55355" y="41031"/>
                  </a:lnTo>
                  <a:lnTo>
                    <a:pt x="56276" y="39496"/>
                  </a:lnTo>
                  <a:lnTo>
                    <a:pt x="57094" y="37859"/>
                  </a:lnTo>
                  <a:lnTo>
                    <a:pt x="57708" y="36222"/>
                  </a:lnTo>
                  <a:lnTo>
                    <a:pt x="58220" y="34380"/>
                  </a:lnTo>
                  <a:lnTo>
                    <a:pt x="58527" y="32640"/>
                  </a:lnTo>
                  <a:lnTo>
                    <a:pt x="58629" y="30696"/>
                  </a:lnTo>
                  <a:lnTo>
                    <a:pt x="58527" y="28855"/>
                  </a:lnTo>
                  <a:lnTo>
                    <a:pt x="58220" y="27013"/>
                  </a:lnTo>
                  <a:lnTo>
                    <a:pt x="57708" y="25273"/>
                  </a:lnTo>
                  <a:lnTo>
                    <a:pt x="57094" y="23534"/>
                  </a:lnTo>
                  <a:lnTo>
                    <a:pt x="56276" y="21897"/>
                  </a:lnTo>
                  <a:lnTo>
                    <a:pt x="55355" y="20464"/>
                  </a:lnTo>
                  <a:lnTo>
                    <a:pt x="54229" y="19032"/>
                  </a:lnTo>
                  <a:lnTo>
                    <a:pt x="53001" y="17702"/>
                  </a:lnTo>
                  <a:lnTo>
                    <a:pt x="51671" y="16474"/>
                  </a:lnTo>
                  <a:lnTo>
                    <a:pt x="50239" y="15451"/>
                  </a:lnTo>
                  <a:lnTo>
                    <a:pt x="48704" y="14530"/>
                  </a:lnTo>
                  <a:lnTo>
                    <a:pt x="47067" y="13711"/>
                  </a:lnTo>
                  <a:lnTo>
                    <a:pt x="45327" y="13097"/>
                  </a:lnTo>
                  <a:lnTo>
                    <a:pt x="43486" y="12688"/>
                  </a:lnTo>
                  <a:lnTo>
                    <a:pt x="41644" y="12381"/>
                  </a:lnTo>
                  <a:lnTo>
                    <a:pt x="39802" y="12279"/>
                  </a:lnTo>
                  <a:lnTo>
                    <a:pt x="37654" y="12381"/>
                  </a:lnTo>
                  <a:lnTo>
                    <a:pt x="35709" y="12790"/>
                  </a:lnTo>
                  <a:lnTo>
                    <a:pt x="33765" y="13302"/>
                  </a:lnTo>
                  <a:lnTo>
                    <a:pt x="31924" y="14121"/>
                  </a:lnTo>
                  <a:lnTo>
                    <a:pt x="178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5" name="Google Shape;345;p17"/>
          <p:cNvGrpSpPr/>
          <p:nvPr/>
        </p:nvGrpSpPr>
        <p:grpSpPr>
          <a:xfrm>
            <a:off x="5115047" y="1436307"/>
            <a:ext cx="472142" cy="472112"/>
            <a:chOff x="-44512325" y="3176075"/>
            <a:chExt cx="300900" cy="300900"/>
          </a:xfrm>
        </p:grpSpPr>
        <p:sp>
          <p:nvSpPr>
            <p:cNvPr id="346" name="Google Shape;346;p17"/>
            <p:cNvSpPr/>
            <p:nvPr/>
          </p:nvSpPr>
          <p:spPr>
            <a:xfrm>
              <a:off x="-44512325" y="3176075"/>
              <a:ext cx="300900" cy="300900"/>
            </a:xfrm>
            <a:custGeom>
              <a:avLst/>
              <a:gdLst/>
              <a:ahLst/>
              <a:cxnLst/>
              <a:rect l="l" t="t" r="r" b="b"/>
              <a:pathLst>
                <a:path w="12036" h="12036" extrusionOk="0">
                  <a:moveTo>
                    <a:pt x="3246" y="2868"/>
                  </a:moveTo>
                  <a:cubicBezTo>
                    <a:pt x="3435" y="2868"/>
                    <a:pt x="3592" y="3025"/>
                    <a:pt x="3592" y="3246"/>
                  </a:cubicBezTo>
                  <a:cubicBezTo>
                    <a:pt x="3592" y="3435"/>
                    <a:pt x="3435" y="3592"/>
                    <a:pt x="3246" y="3592"/>
                  </a:cubicBezTo>
                  <a:cubicBezTo>
                    <a:pt x="3057" y="3592"/>
                    <a:pt x="2899" y="3435"/>
                    <a:pt x="2899" y="3246"/>
                  </a:cubicBezTo>
                  <a:cubicBezTo>
                    <a:pt x="2899" y="3025"/>
                    <a:pt x="3057" y="2868"/>
                    <a:pt x="3246" y="2868"/>
                  </a:cubicBezTo>
                  <a:close/>
                  <a:moveTo>
                    <a:pt x="8854" y="2868"/>
                  </a:moveTo>
                  <a:cubicBezTo>
                    <a:pt x="9043" y="2868"/>
                    <a:pt x="9200" y="3025"/>
                    <a:pt x="9200" y="3246"/>
                  </a:cubicBezTo>
                  <a:cubicBezTo>
                    <a:pt x="9200" y="3435"/>
                    <a:pt x="9043" y="3592"/>
                    <a:pt x="8854" y="3592"/>
                  </a:cubicBezTo>
                  <a:cubicBezTo>
                    <a:pt x="8665" y="3592"/>
                    <a:pt x="8507" y="3435"/>
                    <a:pt x="8507" y="3246"/>
                  </a:cubicBezTo>
                  <a:cubicBezTo>
                    <a:pt x="8507" y="3025"/>
                    <a:pt x="8665" y="2868"/>
                    <a:pt x="8854" y="2868"/>
                  </a:cubicBezTo>
                  <a:close/>
                  <a:moveTo>
                    <a:pt x="6774" y="3277"/>
                  </a:moveTo>
                  <a:cubicBezTo>
                    <a:pt x="6963" y="3277"/>
                    <a:pt x="7121" y="3435"/>
                    <a:pt x="7121" y="3624"/>
                  </a:cubicBezTo>
                  <a:lnTo>
                    <a:pt x="7121" y="3876"/>
                  </a:lnTo>
                  <a:cubicBezTo>
                    <a:pt x="7247" y="3907"/>
                    <a:pt x="7341" y="3970"/>
                    <a:pt x="7467" y="4065"/>
                  </a:cubicBezTo>
                  <a:lnTo>
                    <a:pt x="7656" y="3939"/>
                  </a:lnTo>
                  <a:cubicBezTo>
                    <a:pt x="7706" y="3919"/>
                    <a:pt x="7766" y="3908"/>
                    <a:pt x="7825" y="3908"/>
                  </a:cubicBezTo>
                  <a:cubicBezTo>
                    <a:pt x="7955" y="3908"/>
                    <a:pt x="8086" y="3957"/>
                    <a:pt x="8129" y="4065"/>
                  </a:cubicBezTo>
                  <a:lnTo>
                    <a:pt x="8854" y="5294"/>
                  </a:lnTo>
                  <a:cubicBezTo>
                    <a:pt x="8917" y="5451"/>
                    <a:pt x="8885" y="5672"/>
                    <a:pt x="8728" y="5735"/>
                  </a:cubicBezTo>
                  <a:lnTo>
                    <a:pt x="8539" y="5861"/>
                  </a:lnTo>
                  <a:lnTo>
                    <a:pt x="8539" y="6270"/>
                  </a:lnTo>
                  <a:lnTo>
                    <a:pt x="8728" y="6396"/>
                  </a:lnTo>
                  <a:cubicBezTo>
                    <a:pt x="8885" y="6459"/>
                    <a:pt x="8980" y="6711"/>
                    <a:pt x="8854" y="6869"/>
                  </a:cubicBezTo>
                  <a:lnTo>
                    <a:pt x="8129" y="8066"/>
                  </a:lnTo>
                  <a:cubicBezTo>
                    <a:pt x="8043" y="8174"/>
                    <a:pt x="7927" y="8222"/>
                    <a:pt x="7812" y="8222"/>
                  </a:cubicBezTo>
                  <a:cubicBezTo>
                    <a:pt x="7759" y="8222"/>
                    <a:pt x="7706" y="8212"/>
                    <a:pt x="7656" y="8192"/>
                  </a:cubicBezTo>
                  <a:lnTo>
                    <a:pt x="7467" y="8066"/>
                  </a:lnTo>
                  <a:cubicBezTo>
                    <a:pt x="7341" y="8160"/>
                    <a:pt x="7215" y="8223"/>
                    <a:pt x="7121" y="8255"/>
                  </a:cubicBezTo>
                  <a:lnTo>
                    <a:pt x="7121" y="8507"/>
                  </a:lnTo>
                  <a:cubicBezTo>
                    <a:pt x="7121" y="8696"/>
                    <a:pt x="6963" y="8854"/>
                    <a:pt x="6774" y="8854"/>
                  </a:cubicBezTo>
                  <a:lnTo>
                    <a:pt x="5357" y="8854"/>
                  </a:lnTo>
                  <a:cubicBezTo>
                    <a:pt x="5136" y="8854"/>
                    <a:pt x="4978" y="8696"/>
                    <a:pt x="4978" y="8507"/>
                  </a:cubicBezTo>
                  <a:lnTo>
                    <a:pt x="4978" y="8255"/>
                  </a:lnTo>
                  <a:cubicBezTo>
                    <a:pt x="4884" y="8223"/>
                    <a:pt x="4758" y="8160"/>
                    <a:pt x="4632" y="8066"/>
                  </a:cubicBezTo>
                  <a:lnTo>
                    <a:pt x="4443" y="8192"/>
                  </a:lnTo>
                  <a:cubicBezTo>
                    <a:pt x="4393" y="8212"/>
                    <a:pt x="4334" y="8222"/>
                    <a:pt x="4274" y="8222"/>
                  </a:cubicBezTo>
                  <a:cubicBezTo>
                    <a:pt x="4145" y="8222"/>
                    <a:pt x="4013" y="8174"/>
                    <a:pt x="3970" y="8066"/>
                  </a:cubicBezTo>
                  <a:lnTo>
                    <a:pt x="3246" y="6869"/>
                  </a:lnTo>
                  <a:cubicBezTo>
                    <a:pt x="3183" y="6680"/>
                    <a:pt x="3214" y="6459"/>
                    <a:pt x="3372" y="6396"/>
                  </a:cubicBezTo>
                  <a:lnTo>
                    <a:pt x="3561" y="6270"/>
                  </a:lnTo>
                  <a:lnTo>
                    <a:pt x="3561" y="5861"/>
                  </a:lnTo>
                  <a:lnTo>
                    <a:pt x="3372" y="5735"/>
                  </a:lnTo>
                  <a:cubicBezTo>
                    <a:pt x="3214" y="5672"/>
                    <a:pt x="3151" y="5420"/>
                    <a:pt x="3246" y="5294"/>
                  </a:cubicBezTo>
                  <a:lnTo>
                    <a:pt x="3970" y="4065"/>
                  </a:lnTo>
                  <a:cubicBezTo>
                    <a:pt x="4013" y="3958"/>
                    <a:pt x="4142" y="3880"/>
                    <a:pt x="4270" y="3880"/>
                  </a:cubicBezTo>
                  <a:cubicBezTo>
                    <a:pt x="4331" y="3880"/>
                    <a:pt x="4392" y="3898"/>
                    <a:pt x="4443" y="3939"/>
                  </a:cubicBezTo>
                  <a:lnTo>
                    <a:pt x="4632" y="4065"/>
                  </a:lnTo>
                  <a:cubicBezTo>
                    <a:pt x="4758" y="3970"/>
                    <a:pt x="4884" y="3907"/>
                    <a:pt x="4978" y="3876"/>
                  </a:cubicBezTo>
                  <a:lnTo>
                    <a:pt x="4978" y="3624"/>
                  </a:lnTo>
                  <a:cubicBezTo>
                    <a:pt x="4978" y="3435"/>
                    <a:pt x="5136" y="3277"/>
                    <a:pt x="5357" y="3277"/>
                  </a:cubicBezTo>
                  <a:close/>
                  <a:moveTo>
                    <a:pt x="3246" y="8475"/>
                  </a:moveTo>
                  <a:cubicBezTo>
                    <a:pt x="3435" y="8475"/>
                    <a:pt x="3592" y="8633"/>
                    <a:pt x="3592" y="8822"/>
                  </a:cubicBezTo>
                  <a:cubicBezTo>
                    <a:pt x="3592" y="9043"/>
                    <a:pt x="3435" y="9169"/>
                    <a:pt x="3246" y="9169"/>
                  </a:cubicBezTo>
                  <a:cubicBezTo>
                    <a:pt x="3057" y="9169"/>
                    <a:pt x="2899" y="9011"/>
                    <a:pt x="2899" y="8822"/>
                  </a:cubicBezTo>
                  <a:cubicBezTo>
                    <a:pt x="2899" y="8633"/>
                    <a:pt x="3057" y="8475"/>
                    <a:pt x="3246" y="8475"/>
                  </a:cubicBezTo>
                  <a:close/>
                  <a:moveTo>
                    <a:pt x="8854" y="8475"/>
                  </a:moveTo>
                  <a:cubicBezTo>
                    <a:pt x="9043" y="8475"/>
                    <a:pt x="9200" y="8633"/>
                    <a:pt x="9200" y="8822"/>
                  </a:cubicBezTo>
                  <a:cubicBezTo>
                    <a:pt x="9200" y="9043"/>
                    <a:pt x="9043" y="9169"/>
                    <a:pt x="8854" y="9169"/>
                  </a:cubicBezTo>
                  <a:cubicBezTo>
                    <a:pt x="8665" y="9169"/>
                    <a:pt x="8507" y="9011"/>
                    <a:pt x="8507" y="8822"/>
                  </a:cubicBezTo>
                  <a:cubicBezTo>
                    <a:pt x="8507" y="8633"/>
                    <a:pt x="8665" y="8475"/>
                    <a:pt x="8854" y="8475"/>
                  </a:cubicBezTo>
                  <a:close/>
                  <a:moveTo>
                    <a:pt x="3183" y="1"/>
                  </a:moveTo>
                  <a:cubicBezTo>
                    <a:pt x="2994" y="1"/>
                    <a:pt x="2836" y="158"/>
                    <a:pt x="2836" y="347"/>
                  </a:cubicBezTo>
                  <a:lnTo>
                    <a:pt x="2836" y="1418"/>
                  </a:lnTo>
                  <a:lnTo>
                    <a:pt x="2458" y="1418"/>
                  </a:lnTo>
                  <a:cubicBezTo>
                    <a:pt x="1891" y="1418"/>
                    <a:pt x="1418" y="1891"/>
                    <a:pt x="1418" y="2490"/>
                  </a:cubicBezTo>
                  <a:lnTo>
                    <a:pt x="1418" y="2836"/>
                  </a:lnTo>
                  <a:lnTo>
                    <a:pt x="347" y="2836"/>
                  </a:lnTo>
                  <a:cubicBezTo>
                    <a:pt x="158" y="2836"/>
                    <a:pt x="1" y="2994"/>
                    <a:pt x="1" y="3183"/>
                  </a:cubicBezTo>
                  <a:cubicBezTo>
                    <a:pt x="1" y="3372"/>
                    <a:pt x="158" y="3529"/>
                    <a:pt x="347" y="3529"/>
                  </a:cubicBezTo>
                  <a:lnTo>
                    <a:pt x="1418" y="3529"/>
                  </a:lnTo>
                  <a:lnTo>
                    <a:pt x="1418" y="4254"/>
                  </a:lnTo>
                  <a:lnTo>
                    <a:pt x="347" y="4254"/>
                  </a:lnTo>
                  <a:cubicBezTo>
                    <a:pt x="158" y="4254"/>
                    <a:pt x="1" y="4411"/>
                    <a:pt x="1" y="4600"/>
                  </a:cubicBezTo>
                  <a:cubicBezTo>
                    <a:pt x="1" y="4821"/>
                    <a:pt x="158" y="4978"/>
                    <a:pt x="347" y="4978"/>
                  </a:cubicBezTo>
                  <a:lnTo>
                    <a:pt x="1418" y="4978"/>
                  </a:lnTo>
                  <a:lnTo>
                    <a:pt x="1418" y="5672"/>
                  </a:lnTo>
                  <a:lnTo>
                    <a:pt x="347" y="5672"/>
                  </a:lnTo>
                  <a:cubicBezTo>
                    <a:pt x="158" y="5672"/>
                    <a:pt x="1" y="5829"/>
                    <a:pt x="1" y="6018"/>
                  </a:cubicBezTo>
                  <a:cubicBezTo>
                    <a:pt x="1" y="6239"/>
                    <a:pt x="158" y="6396"/>
                    <a:pt x="347" y="6396"/>
                  </a:cubicBezTo>
                  <a:lnTo>
                    <a:pt x="1418" y="6396"/>
                  </a:lnTo>
                  <a:lnTo>
                    <a:pt x="1418" y="7089"/>
                  </a:lnTo>
                  <a:lnTo>
                    <a:pt x="347" y="7089"/>
                  </a:lnTo>
                  <a:cubicBezTo>
                    <a:pt x="158" y="7089"/>
                    <a:pt x="1" y="7247"/>
                    <a:pt x="1" y="7436"/>
                  </a:cubicBezTo>
                  <a:cubicBezTo>
                    <a:pt x="1" y="7656"/>
                    <a:pt x="158" y="7814"/>
                    <a:pt x="347" y="7814"/>
                  </a:cubicBezTo>
                  <a:lnTo>
                    <a:pt x="1418" y="7814"/>
                  </a:lnTo>
                  <a:lnTo>
                    <a:pt x="1418" y="8507"/>
                  </a:lnTo>
                  <a:lnTo>
                    <a:pt x="347" y="8507"/>
                  </a:lnTo>
                  <a:cubicBezTo>
                    <a:pt x="158" y="8507"/>
                    <a:pt x="1" y="8665"/>
                    <a:pt x="1" y="8854"/>
                  </a:cubicBezTo>
                  <a:cubicBezTo>
                    <a:pt x="1" y="9074"/>
                    <a:pt x="158" y="9232"/>
                    <a:pt x="347" y="9232"/>
                  </a:cubicBezTo>
                  <a:lnTo>
                    <a:pt x="1418" y="9232"/>
                  </a:lnTo>
                  <a:lnTo>
                    <a:pt x="1418" y="9578"/>
                  </a:lnTo>
                  <a:cubicBezTo>
                    <a:pt x="1418" y="10177"/>
                    <a:pt x="1891" y="10618"/>
                    <a:pt x="2458" y="10618"/>
                  </a:cubicBezTo>
                  <a:lnTo>
                    <a:pt x="2836" y="10618"/>
                  </a:lnTo>
                  <a:lnTo>
                    <a:pt x="2836" y="11689"/>
                  </a:lnTo>
                  <a:cubicBezTo>
                    <a:pt x="2836" y="11878"/>
                    <a:pt x="2994" y="12036"/>
                    <a:pt x="3183" y="12036"/>
                  </a:cubicBezTo>
                  <a:cubicBezTo>
                    <a:pt x="3372" y="12036"/>
                    <a:pt x="3529" y="11878"/>
                    <a:pt x="3529" y="11689"/>
                  </a:cubicBezTo>
                  <a:lnTo>
                    <a:pt x="3529" y="10618"/>
                  </a:lnTo>
                  <a:lnTo>
                    <a:pt x="4254" y="10618"/>
                  </a:lnTo>
                  <a:lnTo>
                    <a:pt x="4254" y="11689"/>
                  </a:lnTo>
                  <a:cubicBezTo>
                    <a:pt x="4254" y="11878"/>
                    <a:pt x="4411" y="12036"/>
                    <a:pt x="4600" y="12036"/>
                  </a:cubicBezTo>
                  <a:cubicBezTo>
                    <a:pt x="4789" y="12036"/>
                    <a:pt x="4947" y="11878"/>
                    <a:pt x="4947" y="11689"/>
                  </a:cubicBezTo>
                  <a:lnTo>
                    <a:pt x="4947" y="10618"/>
                  </a:lnTo>
                  <a:lnTo>
                    <a:pt x="5672" y="10618"/>
                  </a:lnTo>
                  <a:lnTo>
                    <a:pt x="5672" y="11689"/>
                  </a:lnTo>
                  <a:cubicBezTo>
                    <a:pt x="5672" y="11878"/>
                    <a:pt x="5829" y="12036"/>
                    <a:pt x="6018" y="12036"/>
                  </a:cubicBezTo>
                  <a:cubicBezTo>
                    <a:pt x="6207" y="12036"/>
                    <a:pt x="6365" y="11878"/>
                    <a:pt x="6365" y="11689"/>
                  </a:cubicBezTo>
                  <a:lnTo>
                    <a:pt x="6365" y="10618"/>
                  </a:lnTo>
                  <a:lnTo>
                    <a:pt x="7089" y="10618"/>
                  </a:lnTo>
                  <a:lnTo>
                    <a:pt x="7089" y="11689"/>
                  </a:lnTo>
                  <a:cubicBezTo>
                    <a:pt x="7089" y="11878"/>
                    <a:pt x="7247" y="12036"/>
                    <a:pt x="7436" y="12036"/>
                  </a:cubicBezTo>
                  <a:cubicBezTo>
                    <a:pt x="7625" y="12036"/>
                    <a:pt x="7782" y="11878"/>
                    <a:pt x="7782" y="11689"/>
                  </a:cubicBezTo>
                  <a:lnTo>
                    <a:pt x="7782" y="10618"/>
                  </a:lnTo>
                  <a:lnTo>
                    <a:pt x="8507" y="10618"/>
                  </a:lnTo>
                  <a:lnTo>
                    <a:pt x="8507" y="11689"/>
                  </a:lnTo>
                  <a:cubicBezTo>
                    <a:pt x="8507" y="11878"/>
                    <a:pt x="8665" y="12036"/>
                    <a:pt x="8854" y="12036"/>
                  </a:cubicBezTo>
                  <a:cubicBezTo>
                    <a:pt x="9043" y="12036"/>
                    <a:pt x="9200" y="11878"/>
                    <a:pt x="9200" y="11689"/>
                  </a:cubicBezTo>
                  <a:lnTo>
                    <a:pt x="9200" y="10618"/>
                  </a:lnTo>
                  <a:lnTo>
                    <a:pt x="9547" y="10618"/>
                  </a:lnTo>
                  <a:cubicBezTo>
                    <a:pt x="10145" y="10618"/>
                    <a:pt x="10618" y="10177"/>
                    <a:pt x="10618" y="9578"/>
                  </a:cubicBezTo>
                  <a:lnTo>
                    <a:pt x="10618" y="9232"/>
                  </a:lnTo>
                  <a:lnTo>
                    <a:pt x="11689" y="9232"/>
                  </a:lnTo>
                  <a:cubicBezTo>
                    <a:pt x="11878" y="9232"/>
                    <a:pt x="12036" y="9074"/>
                    <a:pt x="12036" y="8854"/>
                  </a:cubicBezTo>
                  <a:cubicBezTo>
                    <a:pt x="12036" y="8665"/>
                    <a:pt x="11878" y="8507"/>
                    <a:pt x="11689" y="8507"/>
                  </a:cubicBezTo>
                  <a:lnTo>
                    <a:pt x="10618" y="8507"/>
                  </a:lnTo>
                  <a:lnTo>
                    <a:pt x="10618" y="7814"/>
                  </a:lnTo>
                  <a:lnTo>
                    <a:pt x="11689" y="7814"/>
                  </a:lnTo>
                  <a:cubicBezTo>
                    <a:pt x="11878" y="7814"/>
                    <a:pt x="12036" y="7656"/>
                    <a:pt x="12036" y="7436"/>
                  </a:cubicBezTo>
                  <a:cubicBezTo>
                    <a:pt x="12036" y="7247"/>
                    <a:pt x="11878" y="7089"/>
                    <a:pt x="11689" y="7089"/>
                  </a:cubicBezTo>
                  <a:lnTo>
                    <a:pt x="10618" y="7089"/>
                  </a:lnTo>
                  <a:lnTo>
                    <a:pt x="10618" y="6396"/>
                  </a:lnTo>
                  <a:lnTo>
                    <a:pt x="11689" y="6396"/>
                  </a:lnTo>
                  <a:cubicBezTo>
                    <a:pt x="11878" y="6396"/>
                    <a:pt x="12036" y="6239"/>
                    <a:pt x="12036" y="6018"/>
                  </a:cubicBezTo>
                  <a:cubicBezTo>
                    <a:pt x="12036" y="5829"/>
                    <a:pt x="11878" y="5672"/>
                    <a:pt x="11689" y="5672"/>
                  </a:cubicBezTo>
                  <a:lnTo>
                    <a:pt x="10618" y="5672"/>
                  </a:lnTo>
                  <a:lnTo>
                    <a:pt x="10618" y="4978"/>
                  </a:lnTo>
                  <a:lnTo>
                    <a:pt x="11689" y="4978"/>
                  </a:lnTo>
                  <a:cubicBezTo>
                    <a:pt x="11878" y="4978"/>
                    <a:pt x="12036" y="4821"/>
                    <a:pt x="12036" y="4600"/>
                  </a:cubicBezTo>
                  <a:cubicBezTo>
                    <a:pt x="12036" y="4411"/>
                    <a:pt x="11878" y="4254"/>
                    <a:pt x="11689" y="4254"/>
                  </a:cubicBezTo>
                  <a:lnTo>
                    <a:pt x="10618" y="4254"/>
                  </a:lnTo>
                  <a:lnTo>
                    <a:pt x="10618" y="3529"/>
                  </a:lnTo>
                  <a:lnTo>
                    <a:pt x="11689" y="3529"/>
                  </a:lnTo>
                  <a:cubicBezTo>
                    <a:pt x="11878" y="3529"/>
                    <a:pt x="12036" y="3372"/>
                    <a:pt x="12036" y="3183"/>
                  </a:cubicBezTo>
                  <a:cubicBezTo>
                    <a:pt x="12036" y="2994"/>
                    <a:pt x="11878" y="2836"/>
                    <a:pt x="11689" y="2836"/>
                  </a:cubicBezTo>
                  <a:lnTo>
                    <a:pt x="10618" y="2836"/>
                  </a:lnTo>
                  <a:lnTo>
                    <a:pt x="10618" y="2490"/>
                  </a:lnTo>
                  <a:cubicBezTo>
                    <a:pt x="10618" y="1891"/>
                    <a:pt x="10145" y="1418"/>
                    <a:pt x="9547" y="1418"/>
                  </a:cubicBezTo>
                  <a:lnTo>
                    <a:pt x="9200" y="1418"/>
                  </a:lnTo>
                  <a:lnTo>
                    <a:pt x="9200" y="347"/>
                  </a:lnTo>
                  <a:cubicBezTo>
                    <a:pt x="9200" y="158"/>
                    <a:pt x="9043" y="1"/>
                    <a:pt x="8854" y="1"/>
                  </a:cubicBezTo>
                  <a:cubicBezTo>
                    <a:pt x="8665" y="1"/>
                    <a:pt x="8507" y="158"/>
                    <a:pt x="8507" y="347"/>
                  </a:cubicBezTo>
                  <a:lnTo>
                    <a:pt x="8507" y="1418"/>
                  </a:lnTo>
                  <a:lnTo>
                    <a:pt x="7782" y="1418"/>
                  </a:lnTo>
                  <a:lnTo>
                    <a:pt x="7782" y="347"/>
                  </a:lnTo>
                  <a:cubicBezTo>
                    <a:pt x="7782" y="158"/>
                    <a:pt x="7625" y="1"/>
                    <a:pt x="7436" y="1"/>
                  </a:cubicBezTo>
                  <a:cubicBezTo>
                    <a:pt x="7247" y="1"/>
                    <a:pt x="7089" y="158"/>
                    <a:pt x="7089" y="347"/>
                  </a:cubicBezTo>
                  <a:lnTo>
                    <a:pt x="7089" y="1418"/>
                  </a:lnTo>
                  <a:lnTo>
                    <a:pt x="6365" y="1418"/>
                  </a:lnTo>
                  <a:lnTo>
                    <a:pt x="6365" y="347"/>
                  </a:lnTo>
                  <a:cubicBezTo>
                    <a:pt x="6365" y="158"/>
                    <a:pt x="6207" y="1"/>
                    <a:pt x="6018" y="1"/>
                  </a:cubicBezTo>
                  <a:cubicBezTo>
                    <a:pt x="5829" y="1"/>
                    <a:pt x="5672" y="158"/>
                    <a:pt x="5672" y="347"/>
                  </a:cubicBezTo>
                  <a:lnTo>
                    <a:pt x="5672" y="1418"/>
                  </a:lnTo>
                  <a:lnTo>
                    <a:pt x="4947" y="1418"/>
                  </a:lnTo>
                  <a:lnTo>
                    <a:pt x="4947" y="347"/>
                  </a:lnTo>
                  <a:cubicBezTo>
                    <a:pt x="4947" y="158"/>
                    <a:pt x="4789" y="1"/>
                    <a:pt x="4600" y="1"/>
                  </a:cubicBezTo>
                  <a:cubicBezTo>
                    <a:pt x="4411" y="1"/>
                    <a:pt x="4254" y="158"/>
                    <a:pt x="4254" y="347"/>
                  </a:cubicBezTo>
                  <a:lnTo>
                    <a:pt x="4254" y="1418"/>
                  </a:lnTo>
                  <a:lnTo>
                    <a:pt x="3529" y="1418"/>
                  </a:lnTo>
                  <a:lnTo>
                    <a:pt x="3529" y="347"/>
                  </a:lnTo>
                  <a:cubicBezTo>
                    <a:pt x="3529" y="158"/>
                    <a:pt x="3372" y="1"/>
                    <a:pt x="31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7"/>
            <p:cNvSpPr/>
            <p:nvPr/>
          </p:nvSpPr>
          <p:spPr>
            <a:xfrm>
              <a:off x="-44369750" y="3317850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7"/>
            <p:cNvSpPr/>
            <p:nvPr/>
          </p:nvSpPr>
          <p:spPr>
            <a:xfrm>
              <a:off x="-44411500" y="3275325"/>
              <a:ext cx="100825" cy="102400"/>
            </a:xfrm>
            <a:custGeom>
              <a:avLst/>
              <a:gdLst/>
              <a:ahLst/>
              <a:cxnLst/>
              <a:rect l="l" t="t" r="r" b="b"/>
              <a:pathLst>
                <a:path w="4033" h="4096" extrusionOk="0">
                  <a:moveTo>
                    <a:pt x="2017" y="1008"/>
                  </a:moveTo>
                  <a:cubicBezTo>
                    <a:pt x="2615" y="1008"/>
                    <a:pt x="3088" y="1481"/>
                    <a:pt x="3088" y="2048"/>
                  </a:cubicBezTo>
                  <a:cubicBezTo>
                    <a:pt x="3088" y="2647"/>
                    <a:pt x="2615" y="3119"/>
                    <a:pt x="2017" y="3119"/>
                  </a:cubicBezTo>
                  <a:cubicBezTo>
                    <a:pt x="1418" y="3119"/>
                    <a:pt x="945" y="2647"/>
                    <a:pt x="945" y="2048"/>
                  </a:cubicBezTo>
                  <a:cubicBezTo>
                    <a:pt x="945" y="1481"/>
                    <a:pt x="1418" y="1008"/>
                    <a:pt x="2017" y="1008"/>
                  </a:cubicBezTo>
                  <a:close/>
                  <a:moveTo>
                    <a:pt x="1670" y="0"/>
                  </a:moveTo>
                  <a:lnTo>
                    <a:pt x="1670" y="126"/>
                  </a:lnTo>
                  <a:cubicBezTo>
                    <a:pt x="1670" y="284"/>
                    <a:pt x="1576" y="410"/>
                    <a:pt x="1418" y="441"/>
                  </a:cubicBezTo>
                  <a:cubicBezTo>
                    <a:pt x="1229" y="536"/>
                    <a:pt x="1040" y="630"/>
                    <a:pt x="882" y="756"/>
                  </a:cubicBezTo>
                  <a:cubicBezTo>
                    <a:pt x="809" y="811"/>
                    <a:pt x="725" y="845"/>
                    <a:pt x="643" y="845"/>
                  </a:cubicBezTo>
                  <a:cubicBezTo>
                    <a:pt x="584" y="845"/>
                    <a:pt x="526" y="828"/>
                    <a:pt x="473" y="788"/>
                  </a:cubicBezTo>
                  <a:lnTo>
                    <a:pt x="347" y="725"/>
                  </a:lnTo>
                  <a:lnTo>
                    <a:pt x="0" y="1324"/>
                  </a:lnTo>
                  <a:lnTo>
                    <a:pt x="126" y="1387"/>
                  </a:lnTo>
                  <a:cubicBezTo>
                    <a:pt x="252" y="1481"/>
                    <a:pt x="315" y="1639"/>
                    <a:pt x="284" y="1733"/>
                  </a:cubicBezTo>
                  <a:cubicBezTo>
                    <a:pt x="252" y="1985"/>
                    <a:pt x="252" y="2143"/>
                    <a:pt x="284" y="2363"/>
                  </a:cubicBezTo>
                  <a:cubicBezTo>
                    <a:pt x="315" y="2521"/>
                    <a:pt x="252" y="2647"/>
                    <a:pt x="126" y="2741"/>
                  </a:cubicBezTo>
                  <a:lnTo>
                    <a:pt x="0" y="2804"/>
                  </a:lnTo>
                  <a:lnTo>
                    <a:pt x="347" y="3403"/>
                  </a:lnTo>
                  <a:lnTo>
                    <a:pt x="473" y="3308"/>
                  </a:lnTo>
                  <a:cubicBezTo>
                    <a:pt x="518" y="3286"/>
                    <a:pt x="566" y="3276"/>
                    <a:pt x="616" y="3276"/>
                  </a:cubicBezTo>
                  <a:cubicBezTo>
                    <a:pt x="707" y="3276"/>
                    <a:pt x="801" y="3310"/>
                    <a:pt x="882" y="3371"/>
                  </a:cubicBezTo>
                  <a:cubicBezTo>
                    <a:pt x="1040" y="3529"/>
                    <a:pt x="1229" y="3592"/>
                    <a:pt x="1418" y="3686"/>
                  </a:cubicBezTo>
                  <a:cubicBezTo>
                    <a:pt x="1576" y="3718"/>
                    <a:pt x="1670" y="3875"/>
                    <a:pt x="1670" y="4001"/>
                  </a:cubicBezTo>
                  <a:lnTo>
                    <a:pt x="1670" y="4096"/>
                  </a:lnTo>
                  <a:lnTo>
                    <a:pt x="2363" y="4096"/>
                  </a:lnTo>
                  <a:lnTo>
                    <a:pt x="2363" y="4001"/>
                  </a:lnTo>
                  <a:cubicBezTo>
                    <a:pt x="2363" y="3844"/>
                    <a:pt x="2458" y="3718"/>
                    <a:pt x="2615" y="3686"/>
                  </a:cubicBezTo>
                  <a:cubicBezTo>
                    <a:pt x="2804" y="3592"/>
                    <a:pt x="2993" y="3466"/>
                    <a:pt x="3151" y="3371"/>
                  </a:cubicBezTo>
                  <a:cubicBezTo>
                    <a:pt x="3232" y="3310"/>
                    <a:pt x="3327" y="3276"/>
                    <a:pt x="3417" y="3276"/>
                  </a:cubicBezTo>
                  <a:cubicBezTo>
                    <a:pt x="3467" y="3276"/>
                    <a:pt x="3516" y="3286"/>
                    <a:pt x="3560" y="3308"/>
                  </a:cubicBezTo>
                  <a:lnTo>
                    <a:pt x="3686" y="3403"/>
                  </a:lnTo>
                  <a:lnTo>
                    <a:pt x="4033" y="2804"/>
                  </a:lnTo>
                  <a:lnTo>
                    <a:pt x="3907" y="2741"/>
                  </a:lnTo>
                  <a:cubicBezTo>
                    <a:pt x="3781" y="2647"/>
                    <a:pt x="3718" y="2489"/>
                    <a:pt x="3749" y="2363"/>
                  </a:cubicBezTo>
                  <a:cubicBezTo>
                    <a:pt x="3781" y="2143"/>
                    <a:pt x="3781" y="1985"/>
                    <a:pt x="3749" y="1733"/>
                  </a:cubicBezTo>
                  <a:cubicBezTo>
                    <a:pt x="3718" y="1576"/>
                    <a:pt x="3781" y="1481"/>
                    <a:pt x="3907" y="1387"/>
                  </a:cubicBezTo>
                  <a:lnTo>
                    <a:pt x="4033" y="1324"/>
                  </a:lnTo>
                  <a:lnTo>
                    <a:pt x="3686" y="725"/>
                  </a:lnTo>
                  <a:lnTo>
                    <a:pt x="3560" y="788"/>
                  </a:lnTo>
                  <a:cubicBezTo>
                    <a:pt x="3502" y="832"/>
                    <a:pt x="3437" y="855"/>
                    <a:pt x="3371" y="855"/>
                  </a:cubicBezTo>
                  <a:cubicBezTo>
                    <a:pt x="3295" y="855"/>
                    <a:pt x="3218" y="824"/>
                    <a:pt x="3151" y="756"/>
                  </a:cubicBezTo>
                  <a:cubicBezTo>
                    <a:pt x="2993" y="599"/>
                    <a:pt x="2804" y="536"/>
                    <a:pt x="2615" y="441"/>
                  </a:cubicBezTo>
                  <a:cubicBezTo>
                    <a:pt x="2458" y="410"/>
                    <a:pt x="2363" y="252"/>
                    <a:pt x="2363" y="126"/>
                  </a:cubicBezTo>
                  <a:lnTo>
                    <a:pt x="23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9" name="Google Shape;349;p17"/>
          <p:cNvGrpSpPr/>
          <p:nvPr/>
        </p:nvGrpSpPr>
        <p:grpSpPr>
          <a:xfrm>
            <a:off x="695359" y="2359226"/>
            <a:ext cx="3343229" cy="1488799"/>
            <a:chOff x="695359" y="2302076"/>
            <a:chExt cx="3343229" cy="1488799"/>
          </a:xfrm>
        </p:grpSpPr>
        <p:sp>
          <p:nvSpPr>
            <p:cNvPr id="350" name="Google Shape;350;p17"/>
            <p:cNvSpPr txBox="1"/>
            <p:nvPr/>
          </p:nvSpPr>
          <p:spPr>
            <a:xfrm>
              <a:off x="695359" y="2302076"/>
              <a:ext cx="2114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Artificial Intelligence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51" name="Google Shape;351;p17"/>
            <p:cNvSpPr txBox="1"/>
            <p:nvPr/>
          </p:nvSpPr>
          <p:spPr>
            <a:xfrm>
              <a:off x="695388" y="2657475"/>
              <a:ext cx="3343200" cy="11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Computers act on their own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They act according to environment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Systems display cognitive ability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Computers make decisions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2" name="Google Shape;352;p17"/>
          <p:cNvGrpSpPr/>
          <p:nvPr/>
        </p:nvGrpSpPr>
        <p:grpSpPr>
          <a:xfrm>
            <a:off x="5114996" y="2359226"/>
            <a:ext cx="3343204" cy="1488799"/>
            <a:chOff x="5114996" y="2302076"/>
            <a:chExt cx="3343204" cy="1488799"/>
          </a:xfrm>
        </p:grpSpPr>
        <p:sp>
          <p:nvSpPr>
            <p:cNvPr id="353" name="Google Shape;353;p17"/>
            <p:cNvSpPr txBox="1"/>
            <p:nvPr/>
          </p:nvSpPr>
          <p:spPr>
            <a:xfrm>
              <a:off x="5114996" y="2302076"/>
              <a:ext cx="2114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Machine learning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54" name="Google Shape;354;p17"/>
            <p:cNvSpPr txBox="1"/>
            <p:nvPr/>
          </p:nvSpPr>
          <p:spPr>
            <a:xfrm>
              <a:off x="5115000" y="2657475"/>
              <a:ext cx="3343200" cy="11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It’s an application of AI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Computers observe and analyze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Predict based on previous patterns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Pre-programmed algorithms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55" name="Google Shape;355;p17"/>
          <p:cNvSpPr/>
          <p:nvPr/>
        </p:nvSpPr>
        <p:spPr>
          <a:xfrm>
            <a:off x="4184410" y="2574675"/>
            <a:ext cx="784800" cy="784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Vs</a:t>
            </a: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8"/>
          <p:cNvSpPr/>
          <p:nvPr/>
        </p:nvSpPr>
        <p:spPr>
          <a:xfrm>
            <a:off x="457200" y="1324425"/>
            <a:ext cx="2889300" cy="3407700"/>
          </a:xfrm>
          <a:prstGeom prst="roundRect">
            <a:avLst>
              <a:gd name="adj" fmla="val 14082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8"/>
          <p:cNvSpPr txBox="1"/>
          <p:nvPr/>
        </p:nvSpPr>
        <p:spPr>
          <a:xfrm>
            <a:off x="646237" y="1841625"/>
            <a:ext cx="2546700" cy="6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Some machine learning applications</a:t>
            </a:r>
            <a:endParaRPr sz="21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362" name="Google Shape;362;p18"/>
          <p:cNvGrpSpPr/>
          <p:nvPr/>
        </p:nvGrpSpPr>
        <p:grpSpPr>
          <a:xfrm>
            <a:off x="851113" y="2915825"/>
            <a:ext cx="2133450" cy="1431550"/>
            <a:chOff x="851113" y="2915825"/>
            <a:chExt cx="2133450" cy="1431550"/>
          </a:xfrm>
        </p:grpSpPr>
        <p:sp>
          <p:nvSpPr>
            <p:cNvPr id="363" name="Google Shape;363;p18"/>
            <p:cNvSpPr/>
            <p:nvPr/>
          </p:nvSpPr>
          <p:spPr>
            <a:xfrm>
              <a:off x="863938" y="3086225"/>
              <a:ext cx="2076150" cy="1071900"/>
            </a:xfrm>
            <a:custGeom>
              <a:avLst/>
              <a:gdLst/>
              <a:ahLst/>
              <a:cxnLst/>
              <a:rect l="l" t="t" r="r" b="b"/>
              <a:pathLst>
                <a:path w="83046" h="42876" extrusionOk="0">
                  <a:moveTo>
                    <a:pt x="40299" y="1"/>
                  </a:moveTo>
                  <a:lnTo>
                    <a:pt x="39445" y="15"/>
                  </a:lnTo>
                  <a:lnTo>
                    <a:pt x="38592" y="44"/>
                  </a:lnTo>
                  <a:lnTo>
                    <a:pt x="37752" y="100"/>
                  </a:lnTo>
                  <a:lnTo>
                    <a:pt x="36912" y="157"/>
                  </a:lnTo>
                  <a:lnTo>
                    <a:pt x="36087" y="243"/>
                  </a:lnTo>
                  <a:lnTo>
                    <a:pt x="35262" y="328"/>
                  </a:lnTo>
                  <a:lnTo>
                    <a:pt x="34436" y="442"/>
                  </a:lnTo>
                  <a:lnTo>
                    <a:pt x="33640" y="570"/>
                  </a:lnTo>
                  <a:lnTo>
                    <a:pt x="32843" y="698"/>
                  </a:lnTo>
                  <a:lnTo>
                    <a:pt x="32046" y="855"/>
                  </a:lnTo>
                  <a:lnTo>
                    <a:pt x="31263" y="1025"/>
                  </a:lnTo>
                  <a:lnTo>
                    <a:pt x="30481" y="1196"/>
                  </a:lnTo>
                  <a:lnTo>
                    <a:pt x="29712" y="1395"/>
                  </a:lnTo>
                  <a:lnTo>
                    <a:pt x="28958" y="1595"/>
                  </a:lnTo>
                  <a:lnTo>
                    <a:pt x="28204" y="1808"/>
                  </a:lnTo>
                  <a:lnTo>
                    <a:pt x="27464" y="2036"/>
                  </a:lnTo>
                  <a:lnTo>
                    <a:pt x="26724" y="2263"/>
                  </a:lnTo>
                  <a:lnTo>
                    <a:pt x="25998" y="2520"/>
                  </a:lnTo>
                  <a:lnTo>
                    <a:pt x="25272" y="2776"/>
                  </a:lnTo>
                  <a:lnTo>
                    <a:pt x="24575" y="3032"/>
                  </a:lnTo>
                  <a:lnTo>
                    <a:pt x="23864" y="3316"/>
                  </a:lnTo>
                  <a:lnTo>
                    <a:pt x="23181" y="3601"/>
                  </a:lnTo>
                  <a:lnTo>
                    <a:pt x="22483" y="3886"/>
                  </a:lnTo>
                  <a:lnTo>
                    <a:pt x="21815" y="4184"/>
                  </a:lnTo>
                  <a:lnTo>
                    <a:pt x="21146" y="4497"/>
                  </a:lnTo>
                  <a:lnTo>
                    <a:pt x="20491" y="4811"/>
                  </a:lnTo>
                  <a:lnTo>
                    <a:pt x="19837" y="5138"/>
                  </a:lnTo>
                  <a:lnTo>
                    <a:pt x="19196" y="5465"/>
                  </a:lnTo>
                  <a:lnTo>
                    <a:pt x="18570" y="5792"/>
                  </a:lnTo>
                  <a:lnTo>
                    <a:pt x="17944" y="6134"/>
                  </a:lnTo>
                  <a:lnTo>
                    <a:pt x="17332" y="6475"/>
                  </a:lnTo>
                  <a:lnTo>
                    <a:pt x="16137" y="7187"/>
                  </a:lnTo>
                  <a:lnTo>
                    <a:pt x="14984" y="7898"/>
                  </a:lnTo>
                  <a:lnTo>
                    <a:pt x="13860" y="8624"/>
                  </a:lnTo>
                  <a:lnTo>
                    <a:pt x="12779" y="9364"/>
                  </a:lnTo>
                  <a:lnTo>
                    <a:pt x="11740" y="10104"/>
                  </a:lnTo>
                  <a:lnTo>
                    <a:pt x="10729" y="10858"/>
                  </a:lnTo>
                  <a:lnTo>
                    <a:pt x="9776" y="11598"/>
                  </a:lnTo>
                  <a:lnTo>
                    <a:pt x="8851" y="12338"/>
                  </a:lnTo>
                  <a:lnTo>
                    <a:pt x="7983" y="13078"/>
                  </a:lnTo>
                  <a:lnTo>
                    <a:pt x="7143" y="13790"/>
                  </a:lnTo>
                  <a:lnTo>
                    <a:pt x="6347" y="14501"/>
                  </a:lnTo>
                  <a:lnTo>
                    <a:pt x="5607" y="15184"/>
                  </a:lnTo>
                  <a:lnTo>
                    <a:pt x="4895" y="15853"/>
                  </a:lnTo>
                  <a:lnTo>
                    <a:pt x="4241" y="16508"/>
                  </a:lnTo>
                  <a:lnTo>
                    <a:pt x="3629" y="17119"/>
                  </a:lnTo>
                  <a:lnTo>
                    <a:pt x="3060" y="17717"/>
                  </a:lnTo>
                  <a:lnTo>
                    <a:pt x="2533" y="18258"/>
                  </a:lnTo>
                  <a:lnTo>
                    <a:pt x="2063" y="18784"/>
                  </a:lnTo>
                  <a:lnTo>
                    <a:pt x="1637" y="19254"/>
                  </a:lnTo>
                  <a:lnTo>
                    <a:pt x="925" y="20079"/>
                  </a:lnTo>
                  <a:lnTo>
                    <a:pt x="413" y="20691"/>
                  </a:lnTo>
                  <a:lnTo>
                    <a:pt x="0" y="21218"/>
                  </a:lnTo>
                  <a:lnTo>
                    <a:pt x="1039" y="22342"/>
                  </a:lnTo>
                  <a:lnTo>
                    <a:pt x="2078" y="23423"/>
                  </a:lnTo>
                  <a:lnTo>
                    <a:pt x="3102" y="24476"/>
                  </a:lnTo>
                  <a:lnTo>
                    <a:pt x="4141" y="25501"/>
                  </a:lnTo>
                  <a:lnTo>
                    <a:pt x="5166" y="26483"/>
                  </a:lnTo>
                  <a:lnTo>
                    <a:pt x="6204" y="27436"/>
                  </a:lnTo>
                  <a:lnTo>
                    <a:pt x="7229" y="28361"/>
                  </a:lnTo>
                  <a:lnTo>
                    <a:pt x="8253" y="29243"/>
                  </a:lnTo>
                  <a:lnTo>
                    <a:pt x="9264" y="30097"/>
                  </a:lnTo>
                  <a:lnTo>
                    <a:pt x="10288" y="30922"/>
                  </a:lnTo>
                  <a:lnTo>
                    <a:pt x="11299" y="31719"/>
                  </a:lnTo>
                  <a:lnTo>
                    <a:pt x="12309" y="32474"/>
                  </a:lnTo>
                  <a:lnTo>
                    <a:pt x="13319" y="33199"/>
                  </a:lnTo>
                  <a:lnTo>
                    <a:pt x="14315" y="33897"/>
                  </a:lnTo>
                  <a:lnTo>
                    <a:pt x="15326" y="34565"/>
                  </a:lnTo>
                  <a:lnTo>
                    <a:pt x="16322" y="35206"/>
                  </a:lnTo>
                  <a:lnTo>
                    <a:pt x="17304" y="35818"/>
                  </a:lnTo>
                  <a:lnTo>
                    <a:pt x="18300" y="36401"/>
                  </a:lnTo>
                  <a:lnTo>
                    <a:pt x="19282" y="36956"/>
                  </a:lnTo>
                  <a:lnTo>
                    <a:pt x="20263" y="37482"/>
                  </a:lnTo>
                  <a:lnTo>
                    <a:pt x="21245" y="37981"/>
                  </a:lnTo>
                  <a:lnTo>
                    <a:pt x="22213" y="38450"/>
                  </a:lnTo>
                  <a:lnTo>
                    <a:pt x="23195" y="38891"/>
                  </a:lnTo>
                  <a:lnTo>
                    <a:pt x="24148" y="39318"/>
                  </a:lnTo>
                  <a:lnTo>
                    <a:pt x="25116" y="39702"/>
                  </a:lnTo>
                  <a:lnTo>
                    <a:pt x="26069" y="40072"/>
                  </a:lnTo>
                  <a:lnTo>
                    <a:pt x="27023" y="40414"/>
                  </a:lnTo>
                  <a:lnTo>
                    <a:pt x="27976" y="40741"/>
                  </a:lnTo>
                  <a:lnTo>
                    <a:pt x="28915" y="41040"/>
                  </a:lnTo>
                  <a:lnTo>
                    <a:pt x="29854" y="41310"/>
                  </a:lnTo>
                  <a:lnTo>
                    <a:pt x="30779" y="41552"/>
                  </a:lnTo>
                  <a:lnTo>
                    <a:pt x="31704" y="41780"/>
                  </a:lnTo>
                  <a:lnTo>
                    <a:pt x="32629" y="41979"/>
                  </a:lnTo>
                  <a:lnTo>
                    <a:pt x="33554" y="42164"/>
                  </a:lnTo>
                  <a:lnTo>
                    <a:pt x="34465" y="42321"/>
                  </a:lnTo>
                  <a:lnTo>
                    <a:pt x="35376" y="42463"/>
                  </a:lnTo>
                  <a:lnTo>
                    <a:pt x="36272" y="42577"/>
                  </a:lnTo>
                  <a:lnTo>
                    <a:pt x="37169" y="42676"/>
                  </a:lnTo>
                  <a:lnTo>
                    <a:pt x="38051" y="42762"/>
                  </a:lnTo>
                  <a:lnTo>
                    <a:pt x="38933" y="42819"/>
                  </a:lnTo>
                  <a:lnTo>
                    <a:pt x="39815" y="42847"/>
                  </a:lnTo>
                  <a:lnTo>
                    <a:pt x="40683" y="42876"/>
                  </a:lnTo>
                  <a:lnTo>
                    <a:pt x="41551" y="42876"/>
                  </a:lnTo>
                  <a:lnTo>
                    <a:pt x="42419" y="42861"/>
                  </a:lnTo>
                  <a:lnTo>
                    <a:pt x="43273" y="42833"/>
                  </a:lnTo>
                  <a:lnTo>
                    <a:pt x="44113" y="42776"/>
                  </a:lnTo>
                  <a:lnTo>
                    <a:pt x="44952" y="42719"/>
                  </a:lnTo>
                  <a:lnTo>
                    <a:pt x="45792" y="42634"/>
                  </a:lnTo>
                  <a:lnTo>
                    <a:pt x="46617" y="42534"/>
                  </a:lnTo>
                  <a:lnTo>
                    <a:pt x="47443" y="42420"/>
                  </a:lnTo>
                  <a:lnTo>
                    <a:pt x="48254" y="42306"/>
                  </a:lnTo>
                  <a:lnTo>
                    <a:pt x="49065" y="42164"/>
                  </a:lnTo>
                  <a:lnTo>
                    <a:pt x="49862" y="42008"/>
                  </a:lnTo>
                  <a:lnTo>
                    <a:pt x="50659" y="41837"/>
                  </a:lnTo>
                  <a:lnTo>
                    <a:pt x="51441" y="41652"/>
                  </a:lnTo>
                  <a:lnTo>
                    <a:pt x="52224" y="41453"/>
                  </a:lnTo>
                  <a:lnTo>
                    <a:pt x="52992" y="41253"/>
                  </a:lnTo>
                  <a:lnTo>
                    <a:pt x="53761" y="41026"/>
                  </a:lnTo>
                  <a:lnTo>
                    <a:pt x="54515" y="40798"/>
                  </a:lnTo>
                  <a:lnTo>
                    <a:pt x="55255" y="40556"/>
                  </a:lnTo>
                  <a:lnTo>
                    <a:pt x="55995" y="40314"/>
                  </a:lnTo>
                  <a:lnTo>
                    <a:pt x="56735" y="40044"/>
                  </a:lnTo>
                  <a:lnTo>
                    <a:pt x="57460" y="39773"/>
                  </a:lnTo>
                  <a:lnTo>
                    <a:pt x="58172" y="39489"/>
                  </a:lnTo>
                  <a:lnTo>
                    <a:pt x="58883" y="39204"/>
                  </a:lnTo>
                  <a:lnTo>
                    <a:pt x="59581" y="38905"/>
                  </a:lnTo>
                  <a:lnTo>
                    <a:pt x="60278" y="38592"/>
                  </a:lnTo>
                  <a:lnTo>
                    <a:pt x="60961" y="38279"/>
                  </a:lnTo>
                  <a:lnTo>
                    <a:pt x="61644" y="37966"/>
                  </a:lnTo>
                  <a:lnTo>
                    <a:pt x="62299" y="37639"/>
                  </a:lnTo>
                  <a:lnTo>
                    <a:pt x="62967" y="37297"/>
                  </a:lnTo>
                  <a:lnTo>
                    <a:pt x="63608" y="36956"/>
                  </a:lnTo>
                  <a:lnTo>
                    <a:pt x="64248" y="36614"/>
                  </a:lnTo>
                  <a:lnTo>
                    <a:pt x="64888" y="36259"/>
                  </a:lnTo>
                  <a:lnTo>
                    <a:pt x="66112" y="35547"/>
                  </a:lnTo>
                  <a:lnTo>
                    <a:pt x="67322" y="34807"/>
                  </a:lnTo>
                  <a:lnTo>
                    <a:pt x="68474" y="34067"/>
                  </a:lnTo>
                  <a:lnTo>
                    <a:pt x="69599" y="33313"/>
                  </a:lnTo>
                  <a:lnTo>
                    <a:pt x="70680" y="32559"/>
                  </a:lnTo>
                  <a:lnTo>
                    <a:pt x="71719" y="31790"/>
                  </a:lnTo>
                  <a:lnTo>
                    <a:pt x="72729" y="31036"/>
                  </a:lnTo>
                  <a:lnTo>
                    <a:pt x="73682" y="30282"/>
                  </a:lnTo>
                  <a:lnTo>
                    <a:pt x="74607" y="29528"/>
                  </a:lnTo>
                  <a:lnTo>
                    <a:pt x="75475" y="28788"/>
                  </a:lnTo>
                  <a:lnTo>
                    <a:pt x="76315" y="28062"/>
                  </a:lnTo>
                  <a:lnTo>
                    <a:pt x="77098" y="27365"/>
                  </a:lnTo>
                  <a:lnTo>
                    <a:pt x="77838" y="26682"/>
                  </a:lnTo>
                  <a:lnTo>
                    <a:pt x="78535" y="26027"/>
                  </a:lnTo>
                  <a:lnTo>
                    <a:pt x="79189" y="25387"/>
                  </a:lnTo>
                  <a:lnTo>
                    <a:pt x="79787" y="24789"/>
                  </a:lnTo>
                  <a:lnTo>
                    <a:pt x="80342" y="24220"/>
                  </a:lnTo>
                  <a:lnTo>
                    <a:pt x="81295" y="23210"/>
                  </a:lnTo>
                  <a:lnTo>
                    <a:pt x="82050" y="22385"/>
                  </a:lnTo>
                  <a:lnTo>
                    <a:pt x="82590" y="21744"/>
                  </a:lnTo>
                  <a:lnTo>
                    <a:pt x="83046" y="21218"/>
                  </a:lnTo>
                  <a:lnTo>
                    <a:pt x="81936" y="20108"/>
                  </a:lnTo>
                  <a:lnTo>
                    <a:pt x="80840" y="19040"/>
                  </a:lnTo>
                  <a:lnTo>
                    <a:pt x="79744" y="18016"/>
                  </a:lnTo>
                  <a:lnTo>
                    <a:pt x="78663" y="17020"/>
                  </a:lnTo>
                  <a:lnTo>
                    <a:pt x="77581" y="16052"/>
                  </a:lnTo>
                  <a:lnTo>
                    <a:pt x="76500" y="15113"/>
                  </a:lnTo>
                  <a:lnTo>
                    <a:pt x="75419" y="14217"/>
                  </a:lnTo>
                  <a:lnTo>
                    <a:pt x="74351" y="13348"/>
                  </a:lnTo>
                  <a:lnTo>
                    <a:pt x="73284" y="12509"/>
                  </a:lnTo>
                  <a:lnTo>
                    <a:pt x="72231" y="11712"/>
                  </a:lnTo>
                  <a:lnTo>
                    <a:pt x="71164" y="10929"/>
                  </a:lnTo>
                  <a:lnTo>
                    <a:pt x="70111" y="10189"/>
                  </a:lnTo>
                  <a:lnTo>
                    <a:pt x="69072" y="9478"/>
                  </a:lnTo>
                  <a:lnTo>
                    <a:pt x="68033" y="8795"/>
                  </a:lnTo>
                  <a:lnTo>
                    <a:pt x="66994" y="8140"/>
                  </a:lnTo>
                  <a:lnTo>
                    <a:pt x="65956" y="7514"/>
                  </a:lnTo>
                  <a:lnTo>
                    <a:pt x="64931" y="6917"/>
                  </a:lnTo>
                  <a:lnTo>
                    <a:pt x="63907" y="6347"/>
                  </a:lnTo>
                  <a:lnTo>
                    <a:pt x="62896" y="5807"/>
                  </a:lnTo>
                  <a:lnTo>
                    <a:pt x="61886" y="5280"/>
                  </a:lnTo>
                  <a:lnTo>
                    <a:pt x="60876" y="4796"/>
                  </a:lnTo>
                  <a:lnTo>
                    <a:pt x="59879" y="4341"/>
                  </a:lnTo>
                  <a:lnTo>
                    <a:pt x="58883" y="3900"/>
                  </a:lnTo>
                  <a:lnTo>
                    <a:pt x="57902" y="3487"/>
                  </a:lnTo>
                  <a:lnTo>
                    <a:pt x="56920" y="3103"/>
                  </a:lnTo>
                  <a:lnTo>
                    <a:pt x="55938" y="2747"/>
                  </a:lnTo>
                  <a:lnTo>
                    <a:pt x="54970" y="2406"/>
                  </a:lnTo>
                  <a:lnTo>
                    <a:pt x="54003" y="2093"/>
                  </a:lnTo>
                  <a:lnTo>
                    <a:pt x="53049" y="1808"/>
                  </a:lnTo>
                  <a:lnTo>
                    <a:pt x="52096" y="1538"/>
                  </a:lnTo>
                  <a:lnTo>
                    <a:pt x="51142" y="1296"/>
                  </a:lnTo>
                  <a:lnTo>
                    <a:pt x="50203" y="1082"/>
                  </a:lnTo>
                  <a:lnTo>
                    <a:pt x="49278" y="883"/>
                  </a:lnTo>
                  <a:lnTo>
                    <a:pt x="48353" y="698"/>
                  </a:lnTo>
                  <a:lnTo>
                    <a:pt x="47428" y="542"/>
                  </a:lnTo>
                  <a:lnTo>
                    <a:pt x="46518" y="413"/>
                  </a:lnTo>
                  <a:lnTo>
                    <a:pt x="45607" y="285"/>
                  </a:lnTo>
                  <a:lnTo>
                    <a:pt x="44710" y="200"/>
                  </a:lnTo>
                  <a:lnTo>
                    <a:pt x="43814" y="115"/>
                  </a:lnTo>
                  <a:lnTo>
                    <a:pt x="42917" y="58"/>
                  </a:lnTo>
                  <a:lnTo>
                    <a:pt x="42049" y="29"/>
                  </a:lnTo>
                  <a:lnTo>
                    <a:pt x="411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8"/>
            <p:cNvSpPr/>
            <p:nvPr/>
          </p:nvSpPr>
          <p:spPr>
            <a:xfrm>
              <a:off x="863938" y="3086225"/>
              <a:ext cx="2076150" cy="1071900"/>
            </a:xfrm>
            <a:custGeom>
              <a:avLst/>
              <a:gdLst/>
              <a:ahLst/>
              <a:cxnLst/>
              <a:rect l="l" t="t" r="r" b="b"/>
              <a:pathLst>
                <a:path w="83046" h="42876" fill="none" extrusionOk="0">
                  <a:moveTo>
                    <a:pt x="0" y="21218"/>
                  </a:moveTo>
                  <a:lnTo>
                    <a:pt x="0" y="21218"/>
                  </a:lnTo>
                  <a:lnTo>
                    <a:pt x="413" y="20691"/>
                  </a:lnTo>
                  <a:lnTo>
                    <a:pt x="925" y="20079"/>
                  </a:lnTo>
                  <a:lnTo>
                    <a:pt x="1637" y="19254"/>
                  </a:lnTo>
                  <a:lnTo>
                    <a:pt x="2063" y="18784"/>
                  </a:lnTo>
                  <a:lnTo>
                    <a:pt x="2533" y="18258"/>
                  </a:lnTo>
                  <a:lnTo>
                    <a:pt x="3060" y="17717"/>
                  </a:lnTo>
                  <a:lnTo>
                    <a:pt x="3629" y="17119"/>
                  </a:lnTo>
                  <a:lnTo>
                    <a:pt x="4241" y="16508"/>
                  </a:lnTo>
                  <a:lnTo>
                    <a:pt x="4895" y="15853"/>
                  </a:lnTo>
                  <a:lnTo>
                    <a:pt x="5607" y="15184"/>
                  </a:lnTo>
                  <a:lnTo>
                    <a:pt x="6347" y="14501"/>
                  </a:lnTo>
                  <a:lnTo>
                    <a:pt x="7143" y="13790"/>
                  </a:lnTo>
                  <a:lnTo>
                    <a:pt x="7983" y="13078"/>
                  </a:lnTo>
                  <a:lnTo>
                    <a:pt x="8851" y="12338"/>
                  </a:lnTo>
                  <a:lnTo>
                    <a:pt x="9776" y="11598"/>
                  </a:lnTo>
                  <a:lnTo>
                    <a:pt x="10729" y="10858"/>
                  </a:lnTo>
                  <a:lnTo>
                    <a:pt x="11740" y="10104"/>
                  </a:lnTo>
                  <a:lnTo>
                    <a:pt x="12779" y="9364"/>
                  </a:lnTo>
                  <a:lnTo>
                    <a:pt x="13860" y="8624"/>
                  </a:lnTo>
                  <a:lnTo>
                    <a:pt x="14984" y="7898"/>
                  </a:lnTo>
                  <a:lnTo>
                    <a:pt x="16137" y="7187"/>
                  </a:lnTo>
                  <a:lnTo>
                    <a:pt x="17332" y="6475"/>
                  </a:lnTo>
                  <a:lnTo>
                    <a:pt x="17944" y="6134"/>
                  </a:lnTo>
                  <a:lnTo>
                    <a:pt x="18570" y="5792"/>
                  </a:lnTo>
                  <a:lnTo>
                    <a:pt x="19196" y="5465"/>
                  </a:lnTo>
                  <a:lnTo>
                    <a:pt x="19837" y="5138"/>
                  </a:lnTo>
                  <a:lnTo>
                    <a:pt x="20491" y="4811"/>
                  </a:lnTo>
                  <a:lnTo>
                    <a:pt x="21146" y="4497"/>
                  </a:lnTo>
                  <a:lnTo>
                    <a:pt x="21815" y="4184"/>
                  </a:lnTo>
                  <a:lnTo>
                    <a:pt x="22483" y="3886"/>
                  </a:lnTo>
                  <a:lnTo>
                    <a:pt x="23181" y="3601"/>
                  </a:lnTo>
                  <a:lnTo>
                    <a:pt x="23864" y="3316"/>
                  </a:lnTo>
                  <a:lnTo>
                    <a:pt x="24575" y="3032"/>
                  </a:lnTo>
                  <a:lnTo>
                    <a:pt x="25272" y="2776"/>
                  </a:lnTo>
                  <a:lnTo>
                    <a:pt x="25998" y="2520"/>
                  </a:lnTo>
                  <a:lnTo>
                    <a:pt x="26724" y="2263"/>
                  </a:lnTo>
                  <a:lnTo>
                    <a:pt x="27464" y="2036"/>
                  </a:lnTo>
                  <a:lnTo>
                    <a:pt x="28204" y="1808"/>
                  </a:lnTo>
                  <a:lnTo>
                    <a:pt x="28958" y="1595"/>
                  </a:lnTo>
                  <a:lnTo>
                    <a:pt x="29712" y="1395"/>
                  </a:lnTo>
                  <a:lnTo>
                    <a:pt x="30481" y="1196"/>
                  </a:lnTo>
                  <a:lnTo>
                    <a:pt x="31263" y="1025"/>
                  </a:lnTo>
                  <a:lnTo>
                    <a:pt x="32046" y="855"/>
                  </a:lnTo>
                  <a:lnTo>
                    <a:pt x="32843" y="698"/>
                  </a:lnTo>
                  <a:lnTo>
                    <a:pt x="33640" y="570"/>
                  </a:lnTo>
                  <a:lnTo>
                    <a:pt x="34436" y="442"/>
                  </a:lnTo>
                  <a:lnTo>
                    <a:pt x="35262" y="328"/>
                  </a:lnTo>
                  <a:lnTo>
                    <a:pt x="36087" y="243"/>
                  </a:lnTo>
                  <a:lnTo>
                    <a:pt x="36912" y="157"/>
                  </a:lnTo>
                  <a:lnTo>
                    <a:pt x="37752" y="100"/>
                  </a:lnTo>
                  <a:lnTo>
                    <a:pt x="38592" y="44"/>
                  </a:lnTo>
                  <a:lnTo>
                    <a:pt x="39445" y="15"/>
                  </a:lnTo>
                  <a:lnTo>
                    <a:pt x="40299" y="1"/>
                  </a:lnTo>
                  <a:lnTo>
                    <a:pt x="41167" y="1"/>
                  </a:lnTo>
                  <a:lnTo>
                    <a:pt x="42049" y="29"/>
                  </a:lnTo>
                  <a:lnTo>
                    <a:pt x="42917" y="58"/>
                  </a:lnTo>
                  <a:lnTo>
                    <a:pt x="43814" y="115"/>
                  </a:lnTo>
                  <a:lnTo>
                    <a:pt x="44710" y="200"/>
                  </a:lnTo>
                  <a:lnTo>
                    <a:pt x="45607" y="285"/>
                  </a:lnTo>
                  <a:lnTo>
                    <a:pt x="46518" y="413"/>
                  </a:lnTo>
                  <a:lnTo>
                    <a:pt x="47428" y="542"/>
                  </a:lnTo>
                  <a:lnTo>
                    <a:pt x="48353" y="698"/>
                  </a:lnTo>
                  <a:lnTo>
                    <a:pt x="49278" y="883"/>
                  </a:lnTo>
                  <a:lnTo>
                    <a:pt x="50203" y="1082"/>
                  </a:lnTo>
                  <a:lnTo>
                    <a:pt x="51142" y="1296"/>
                  </a:lnTo>
                  <a:lnTo>
                    <a:pt x="52096" y="1538"/>
                  </a:lnTo>
                  <a:lnTo>
                    <a:pt x="53049" y="1808"/>
                  </a:lnTo>
                  <a:lnTo>
                    <a:pt x="54003" y="2093"/>
                  </a:lnTo>
                  <a:lnTo>
                    <a:pt x="54970" y="2406"/>
                  </a:lnTo>
                  <a:lnTo>
                    <a:pt x="55938" y="2747"/>
                  </a:lnTo>
                  <a:lnTo>
                    <a:pt x="56920" y="3103"/>
                  </a:lnTo>
                  <a:lnTo>
                    <a:pt x="57902" y="3487"/>
                  </a:lnTo>
                  <a:lnTo>
                    <a:pt x="58883" y="3900"/>
                  </a:lnTo>
                  <a:lnTo>
                    <a:pt x="59879" y="4341"/>
                  </a:lnTo>
                  <a:lnTo>
                    <a:pt x="60876" y="4796"/>
                  </a:lnTo>
                  <a:lnTo>
                    <a:pt x="61886" y="5280"/>
                  </a:lnTo>
                  <a:lnTo>
                    <a:pt x="62896" y="5807"/>
                  </a:lnTo>
                  <a:lnTo>
                    <a:pt x="63907" y="6347"/>
                  </a:lnTo>
                  <a:lnTo>
                    <a:pt x="64931" y="6917"/>
                  </a:lnTo>
                  <a:lnTo>
                    <a:pt x="65956" y="7514"/>
                  </a:lnTo>
                  <a:lnTo>
                    <a:pt x="66994" y="8140"/>
                  </a:lnTo>
                  <a:lnTo>
                    <a:pt x="68033" y="8795"/>
                  </a:lnTo>
                  <a:lnTo>
                    <a:pt x="69072" y="9478"/>
                  </a:lnTo>
                  <a:lnTo>
                    <a:pt x="70111" y="10189"/>
                  </a:lnTo>
                  <a:lnTo>
                    <a:pt x="71164" y="10929"/>
                  </a:lnTo>
                  <a:lnTo>
                    <a:pt x="72231" y="11712"/>
                  </a:lnTo>
                  <a:lnTo>
                    <a:pt x="73284" y="12509"/>
                  </a:lnTo>
                  <a:lnTo>
                    <a:pt x="74351" y="13348"/>
                  </a:lnTo>
                  <a:lnTo>
                    <a:pt x="75419" y="14217"/>
                  </a:lnTo>
                  <a:lnTo>
                    <a:pt x="76500" y="15113"/>
                  </a:lnTo>
                  <a:lnTo>
                    <a:pt x="77581" y="16052"/>
                  </a:lnTo>
                  <a:lnTo>
                    <a:pt x="78663" y="17020"/>
                  </a:lnTo>
                  <a:lnTo>
                    <a:pt x="79744" y="18016"/>
                  </a:lnTo>
                  <a:lnTo>
                    <a:pt x="80840" y="19040"/>
                  </a:lnTo>
                  <a:lnTo>
                    <a:pt x="81936" y="20108"/>
                  </a:lnTo>
                  <a:lnTo>
                    <a:pt x="83046" y="21218"/>
                  </a:lnTo>
                  <a:lnTo>
                    <a:pt x="83046" y="21218"/>
                  </a:lnTo>
                  <a:lnTo>
                    <a:pt x="82590" y="21744"/>
                  </a:lnTo>
                  <a:lnTo>
                    <a:pt x="82050" y="22385"/>
                  </a:lnTo>
                  <a:lnTo>
                    <a:pt x="81295" y="23210"/>
                  </a:lnTo>
                  <a:lnTo>
                    <a:pt x="80342" y="24220"/>
                  </a:lnTo>
                  <a:lnTo>
                    <a:pt x="79787" y="24789"/>
                  </a:lnTo>
                  <a:lnTo>
                    <a:pt x="79189" y="25387"/>
                  </a:lnTo>
                  <a:lnTo>
                    <a:pt x="78535" y="26027"/>
                  </a:lnTo>
                  <a:lnTo>
                    <a:pt x="77838" y="26682"/>
                  </a:lnTo>
                  <a:lnTo>
                    <a:pt x="77098" y="27365"/>
                  </a:lnTo>
                  <a:lnTo>
                    <a:pt x="76315" y="28062"/>
                  </a:lnTo>
                  <a:lnTo>
                    <a:pt x="75475" y="28788"/>
                  </a:lnTo>
                  <a:lnTo>
                    <a:pt x="74607" y="29528"/>
                  </a:lnTo>
                  <a:lnTo>
                    <a:pt x="73682" y="30282"/>
                  </a:lnTo>
                  <a:lnTo>
                    <a:pt x="72729" y="31036"/>
                  </a:lnTo>
                  <a:lnTo>
                    <a:pt x="71719" y="31790"/>
                  </a:lnTo>
                  <a:lnTo>
                    <a:pt x="70680" y="32559"/>
                  </a:lnTo>
                  <a:lnTo>
                    <a:pt x="69599" y="33313"/>
                  </a:lnTo>
                  <a:lnTo>
                    <a:pt x="68474" y="34067"/>
                  </a:lnTo>
                  <a:lnTo>
                    <a:pt x="67322" y="34807"/>
                  </a:lnTo>
                  <a:lnTo>
                    <a:pt x="66112" y="35547"/>
                  </a:lnTo>
                  <a:lnTo>
                    <a:pt x="64888" y="36259"/>
                  </a:lnTo>
                  <a:lnTo>
                    <a:pt x="64248" y="36614"/>
                  </a:lnTo>
                  <a:lnTo>
                    <a:pt x="63608" y="36956"/>
                  </a:lnTo>
                  <a:lnTo>
                    <a:pt x="62967" y="37297"/>
                  </a:lnTo>
                  <a:lnTo>
                    <a:pt x="62299" y="37639"/>
                  </a:lnTo>
                  <a:lnTo>
                    <a:pt x="61644" y="37966"/>
                  </a:lnTo>
                  <a:lnTo>
                    <a:pt x="60961" y="38279"/>
                  </a:lnTo>
                  <a:lnTo>
                    <a:pt x="60278" y="38592"/>
                  </a:lnTo>
                  <a:lnTo>
                    <a:pt x="59581" y="38905"/>
                  </a:lnTo>
                  <a:lnTo>
                    <a:pt x="58883" y="39204"/>
                  </a:lnTo>
                  <a:lnTo>
                    <a:pt x="58172" y="39489"/>
                  </a:lnTo>
                  <a:lnTo>
                    <a:pt x="57460" y="39773"/>
                  </a:lnTo>
                  <a:lnTo>
                    <a:pt x="56735" y="40044"/>
                  </a:lnTo>
                  <a:lnTo>
                    <a:pt x="55995" y="40314"/>
                  </a:lnTo>
                  <a:lnTo>
                    <a:pt x="55255" y="40556"/>
                  </a:lnTo>
                  <a:lnTo>
                    <a:pt x="54515" y="40798"/>
                  </a:lnTo>
                  <a:lnTo>
                    <a:pt x="53761" y="41026"/>
                  </a:lnTo>
                  <a:lnTo>
                    <a:pt x="52992" y="41253"/>
                  </a:lnTo>
                  <a:lnTo>
                    <a:pt x="52224" y="41453"/>
                  </a:lnTo>
                  <a:lnTo>
                    <a:pt x="51441" y="41652"/>
                  </a:lnTo>
                  <a:lnTo>
                    <a:pt x="50659" y="41837"/>
                  </a:lnTo>
                  <a:lnTo>
                    <a:pt x="49862" y="42008"/>
                  </a:lnTo>
                  <a:lnTo>
                    <a:pt x="49065" y="42164"/>
                  </a:lnTo>
                  <a:lnTo>
                    <a:pt x="48254" y="42306"/>
                  </a:lnTo>
                  <a:lnTo>
                    <a:pt x="47443" y="42420"/>
                  </a:lnTo>
                  <a:lnTo>
                    <a:pt x="46617" y="42534"/>
                  </a:lnTo>
                  <a:lnTo>
                    <a:pt x="45792" y="42634"/>
                  </a:lnTo>
                  <a:lnTo>
                    <a:pt x="44952" y="42719"/>
                  </a:lnTo>
                  <a:lnTo>
                    <a:pt x="44113" y="42776"/>
                  </a:lnTo>
                  <a:lnTo>
                    <a:pt x="43273" y="42833"/>
                  </a:lnTo>
                  <a:lnTo>
                    <a:pt x="42419" y="42861"/>
                  </a:lnTo>
                  <a:lnTo>
                    <a:pt x="41551" y="42876"/>
                  </a:lnTo>
                  <a:lnTo>
                    <a:pt x="40683" y="42876"/>
                  </a:lnTo>
                  <a:lnTo>
                    <a:pt x="39815" y="42847"/>
                  </a:lnTo>
                  <a:lnTo>
                    <a:pt x="38933" y="42819"/>
                  </a:lnTo>
                  <a:lnTo>
                    <a:pt x="38051" y="42762"/>
                  </a:lnTo>
                  <a:lnTo>
                    <a:pt x="37169" y="42676"/>
                  </a:lnTo>
                  <a:lnTo>
                    <a:pt x="36272" y="42577"/>
                  </a:lnTo>
                  <a:lnTo>
                    <a:pt x="35376" y="42463"/>
                  </a:lnTo>
                  <a:lnTo>
                    <a:pt x="34465" y="42321"/>
                  </a:lnTo>
                  <a:lnTo>
                    <a:pt x="33554" y="42164"/>
                  </a:lnTo>
                  <a:lnTo>
                    <a:pt x="32629" y="41979"/>
                  </a:lnTo>
                  <a:lnTo>
                    <a:pt x="31704" y="41780"/>
                  </a:lnTo>
                  <a:lnTo>
                    <a:pt x="30779" y="41552"/>
                  </a:lnTo>
                  <a:lnTo>
                    <a:pt x="29854" y="41310"/>
                  </a:lnTo>
                  <a:lnTo>
                    <a:pt x="28915" y="41040"/>
                  </a:lnTo>
                  <a:lnTo>
                    <a:pt x="27976" y="40741"/>
                  </a:lnTo>
                  <a:lnTo>
                    <a:pt x="27023" y="40414"/>
                  </a:lnTo>
                  <a:lnTo>
                    <a:pt x="26069" y="40072"/>
                  </a:lnTo>
                  <a:lnTo>
                    <a:pt x="25116" y="39702"/>
                  </a:lnTo>
                  <a:lnTo>
                    <a:pt x="24148" y="39318"/>
                  </a:lnTo>
                  <a:lnTo>
                    <a:pt x="23195" y="38891"/>
                  </a:lnTo>
                  <a:lnTo>
                    <a:pt x="22213" y="38450"/>
                  </a:lnTo>
                  <a:lnTo>
                    <a:pt x="21245" y="37981"/>
                  </a:lnTo>
                  <a:lnTo>
                    <a:pt x="20263" y="37482"/>
                  </a:lnTo>
                  <a:lnTo>
                    <a:pt x="19282" y="36956"/>
                  </a:lnTo>
                  <a:lnTo>
                    <a:pt x="18300" y="36401"/>
                  </a:lnTo>
                  <a:lnTo>
                    <a:pt x="17304" y="35818"/>
                  </a:lnTo>
                  <a:lnTo>
                    <a:pt x="16322" y="35206"/>
                  </a:lnTo>
                  <a:lnTo>
                    <a:pt x="15326" y="34565"/>
                  </a:lnTo>
                  <a:lnTo>
                    <a:pt x="14315" y="33897"/>
                  </a:lnTo>
                  <a:lnTo>
                    <a:pt x="13319" y="33199"/>
                  </a:lnTo>
                  <a:lnTo>
                    <a:pt x="12309" y="32474"/>
                  </a:lnTo>
                  <a:lnTo>
                    <a:pt x="11299" y="31719"/>
                  </a:lnTo>
                  <a:lnTo>
                    <a:pt x="10288" y="30922"/>
                  </a:lnTo>
                  <a:lnTo>
                    <a:pt x="9264" y="30097"/>
                  </a:lnTo>
                  <a:lnTo>
                    <a:pt x="8253" y="29243"/>
                  </a:lnTo>
                  <a:lnTo>
                    <a:pt x="7229" y="28361"/>
                  </a:lnTo>
                  <a:lnTo>
                    <a:pt x="6204" y="27436"/>
                  </a:lnTo>
                  <a:lnTo>
                    <a:pt x="5166" y="26483"/>
                  </a:lnTo>
                  <a:lnTo>
                    <a:pt x="4141" y="25501"/>
                  </a:lnTo>
                  <a:lnTo>
                    <a:pt x="3102" y="24476"/>
                  </a:lnTo>
                  <a:lnTo>
                    <a:pt x="2078" y="23423"/>
                  </a:lnTo>
                  <a:lnTo>
                    <a:pt x="1039" y="22342"/>
                  </a:lnTo>
                  <a:lnTo>
                    <a:pt x="0" y="2121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8"/>
            <p:cNvSpPr/>
            <p:nvPr/>
          </p:nvSpPr>
          <p:spPr>
            <a:xfrm>
              <a:off x="1438463" y="3160225"/>
              <a:ext cx="926750" cy="926750"/>
            </a:xfrm>
            <a:custGeom>
              <a:avLst/>
              <a:gdLst/>
              <a:ahLst/>
              <a:cxnLst/>
              <a:rect l="l" t="t" r="r" b="b"/>
              <a:pathLst>
                <a:path w="37070" h="37070" extrusionOk="0">
                  <a:moveTo>
                    <a:pt x="18542" y="1"/>
                  </a:moveTo>
                  <a:lnTo>
                    <a:pt x="18058" y="15"/>
                  </a:lnTo>
                  <a:lnTo>
                    <a:pt x="17589" y="29"/>
                  </a:lnTo>
                  <a:lnTo>
                    <a:pt x="17105" y="58"/>
                  </a:lnTo>
                  <a:lnTo>
                    <a:pt x="16635" y="100"/>
                  </a:lnTo>
                  <a:lnTo>
                    <a:pt x="16180" y="157"/>
                  </a:lnTo>
                  <a:lnTo>
                    <a:pt x="15710" y="214"/>
                  </a:lnTo>
                  <a:lnTo>
                    <a:pt x="15255" y="299"/>
                  </a:lnTo>
                  <a:lnTo>
                    <a:pt x="14799" y="385"/>
                  </a:lnTo>
                  <a:lnTo>
                    <a:pt x="14344" y="484"/>
                  </a:lnTo>
                  <a:lnTo>
                    <a:pt x="13903" y="584"/>
                  </a:lnTo>
                  <a:lnTo>
                    <a:pt x="13462" y="712"/>
                  </a:lnTo>
                  <a:lnTo>
                    <a:pt x="13021" y="840"/>
                  </a:lnTo>
                  <a:lnTo>
                    <a:pt x="12594" y="983"/>
                  </a:lnTo>
                  <a:lnTo>
                    <a:pt x="12167" y="1125"/>
                  </a:lnTo>
                  <a:lnTo>
                    <a:pt x="11740" y="1296"/>
                  </a:lnTo>
                  <a:lnTo>
                    <a:pt x="11327" y="1466"/>
                  </a:lnTo>
                  <a:lnTo>
                    <a:pt x="10915" y="1637"/>
                  </a:lnTo>
                  <a:lnTo>
                    <a:pt x="10502" y="1836"/>
                  </a:lnTo>
                  <a:lnTo>
                    <a:pt x="10104" y="2036"/>
                  </a:lnTo>
                  <a:lnTo>
                    <a:pt x="9705" y="2249"/>
                  </a:lnTo>
                  <a:lnTo>
                    <a:pt x="9307" y="2462"/>
                  </a:lnTo>
                  <a:lnTo>
                    <a:pt x="8923" y="2690"/>
                  </a:lnTo>
                  <a:lnTo>
                    <a:pt x="8553" y="2932"/>
                  </a:lnTo>
                  <a:lnTo>
                    <a:pt x="8168" y="3174"/>
                  </a:lnTo>
                  <a:lnTo>
                    <a:pt x="7813" y="3430"/>
                  </a:lnTo>
                  <a:lnTo>
                    <a:pt x="7443" y="3686"/>
                  </a:lnTo>
                  <a:lnTo>
                    <a:pt x="7101" y="3957"/>
                  </a:lnTo>
                  <a:lnTo>
                    <a:pt x="6745" y="4241"/>
                  </a:lnTo>
                  <a:lnTo>
                    <a:pt x="6404" y="4526"/>
                  </a:lnTo>
                  <a:lnTo>
                    <a:pt x="6077" y="4825"/>
                  </a:lnTo>
                  <a:lnTo>
                    <a:pt x="5749" y="5123"/>
                  </a:lnTo>
                  <a:lnTo>
                    <a:pt x="5436" y="5436"/>
                  </a:lnTo>
                  <a:lnTo>
                    <a:pt x="5123" y="5750"/>
                  </a:lnTo>
                  <a:lnTo>
                    <a:pt x="4824" y="6077"/>
                  </a:lnTo>
                  <a:lnTo>
                    <a:pt x="4525" y="6404"/>
                  </a:lnTo>
                  <a:lnTo>
                    <a:pt x="4241" y="6746"/>
                  </a:lnTo>
                  <a:lnTo>
                    <a:pt x="3956" y="7101"/>
                  </a:lnTo>
                  <a:lnTo>
                    <a:pt x="3686" y="7443"/>
                  </a:lnTo>
                  <a:lnTo>
                    <a:pt x="3430" y="7813"/>
                  </a:lnTo>
                  <a:lnTo>
                    <a:pt x="3174" y="8183"/>
                  </a:lnTo>
                  <a:lnTo>
                    <a:pt x="2918" y="8553"/>
                  </a:lnTo>
                  <a:lnTo>
                    <a:pt x="2690" y="8923"/>
                  </a:lnTo>
                  <a:lnTo>
                    <a:pt x="2462" y="9307"/>
                  </a:lnTo>
                  <a:lnTo>
                    <a:pt x="2234" y="9705"/>
                  </a:lnTo>
                  <a:lnTo>
                    <a:pt x="2035" y="10104"/>
                  </a:lnTo>
                  <a:lnTo>
                    <a:pt x="1836" y="10502"/>
                  </a:lnTo>
                  <a:lnTo>
                    <a:pt x="1637" y="10915"/>
                  </a:lnTo>
                  <a:lnTo>
                    <a:pt x="1466" y="11328"/>
                  </a:lnTo>
                  <a:lnTo>
                    <a:pt x="1295" y="11740"/>
                  </a:lnTo>
                  <a:lnTo>
                    <a:pt x="1125" y="12167"/>
                  </a:lnTo>
                  <a:lnTo>
                    <a:pt x="982" y="12594"/>
                  </a:lnTo>
                  <a:lnTo>
                    <a:pt x="840" y="13021"/>
                  </a:lnTo>
                  <a:lnTo>
                    <a:pt x="712" y="13462"/>
                  </a:lnTo>
                  <a:lnTo>
                    <a:pt x="584" y="13903"/>
                  </a:lnTo>
                  <a:lnTo>
                    <a:pt x="484" y="14359"/>
                  </a:lnTo>
                  <a:lnTo>
                    <a:pt x="385" y="14800"/>
                  </a:lnTo>
                  <a:lnTo>
                    <a:pt x="299" y="15255"/>
                  </a:lnTo>
                  <a:lnTo>
                    <a:pt x="214" y="15710"/>
                  </a:lnTo>
                  <a:lnTo>
                    <a:pt x="157" y="16180"/>
                  </a:lnTo>
                  <a:lnTo>
                    <a:pt x="100" y="16650"/>
                  </a:lnTo>
                  <a:lnTo>
                    <a:pt x="57" y="17105"/>
                  </a:lnTo>
                  <a:lnTo>
                    <a:pt x="29" y="17589"/>
                  </a:lnTo>
                  <a:lnTo>
                    <a:pt x="15" y="18058"/>
                  </a:lnTo>
                  <a:lnTo>
                    <a:pt x="0" y="18542"/>
                  </a:lnTo>
                  <a:lnTo>
                    <a:pt x="15" y="19012"/>
                  </a:lnTo>
                  <a:lnTo>
                    <a:pt x="29" y="19496"/>
                  </a:lnTo>
                  <a:lnTo>
                    <a:pt x="57" y="19965"/>
                  </a:lnTo>
                  <a:lnTo>
                    <a:pt x="100" y="20435"/>
                  </a:lnTo>
                  <a:lnTo>
                    <a:pt x="157" y="20904"/>
                  </a:lnTo>
                  <a:lnTo>
                    <a:pt x="214" y="21360"/>
                  </a:lnTo>
                  <a:lnTo>
                    <a:pt x="299" y="21815"/>
                  </a:lnTo>
                  <a:lnTo>
                    <a:pt x="385" y="22270"/>
                  </a:lnTo>
                  <a:lnTo>
                    <a:pt x="484" y="22726"/>
                  </a:lnTo>
                  <a:lnTo>
                    <a:pt x="584" y="23167"/>
                  </a:lnTo>
                  <a:lnTo>
                    <a:pt x="712" y="23608"/>
                  </a:lnTo>
                  <a:lnTo>
                    <a:pt x="840" y="24049"/>
                  </a:lnTo>
                  <a:lnTo>
                    <a:pt x="982" y="24476"/>
                  </a:lnTo>
                  <a:lnTo>
                    <a:pt x="1125" y="24903"/>
                  </a:lnTo>
                  <a:lnTo>
                    <a:pt x="1295" y="25330"/>
                  </a:lnTo>
                  <a:lnTo>
                    <a:pt x="1466" y="25757"/>
                  </a:lnTo>
                  <a:lnTo>
                    <a:pt x="1637" y="26169"/>
                  </a:lnTo>
                  <a:lnTo>
                    <a:pt x="1836" y="26568"/>
                  </a:lnTo>
                  <a:lnTo>
                    <a:pt x="2035" y="26981"/>
                  </a:lnTo>
                  <a:lnTo>
                    <a:pt x="2234" y="27365"/>
                  </a:lnTo>
                  <a:lnTo>
                    <a:pt x="2462" y="27763"/>
                  </a:lnTo>
                  <a:lnTo>
                    <a:pt x="2690" y="28147"/>
                  </a:lnTo>
                  <a:lnTo>
                    <a:pt x="2918" y="28532"/>
                  </a:lnTo>
                  <a:lnTo>
                    <a:pt x="3174" y="28902"/>
                  </a:lnTo>
                  <a:lnTo>
                    <a:pt x="3430" y="29272"/>
                  </a:lnTo>
                  <a:lnTo>
                    <a:pt x="3686" y="29627"/>
                  </a:lnTo>
                  <a:lnTo>
                    <a:pt x="3956" y="29983"/>
                  </a:lnTo>
                  <a:lnTo>
                    <a:pt x="4241" y="30325"/>
                  </a:lnTo>
                  <a:lnTo>
                    <a:pt x="4525" y="30666"/>
                  </a:lnTo>
                  <a:lnTo>
                    <a:pt x="4824" y="30993"/>
                  </a:lnTo>
                  <a:lnTo>
                    <a:pt x="5123" y="31321"/>
                  </a:lnTo>
                  <a:lnTo>
                    <a:pt x="5436" y="31648"/>
                  </a:lnTo>
                  <a:lnTo>
                    <a:pt x="5749" y="31947"/>
                  </a:lnTo>
                  <a:lnTo>
                    <a:pt x="6077" y="32260"/>
                  </a:lnTo>
                  <a:lnTo>
                    <a:pt x="6404" y="32545"/>
                  </a:lnTo>
                  <a:lnTo>
                    <a:pt x="6745" y="32843"/>
                  </a:lnTo>
                  <a:lnTo>
                    <a:pt x="7101" y="33114"/>
                  </a:lnTo>
                  <a:lnTo>
                    <a:pt x="7443" y="33384"/>
                  </a:lnTo>
                  <a:lnTo>
                    <a:pt x="7813" y="33654"/>
                  </a:lnTo>
                  <a:lnTo>
                    <a:pt x="8168" y="33911"/>
                  </a:lnTo>
                  <a:lnTo>
                    <a:pt x="8553" y="34152"/>
                  </a:lnTo>
                  <a:lnTo>
                    <a:pt x="8923" y="34380"/>
                  </a:lnTo>
                  <a:lnTo>
                    <a:pt x="9307" y="34608"/>
                  </a:lnTo>
                  <a:lnTo>
                    <a:pt x="9705" y="34836"/>
                  </a:lnTo>
                  <a:lnTo>
                    <a:pt x="10104" y="35035"/>
                  </a:lnTo>
                  <a:lnTo>
                    <a:pt x="10502" y="35248"/>
                  </a:lnTo>
                  <a:lnTo>
                    <a:pt x="10915" y="35433"/>
                  </a:lnTo>
                  <a:lnTo>
                    <a:pt x="11327" y="35618"/>
                  </a:lnTo>
                  <a:lnTo>
                    <a:pt x="11740" y="35789"/>
                  </a:lnTo>
                  <a:lnTo>
                    <a:pt x="12167" y="35945"/>
                  </a:lnTo>
                  <a:lnTo>
                    <a:pt x="12594" y="36102"/>
                  </a:lnTo>
                  <a:lnTo>
                    <a:pt x="13021" y="36230"/>
                  </a:lnTo>
                  <a:lnTo>
                    <a:pt x="13462" y="36372"/>
                  </a:lnTo>
                  <a:lnTo>
                    <a:pt x="13903" y="36486"/>
                  </a:lnTo>
                  <a:lnTo>
                    <a:pt x="14344" y="36600"/>
                  </a:lnTo>
                  <a:lnTo>
                    <a:pt x="14799" y="36700"/>
                  </a:lnTo>
                  <a:lnTo>
                    <a:pt x="15255" y="36785"/>
                  </a:lnTo>
                  <a:lnTo>
                    <a:pt x="15710" y="36856"/>
                  </a:lnTo>
                  <a:lnTo>
                    <a:pt x="16180" y="36927"/>
                  </a:lnTo>
                  <a:lnTo>
                    <a:pt x="16635" y="36970"/>
                  </a:lnTo>
                  <a:lnTo>
                    <a:pt x="17105" y="37013"/>
                  </a:lnTo>
                  <a:lnTo>
                    <a:pt x="17589" y="37041"/>
                  </a:lnTo>
                  <a:lnTo>
                    <a:pt x="18058" y="37070"/>
                  </a:lnTo>
                  <a:lnTo>
                    <a:pt x="19012" y="37070"/>
                  </a:lnTo>
                  <a:lnTo>
                    <a:pt x="19495" y="37041"/>
                  </a:lnTo>
                  <a:lnTo>
                    <a:pt x="19965" y="37013"/>
                  </a:lnTo>
                  <a:lnTo>
                    <a:pt x="20435" y="36970"/>
                  </a:lnTo>
                  <a:lnTo>
                    <a:pt x="20890" y="36927"/>
                  </a:lnTo>
                  <a:lnTo>
                    <a:pt x="21359" y="36856"/>
                  </a:lnTo>
                  <a:lnTo>
                    <a:pt x="21815" y="36785"/>
                  </a:lnTo>
                  <a:lnTo>
                    <a:pt x="22270" y="36700"/>
                  </a:lnTo>
                  <a:lnTo>
                    <a:pt x="22726" y="36600"/>
                  </a:lnTo>
                  <a:lnTo>
                    <a:pt x="23167" y="36486"/>
                  </a:lnTo>
                  <a:lnTo>
                    <a:pt x="23608" y="36372"/>
                  </a:lnTo>
                  <a:lnTo>
                    <a:pt x="24049" y="36230"/>
                  </a:lnTo>
                  <a:lnTo>
                    <a:pt x="24476" y="36102"/>
                  </a:lnTo>
                  <a:lnTo>
                    <a:pt x="24903" y="35945"/>
                  </a:lnTo>
                  <a:lnTo>
                    <a:pt x="25330" y="35789"/>
                  </a:lnTo>
                  <a:lnTo>
                    <a:pt x="25742" y="35618"/>
                  </a:lnTo>
                  <a:lnTo>
                    <a:pt x="26169" y="35433"/>
                  </a:lnTo>
                  <a:lnTo>
                    <a:pt x="26568" y="35248"/>
                  </a:lnTo>
                  <a:lnTo>
                    <a:pt x="26966" y="35035"/>
                  </a:lnTo>
                  <a:lnTo>
                    <a:pt x="27364" y="34836"/>
                  </a:lnTo>
                  <a:lnTo>
                    <a:pt x="27763" y="34608"/>
                  </a:lnTo>
                  <a:lnTo>
                    <a:pt x="28147" y="34380"/>
                  </a:lnTo>
                  <a:lnTo>
                    <a:pt x="28531" y="34152"/>
                  </a:lnTo>
                  <a:lnTo>
                    <a:pt x="28901" y="33911"/>
                  </a:lnTo>
                  <a:lnTo>
                    <a:pt x="29257" y="33654"/>
                  </a:lnTo>
                  <a:lnTo>
                    <a:pt x="29627" y="33384"/>
                  </a:lnTo>
                  <a:lnTo>
                    <a:pt x="29983" y="33114"/>
                  </a:lnTo>
                  <a:lnTo>
                    <a:pt x="30324" y="32843"/>
                  </a:lnTo>
                  <a:lnTo>
                    <a:pt x="30666" y="32545"/>
                  </a:lnTo>
                  <a:lnTo>
                    <a:pt x="30993" y="32260"/>
                  </a:lnTo>
                  <a:lnTo>
                    <a:pt x="31320" y="31947"/>
                  </a:lnTo>
                  <a:lnTo>
                    <a:pt x="31633" y="31648"/>
                  </a:lnTo>
                  <a:lnTo>
                    <a:pt x="31946" y="31321"/>
                  </a:lnTo>
                  <a:lnTo>
                    <a:pt x="32260" y="30993"/>
                  </a:lnTo>
                  <a:lnTo>
                    <a:pt x="32544" y="30666"/>
                  </a:lnTo>
                  <a:lnTo>
                    <a:pt x="32843" y="30325"/>
                  </a:lnTo>
                  <a:lnTo>
                    <a:pt x="33113" y="29983"/>
                  </a:lnTo>
                  <a:lnTo>
                    <a:pt x="33384" y="29627"/>
                  </a:lnTo>
                  <a:lnTo>
                    <a:pt x="33654" y="29272"/>
                  </a:lnTo>
                  <a:lnTo>
                    <a:pt x="33896" y="28902"/>
                  </a:lnTo>
                  <a:lnTo>
                    <a:pt x="34152" y="28532"/>
                  </a:lnTo>
                  <a:lnTo>
                    <a:pt x="34380" y="28147"/>
                  </a:lnTo>
                  <a:lnTo>
                    <a:pt x="34607" y="27763"/>
                  </a:lnTo>
                  <a:lnTo>
                    <a:pt x="34835" y="27365"/>
                  </a:lnTo>
                  <a:lnTo>
                    <a:pt x="35034" y="26981"/>
                  </a:lnTo>
                  <a:lnTo>
                    <a:pt x="35234" y="26568"/>
                  </a:lnTo>
                  <a:lnTo>
                    <a:pt x="35433" y="26169"/>
                  </a:lnTo>
                  <a:lnTo>
                    <a:pt x="35618" y="25757"/>
                  </a:lnTo>
                  <a:lnTo>
                    <a:pt x="35789" y="25330"/>
                  </a:lnTo>
                  <a:lnTo>
                    <a:pt x="35945" y="24903"/>
                  </a:lnTo>
                  <a:lnTo>
                    <a:pt x="36087" y="24476"/>
                  </a:lnTo>
                  <a:lnTo>
                    <a:pt x="36230" y="24049"/>
                  </a:lnTo>
                  <a:lnTo>
                    <a:pt x="36358" y="23608"/>
                  </a:lnTo>
                  <a:lnTo>
                    <a:pt x="36486" y="23167"/>
                  </a:lnTo>
                  <a:lnTo>
                    <a:pt x="36600" y="22726"/>
                  </a:lnTo>
                  <a:lnTo>
                    <a:pt x="36685" y="22270"/>
                  </a:lnTo>
                  <a:lnTo>
                    <a:pt x="36785" y="21815"/>
                  </a:lnTo>
                  <a:lnTo>
                    <a:pt x="36856" y="21360"/>
                  </a:lnTo>
                  <a:lnTo>
                    <a:pt x="36913" y="20904"/>
                  </a:lnTo>
                  <a:lnTo>
                    <a:pt x="36970" y="20435"/>
                  </a:lnTo>
                  <a:lnTo>
                    <a:pt x="37012" y="19965"/>
                  </a:lnTo>
                  <a:lnTo>
                    <a:pt x="37041" y="19496"/>
                  </a:lnTo>
                  <a:lnTo>
                    <a:pt x="37055" y="19012"/>
                  </a:lnTo>
                  <a:lnTo>
                    <a:pt x="37069" y="18542"/>
                  </a:lnTo>
                  <a:lnTo>
                    <a:pt x="37055" y="18058"/>
                  </a:lnTo>
                  <a:lnTo>
                    <a:pt x="37041" y="17589"/>
                  </a:lnTo>
                  <a:lnTo>
                    <a:pt x="37012" y="17105"/>
                  </a:lnTo>
                  <a:lnTo>
                    <a:pt x="36970" y="16650"/>
                  </a:lnTo>
                  <a:lnTo>
                    <a:pt x="36913" y="16180"/>
                  </a:lnTo>
                  <a:lnTo>
                    <a:pt x="36856" y="15710"/>
                  </a:lnTo>
                  <a:lnTo>
                    <a:pt x="36785" y="15255"/>
                  </a:lnTo>
                  <a:lnTo>
                    <a:pt x="36685" y="14800"/>
                  </a:lnTo>
                  <a:lnTo>
                    <a:pt x="36600" y="14359"/>
                  </a:lnTo>
                  <a:lnTo>
                    <a:pt x="36486" y="13903"/>
                  </a:lnTo>
                  <a:lnTo>
                    <a:pt x="36358" y="13462"/>
                  </a:lnTo>
                  <a:lnTo>
                    <a:pt x="36230" y="13021"/>
                  </a:lnTo>
                  <a:lnTo>
                    <a:pt x="36087" y="12594"/>
                  </a:lnTo>
                  <a:lnTo>
                    <a:pt x="35945" y="12167"/>
                  </a:lnTo>
                  <a:lnTo>
                    <a:pt x="35789" y="11740"/>
                  </a:lnTo>
                  <a:lnTo>
                    <a:pt x="35618" y="11328"/>
                  </a:lnTo>
                  <a:lnTo>
                    <a:pt x="35433" y="10915"/>
                  </a:lnTo>
                  <a:lnTo>
                    <a:pt x="35234" y="10502"/>
                  </a:lnTo>
                  <a:lnTo>
                    <a:pt x="35034" y="10104"/>
                  </a:lnTo>
                  <a:lnTo>
                    <a:pt x="34835" y="9705"/>
                  </a:lnTo>
                  <a:lnTo>
                    <a:pt x="34607" y="9307"/>
                  </a:lnTo>
                  <a:lnTo>
                    <a:pt x="34380" y="8923"/>
                  </a:lnTo>
                  <a:lnTo>
                    <a:pt x="34152" y="8553"/>
                  </a:lnTo>
                  <a:lnTo>
                    <a:pt x="33896" y="8183"/>
                  </a:lnTo>
                  <a:lnTo>
                    <a:pt x="33654" y="7813"/>
                  </a:lnTo>
                  <a:lnTo>
                    <a:pt x="33384" y="7443"/>
                  </a:lnTo>
                  <a:lnTo>
                    <a:pt x="33113" y="7101"/>
                  </a:lnTo>
                  <a:lnTo>
                    <a:pt x="32843" y="6746"/>
                  </a:lnTo>
                  <a:lnTo>
                    <a:pt x="32544" y="6404"/>
                  </a:lnTo>
                  <a:lnTo>
                    <a:pt x="32260" y="6077"/>
                  </a:lnTo>
                  <a:lnTo>
                    <a:pt x="31946" y="5750"/>
                  </a:lnTo>
                  <a:lnTo>
                    <a:pt x="31633" y="5436"/>
                  </a:lnTo>
                  <a:lnTo>
                    <a:pt x="31320" y="5123"/>
                  </a:lnTo>
                  <a:lnTo>
                    <a:pt x="30993" y="4825"/>
                  </a:lnTo>
                  <a:lnTo>
                    <a:pt x="30666" y="4526"/>
                  </a:lnTo>
                  <a:lnTo>
                    <a:pt x="30324" y="4241"/>
                  </a:lnTo>
                  <a:lnTo>
                    <a:pt x="29983" y="3957"/>
                  </a:lnTo>
                  <a:lnTo>
                    <a:pt x="29627" y="3686"/>
                  </a:lnTo>
                  <a:lnTo>
                    <a:pt x="29257" y="3430"/>
                  </a:lnTo>
                  <a:lnTo>
                    <a:pt x="28901" y="3174"/>
                  </a:lnTo>
                  <a:lnTo>
                    <a:pt x="28531" y="2932"/>
                  </a:lnTo>
                  <a:lnTo>
                    <a:pt x="28147" y="2690"/>
                  </a:lnTo>
                  <a:lnTo>
                    <a:pt x="27763" y="2462"/>
                  </a:lnTo>
                  <a:lnTo>
                    <a:pt x="27364" y="2249"/>
                  </a:lnTo>
                  <a:lnTo>
                    <a:pt x="26966" y="2036"/>
                  </a:lnTo>
                  <a:lnTo>
                    <a:pt x="26568" y="1836"/>
                  </a:lnTo>
                  <a:lnTo>
                    <a:pt x="26169" y="1637"/>
                  </a:lnTo>
                  <a:lnTo>
                    <a:pt x="25742" y="1466"/>
                  </a:lnTo>
                  <a:lnTo>
                    <a:pt x="25330" y="1296"/>
                  </a:lnTo>
                  <a:lnTo>
                    <a:pt x="24903" y="1125"/>
                  </a:lnTo>
                  <a:lnTo>
                    <a:pt x="24476" y="983"/>
                  </a:lnTo>
                  <a:lnTo>
                    <a:pt x="24049" y="840"/>
                  </a:lnTo>
                  <a:lnTo>
                    <a:pt x="23608" y="712"/>
                  </a:lnTo>
                  <a:lnTo>
                    <a:pt x="23167" y="584"/>
                  </a:lnTo>
                  <a:lnTo>
                    <a:pt x="22726" y="484"/>
                  </a:lnTo>
                  <a:lnTo>
                    <a:pt x="22270" y="385"/>
                  </a:lnTo>
                  <a:lnTo>
                    <a:pt x="21815" y="299"/>
                  </a:lnTo>
                  <a:lnTo>
                    <a:pt x="21359" y="214"/>
                  </a:lnTo>
                  <a:lnTo>
                    <a:pt x="20890" y="157"/>
                  </a:lnTo>
                  <a:lnTo>
                    <a:pt x="20435" y="100"/>
                  </a:lnTo>
                  <a:lnTo>
                    <a:pt x="19965" y="58"/>
                  </a:lnTo>
                  <a:lnTo>
                    <a:pt x="19495" y="29"/>
                  </a:lnTo>
                  <a:lnTo>
                    <a:pt x="19012" y="15"/>
                  </a:lnTo>
                  <a:lnTo>
                    <a:pt x="18542" y="1"/>
                  </a:lnTo>
                  <a:close/>
                </a:path>
              </a:pathLst>
            </a:custGeom>
            <a:solidFill>
              <a:srgbClr val="2119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8"/>
            <p:cNvSpPr/>
            <p:nvPr/>
          </p:nvSpPr>
          <p:spPr>
            <a:xfrm>
              <a:off x="1438463" y="3160225"/>
              <a:ext cx="926750" cy="926750"/>
            </a:xfrm>
            <a:custGeom>
              <a:avLst/>
              <a:gdLst/>
              <a:ahLst/>
              <a:cxnLst/>
              <a:rect l="l" t="t" r="r" b="b"/>
              <a:pathLst>
                <a:path w="37070" h="37070" fill="none" extrusionOk="0">
                  <a:moveTo>
                    <a:pt x="37069" y="18542"/>
                  </a:moveTo>
                  <a:lnTo>
                    <a:pt x="37069" y="18542"/>
                  </a:lnTo>
                  <a:lnTo>
                    <a:pt x="37055" y="19012"/>
                  </a:lnTo>
                  <a:lnTo>
                    <a:pt x="37041" y="19496"/>
                  </a:lnTo>
                  <a:lnTo>
                    <a:pt x="37012" y="19965"/>
                  </a:lnTo>
                  <a:lnTo>
                    <a:pt x="36970" y="20435"/>
                  </a:lnTo>
                  <a:lnTo>
                    <a:pt x="36913" y="20904"/>
                  </a:lnTo>
                  <a:lnTo>
                    <a:pt x="36856" y="21360"/>
                  </a:lnTo>
                  <a:lnTo>
                    <a:pt x="36785" y="21815"/>
                  </a:lnTo>
                  <a:lnTo>
                    <a:pt x="36685" y="22270"/>
                  </a:lnTo>
                  <a:lnTo>
                    <a:pt x="36600" y="22726"/>
                  </a:lnTo>
                  <a:lnTo>
                    <a:pt x="36486" y="23167"/>
                  </a:lnTo>
                  <a:lnTo>
                    <a:pt x="36358" y="23608"/>
                  </a:lnTo>
                  <a:lnTo>
                    <a:pt x="36230" y="24049"/>
                  </a:lnTo>
                  <a:lnTo>
                    <a:pt x="36087" y="24476"/>
                  </a:lnTo>
                  <a:lnTo>
                    <a:pt x="35945" y="24903"/>
                  </a:lnTo>
                  <a:lnTo>
                    <a:pt x="35789" y="25330"/>
                  </a:lnTo>
                  <a:lnTo>
                    <a:pt x="35618" y="25757"/>
                  </a:lnTo>
                  <a:lnTo>
                    <a:pt x="35433" y="26169"/>
                  </a:lnTo>
                  <a:lnTo>
                    <a:pt x="35234" y="26568"/>
                  </a:lnTo>
                  <a:lnTo>
                    <a:pt x="35034" y="26981"/>
                  </a:lnTo>
                  <a:lnTo>
                    <a:pt x="34835" y="27365"/>
                  </a:lnTo>
                  <a:lnTo>
                    <a:pt x="34607" y="27763"/>
                  </a:lnTo>
                  <a:lnTo>
                    <a:pt x="34380" y="28147"/>
                  </a:lnTo>
                  <a:lnTo>
                    <a:pt x="34152" y="28532"/>
                  </a:lnTo>
                  <a:lnTo>
                    <a:pt x="33896" y="28902"/>
                  </a:lnTo>
                  <a:lnTo>
                    <a:pt x="33654" y="29272"/>
                  </a:lnTo>
                  <a:lnTo>
                    <a:pt x="33384" y="29627"/>
                  </a:lnTo>
                  <a:lnTo>
                    <a:pt x="33113" y="29983"/>
                  </a:lnTo>
                  <a:lnTo>
                    <a:pt x="32843" y="30325"/>
                  </a:lnTo>
                  <a:lnTo>
                    <a:pt x="32544" y="30666"/>
                  </a:lnTo>
                  <a:lnTo>
                    <a:pt x="32260" y="30993"/>
                  </a:lnTo>
                  <a:lnTo>
                    <a:pt x="31946" y="31321"/>
                  </a:lnTo>
                  <a:lnTo>
                    <a:pt x="31633" y="31648"/>
                  </a:lnTo>
                  <a:lnTo>
                    <a:pt x="31320" y="31947"/>
                  </a:lnTo>
                  <a:lnTo>
                    <a:pt x="30993" y="32260"/>
                  </a:lnTo>
                  <a:lnTo>
                    <a:pt x="30666" y="32545"/>
                  </a:lnTo>
                  <a:lnTo>
                    <a:pt x="30324" y="32843"/>
                  </a:lnTo>
                  <a:lnTo>
                    <a:pt x="29983" y="33114"/>
                  </a:lnTo>
                  <a:lnTo>
                    <a:pt x="29627" y="33384"/>
                  </a:lnTo>
                  <a:lnTo>
                    <a:pt x="29257" y="33654"/>
                  </a:lnTo>
                  <a:lnTo>
                    <a:pt x="28901" y="33911"/>
                  </a:lnTo>
                  <a:lnTo>
                    <a:pt x="28531" y="34152"/>
                  </a:lnTo>
                  <a:lnTo>
                    <a:pt x="28147" y="34380"/>
                  </a:lnTo>
                  <a:lnTo>
                    <a:pt x="27763" y="34608"/>
                  </a:lnTo>
                  <a:lnTo>
                    <a:pt x="27364" y="34836"/>
                  </a:lnTo>
                  <a:lnTo>
                    <a:pt x="26966" y="35035"/>
                  </a:lnTo>
                  <a:lnTo>
                    <a:pt x="26568" y="35248"/>
                  </a:lnTo>
                  <a:lnTo>
                    <a:pt x="26169" y="35433"/>
                  </a:lnTo>
                  <a:lnTo>
                    <a:pt x="25742" y="35618"/>
                  </a:lnTo>
                  <a:lnTo>
                    <a:pt x="25330" y="35789"/>
                  </a:lnTo>
                  <a:lnTo>
                    <a:pt x="24903" y="35945"/>
                  </a:lnTo>
                  <a:lnTo>
                    <a:pt x="24476" y="36102"/>
                  </a:lnTo>
                  <a:lnTo>
                    <a:pt x="24049" y="36230"/>
                  </a:lnTo>
                  <a:lnTo>
                    <a:pt x="23608" y="36372"/>
                  </a:lnTo>
                  <a:lnTo>
                    <a:pt x="23167" y="36486"/>
                  </a:lnTo>
                  <a:lnTo>
                    <a:pt x="22726" y="36600"/>
                  </a:lnTo>
                  <a:lnTo>
                    <a:pt x="22270" y="36700"/>
                  </a:lnTo>
                  <a:lnTo>
                    <a:pt x="21815" y="36785"/>
                  </a:lnTo>
                  <a:lnTo>
                    <a:pt x="21359" y="36856"/>
                  </a:lnTo>
                  <a:lnTo>
                    <a:pt x="20890" y="36927"/>
                  </a:lnTo>
                  <a:lnTo>
                    <a:pt x="20435" y="36970"/>
                  </a:lnTo>
                  <a:lnTo>
                    <a:pt x="19965" y="37013"/>
                  </a:lnTo>
                  <a:lnTo>
                    <a:pt x="19495" y="37041"/>
                  </a:lnTo>
                  <a:lnTo>
                    <a:pt x="19012" y="37070"/>
                  </a:lnTo>
                  <a:lnTo>
                    <a:pt x="18542" y="37070"/>
                  </a:lnTo>
                  <a:lnTo>
                    <a:pt x="18542" y="37070"/>
                  </a:lnTo>
                  <a:lnTo>
                    <a:pt x="18058" y="37070"/>
                  </a:lnTo>
                  <a:lnTo>
                    <a:pt x="17589" y="37041"/>
                  </a:lnTo>
                  <a:lnTo>
                    <a:pt x="17105" y="37013"/>
                  </a:lnTo>
                  <a:lnTo>
                    <a:pt x="16635" y="36970"/>
                  </a:lnTo>
                  <a:lnTo>
                    <a:pt x="16180" y="36927"/>
                  </a:lnTo>
                  <a:lnTo>
                    <a:pt x="15710" y="36856"/>
                  </a:lnTo>
                  <a:lnTo>
                    <a:pt x="15255" y="36785"/>
                  </a:lnTo>
                  <a:lnTo>
                    <a:pt x="14799" y="36700"/>
                  </a:lnTo>
                  <a:lnTo>
                    <a:pt x="14344" y="36600"/>
                  </a:lnTo>
                  <a:lnTo>
                    <a:pt x="13903" y="36486"/>
                  </a:lnTo>
                  <a:lnTo>
                    <a:pt x="13462" y="36372"/>
                  </a:lnTo>
                  <a:lnTo>
                    <a:pt x="13021" y="36230"/>
                  </a:lnTo>
                  <a:lnTo>
                    <a:pt x="12594" y="36102"/>
                  </a:lnTo>
                  <a:lnTo>
                    <a:pt x="12167" y="35945"/>
                  </a:lnTo>
                  <a:lnTo>
                    <a:pt x="11740" y="35789"/>
                  </a:lnTo>
                  <a:lnTo>
                    <a:pt x="11327" y="35618"/>
                  </a:lnTo>
                  <a:lnTo>
                    <a:pt x="10915" y="35433"/>
                  </a:lnTo>
                  <a:lnTo>
                    <a:pt x="10502" y="35248"/>
                  </a:lnTo>
                  <a:lnTo>
                    <a:pt x="10104" y="35035"/>
                  </a:lnTo>
                  <a:lnTo>
                    <a:pt x="9705" y="34836"/>
                  </a:lnTo>
                  <a:lnTo>
                    <a:pt x="9307" y="34608"/>
                  </a:lnTo>
                  <a:lnTo>
                    <a:pt x="8923" y="34380"/>
                  </a:lnTo>
                  <a:lnTo>
                    <a:pt x="8553" y="34152"/>
                  </a:lnTo>
                  <a:lnTo>
                    <a:pt x="8168" y="33911"/>
                  </a:lnTo>
                  <a:lnTo>
                    <a:pt x="7813" y="33654"/>
                  </a:lnTo>
                  <a:lnTo>
                    <a:pt x="7443" y="33384"/>
                  </a:lnTo>
                  <a:lnTo>
                    <a:pt x="7101" y="33114"/>
                  </a:lnTo>
                  <a:lnTo>
                    <a:pt x="6745" y="32843"/>
                  </a:lnTo>
                  <a:lnTo>
                    <a:pt x="6404" y="32545"/>
                  </a:lnTo>
                  <a:lnTo>
                    <a:pt x="6077" y="32260"/>
                  </a:lnTo>
                  <a:lnTo>
                    <a:pt x="5749" y="31947"/>
                  </a:lnTo>
                  <a:lnTo>
                    <a:pt x="5436" y="31648"/>
                  </a:lnTo>
                  <a:lnTo>
                    <a:pt x="5123" y="31321"/>
                  </a:lnTo>
                  <a:lnTo>
                    <a:pt x="4824" y="30993"/>
                  </a:lnTo>
                  <a:lnTo>
                    <a:pt x="4525" y="30666"/>
                  </a:lnTo>
                  <a:lnTo>
                    <a:pt x="4241" y="30325"/>
                  </a:lnTo>
                  <a:lnTo>
                    <a:pt x="3956" y="29983"/>
                  </a:lnTo>
                  <a:lnTo>
                    <a:pt x="3686" y="29627"/>
                  </a:lnTo>
                  <a:lnTo>
                    <a:pt x="3430" y="29272"/>
                  </a:lnTo>
                  <a:lnTo>
                    <a:pt x="3174" y="28902"/>
                  </a:lnTo>
                  <a:lnTo>
                    <a:pt x="2918" y="28532"/>
                  </a:lnTo>
                  <a:lnTo>
                    <a:pt x="2690" y="28147"/>
                  </a:lnTo>
                  <a:lnTo>
                    <a:pt x="2462" y="27763"/>
                  </a:lnTo>
                  <a:lnTo>
                    <a:pt x="2234" y="27365"/>
                  </a:lnTo>
                  <a:lnTo>
                    <a:pt x="2035" y="26981"/>
                  </a:lnTo>
                  <a:lnTo>
                    <a:pt x="1836" y="26568"/>
                  </a:lnTo>
                  <a:lnTo>
                    <a:pt x="1637" y="26169"/>
                  </a:lnTo>
                  <a:lnTo>
                    <a:pt x="1466" y="25757"/>
                  </a:lnTo>
                  <a:lnTo>
                    <a:pt x="1295" y="25330"/>
                  </a:lnTo>
                  <a:lnTo>
                    <a:pt x="1125" y="24903"/>
                  </a:lnTo>
                  <a:lnTo>
                    <a:pt x="982" y="24476"/>
                  </a:lnTo>
                  <a:lnTo>
                    <a:pt x="840" y="24049"/>
                  </a:lnTo>
                  <a:lnTo>
                    <a:pt x="712" y="23608"/>
                  </a:lnTo>
                  <a:lnTo>
                    <a:pt x="584" y="23167"/>
                  </a:lnTo>
                  <a:lnTo>
                    <a:pt x="484" y="22726"/>
                  </a:lnTo>
                  <a:lnTo>
                    <a:pt x="385" y="22270"/>
                  </a:lnTo>
                  <a:lnTo>
                    <a:pt x="299" y="21815"/>
                  </a:lnTo>
                  <a:lnTo>
                    <a:pt x="214" y="21360"/>
                  </a:lnTo>
                  <a:lnTo>
                    <a:pt x="157" y="20904"/>
                  </a:lnTo>
                  <a:lnTo>
                    <a:pt x="100" y="20435"/>
                  </a:lnTo>
                  <a:lnTo>
                    <a:pt x="57" y="19965"/>
                  </a:lnTo>
                  <a:lnTo>
                    <a:pt x="29" y="19496"/>
                  </a:lnTo>
                  <a:lnTo>
                    <a:pt x="15" y="19012"/>
                  </a:lnTo>
                  <a:lnTo>
                    <a:pt x="0" y="18542"/>
                  </a:lnTo>
                  <a:lnTo>
                    <a:pt x="0" y="18542"/>
                  </a:lnTo>
                  <a:lnTo>
                    <a:pt x="15" y="18058"/>
                  </a:lnTo>
                  <a:lnTo>
                    <a:pt x="29" y="17589"/>
                  </a:lnTo>
                  <a:lnTo>
                    <a:pt x="57" y="17105"/>
                  </a:lnTo>
                  <a:lnTo>
                    <a:pt x="100" y="16650"/>
                  </a:lnTo>
                  <a:lnTo>
                    <a:pt x="157" y="16180"/>
                  </a:lnTo>
                  <a:lnTo>
                    <a:pt x="214" y="15710"/>
                  </a:lnTo>
                  <a:lnTo>
                    <a:pt x="299" y="15255"/>
                  </a:lnTo>
                  <a:lnTo>
                    <a:pt x="385" y="14800"/>
                  </a:lnTo>
                  <a:lnTo>
                    <a:pt x="484" y="14359"/>
                  </a:lnTo>
                  <a:lnTo>
                    <a:pt x="584" y="13903"/>
                  </a:lnTo>
                  <a:lnTo>
                    <a:pt x="712" y="13462"/>
                  </a:lnTo>
                  <a:lnTo>
                    <a:pt x="840" y="13021"/>
                  </a:lnTo>
                  <a:lnTo>
                    <a:pt x="982" y="12594"/>
                  </a:lnTo>
                  <a:lnTo>
                    <a:pt x="1125" y="12167"/>
                  </a:lnTo>
                  <a:lnTo>
                    <a:pt x="1295" y="11740"/>
                  </a:lnTo>
                  <a:lnTo>
                    <a:pt x="1466" y="11328"/>
                  </a:lnTo>
                  <a:lnTo>
                    <a:pt x="1637" y="10915"/>
                  </a:lnTo>
                  <a:lnTo>
                    <a:pt x="1836" y="10502"/>
                  </a:lnTo>
                  <a:lnTo>
                    <a:pt x="2035" y="10104"/>
                  </a:lnTo>
                  <a:lnTo>
                    <a:pt x="2234" y="9705"/>
                  </a:lnTo>
                  <a:lnTo>
                    <a:pt x="2462" y="9307"/>
                  </a:lnTo>
                  <a:lnTo>
                    <a:pt x="2690" y="8923"/>
                  </a:lnTo>
                  <a:lnTo>
                    <a:pt x="2918" y="8553"/>
                  </a:lnTo>
                  <a:lnTo>
                    <a:pt x="3174" y="8183"/>
                  </a:lnTo>
                  <a:lnTo>
                    <a:pt x="3430" y="7813"/>
                  </a:lnTo>
                  <a:lnTo>
                    <a:pt x="3686" y="7443"/>
                  </a:lnTo>
                  <a:lnTo>
                    <a:pt x="3956" y="7101"/>
                  </a:lnTo>
                  <a:lnTo>
                    <a:pt x="4241" y="6746"/>
                  </a:lnTo>
                  <a:lnTo>
                    <a:pt x="4525" y="6404"/>
                  </a:lnTo>
                  <a:lnTo>
                    <a:pt x="4824" y="6077"/>
                  </a:lnTo>
                  <a:lnTo>
                    <a:pt x="5123" y="5750"/>
                  </a:lnTo>
                  <a:lnTo>
                    <a:pt x="5436" y="5436"/>
                  </a:lnTo>
                  <a:lnTo>
                    <a:pt x="5749" y="5123"/>
                  </a:lnTo>
                  <a:lnTo>
                    <a:pt x="6077" y="4825"/>
                  </a:lnTo>
                  <a:lnTo>
                    <a:pt x="6404" y="4526"/>
                  </a:lnTo>
                  <a:lnTo>
                    <a:pt x="6745" y="4241"/>
                  </a:lnTo>
                  <a:lnTo>
                    <a:pt x="7101" y="3957"/>
                  </a:lnTo>
                  <a:lnTo>
                    <a:pt x="7443" y="3686"/>
                  </a:lnTo>
                  <a:lnTo>
                    <a:pt x="7813" y="3430"/>
                  </a:lnTo>
                  <a:lnTo>
                    <a:pt x="8168" y="3174"/>
                  </a:lnTo>
                  <a:lnTo>
                    <a:pt x="8553" y="2932"/>
                  </a:lnTo>
                  <a:lnTo>
                    <a:pt x="8923" y="2690"/>
                  </a:lnTo>
                  <a:lnTo>
                    <a:pt x="9307" y="2462"/>
                  </a:lnTo>
                  <a:lnTo>
                    <a:pt x="9705" y="2249"/>
                  </a:lnTo>
                  <a:lnTo>
                    <a:pt x="10104" y="2036"/>
                  </a:lnTo>
                  <a:lnTo>
                    <a:pt x="10502" y="1836"/>
                  </a:lnTo>
                  <a:lnTo>
                    <a:pt x="10915" y="1637"/>
                  </a:lnTo>
                  <a:lnTo>
                    <a:pt x="11327" y="1466"/>
                  </a:lnTo>
                  <a:lnTo>
                    <a:pt x="11740" y="1296"/>
                  </a:lnTo>
                  <a:lnTo>
                    <a:pt x="12167" y="1125"/>
                  </a:lnTo>
                  <a:lnTo>
                    <a:pt x="12594" y="983"/>
                  </a:lnTo>
                  <a:lnTo>
                    <a:pt x="13021" y="840"/>
                  </a:lnTo>
                  <a:lnTo>
                    <a:pt x="13462" y="712"/>
                  </a:lnTo>
                  <a:lnTo>
                    <a:pt x="13903" y="584"/>
                  </a:lnTo>
                  <a:lnTo>
                    <a:pt x="14344" y="484"/>
                  </a:lnTo>
                  <a:lnTo>
                    <a:pt x="14799" y="385"/>
                  </a:lnTo>
                  <a:lnTo>
                    <a:pt x="15255" y="299"/>
                  </a:lnTo>
                  <a:lnTo>
                    <a:pt x="15710" y="214"/>
                  </a:lnTo>
                  <a:lnTo>
                    <a:pt x="16180" y="157"/>
                  </a:lnTo>
                  <a:lnTo>
                    <a:pt x="16635" y="100"/>
                  </a:lnTo>
                  <a:lnTo>
                    <a:pt x="17105" y="58"/>
                  </a:lnTo>
                  <a:lnTo>
                    <a:pt x="17589" y="29"/>
                  </a:lnTo>
                  <a:lnTo>
                    <a:pt x="18058" y="15"/>
                  </a:lnTo>
                  <a:lnTo>
                    <a:pt x="18542" y="1"/>
                  </a:lnTo>
                  <a:lnTo>
                    <a:pt x="18542" y="1"/>
                  </a:lnTo>
                  <a:lnTo>
                    <a:pt x="19012" y="15"/>
                  </a:lnTo>
                  <a:lnTo>
                    <a:pt x="19495" y="29"/>
                  </a:lnTo>
                  <a:lnTo>
                    <a:pt x="19965" y="58"/>
                  </a:lnTo>
                  <a:lnTo>
                    <a:pt x="20435" y="100"/>
                  </a:lnTo>
                  <a:lnTo>
                    <a:pt x="20890" y="157"/>
                  </a:lnTo>
                  <a:lnTo>
                    <a:pt x="21359" y="214"/>
                  </a:lnTo>
                  <a:lnTo>
                    <a:pt x="21815" y="299"/>
                  </a:lnTo>
                  <a:lnTo>
                    <a:pt x="22270" y="385"/>
                  </a:lnTo>
                  <a:lnTo>
                    <a:pt x="22726" y="484"/>
                  </a:lnTo>
                  <a:lnTo>
                    <a:pt x="23167" y="584"/>
                  </a:lnTo>
                  <a:lnTo>
                    <a:pt x="23608" y="712"/>
                  </a:lnTo>
                  <a:lnTo>
                    <a:pt x="24049" y="840"/>
                  </a:lnTo>
                  <a:lnTo>
                    <a:pt x="24476" y="983"/>
                  </a:lnTo>
                  <a:lnTo>
                    <a:pt x="24903" y="1125"/>
                  </a:lnTo>
                  <a:lnTo>
                    <a:pt x="25330" y="1296"/>
                  </a:lnTo>
                  <a:lnTo>
                    <a:pt x="25742" y="1466"/>
                  </a:lnTo>
                  <a:lnTo>
                    <a:pt x="26169" y="1637"/>
                  </a:lnTo>
                  <a:lnTo>
                    <a:pt x="26568" y="1836"/>
                  </a:lnTo>
                  <a:lnTo>
                    <a:pt x="26966" y="2036"/>
                  </a:lnTo>
                  <a:lnTo>
                    <a:pt x="27364" y="2249"/>
                  </a:lnTo>
                  <a:lnTo>
                    <a:pt x="27763" y="2462"/>
                  </a:lnTo>
                  <a:lnTo>
                    <a:pt x="28147" y="2690"/>
                  </a:lnTo>
                  <a:lnTo>
                    <a:pt x="28531" y="2932"/>
                  </a:lnTo>
                  <a:lnTo>
                    <a:pt x="28901" y="3174"/>
                  </a:lnTo>
                  <a:lnTo>
                    <a:pt x="29257" y="3430"/>
                  </a:lnTo>
                  <a:lnTo>
                    <a:pt x="29627" y="3686"/>
                  </a:lnTo>
                  <a:lnTo>
                    <a:pt x="29983" y="3957"/>
                  </a:lnTo>
                  <a:lnTo>
                    <a:pt x="30324" y="4241"/>
                  </a:lnTo>
                  <a:lnTo>
                    <a:pt x="30666" y="4526"/>
                  </a:lnTo>
                  <a:lnTo>
                    <a:pt x="30993" y="4825"/>
                  </a:lnTo>
                  <a:lnTo>
                    <a:pt x="31320" y="5123"/>
                  </a:lnTo>
                  <a:lnTo>
                    <a:pt x="31633" y="5436"/>
                  </a:lnTo>
                  <a:lnTo>
                    <a:pt x="31946" y="5750"/>
                  </a:lnTo>
                  <a:lnTo>
                    <a:pt x="32260" y="6077"/>
                  </a:lnTo>
                  <a:lnTo>
                    <a:pt x="32544" y="6404"/>
                  </a:lnTo>
                  <a:lnTo>
                    <a:pt x="32843" y="6746"/>
                  </a:lnTo>
                  <a:lnTo>
                    <a:pt x="33113" y="7101"/>
                  </a:lnTo>
                  <a:lnTo>
                    <a:pt x="33384" y="7443"/>
                  </a:lnTo>
                  <a:lnTo>
                    <a:pt x="33654" y="7813"/>
                  </a:lnTo>
                  <a:lnTo>
                    <a:pt x="33896" y="8183"/>
                  </a:lnTo>
                  <a:lnTo>
                    <a:pt x="34152" y="8553"/>
                  </a:lnTo>
                  <a:lnTo>
                    <a:pt x="34380" y="8923"/>
                  </a:lnTo>
                  <a:lnTo>
                    <a:pt x="34607" y="9307"/>
                  </a:lnTo>
                  <a:lnTo>
                    <a:pt x="34835" y="9705"/>
                  </a:lnTo>
                  <a:lnTo>
                    <a:pt x="35034" y="10104"/>
                  </a:lnTo>
                  <a:lnTo>
                    <a:pt x="35234" y="10502"/>
                  </a:lnTo>
                  <a:lnTo>
                    <a:pt x="35433" y="10915"/>
                  </a:lnTo>
                  <a:lnTo>
                    <a:pt x="35618" y="11328"/>
                  </a:lnTo>
                  <a:lnTo>
                    <a:pt x="35789" y="11740"/>
                  </a:lnTo>
                  <a:lnTo>
                    <a:pt x="35945" y="12167"/>
                  </a:lnTo>
                  <a:lnTo>
                    <a:pt x="36087" y="12594"/>
                  </a:lnTo>
                  <a:lnTo>
                    <a:pt x="36230" y="13021"/>
                  </a:lnTo>
                  <a:lnTo>
                    <a:pt x="36358" y="13462"/>
                  </a:lnTo>
                  <a:lnTo>
                    <a:pt x="36486" y="13903"/>
                  </a:lnTo>
                  <a:lnTo>
                    <a:pt x="36600" y="14359"/>
                  </a:lnTo>
                  <a:lnTo>
                    <a:pt x="36685" y="14800"/>
                  </a:lnTo>
                  <a:lnTo>
                    <a:pt x="36785" y="15255"/>
                  </a:lnTo>
                  <a:lnTo>
                    <a:pt x="36856" y="15710"/>
                  </a:lnTo>
                  <a:lnTo>
                    <a:pt x="36913" y="16180"/>
                  </a:lnTo>
                  <a:lnTo>
                    <a:pt x="36970" y="16650"/>
                  </a:lnTo>
                  <a:lnTo>
                    <a:pt x="37012" y="17105"/>
                  </a:lnTo>
                  <a:lnTo>
                    <a:pt x="37041" y="17589"/>
                  </a:lnTo>
                  <a:lnTo>
                    <a:pt x="37055" y="18058"/>
                  </a:lnTo>
                  <a:lnTo>
                    <a:pt x="37069" y="1854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8"/>
            <p:cNvSpPr/>
            <p:nvPr/>
          </p:nvSpPr>
          <p:spPr>
            <a:xfrm>
              <a:off x="1577563" y="3298975"/>
              <a:ext cx="649625" cy="649975"/>
            </a:xfrm>
            <a:custGeom>
              <a:avLst/>
              <a:gdLst/>
              <a:ahLst/>
              <a:cxnLst/>
              <a:rect l="l" t="t" r="r" b="b"/>
              <a:pathLst>
                <a:path w="25985" h="25999" extrusionOk="0">
                  <a:moveTo>
                    <a:pt x="13746" y="0"/>
                  </a:moveTo>
                  <a:lnTo>
                    <a:pt x="13604" y="2377"/>
                  </a:lnTo>
                  <a:lnTo>
                    <a:pt x="14145" y="2419"/>
                  </a:lnTo>
                  <a:lnTo>
                    <a:pt x="14401" y="57"/>
                  </a:lnTo>
                  <a:lnTo>
                    <a:pt x="13746" y="0"/>
                  </a:lnTo>
                  <a:close/>
                  <a:moveTo>
                    <a:pt x="11142" y="100"/>
                  </a:moveTo>
                  <a:lnTo>
                    <a:pt x="10815" y="157"/>
                  </a:lnTo>
                  <a:lnTo>
                    <a:pt x="10502" y="214"/>
                  </a:lnTo>
                  <a:lnTo>
                    <a:pt x="10943" y="2547"/>
                  </a:lnTo>
                  <a:lnTo>
                    <a:pt x="11470" y="2462"/>
                  </a:lnTo>
                  <a:lnTo>
                    <a:pt x="11142" y="100"/>
                  </a:lnTo>
                  <a:close/>
                  <a:moveTo>
                    <a:pt x="16948" y="598"/>
                  </a:moveTo>
                  <a:lnTo>
                    <a:pt x="16222" y="2875"/>
                  </a:lnTo>
                  <a:lnTo>
                    <a:pt x="16735" y="3046"/>
                  </a:lnTo>
                  <a:lnTo>
                    <a:pt x="17574" y="811"/>
                  </a:lnTo>
                  <a:lnTo>
                    <a:pt x="16948" y="598"/>
                  </a:lnTo>
                  <a:close/>
                  <a:moveTo>
                    <a:pt x="7997" y="968"/>
                  </a:moveTo>
                  <a:lnTo>
                    <a:pt x="7400" y="1224"/>
                  </a:lnTo>
                  <a:lnTo>
                    <a:pt x="8424" y="3387"/>
                  </a:lnTo>
                  <a:lnTo>
                    <a:pt x="8908" y="3159"/>
                  </a:lnTo>
                  <a:lnTo>
                    <a:pt x="7997" y="968"/>
                  </a:lnTo>
                  <a:close/>
                  <a:moveTo>
                    <a:pt x="19908" y="1978"/>
                  </a:moveTo>
                  <a:lnTo>
                    <a:pt x="18641" y="3999"/>
                  </a:lnTo>
                  <a:lnTo>
                    <a:pt x="19083" y="4298"/>
                  </a:lnTo>
                  <a:lnTo>
                    <a:pt x="20449" y="2334"/>
                  </a:lnTo>
                  <a:lnTo>
                    <a:pt x="19908" y="1978"/>
                  </a:lnTo>
                  <a:close/>
                  <a:moveTo>
                    <a:pt x="5166" y="2576"/>
                  </a:moveTo>
                  <a:lnTo>
                    <a:pt x="4910" y="2775"/>
                  </a:lnTo>
                  <a:lnTo>
                    <a:pt x="4653" y="2989"/>
                  </a:lnTo>
                  <a:lnTo>
                    <a:pt x="6176" y="4810"/>
                  </a:lnTo>
                  <a:lnTo>
                    <a:pt x="6603" y="4483"/>
                  </a:lnTo>
                  <a:lnTo>
                    <a:pt x="5166" y="2576"/>
                  </a:lnTo>
                  <a:close/>
                  <a:moveTo>
                    <a:pt x="22427" y="4056"/>
                  </a:moveTo>
                  <a:lnTo>
                    <a:pt x="20691" y="5692"/>
                  </a:lnTo>
                  <a:lnTo>
                    <a:pt x="21046" y="6091"/>
                  </a:lnTo>
                  <a:lnTo>
                    <a:pt x="22868" y="4525"/>
                  </a:lnTo>
                  <a:lnTo>
                    <a:pt x="22427" y="4056"/>
                  </a:lnTo>
                  <a:close/>
                  <a:moveTo>
                    <a:pt x="2818" y="4838"/>
                  </a:moveTo>
                  <a:lnTo>
                    <a:pt x="2434" y="5365"/>
                  </a:lnTo>
                  <a:lnTo>
                    <a:pt x="4355" y="6760"/>
                  </a:lnTo>
                  <a:lnTo>
                    <a:pt x="4682" y="6333"/>
                  </a:lnTo>
                  <a:lnTo>
                    <a:pt x="2818" y="4838"/>
                  </a:lnTo>
                  <a:close/>
                  <a:moveTo>
                    <a:pt x="24348" y="6674"/>
                  </a:moveTo>
                  <a:lnTo>
                    <a:pt x="22270" y="7841"/>
                  </a:lnTo>
                  <a:lnTo>
                    <a:pt x="22512" y="8311"/>
                  </a:lnTo>
                  <a:lnTo>
                    <a:pt x="24661" y="7258"/>
                  </a:lnTo>
                  <a:lnTo>
                    <a:pt x="24504" y="6959"/>
                  </a:lnTo>
                  <a:lnTo>
                    <a:pt x="24348" y="6674"/>
                  </a:lnTo>
                  <a:close/>
                  <a:moveTo>
                    <a:pt x="1110" y="7628"/>
                  </a:moveTo>
                  <a:lnTo>
                    <a:pt x="854" y="8225"/>
                  </a:lnTo>
                  <a:lnTo>
                    <a:pt x="3074" y="9093"/>
                  </a:lnTo>
                  <a:lnTo>
                    <a:pt x="3287" y="8609"/>
                  </a:lnTo>
                  <a:lnTo>
                    <a:pt x="1110" y="7628"/>
                  </a:lnTo>
                  <a:close/>
                  <a:moveTo>
                    <a:pt x="25557" y="9705"/>
                  </a:moveTo>
                  <a:lnTo>
                    <a:pt x="23252" y="10303"/>
                  </a:lnTo>
                  <a:lnTo>
                    <a:pt x="23380" y="10829"/>
                  </a:lnTo>
                  <a:lnTo>
                    <a:pt x="25714" y="10331"/>
                  </a:lnTo>
                  <a:lnTo>
                    <a:pt x="25557" y="9705"/>
                  </a:lnTo>
                  <a:close/>
                  <a:moveTo>
                    <a:pt x="157" y="10744"/>
                  </a:moveTo>
                  <a:lnTo>
                    <a:pt x="57" y="11384"/>
                  </a:lnTo>
                  <a:lnTo>
                    <a:pt x="2419" y="11683"/>
                  </a:lnTo>
                  <a:lnTo>
                    <a:pt x="2505" y="11142"/>
                  </a:lnTo>
                  <a:lnTo>
                    <a:pt x="157" y="10744"/>
                  </a:lnTo>
                  <a:close/>
                  <a:moveTo>
                    <a:pt x="25557" y="12950"/>
                  </a:moveTo>
                  <a:lnTo>
                    <a:pt x="23593" y="12992"/>
                  </a:lnTo>
                  <a:lnTo>
                    <a:pt x="23579" y="13519"/>
                  </a:lnTo>
                  <a:lnTo>
                    <a:pt x="25970" y="13647"/>
                  </a:lnTo>
                  <a:lnTo>
                    <a:pt x="25984" y="13305"/>
                  </a:lnTo>
                  <a:lnTo>
                    <a:pt x="25984" y="12950"/>
                  </a:lnTo>
                  <a:close/>
                  <a:moveTo>
                    <a:pt x="2377" y="13818"/>
                  </a:moveTo>
                  <a:lnTo>
                    <a:pt x="0" y="13988"/>
                  </a:lnTo>
                  <a:lnTo>
                    <a:pt x="29" y="14316"/>
                  </a:lnTo>
                  <a:lnTo>
                    <a:pt x="71" y="14643"/>
                  </a:lnTo>
                  <a:lnTo>
                    <a:pt x="2434" y="14344"/>
                  </a:lnTo>
                  <a:lnTo>
                    <a:pt x="2377" y="13818"/>
                  </a:lnTo>
                  <a:close/>
                  <a:moveTo>
                    <a:pt x="23266" y="15625"/>
                  </a:moveTo>
                  <a:lnTo>
                    <a:pt x="23124" y="16151"/>
                  </a:lnTo>
                  <a:lnTo>
                    <a:pt x="25401" y="16849"/>
                  </a:lnTo>
                  <a:lnTo>
                    <a:pt x="25571" y="16222"/>
                  </a:lnTo>
                  <a:lnTo>
                    <a:pt x="23266" y="15625"/>
                  </a:lnTo>
                  <a:close/>
                  <a:moveTo>
                    <a:pt x="2917" y="16422"/>
                  </a:moveTo>
                  <a:lnTo>
                    <a:pt x="655" y="17190"/>
                  </a:lnTo>
                  <a:lnTo>
                    <a:pt x="769" y="17489"/>
                  </a:lnTo>
                  <a:lnTo>
                    <a:pt x="883" y="17802"/>
                  </a:lnTo>
                  <a:lnTo>
                    <a:pt x="3102" y="16920"/>
                  </a:lnTo>
                  <a:lnTo>
                    <a:pt x="2917" y="16422"/>
                  </a:lnTo>
                  <a:close/>
                  <a:moveTo>
                    <a:pt x="22284" y="18101"/>
                  </a:moveTo>
                  <a:lnTo>
                    <a:pt x="22014" y="18570"/>
                  </a:lnTo>
                  <a:lnTo>
                    <a:pt x="24049" y="19823"/>
                  </a:lnTo>
                  <a:lnTo>
                    <a:pt x="24220" y="19538"/>
                  </a:lnTo>
                  <a:lnTo>
                    <a:pt x="24376" y="19253"/>
                  </a:lnTo>
                  <a:lnTo>
                    <a:pt x="22284" y="18101"/>
                  </a:lnTo>
                  <a:close/>
                  <a:moveTo>
                    <a:pt x="4084" y="18812"/>
                  </a:moveTo>
                  <a:lnTo>
                    <a:pt x="2092" y="20121"/>
                  </a:lnTo>
                  <a:lnTo>
                    <a:pt x="2462" y="20648"/>
                  </a:lnTo>
                  <a:lnTo>
                    <a:pt x="4383" y="19239"/>
                  </a:lnTo>
                  <a:lnTo>
                    <a:pt x="4084" y="18812"/>
                  </a:lnTo>
                  <a:close/>
                  <a:moveTo>
                    <a:pt x="20719" y="20264"/>
                  </a:moveTo>
                  <a:lnTo>
                    <a:pt x="20349" y="20634"/>
                  </a:lnTo>
                  <a:lnTo>
                    <a:pt x="22000" y="22356"/>
                  </a:lnTo>
                  <a:lnTo>
                    <a:pt x="22455" y="21886"/>
                  </a:lnTo>
                  <a:lnTo>
                    <a:pt x="20719" y="20264"/>
                  </a:lnTo>
                  <a:close/>
                  <a:moveTo>
                    <a:pt x="5806" y="20833"/>
                  </a:moveTo>
                  <a:lnTo>
                    <a:pt x="4198" y="22597"/>
                  </a:lnTo>
                  <a:lnTo>
                    <a:pt x="4696" y="23024"/>
                  </a:lnTo>
                  <a:lnTo>
                    <a:pt x="6204" y="21189"/>
                  </a:lnTo>
                  <a:lnTo>
                    <a:pt x="5806" y="20833"/>
                  </a:lnTo>
                  <a:close/>
                  <a:moveTo>
                    <a:pt x="18670" y="21957"/>
                  </a:moveTo>
                  <a:lnTo>
                    <a:pt x="18215" y="22227"/>
                  </a:lnTo>
                  <a:lnTo>
                    <a:pt x="19396" y="24305"/>
                  </a:lnTo>
                  <a:lnTo>
                    <a:pt x="19951" y="23964"/>
                  </a:lnTo>
                  <a:lnTo>
                    <a:pt x="18670" y="21957"/>
                  </a:lnTo>
                  <a:close/>
                  <a:moveTo>
                    <a:pt x="7983" y="22370"/>
                  </a:moveTo>
                  <a:lnTo>
                    <a:pt x="6859" y="24476"/>
                  </a:lnTo>
                  <a:lnTo>
                    <a:pt x="7442" y="24775"/>
                  </a:lnTo>
                  <a:lnTo>
                    <a:pt x="8453" y="22612"/>
                  </a:lnTo>
                  <a:lnTo>
                    <a:pt x="7983" y="22370"/>
                  </a:lnTo>
                  <a:close/>
                  <a:moveTo>
                    <a:pt x="16265" y="23095"/>
                  </a:moveTo>
                  <a:lnTo>
                    <a:pt x="15753" y="23252"/>
                  </a:lnTo>
                  <a:lnTo>
                    <a:pt x="16379" y="25543"/>
                  </a:lnTo>
                  <a:lnTo>
                    <a:pt x="17005" y="25358"/>
                  </a:lnTo>
                  <a:lnTo>
                    <a:pt x="16265" y="23095"/>
                  </a:lnTo>
                  <a:close/>
                  <a:moveTo>
                    <a:pt x="10473" y="23323"/>
                  </a:moveTo>
                  <a:lnTo>
                    <a:pt x="9904" y="25643"/>
                  </a:lnTo>
                  <a:lnTo>
                    <a:pt x="10545" y="25771"/>
                  </a:lnTo>
                  <a:lnTo>
                    <a:pt x="10986" y="23423"/>
                  </a:lnTo>
                  <a:lnTo>
                    <a:pt x="10473" y="23323"/>
                  </a:lnTo>
                  <a:close/>
                  <a:moveTo>
                    <a:pt x="13647" y="23594"/>
                  </a:moveTo>
                  <a:lnTo>
                    <a:pt x="13120" y="23608"/>
                  </a:lnTo>
                  <a:lnTo>
                    <a:pt x="13149" y="25998"/>
                  </a:lnTo>
                  <a:lnTo>
                    <a:pt x="13803" y="25970"/>
                  </a:lnTo>
                  <a:lnTo>
                    <a:pt x="13647" y="235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8"/>
            <p:cNvSpPr/>
            <p:nvPr/>
          </p:nvSpPr>
          <p:spPr>
            <a:xfrm>
              <a:off x="1905563" y="3888800"/>
              <a:ext cx="17100" cy="60150"/>
            </a:xfrm>
            <a:custGeom>
              <a:avLst/>
              <a:gdLst/>
              <a:ahLst/>
              <a:cxnLst/>
              <a:rect l="l" t="t" r="r" b="b"/>
              <a:pathLst>
                <a:path w="684" h="2406" fill="none" extrusionOk="0">
                  <a:moveTo>
                    <a:pt x="29" y="2405"/>
                  </a:moveTo>
                  <a:lnTo>
                    <a:pt x="0" y="15"/>
                  </a:lnTo>
                  <a:lnTo>
                    <a:pt x="0" y="15"/>
                  </a:lnTo>
                  <a:lnTo>
                    <a:pt x="527" y="1"/>
                  </a:lnTo>
                  <a:lnTo>
                    <a:pt x="683" y="2377"/>
                  </a:lnTo>
                  <a:lnTo>
                    <a:pt x="683" y="2377"/>
                  </a:lnTo>
                  <a:lnTo>
                    <a:pt x="29" y="240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8"/>
            <p:cNvSpPr/>
            <p:nvPr/>
          </p:nvSpPr>
          <p:spPr>
            <a:xfrm>
              <a:off x="1825163" y="3882050"/>
              <a:ext cx="27050" cy="61200"/>
            </a:xfrm>
            <a:custGeom>
              <a:avLst/>
              <a:gdLst/>
              <a:ahLst/>
              <a:cxnLst/>
              <a:rect l="l" t="t" r="r" b="b"/>
              <a:pathLst>
                <a:path w="1082" h="2448" fill="none" extrusionOk="0">
                  <a:moveTo>
                    <a:pt x="641" y="2448"/>
                  </a:moveTo>
                  <a:lnTo>
                    <a:pt x="641" y="2448"/>
                  </a:lnTo>
                  <a:lnTo>
                    <a:pt x="0" y="2320"/>
                  </a:lnTo>
                  <a:lnTo>
                    <a:pt x="569" y="0"/>
                  </a:lnTo>
                  <a:lnTo>
                    <a:pt x="569" y="0"/>
                  </a:lnTo>
                  <a:lnTo>
                    <a:pt x="1082" y="100"/>
                  </a:lnTo>
                  <a:lnTo>
                    <a:pt x="641" y="24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8"/>
            <p:cNvSpPr/>
            <p:nvPr/>
          </p:nvSpPr>
          <p:spPr>
            <a:xfrm>
              <a:off x="1971363" y="3876350"/>
              <a:ext cx="31325" cy="61225"/>
            </a:xfrm>
            <a:custGeom>
              <a:avLst/>
              <a:gdLst/>
              <a:ahLst/>
              <a:cxnLst/>
              <a:rect l="l" t="t" r="r" b="b"/>
              <a:pathLst>
                <a:path w="1253" h="2449" fill="none" extrusionOk="0">
                  <a:moveTo>
                    <a:pt x="627" y="2448"/>
                  </a:moveTo>
                  <a:lnTo>
                    <a:pt x="1" y="157"/>
                  </a:lnTo>
                  <a:lnTo>
                    <a:pt x="1" y="157"/>
                  </a:lnTo>
                  <a:lnTo>
                    <a:pt x="513" y="0"/>
                  </a:lnTo>
                  <a:lnTo>
                    <a:pt x="1253" y="2263"/>
                  </a:lnTo>
                  <a:lnTo>
                    <a:pt x="1253" y="2263"/>
                  </a:lnTo>
                  <a:lnTo>
                    <a:pt x="627" y="24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8"/>
            <p:cNvSpPr/>
            <p:nvPr/>
          </p:nvSpPr>
          <p:spPr>
            <a:xfrm>
              <a:off x="1749038" y="3858200"/>
              <a:ext cx="39850" cy="60150"/>
            </a:xfrm>
            <a:custGeom>
              <a:avLst/>
              <a:gdLst/>
              <a:ahLst/>
              <a:cxnLst/>
              <a:rect l="l" t="t" r="r" b="b"/>
              <a:pathLst>
                <a:path w="1594" h="2406" fill="none" extrusionOk="0">
                  <a:moveTo>
                    <a:pt x="583" y="2406"/>
                  </a:moveTo>
                  <a:lnTo>
                    <a:pt x="583" y="2406"/>
                  </a:lnTo>
                  <a:lnTo>
                    <a:pt x="0" y="2107"/>
                  </a:lnTo>
                  <a:lnTo>
                    <a:pt x="1124" y="1"/>
                  </a:lnTo>
                  <a:lnTo>
                    <a:pt x="1124" y="1"/>
                  </a:lnTo>
                  <a:lnTo>
                    <a:pt x="1594" y="243"/>
                  </a:lnTo>
                  <a:lnTo>
                    <a:pt x="583" y="240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8"/>
            <p:cNvSpPr/>
            <p:nvPr/>
          </p:nvSpPr>
          <p:spPr>
            <a:xfrm>
              <a:off x="2032913" y="3847900"/>
              <a:ext cx="43425" cy="58725"/>
            </a:xfrm>
            <a:custGeom>
              <a:avLst/>
              <a:gdLst/>
              <a:ahLst/>
              <a:cxnLst/>
              <a:rect l="l" t="t" r="r" b="b"/>
              <a:pathLst>
                <a:path w="1737" h="2349" fill="none" extrusionOk="0">
                  <a:moveTo>
                    <a:pt x="1182" y="2348"/>
                  </a:moveTo>
                  <a:lnTo>
                    <a:pt x="1" y="270"/>
                  </a:lnTo>
                  <a:lnTo>
                    <a:pt x="1" y="270"/>
                  </a:lnTo>
                  <a:lnTo>
                    <a:pt x="456" y="0"/>
                  </a:lnTo>
                  <a:lnTo>
                    <a:pt x="1737" y="2007"/>
                  </a:lnTo>
                  <a:lnTo>
                    <a:pt x="1737" y="2007"/>
                  </a:lnTo>
                  <a:lnTo>
                    <a:pt x="1182" y="23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8"/>
            <p:cNvSpPr/>
            <p:nvPr/>
          </p:nvSpPr>
          <p:spPr>
            <a:xfrm>
              <a:off x="1682513" y="3819775"/>
              <a:ext cx="50175" cy="54825"/>
            </a:xfrm>
            <a:custGeom>
              <a:avLst/>
              <a:gdLst/>
              <a:ahLst/>
              <a:cxnLst/>
              <a:rect l="l" t="t" r="r" b="b"/>
              <a:pathLst>
                <a:path w="2007" h="2193" fill="none" extrusionOk="0">
                  <a:moveTo>
                    <a:pt x="498" y="2192"/>
                  </a:moveTo>
                  <a:lnTo>
                    <a:pt x="498" y="2192"/>
                  </a:lnTo>
                  <a:lnTo>
                    <a:pt x="0" y="1765"/>
                  </a:lnTo>
                  <a:lnTo>
                    <a:pt x="1608" y="1"/>
                  </a:lnTo>
                  <a:lnTo>
                    <a:pt x="1608" y="1"/>
                  </a:lnTo>
                  <a:lnTo>
                    <a:pt x="2006" y="357"/>
                  </a:lnTo>
                  <a:lnTo>
                    <a:pt x="498" y="219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8"/>
            <p:cNvSpPr/>
            <p:nvPr/>
          </p:nvSpPr>
          <p:spPr>
            <a:xfrm>
              <a:off x="2086288" y="3805550"/>
              <a:ext cx="52675" cy="52325"/>
            </a:xfrm>
            <a:custGeom>
              <a:avLst/>
              <a:gdLst/>
              <a:ahLst/>
              <a:cxnLst/>
              <a:rect l="l" t="t" r="r" b="b"/>
              <a:pathLst>
                <a:path w="2107" h="2093" fill="none" extrusionOk="0">
                  <a:moveTo>
                    <a:pt x="1651" y="2093"/>
                  </a:moveTo>
                  <a:lnTo>
                    <a:pt x="0" y="371"/>
                  </a:lnTo>
                  <a:lnTo>
                    <a:pt x="0" y="371"/>
                  </a:lnTo>
                  <a:lnTo>
                    <a:pt x="370" y="1"/>
                  </a:lnTo>
                  <a:lnTo>
                    <a:pt x="2106" y="1623"/>
                  </a:lnTo>
                  <a:lnTo>
                    <a:pt x="2106" y="1623"/>
                  </a:lnTo>
                  <a:lnTo>
                    <a:pt x="1651" y="209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8"/>
            <p:cNvSpPr/>
            <p:nvPr/>
          </p:nvSpPr>
          <p:spPr>
            <a:xfrm>
              <a:off x="1629863" y="3769275"/>
              <a:ext cx="57300" cy="45900"/>
            </a:xfrm>
            <a:custGeom>
              <a:avLst/>
              <a:gdLst/>
              <a:ahLst/>
              <a:cxnLst/>
              <a:rect l="l" t="t" r="r" b="b"/>
              <a:pathLst>
                <a:path w="2292" h="1836" fill="none" extrusionOk="0">
                  <a:moveTo>
                    <a:pt x="370" y="1836"/>
                  </a:moveTo>
                  <a:lnTo>
                    <a:pt x="370" y="1836"/>
                  </a:lnTo>
                  <a:lnTo>
                    <a:pt x="0" y="1309"/>
                  </a:lnTo>
                  <a:lnTo>
                    <a:pt x="1992" y="0"/>
                  </a:lnTo>
                  <a:lnTo>
                    <a:pt x="1992" y="0"/>
                  </a:lnTo>
                  <a:lnTo>
                    <a:pt x="2291" y="427"/>
                  </a:lnTo>
                  <a:lnTo>
                    <a:pt x="370" y="183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8"/>
            <p:cNvSpPr/>
            <p:nvPr/>
          </p:nvSpPr>
          <p:spPr>
            <a:xfrm>
              <a:off x="2127888" y="3751475"/>
              <a:ext cx="59100" cy="43075"/>
            </a:xfrm>
            <a:custGeom>
              <a:avLst/>
              <a:gdLst/>
              <a:ahLst/>
              <a:cxnLst/>
              <a:rect l="l" t="t" r="r" b="b"/>
              <a:pathLst>
                <a:path w="2364" h="1723" fill="none" extrusionOk="0">
                  <a:moveTo>
                    <a:pt x="2036" y="1723"/>
                  </a:moveTo>
                  <a:lnTo>
                    <a:pt x="1" y="470"/>
                  </a:lnTo>
                  <a:lnTo>
                    <a:pt x="1" y="470"/>
                  </a:lnTo>
                  <a:lnTo>
                    <a:pt x="271" y="1"/>
                  </a:lnTo>
                  <a:lnTo>
                    <a:pt x="2363" y="1153"/>
                  </a:lnTo>
                  <a:lnTo>
                    <a:pt x="2363" y="1153"/>
                  </a:lnTo>
                  <a:lnTo>
                    <a:pt x="2207" y="1438"/>
                  </a:lnTo>
                  <a:lnTo>
                    <a:pt x="2036" y="172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8"/>
            <p:cNvSpPr/>
            <p:nvPr/>
          </p:nvSpPr>
          <p:spPr>
            <a:xfrm>
              <a:off x="1593913" y="3709500"/>
              <a:ext cx="61225" cy="34525"/>
            </a:xfrm>
            <a:custGeom>
              <a:avLst/>
              <a:gdLst/>
              <a:ahLst/>
              <a:cxnLst/>
              <a:rect l="l" t="t" r="r" b="b"/>
              <a:pathLst>
                <a:path w="2449" h="1381" fill="none" extrusionOk="0">
                  <a:moveTo>
                    <a:pt x="229" y="1381"/>
                  </a:moveTo>
                  <a:lnTo>
                    <a:pt x="229" y="1381"/>
                  </a:lnTo>
                  <a:lnTo>
                    <a:pt x="115" y="1068"/>
                  </a:lnTo>
                  <a:lnTo>
                    <a:pt x="1" y="769"/>
                  </a:lnTo>
                  <a:lnTo>
                    <a:pt x="2263" y="1"/>
                  </a:lnTo>
                  <a:lnTo>
                    <a:pt x="2263" y="1"/>
                  </a:lnTo>
                  <a:lnTo>
                    <a:pt x="2448" y="499"/>
                  </a:lnTo>
                  <a:lnTo>
                    <a:pt x="229" y="138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8"/>
            <p:cNvSpPr/>
            <p:nvPr/>
          </p:nvSpPr>
          <p:spPr>
            <a:xfrm>
              <a:off x="2155638" y="3689575"/>
              <a:ext cx="61225" cy="30625"/>
            </a:xfrm>
            <a:custGeom>
              <a:avLst/>
              <a:gdLst/>
              <a:ahLst/>
              <a:cxnLst/>
              <a:rect l="l" t="t" r="r" b="b"/>
              <a:pathLst>
                <a:path w="2449" h="1225" fill="none" extrusionOk="0">
                  <a:moveTo>
                    <a:pt x="2278" y="1225"/>
                  </a:moveTo>
                  <a:lnTo>
                    <a:pt x="1" y="527"/>
                  </a:lnTo>
                  <a:lnTo>
                    <a:pt x="1" y="527"/>
                  </a:lnTo>
                  <a:lnTo>
                    <a:pt x="143" y="1"/>
                  </a:lnTo>
                  <a:lnTo>
                    <a:pt x="2448" y="598"/>
                  </a:lnTo>
                  <a:lnTo>
                    <a:pt x="2448" y="598"/>
                  </a:lnTo>
                  <a:lnTo>
                    <a:pt x="2278" y="122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8"/>
            <p:cNvSpPr/>
            <p:nvPr/>
          </p:nvSpPr>
          <p:spPr>
            <a:xfrm>
              <a:off x="1577563" y="3644400"/>
              <a:ext cx="60850" cy="20650"/>
            </a:xfrm>
            <a:custGeom>
              <a:avLst/>
              <a:gdLst/>
              <a:ahLst/>
              <a:cxnLst/>
              <a:rect l="l" t="t" r="r" b="b"/>
              <a:pathLst>
                <a:path w="2434" h="826" fill="none" extrusionOk="0">
                  <a:moveTo>
                    <a:pt x="71" y="826"/>
                  </a:moveTo>
                  <a:lnTo>
                    <a:pt x="71" y="826"/>
                  </a:lnTo>
                  <a:lnTo>
                    <a:pt x="29" y="499"/>
                  </a:lnTo>
                  <a:lnTo>
                    <a:pt x="0" y="171"/>
                  </a:lnTo>
                  <a:lnTo>
                    <a:pt x="2377" y="1"/>
                  </a:lnTo>
                  <a:lnTo>
                    <a:pt x="2377" y="1"/>
                  </a:lnTo>
                  <a:lnTo>
                    <a:pt x="2434" y="527"/>
                  </a:lnTo>
                  <a:lnTo>
                    <a:pt x="71" y="82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8"/>
            <p:cNvSpPr/>
            <p:nvPr/>
          </p:nvSpPr>
          <p:spPr>
            <a:xfrm>
              <a:off x="2167038" y="3622700"/>
              <a:ext cx="60150" cy="17450"/>
            </a:xfrm>
            <a:custGeom>
              <a:avLst/>
              <a:gdLst/>
              <a:ahLst/>
              <a:cxnLst/>
              <a:rect l="l" t="t" r="r" b="b"/>
              <a:pathLst>
                <a:path w="2406" h="698" fill="none" extrusionOk="0">
                  <a:moveTo>
                    <a:pt x="2391" y="698"/>
                  </a:moveTo>
                  <a:lnTo>
                    <a:pt x="0" y="570"/>
                  </a:lnTo>
                  <a:lnTo>
                    <a:pt x="0" y="570"/>
                  </a:lnTo>
                  <a:lnTo>
                    <a:pt x="14" y="43"/>
                  </a:lnTo>
                  <a:lnTo>
                    <a:pt x="1978" y="1"/>
                  </a:lnTo>
                  <a:lnTo>
                    <a:pt x="2405" y="1"/>
                  </a:lnTo>
                  <a:lnTo>
                    <a:pt x="2405" y="1"/>
                  </a:lnTo>
                  <a:lnTo>
                    <a:pt x="2405" y="356"/>
                  </a:lnTo>
                  <a:lnTo>
                    <a:pt x="2391" y="69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8"/>
            <p:cNvSpPr/>
            <p:nvPr/>
          </p:nvSpPr>
          <p:spPr>
            <a:xfrm>
              <a:off x="1578988" y="3567550"/>
              <a:ext cx="61200" cy="23525"/>
            </a:xfrm>
            <a:custGeom>
              <a:avLst/>
              <a:gdLst/>
              <a:ahLst/>
              <a:cxnLst/>
              <a:rect l="l" t="t" r="r" b="b"/>
              <a:pathLst>
                <a:path w="2448" h="941" fill="none" extrusionOk="0">
                  <a:moveTo>
                    <a:pt x="2362" y="940"/>
                  </a:moveTo>
                  <a:lnTo>
                    <a:pt x="0" y="641"/>
                  </a:lnTo>
                  <a:lnTo>
                    <a:pt x="0" y="641"/>
                  </a:lnTo>
                  <a:lnTo>
                    <a:pt x="100" y="1"/>
                  </a:lnTo>
                  <a:lnTo>
                    <a:pt x="2448" y="399"/>
                  </a:lnTo>
                  <a:lnTo>
                    <a:pt x="2448" y="399"/>
                  </a:lnTo>
                  <a:lnTo>
                    <a:pt x="2362" y="94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8"/>
            <p:cNvSpPr/>
            <p:nvPr/>
          </p:nvSpPr>
          <p:spPr>
            <a:xfrm>
              <a:off x="2158838" y="3541600"/>
              <a:ext cx="61575" cy="28125"/>
            </a:xfrm>
            <a:custGeom>
              <a:avLst/>
              <a:gdLst/>
              <a:ahLst/>
              <a:cxnLst/>
              <a:rect l="l" t="t" r="r" b="b"/>
              <a:pathLst>
                <a:path w="2463" h="1125" fill="none" extrusionOk="0">
                  <a:moveTo>
                    <a:pt x="129" y="1124"/>
                  </a:moveTo>
                  <a:lnTo>
                    <a:pt x="129" y="1124"/>
                  </a:lnTo>
                  <a:lnTo>
                    <a:pt x="1" y="598"/>
                  </a:lnTo>
                  <a:lnTo>
                    <a:pt x="2306" y="0"/>
                  </a:lnTo>
                  <a:lnTo>
                    <a:pt x="2306" y="0"/>
                  </a:lnTo>
                  <a:lnTo>
                    <a:pt x="2463" y="626"/>
                  </a:lnTo>
                  <a:lnTo>
                    <a:pt x="129" y="112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8"/>
            <p:cNvSpPr/>
            <p:nvPr/>
          </p:nvSpPr>
          <p:spPr>
            <a:xfrm>
              <a:off x="1598913" y="3489650"/>
              <a:ext cx="60850" cy="36675"/>
            </a:xfrm>
            <a:custGeom>
              <a:avLst/>
              <a:gdLst/>
              <a:ahLst/>
              <a:cxnLst/>
              <a:rect l="l" t="t" r="r" b="b"/>
              <a:pathLst>
                <a:path w="2434" h="1467" fill="none" extrusionOk="0">
                  <a:moveTo>
                    <a:pt x="2220" y="1466"/>
                  </a:moveTo>
                  <a:lnTo>
                    <a:pt x="0" y="598"/>
                  </a:lnTo>
                  <a:lnTo>
                    <a:pt x="0" y="598"/>
                  </a:lnTo>
                  <a:lnTo>
                    <a:pt x="256" y="1"/>
                  </a:lnTo>
                  <a:lnTo>
                    <a:pt x="2433" y="982"/>
                  </a:lnTo>
                  <a:lnTo>
                    <a:pt x="2433" y="982"/>
                  </a:lnTo>
                  <a:lnTo>
                    <a:pt x="2220" y="146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8"/>
            <p:cNvSpPr/>
            <p:nvPr/>
          </p:nvSpPr>
          <p:spPr>
            <a:xfrm>
              <a:off x="2134313" y="3465825"/>
              <a:ext cx="59775" cy="40925"/>
            </a:xfrm>
            <a:custGeom>
              <a:avLst/>
              <a:gdLst/>
              <a:ahLst/>
              <a:cxnLst/>
              <a:rect l="l" t="t" r="r" b="b"/>
              <a:pathLst>
                <a:path w="2391" h="1637" fill="none" extrusionOk="0">
                  <a:moveTo>
                    <a:pt x="242" y="1637"/>
                  </a:moveTo>
                  <a:lnTo>
                    <a:pt x="242" y="1637"/>
                  </a:lnTo>
                  <a:lnTo>
                    <a:pt x="0" y="1167"/>
                  </a:lnTo>
                  <a:lnTo>
                    <a:pt x="2078" y="0"/>
                  </a:lnTo>
                  <a:lnTo>
                    <a:pt x="2078" y="0"/>
                  </a:lnTo>
                  <a:lnTo>
                    <a:pt x="2234" y="285"/>
                  </a:lnTo>
                  <a:lnTo>
                    <a:pt x="2391" y="584"/>
                  </a:lnTo>
                  <a:lnTo>
                    <a:pt x="242" y="163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8"/>
            <p:cNvSpPr/>
            <p:nvPr/>
          </p:nvSpPr>
          <p:spPr>
            <a:xfrm>
              <a:off x="1638388" y="3419925"/>
              <a:ext cx="56225" cy="48050"/>
            </a:xfrm>
            <a:custGeom>
              <a:avLst/>
              <a:gdLst/>
              <a:ahLst/>
              <a:cxnLst/>
              <a:rect l="l" t="t" r="r" b="b"/>
              <a:pathLst>
                <a:path w="2249" h="1922" fill="none" extrusionOk="0">
                  <a:moveTo>
                    <a:pt x="1922" y="1922"/>
                  </a:moveTo>
                  <a:lnTo>
                    <a:pt x="1" y="527"/>
                  </a:lnTo>
                  <a:lnTo>
                    <a:pt x="1" y="527"/>
                  </a:lnTo>
                  <a:lnTo>
                    <a:pt x="385" y="0"/>
                  </a:lnTo>
                  <a:lnTo>
                    <a:pt x="2249" y="1495"/>
                  </a:lnTo>
                  <a:lnTo>
                    <a:pt x="2249" y="1495"/>
                  </a:lnTo>
                  <a:lnTo>
                    <a:pt x="1922" y="19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8"/>
            <p:cNvSpPr/>
            <p:nvPr/>
          </p:nvSpPr>
          <p:spPr>
            <a:xfrm>
              <a:off x="2094813" y="3400350"/>
              <a:ext cx="54450" cy="50900"/>
            </a:xfrm>
            <a:custGeom>
              <a:avLst/>
              <a:gdLst/>
              <a:ahLst/>
              <a:cxnLst/>
              <a:rect l="l" t="t" r="r" b="b"/>
              <a:pathLst>
                <a:path w="2178" h="2036" fill="none" extrusionOk="0">
                  <a:moveTo>
                    <a:pt x="356" y="2036"/>
                  </a:moveTo>
                  <a:lnTo>
                    <a:pt x="356" y="2036"/>
                  </a:lnTo>
                  <a:lnTo>
                    <a:pt x="1" y="1637"/>
                  </a:lnTo>
                  <a:lnTo>
                    <a:pt x="1737" y="1"/>
                  </a:lnTo>
                  <a:lnTo>
                    <a:pt x="1737" y="1"/>
                  </a:lnTo>
                  <a:lnTo>
                    <a:pt x="2178" y="470"/>
                  </a:lnTo>
                  <a:lnTo>
                    <a:pt x="356" y="203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8"/>
            <p:cNvSpPr/>
            <p:nvPr/>
          </p:nvSpPr>
          <p:spPr>
            <a:xfrm>
              <a:off x="1693888" y="3363350"/>
              <a:ext cx="48750" cy="55900"/>
            </a:xfrm>
            <a:custGeom>
              <a:avLst/>
              <a:gdLst/>
              <a:ahLst/>
              <a:cxnLst/>
              <a:rect l="l" t="t" r="r" b="b"/>
              <a:pathLst>
                <a:path w="1950" h="2236" fill="none" extrusionOk="0">
                  <a:moveTo>
                    <a:pt x="1523" y="2235"/>
                  </a:moveTo>
                  <a:lnTo>
                    <a:pt x="0" y="414"/>
                  </a:lnTo>
                  <a:lnTo>
                    <a:pt x="0" y="414"/>
                  </a:lnTo>
                  <a:lnTo>
                    <a:pt x="257" y="200"/>
                  </a:lnTo>
                  <a:lnTo>
                    <a:pt x="513" y="1"/>
                  </a:lnTo>
                  <a:lnTo>
                    <a:pt x="1950" y="1908"/>
                  </a:lnTo>
                  <a:lnTo>
                    <a:pt x="1950" y="1908"/>
                  </a:lnTo>
                  <a:lnTo>
                    <a:pt x="1523" y="223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8"/>
            <p:cNvSpPr/>
            <p:nvPr/>
          </p:nvSpPr>
          <p:spPr>
            <a:xfrm>
              <a:off x="2043588" y="3348425"/>
              <a:ext cx="45200" cy="58000"/>
            </a:xfrm>
            <a:custGeom>
              <a:avLst/>
              <a:gdLst/>
              <a:ahLst/>
              <a:cxnLst/>
              <a:rect l="l" t="t" r="r" b="b"/>
              <a:pathLst>
                <a:path w="1808" h="2320" fill="none" extrusionOk="0">
                  <a:moveTo>
                    <a:pt x="442" y="2320"/>
                  </a:moveTo>
                  <a:lnTo>
                    <a:pt x="442" y="2320"/>
                  </a:lnTo>
                  <a:lnTo>
                    <a:pt x="0" y="2021"/>
                  </a:lnTo>
                  <a:lnTo>
                    <a:pt x="1267" y="0"/>
                  </a:lnTo>
                  <a:lnTo>
                    <a:pt x="1267" y="0"/>
                  </a:lnTo>
                  <a:lnTo>
                    <a:pt x="1808" y="356"/>
                  </a:lnTo>
                  <a:lnTo>
                    <a:pt x="442" y="232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8"/>
            <p:cNvSpPr/>
            <p:nvPr/>
          </p:nvSpPr>
          <p:spPr>
            <a:xfrm>
              <a:off x="1762538" y="3323150"/>
              <a:ext cx="37750" cy="60525"/>
            </a:xfrm>
            <a:custGeom>
              <a:avLst/>
              <a:gdLst/>
              <a:ahLst/>
              <a:cxnLst/>
              <a:rect l="l" t="t" r="r" b="b"/>
              <a:pathLst>
                <a:path w="1510" h="2421" fill="none" extrusionOk="0">
                  <a:moveTo>
                    <a:pt x="1025" y="2420"/>
                  </a:moveTo>
                  <a:lnTo>
                    <a:pt x="1" y="257"/>
                  </a:lnTo>
                  <a:lnTo>
                    <a:pt x="1" y="257"/>
                  </a:lnTo>
                  <a:lnTo>
                    <a:pt x="598" y="1"/>
                  </a:lnTo>
                  <a:lnTo>
                    <a:pt x="1509" y="2192"/>
                  </a:lnTo>
                  <a:lnTo>
                    <a:pt x="1509" y="2192"/>
                  </a:lnTo>
                  <a:lnTo>
                    <a:pt x="1025" y="242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8"/>
            <p:cNvSpPr/>
            <p:nvPr/>
          </p:nvSpPr>
          <p:spPr>
            <a:xfrm>
              <a:off x="1983113" y="3313900"/>
              <a:ext cx="33825" cy="61225"/>
            </a:xfrm>
            <a:custGeom>
              <a:avLst/>
              <a:gdLst/>
              <a:ahLst/>
              <a:cxnLst/>
              <a:rect l="l" t="t" r="r" b="b"/>
              <a:pathLst>
                <a:path w="1353" h="2449" fill="none" extrusionOk="0">
                  <a:moveTo>
                    <a:pt x="513" y="2449"/>
                  </a:moveTo>
                  <a:lnTo>
                    <a:pt x="513" y="2449"/>
                  </a:lnTo>
                  <a:lnTo>
                    <a:pt x="0" y="2278"/>
                  </a:lnTo>
                  <a:lnTo>
                    <a:pt x="726" y="1"/>
                  </a:lnTo>
                  <a:lnTo>
                    <a:pt x="726" y="1"/>
                  </a:lnTo>
                  <a:lnTo>
                    <a:pt x="1352" y="214"/>
                  </a:lnTo>
                  <a:lnTo>
                    <a:pt x="513" y="244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8"/>
            <p:cNvSpPr/>
            <p:nvPr/>
          </p:nvSpPr>
          <p:spPr>
            <a:xfrm>
              <a:off x="1840088" y="3301450"/>
              <a:ext cx="24225" cy="61225"/>
            </a:xfrm>
            <a:custGeom>
              <a:avLst/>
              <a:gdLst/>
              <a:ahLst/>
              <a:cxnLst/>
              <a:rect l="l" t="t" r="r" b="b"/>
              <a:pathLst>
                <a:path w="969" h="2449" fill="none" extrusionOk="0">
                  <a:moveTo>
                    <a:pt x="442" y="2448"/>
                  </a:moveTo>
                  <a:lnTo>
                    <a:pt x="1" y="115"/>
                  </a:lnTo>
                  <a:lnTo>
                    <a:pt x="1" y="115"/>
                  </a:lnTo>
                  <a:lnTo>
                    <a:pt x="314" y="58"/>
                  </a:lnTo>
                  <a:lnTo>
                    <a:pt x="641" y="1"/>
                  </a:lnTo>
                  <a:lnTo>
                    <a:pt x="969" y="2363"/>
                  </a:lnTo>
                  <a:lnTo>
                    <a:pt x="969" y="2363"/>
                  </a:lnTo>
                  <a:lnTo>
                    <a:pt x="442" y="24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8"/>
            <p:cNvSpPr/>
            <p:nvPr/>
          </p:nvSpPr>
          <p:spPr>
            <a:xfrm>
              <a:off x="1917663" y="3298975"/>
              <a:ext cx="19925" cy="60500"/>
            </a:xfrm>
            <a:custGeom>
              <a:avLst/>
              <a:gdLst/>
              <a:ahLst/>
              <a:cxnLst/>
              <a:rect l="l" t="t" r="r" b="b"/>
              <a:pathLst>
                <a:path w="797" h="2420" fill="none" extrusionOk="0">
                  <a:moveTo>
                    <a:pt x="541" y="2419"/>
                  </a:moveTo>
                  <a:lnTo>
                    <a:pt x="541" y="2419"/>
                  </a:lnTo>
                  <a:lnTo>
                    <a:pt x="0" y="2377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797" y="57"/>
                  </a:lnTo>
                  <a:lnTo>
                    <a:pt x="541" y="241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8"/>
            <p:cNvSpPr/>
            <p:nvPr/>
          </p:nvSpPr>
          <p:spPr>
            <a:xfrm>
              <a:off x="851113" y="2915825"/>
              <a:ext cx="557500" cy="412350"/>
            </a:xfrm>
            <a:custGeom>
              <a:avLst/>
              <a:gdLst/>
              <a:ahLst/>
              <a:cxnLst/>
              <a:rect l="l" t="t" r="r" b="b"/>
              <a:pathLst>
                <a:path w="22300" h="16494" extrusionOk="0">
                  <a:moveTo>
                    <a:pt x="1" y="1"/>
                  </a:moveTo>
                  <a:lnTo>
                    <a:pt x="1" y="16493"/>
                  </a:lnTo>
                  <a:lnTo>
                    <a:pt x="3573" y="16493"/>
                  </a:lnTo>
                  <a:lnTo>
                    <a:pt x="3573" y="3587"/>
                  </a:lnTo>
                  <a:lnTo>
                    <a:pt x="22299" y="3587"/>
                  </a:lnTo>
                  <a:lnTo>
                    <a:pt x="222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8"/>
            <p:cNvSpPr/>
            <p:nvPr/>
          </p:nvSpPr>
          <p:spPr>
            <a:xfrm>
              <a:off x="851113" y="3935050"/>
              <a:ext cx="557500" cy="412325"/>
            </a:xfrm>
            <a:custGeom>
              <a:avLst/>
              <a:gdLst/>
              <a:ahLst/>
              <a:cxnLst/>
              <a:rect l="l" t="t" r="r" b="b"/>
              <a:pathLst>
                <a:path w="22300" h="16493" extrusionOk="0">
                  <a:moveTo>
                    <a:pt x="1" y="0"/>
                  </a:moveTo>
                  <a:lnTo>
                    <a:pt x="1" y="16493"/>
                  </a:lnTo>
                  <a:lnTo>
                    <a:pt x="22299" y="16493"/>
                  </a:lnTo>
                  <a:lnTo>
                    <a:pt x="22299" y="12907"/>
                  </a:lnTo>
                  <a:lnTo>
                    <a:pt x="3573" y="12907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8"/>
            <p:cNvSpPr/>
            <p:nvPr/>
          </p:nvSpPr>
          <p:spPr>
            <a:xfrm>
              <a:off x="2427438" y="2915825"/>
              <a:ext cx="557125" cy="412350"/>
            </a:xfrm>
            <a:custGeom>
              <a:avLst/>
              <a:gdLst/>
              <a:ahLst/>
              <a:cxnLst/>
              <a:rect l="l" t="t" r="r" b="b"/>
              <a:pathLst>
                <a:path w="22285" h="16494" extrusionOk="0">
                  <a:moveTo>
                    <a:pt x="0" y="1"/>
                  </a:moveTo>
                  <a:lnTo>
                    <a:pt x="0" y="3587"/>
                  </a:lnTo>
                  <a:lnTo>
                    <a:pt x="18713" y="3587"/>
                  </a:lnTo>
                  <a:lnTo>
                    <a:pt x="18713" y="16493"/>
                  </a:lnTo>
                  <a:lnTo>
                    <a:pt x="22284" y="16493"/>
                  </a:lnTo>
                  <a:lnTo>
                    <a:pt x="222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8"/>
            <p:cNvSpPr/>
            <p:nvPr/>
          </p:nvSpPr>
          <p:spPr>
            <a:xfrm>
              <a:off x="2427438" y="3935050"/>
              <a:ext cx="557125" cy="412325"/>
            </a:xfrm>
            <a:custGeom>
              <a:avLst/>
              <a:gdLst/>
              <a:ahLst/>
              <a:cxnLst/>
              <a:rect l="l" t="t" r="r" b="b"/>
              <a:pathLst>
                <a:path w="22285" h="16493" extrusionOk="0">
                  <a:moveTo>
                    <a:pt x="18713" y="0"/>
                  </a:moveTo>
                  <a:lnTo>
                    <a:pt x="18713" y="12907"/>
                  </a:lnTo>
                  <a:lnTo>
                    <a:pt x="0" y="12907"/>
                  </a:lnTo>
                  <a:lnTo>
                    <a:pt x="0" y="16493"/>
                  </a:lnTo>
                  <a:lnTo>
                    <a:pt x="22284" y="16493"/>
                  </a:lnTo>
                  <a:lnTo>
                    <a:pt x="222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8"/>
            <p:cNvSpPr/>
            <p:nvPr/>
          </p:nvSpPr>
          <p:spPr>
            <a:xfrm>
              <a:off x="1581463" y="3255575"/>
              <a:ext cx="389575" cy="389575"/>
            </a:xfrm>
            <a:custGeom>
              <a:avLst/>
              <a:gdLst/>
              <a:ahLst/>
              <a:cxnLst/>
              <a:rect l="l" t="t" r="r" b="b"/>
              <a:pathLst>
                <a:path w="15583" h="15583" extrusionOk="0">
                  <a:moveTo>
                    <a:pt x="10986" y="1836"/>
                  </a:moveTo>
                  <a:lnTo>
                    <a:pt x="11314" y="4198"/>
                  </a:lnTo>
                  <a:lnTo>
                    <a:pt x="10787" y="4283"/>
                  </a:lnTo>
                  <a:lnTo>
                    <a:pt x="10346" y="1950"/>
                  </a:lnTo>
                  <a:lnTo>
                    <a:pt x="10659" y="1893"/>
                  </a:lnTo>
                  <a:lnTo>
                    <a:pt x="10986" y="1836"/>
                  </a:lnTo>
                  <a:close/>
                  <a:moveTo>
                    <a:pt x="7841" y="2704"/>
                  </a:moveTo>
                  <a:lnTo>
                    <a:pt x="8752" y="4895"/>
                  </a:lnTo>
                  <a:lnTo>
                    <a:pt x="8268" y="5123"/>
                  </a:lnTo>
                  <a:lnTo>
                    <a:pt x="7244" y="2960"/>
                  </a:lnTo>
                  <a:lnTo>
                    <a:pt x="7841" y="2704"/>
                  </a:lnTo>
                  <a:close/>
                  <a:moveTo>
                    <a:pt x="5010" y="4312"/>
                  </a:moveTo>
                  <a:lnTo>
                    <a:pt x="6447" y="6219"/>
                  </a:lnTo>
                  <a:lnTo>
                    <a:pt x="6020" y="6546"/>
                  </a:lnTo>
                  <a:lnTo>
                    <a:pt x="4497" y="4725"/>
                  </a:lnTo>
                  <a:lnTo>
                    <a:pt x="4754" y="4511"/>
                  </a:lnTo>
                  <a:lnTo>
                    <a:pt x="5010" y="4312"/>
                  </a:lnTo>
                  <a:close/>
                  <a:moveTo>
                    <a:pt x="2662" y="6574"/>
                  </a:moveTo>
                  <a:lnTo>
                    <a:pt x="4526" y="8069"/>
                  </a:lnTo>
                  <a:lnTo>
                    <a:pt x="4199" y="8496"/>
                  </a:lnTo>
                  <a:lnTo>
                    <a:pt x="2278" y="7101"/>
                  </a:lnTo>
                  <a:lnTo>
                    <a:pt x="2662" y="6574"/>
                  </a:lnTo>
                  <a:close/>
                  <a:moveTo>
                    <a:pt x="954" y="9364"/>
                  </a:moveTo>
                  <a:lnTo>
                    <a:pt x="3131" y="10345"/>
                  </a:lnTo>
                  <a:lnTo>
                    <a:pt x="2918" y="10829"/>
                  </a:lnTo>
                  <a:lnTo>
                    <a:pt x="698" y="9961"/>
                  </a:lnTo>
                  <a:lnTo>
                    <a:pt x="954" y="9364"/>
                  </a:lnTo>
                  <a:close/>
                  <a:moveTo>
                    <a:pt x="7386" y="0"/>
                  </a:moveTo>
                  <a:lnTo>
                    <a:pt x="7002" y="29"/>
                  </a:lnTo>
                  <a:lnTo>
                    <a:pt x="6603" y="86"/>
                  </a:lnTo>
                  <a:lnTo>
                    <a:pt x="6219" y="157"/>
                  </a:lnTo>
                  <a:lnTo>
                    <a:pt x="5849" y="242"/>
                  </a:lnTo>
                  <a:lnTo>
                    <a:pt x="5479" y="342"/>
                  </a:lnTo>
                  <a:lnTo>
                    <a:pt x="5109" y="470"/>
                  </a:lnTo>
                  <a:lnTo>
                    <a:pt x="4754" y="612"/>
                  </a:lnTo>
                  <a:lnTo>
                    <a:pt x="4412" y="769"/>
                  </a:lnTo>
                  <a:lnTo>
                    <a:pt x="4085" y="939"/>
                  </a:lnTo>
                  <a:lnTo>
                    <a:pt x="3757" y="1124"/>
                  </a:lnTo>
                  <a:lnTo>
                    <a:pt x="3430" y="1324"/>
                  </a:lnTo>
                  <a:lnTo>
                    <a:pt x="3131" y="1537"/>
                  </a:lnTo>
                  <a:lnTo>
                    <a:pt x="2833" y="1779"/>
                  </a:lnTo>
                  <a:lnTo>
                    <a:pt x="2548" y="2021"/>
                  </a:lnTo>
                  <a:lnTo>
                    <a:pt x="2278" y="2277"/>
                  </a:lnTo>
                  <a:lnTo>
                    <a:pt x="2021" y="2547"/>
                  </a:lnTo>
                  <a:lnTo>
                    <a:pt x="1780" y="2832"/>
                  </a:lnTo>
                  <a:lnTo>
                    <a:pt x="1552" y="3131"/>
                  </a:lnTo>
                  <a:lnTo>
                    <a:pt x="1324" y="3430"/>
                  </a:lnTo>
                  <a:lnTo>
                    <a:pt x="1125" y="3743"/>
                  </a:lnTo>
                  <a:lnTo>
                    <a:pt x="940" y="4070"/>
                  </a:lnTo>
                  <a:lnTo>
                    <a:pt x="769" y="4412"/>
                  </a:lnTo>
                  <a:lnTo>
                    <a:pt x="613" y="4753"/>
                  </a:lnTo>
                  <a:lnTo>
                    <a:pt x="470" y="5109"/>
                  </a:lnTo>
                  <a:lnTo>
                    <a:pt x="357" y="5465"/>
                  </a:lnTo>
                  <a:lnTo>
                    <a:pt x="243" y="5835"/>
                  </a:lnTo>
                  <a:lnTo>
                    <a:pt x="157" y="6219"/>
                  </a:lnTo>
                  <a:lnTo>
                    <a:pt x="86" y="6603"/>
                  </a:lnTo>
                  <a:lnTo>
                    <a:pt x="43" y="6987"/>
                  </a:lnTo>
                  <a:lnTo>
                    <a:pt x="15" y="7386"/>
                  </a:lnTo>
                  <a:lnTo>
                    <a:pt x="1" y="7784"/>
                  </a:lnTo>
                  <a:lnTo>
                    <a:pt x="15" y="8140"/>
                  </a:lnTo>
                  <a:lnTo>
                    <a:pt x="29" y="8496"/>
                  </a:lnTo>
                  <a:lnTo>
                    <a:pt x="72" y="8837"/>
                  </a:lnTo>
                  <a:lnTo>
                    <a:pt x="129" y="9179"/>
                  </a:lnTo>
                  <a:lnTo>
                    <a:pt x="200" y="9520"/>
                  </a:lnTo>
                  <a:lnTo>
                    <a:pt x="271" y="9847"/>
                  </a:lnTo>
                  <a:lnTo>
                    <a:pt x="371" y="10175"/>
                  </a:lnTo>
                  <a:lnTo>
                    <a:pt x="485" y="10502"/>
                  </a:lnTo>
                  <a:lnTo>
                    <a:pt x="613" y="10815"/>
                  </a:lnTo>
                  <a:lnTo>
                    <a:pt x="741" y="11114"/>
                  </a:lnTo>
                  <a:lnTo>
                    <a:pt x="897" y="11413"/>
                  </a:lnTo>
                  <a:lnTo>
                    <a:pt x="1054" y="11712"/>
                  </a:lnTo>
                  <a:lnTo>
                    <a:pt x="1225" y="11996"/>
                  </a:lnTo>
                  <a:lnTo>
                    <a:pt x="1410" y="12266"/>
                  </a:lnTo>
                  <a:lnTo>
                    <a:pt x="1609" y="12537"/>
                  </a:lnTo>
                  <a:lnTo>
                    <a:pt x="1822" y="12793"/>
                  </a:lnTo>
                  <a:lnTo>
                    <a:pt x="2349" y="12878"/>
                  </a:lnTo>
                  <a:lnTo>
                    <a:pt x="2292" y="13305"/>
                  </a:lnTo>
                  <a:lnTo>
                    <a:pt x="2562" y="13561"/>
                  </a:lnTo>
                  <a:lnTo>
                    <a:pt x="2833" y="13803"/>
                  </a:lnTo>
                  <a:lnTo>
                    <a:pt x="3131" y="14031"/>
                  </a:lnTo>
                  <a:lnTo>
                    <a:pt x="3444" y="14244"/>
                  </a:lnTo>
                  <a:lnTo>
                    <a:pt x="3757" y="14458"/>
                  </a:lnTo>
                  <a:lnTo>
                    <a:pt x="4085" y="14643"/>
                  </a:lnTo>
                  <a:lnTo>
                    <a:pt x="4412" y="14814"/>
                  </a:lnTo>
                  <a:lnTo>
                    <a:pt x="4768" y="14970"/>
                  </a:lnTo>
                  <a:lnTo>
                    <a:pt x="5109" y="15112"/>
                  </a:lnTo>
                  <a:lnTo>
                    <a:pt x="5479" y="15226"/>
                  </a:lnTo>
                  <a:lnTo>
                    <a:pt x="5849" y="15326"/>
                  </a:lnTo>
                  <a:lnTo>
                    <a:pt x="6219" y="15426"/>
                  </a:lnTo>
                  <a:lnTo>
                    <a:pt x="6603" y="15482"/>
                  </a:lnTo>
                  <a:lnTo>
                    <a:pt x="7002" y="15539"/>
                  </a:lnTo>
                  <a:lnTo>
                    <a:pt x="7386" y="15568"/>
                  </a:lnTo>
                  <a:lnTo>
                    <a:pt x="7785" y="15582"/>
                  </a:lnTo>
                  <a:lnTo>
                    <a:pt x="8268" y="15568"/>
                  </a:lnTo>
                  <a:lnTo>
                    <a:pt x="8724" y="15525"/>
                  </a:lnTo>
                  <a:lnTo>
                    <a:pt x="8667" y="15255"/>
                  </a:lnTo>
                  <a:lnTo>
                    <a:pt x="8624" y="14984"/>
                  </a:lnTo>
                  <a:lnTo>
                    <a:pt x="8610" y="14714"/>
                  </a:lnTo>
                  <a:lnTo>
                    <a:pt x="8596" y="14444"/>
                  </a:lnTo>
                  <a:lnTo>
                    <a:pt x="8610" y="14202"/>
                  </a:lnTo>
                  <a:lnTo>
                    <a:pt x="8624" y="13974"/>
                  </a:lnTo>
                  <a:lnTo>
                    <a:pt x="8653" y="13732"/>
                  </a:lnTo>
                  <a:lnTo>
                    <a:pt x="8695" y="13504"/>
                  </a:lnTo>
                  <a:lnTo>
                    <a:pt x="8738" y="13291"/>
                  </a:lnTo>
                  <a:lnTo>
                    <a:pt x="8809" y="13063"/>
                  </a:lnTo>
                  <a:lnTo>
                    <a:pt x="8880" y="12850"/>
                  </a:lnTo>
                  <a:lnTo>
                    <a:pt x="8966" y="12651"/>
                  </a:lnTo>
                  <a:lnTo>
                    <a:pt x="9051" y="12437"/>
                  </a:lnTo>
                  <a:lnTo>
                    <a:pt x="9151" y="12238"/>
                  </a:lnTo>
                  <a:lnTo>
                    <a:pt x="9264" y="12053"/>
                  </a:lnTo>
                  <a:lnTo>
                    <a:pt x="9378" y="11868"/>
                  </a:lnTo>
                  <a:lnTo>
                    <a:pt x="9521" y="11683"/>
                  </a:lnTo>
                  <a:lnTo>
                    <a:pt x="9649" y="11512"/>
                  </a:lnTo>
                  <a:lnTo>
                    <a:pt x="9791" y="11342"/>
                  </a:lnTo>
                  <a:lnTo>
                    <a:pt x="9947" y="11185"/>
                  </a:lnTo>
                  <a:lnTo>
                    <a:pt x="10104" y="11028"/>
                  </a:lnTo>
                  <a:lnTo>
                    <a:pt x="10275" y="10886"/>
                  </a:lnTo>
                  <a:lnTo>
                    <a:pt x="10446" y="10744"/>
                  </a:lnTo>
                  <a:lnTo>
                    <a:pt x="10631" y="10616"/>
                  </a:lnTo>
                  <a:lnTo>
                    <a:pt x="10816" y="10502"/>
                  </a:lnTo>
                  <a:lnTo>
                    <a:pt x="11015" y="10388"/>
                  </a:lnTo>
                  <a:lnTo>
                    <a:pt x="11214" y="10289"/>
                  </a:lnTo>
                  <a:lnTo>
                    <a:pt x="11413" y="10189"/>
                  </a:lnTo>
                  <a:lnTo>
                    <a:pt x="11627" y="10104"/>
                  </a:lnTo>
                  <a:lnTo>
                    <a:pt x="11840" y="10032"/>
                  </a:lnTo>
                  <a:lnTo>
                    <a:pt x="12054" y="9975"/>
                  </a:lnTo>
                  <a:lnTo>
                    <a:pt x="12281" y="9919"/>
                  </a:lnTo>
                  <a:lnTo>
                    <a:pt x="12509" y="9876"/>
                  </a:lnTo>
                  <a:lnTo>
                    <a:pt x="12737" y="9847"/>
                  </a:lnTo>
                  <a:lnTo>
                    <a:pt x="12978" y="9833"/>
                  </a:lnTo>
                  <a:lnTo>
                    <a:pt x="13477" y="9833"/>
                  </a:lnTo>
                  <a:lnTo>
                    <a:pt x="13733" y="9862"/>
                  </a:lnTo>
                  <a:lnTo>
                    <a:pt x="13989" y="9890"/>
                  </a:lnTo>
                  <a:lnTo>
                    <a:pt x="14231" y="9947"/>
                  </a:lnTo>
                  <a:lnTo>
                    <a:pt x="14487" y="10004"/>
                  </a:lnTo>
                  <a:lnTo>
                    <a:pt x="14715" y="10075"/>
                  </a:lnTo>
                  <a:lnTo>
                    <a:pt x="14956" y="10160"/>
                  </a:lnTo>
                  <a:lnTo>
                    <a:pt x="15184" y="10260"/>
                  </a:lnTo>
                  <a:lnTo>
                    <a:pt x="15269" y="9975"/>
                  </a:lnTo>
                  <a:lnTo>
                    <a:pt x="15355" y="9677"/>
                  </a:lnTo>
                  <a:lnTo>
                    <a:pt x="15426" y="9364"/>
                  </a:lnTo>
                  <a:lnTo>
                    <a:pt x="15483" y="9065"/>
                  </a:lnTo>
                  <a:lnTo>
                    <a:pt x="15526" y="8752"/>
                  </a:lnTo>
                  <a:lnTo>
                    <a:pt x="15554" y="8424"/>
                  </a:lnTo>
                  <a:lnTo>
                    <a:pt x="15583" y="8111"/>
                  </a:lnTo>
                  <a:lnTo>
                    <a:pt x="15583" y="7784"/>
                  </a:lnTo>
                  <a:lnTo>
                    <a:pt x="15583" y="7471"/>
                  </a:lnTo>
                  <a:lnTo>
                    <a:pt x="15554" y="7144"/>
                  </a:lnTo>
                  <a:lnTo>
                    <a:pt x="15526" y="6831"/>
                  </a:lnTo>
                  <a:lnTo>
                    <a:pt x="15483" y="6532"/>
                  </a:lnTo>
                  <a:lnTo>
                    <a:pt x="15426" y="6219"/>
                  </a:lnTo>
                  <a:lnTo>
                    <a:pt x="15355" y="5920"/>
                  </a:lnTo>
                  <a:lnTo>
                    <a:pt x="15284" y="5621"/>
                  </a:lnTo>
                  <a:lnTo>
                    <a:pt x="15184" y="5336"/>
                  </a:lnTo>
                  <a:lnTo>
                    <a:pt x="15084" y="5038"/>
                  </a:lnTo>
                  <a:lnTo>
                    <a:pt x="14971" y="4767"/>
                  </a:lnTo>
                  <a:lnTo>
                    <a:pt x="14857" y="4483"/>
                  </a:lnTo>
                  <a:lnTo>
                    <a:pt x="14715" y="4212"/>
                  </a:lnTo>
                  <a:lnTo>
                    <a:pt x="14572" y="3956"/>
                  </a:lnTo>
                  <a:lnTo>
                    <a:pt x="14430" y="3700"/>
                  </a:lnTo>
                  <a:lnTo>
                    <a:pt x="14259" y="3444"/>
                  </a:lnTo>
                  <a:lnTo>
                    <a:pt x="14088" y="3202"/>
                  </a:lnTo>
                  <a:lnTo>
                    <a:pt x="13989" y="4155"/>
                  </a:lnTo>
                  <a:lnTo>
                    <a:pt x="13448" y="4113"/>
                  </a:lnTo>
                  <a:lnTo>
                    <a:pt x="13548" y="2533"/>
                  </a:lnTo>
                  <a:lnTo>
                    <a:pt x="13277" y="2249"/>
                  </a:lnTo>
                  <a:lnTo>
                    <a:pt x="12978" y="1978"/>
                  </a:lnTo>
                  <a:lnTo>
                    <a:pt x="12680" y="1722"/>
                  </a:lnTo>
                  <a:lnTo>
                    <a:pt x="12367" y="1480"/>
                  </a:lnTo>
                  <a:lnTo>
                    <a:pt x="12039" y="1252"/>
                  </a:lnTo>
                  <a:lnTo>
                    <a:pt x="11698" y="1039"/>
                  </a:lnTo>
                  <a:lnTo>
                    <a:pt x="11342" y="854"/>
                  </a:lnTo>
                  <a:lnTo>
                    <a:pt x="10986" y="683"/>
                  </a:lnTo>
                  <a:lnTo>
                    <a:pt x="10616" y="527"/>
                  </a:lnTo>
                  <a:lnTo>
                    <a:pt x="10232" y="384"/>
                  </a:lnTo>
                  <a:lnTo>
                    <a:pt x="9848" y="271"/>
                  </a:lnTo>
                  <a:lnTo>
                    <a:pt x="9449" y="171"/>
                  </a:lnTo>
                  <a:lnTo>
                    <a:pt x="9051" y="100"/>
                  </a:lnTo>
                  <a:lnTo>
                    <a:pt x="8638" y="43"/>
                  </a:lnTo>
                  <a:lnTo>
                    <a:pt x="8211" y="0"/>
                  </a:lnTo>
                  <a:close/>
                </a:path>
              </a:pathLst>
            </a:custGeom>
            <a:solidFill>
              <a:srgbClr val="453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8"/>
            <p:cNvSpPr/>
            <p:nvPr/>
          </p:nvSpPr>
          <p:spPr>
            <a:xfrm>
              <a:off x="1598913" y="3489650"/>
              <a:ext cx="60850" cy="36675"/>
            </a:xfrm>
            <a:custGeom>
              <a:avLst/>
              <a:gdLst/>
              <a:ahLst/>
              <a:cxnLst/>
              <a:rect l="l" t="t" r="r" b="b"/>
              <a:pathLst>
                <a:path w="2434" h="1467" fill="none" extrusionOk="0">
                  <a:moveTo>
                    <a:pt x="2220" y="1466"/>
                  </a:moveTo>
                  <a:lnTo>
                    <a:pt x="0" y="598"/>
                  </a:lnTo>
                  <a:lnTo>
                    <a:pt x="0" y="598"/>
                  </a:lnTo>
                  <a:lnTo>
                    <a:pt x="256" y="1"/>
                  </a:lnTo>
                  <a:lnTo>
                    <a:pt x="2433" y="982"/>
                  </a:lnTo>
                  <a:lnTo>
                    <a:pt x="2433" y="982"/>
                  </a:lnTo>
                  <a:lnTo>
                    <a:pt x="2220" y="146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8"/>
            <p:cNvSpPr/>
            <p:nvPr/>
          </p:nvSpPr>
          <p:spPr>
            <a:xfrm>
              <a:off x="1638388" y="3419925"/>
              <a:ext cx="56225" cy="48050"/>
            </a:xfrm>
            <a:custGeom>
              <a:avLst/>
              <a:gdLst/>
              <a:ahLst/>
              <a:cxnLst/>
              <a:rect l="l" t="t" r="r" b="b"/>
              <a:pathLst>
                <a:path w="2249" h="1922" fill="none" extrusionOk="0">
                  <a:moveTo>
                    <a:pt x="1922" y="1922"/>
                  </a:moveTo>
                  <a:lnTo>
                    <a:pt x="1" y="527"/>
                  </a:lnTo>
                  <a:lnTo>
                    <a:pt x="1" y="527"/>
                  </a:lnTo>
                  <a:lnTo>
                    <a:pt x="385" y="0"/>
                  </a:lnTo>
                  <a:lnTo>
                    <a:pt x="2249" y="1495"/>
                  </a:lnTo>
                  <a:lnTo>
                    <a:pt x="2249" y="1495"/>
                  </a:lnTo>
                  <a:lnTo>
                    <a:pt x="1922" y="19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8"/>
            <p:cNvSpPr/>
            <p:nvPr/>
          </p:nvSpPr>
          <p:spPr>
            <a:xfrm>
              <a:off x="1693888" y="3363350"/>
              <a:ext cx="48750" cy="55900"/>
            </a:xfrm>
            <a:custGeom>
              <a:avLst/>
              <a:gdLst/>
              <a:ahLst/>
              <a:cxnLst/>
              <a:rect l="l" t="t" r="r" b="b"/>
              <a:pathLst>
                <a:path w="1950" h="2236" fill="none" extrusionOk="0">
                  <a:moveTo>
                    <a:pt x="1523" y="2235"/>
                  </a:moveTo>
                  <a:lnTo>
                    <a:pt x="0" y="414"/>
                  </a:lnTo>
                  <a:lnTo>
                    <a:pt x="0" y="414"/>
                  </a:lnTo>
                  <a:lnTo>
                    <a:pt x="257" y="200"/>
                  </a:lnTo>
                  <a:lnTo>
                    <a:pt x="513" y="1"/>
                  </a:lnTo>
                  <a:lnTo>
                    <a:pt x="1950" y="1908"/>
                  </a:lnTo>
                  <a:lnTo>
                    <a:pt x="1950" y="1908"/>
                  </a:lnTo>
                  <a:lnTo>
                    <a:pt x="1523" y="223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8"/>
            <p:cNvSpPr/>
            <p:nvPr/>
          </p:nvSpPr>
          <p:spPr>
            <a:xfrm>
              <a:off x="1762538" y="3323150"/>
              <a:ext cx="37750" cy="60525"/>
            </a:xfrm>
            <a:custGeom>
              <a:avLst/>
              <a:gdLst/>
              <a:ahLst/>
              <a:cxnLst/>
              <a:rect l="l" t="t" r="r" b="b"/>
              <a:pathLst>
                <a:path w="1510" h="2421" fill="none" extrusionOk="0">
                  <a:moveTo>
                    <a:pt x="1025" y="2420"/>
                  </a:moveTo>
                  <a:lnTo>
                    <a:pt x="1" y="257"/>
                  </a:lnTo>
                  <a:lnTo>
                    <a:pt x="1" y="257"/>
                  </a:lnTo>
                  <a:lnTo>
                    <a:pt x="598" y="1"/>
                  </a:lnTo>
                  <a:lnTo>
                    <a:pt x="1509" y="2192"/>
                  </a:lnTo>
                  <a:lnTo>
                    <a:pt x="1509" y="2192"/>
                  </a:lnTo>
                  <a:lnTo>
                    <a:pt x="1025" y="242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8"/>
            <p:cNvSpPr/>
            <p:nvPr/>
          </p:nvSpPr>
          <p:spPr>
            <a:xfrm>
              <a:off x="1840088" y="3301450"/>
              <a:ext cx="24225" cy="61225"/>
            </a:xfrm>
            <a:custGeom>
              <a:avLst/>
              <a:gdLst/>
              <a:ahLst/>
              <a:cxnLst/>
              <a:rect l="l" t="t" r="r" b="b"/>
              <a:pathLst>
                <a:path w="969" h="2449" fill="none" extrusionOk="0">
                  <a:moveTo>
                    <a:pt x="442" y="2448"/>
                  </a:moveTo>
                  <a:lnTo>
                    <a:pt x="1" y="115"/>
                  </a:lnTo>
                  <a:lnTo>
                    <a:pt x="1" y="115"/>
                  </a:lnTo>
                  <a:lnTo>
                    <a:pt x="314" y="58"/>
                  </a:lnTo>
                  <a:lnTo>
                    <a:pt x="641" y="1"/>
                  </a:lnTo>
                  <a:lnTo>
                    <a:pt x="969" y="2363"/>
                  </a:lnTo>
                  <a:lnTo>
                    <a:pt x="969" y="2363"/>
                  </a:lnTo>
                  <a:lnTo>
                    <a:pt x="442" y="24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8"/>
            <p:cNvSpPr/>
            <p:nvPr/>
          </p:nvSpPr>
          <p:spPr>
            <a:xfrm>
              <a:off x="1581463" y="3255575"/>
              <a:ext cx="389575" cy="389575"/>
            </a:xfrm>
            <a:custGeom>
              <a:avLst/>
              <a:gdLst/>
              <a:ahLst/>
              <a:cxnLst/>
              <a:rect l="l" t="t" r="r" b="b"/>
              <a:pathLst>
                <a:path w="15583" h="15583" fill="none" extrusionOk="0">
                  <a:moveTo>
                    <a:pt x="7785" y="0"/>
                  </a:moveTo>
                  <a:lnTo>
                    <a:pt x="7785" y="0"/>
                  </a:lnTo>
                  <a:lnTo>
                    <a:pt x="7386" y="0"/>
                  </a:lnTo>
                  <a:lnTo>
                    <a:pt x="7002" y="29"/>
                  </a:lnTo>
                  <a:lnTo>
                    <a:pt x="6603" y="86"/>
                  </a:lnTo>
                  <a:lnTo>
                    <a:pt x="6219" y="157"/>
                  </a:lnTo>
                  <a:lnTo>
                    <a:pt x="5849" y="242"/>
                  </a:lnTo>
                  <a:lnTo>
                    <a:pt x="5479" y="342"/>
                  </a:lnTo>
                  <a:lnTo>
                    <a:pt x="5109" y="470"/>
                  </a:lnTo>
                  <a:lnTo>
                    <a:pt x="4754" y="612"/>
                  </a:lnTo>
                  <a:lnTo>
                    <a:pt x="4412" y="769"/>
                  </a:lnTo>
                  <a:lnTo>
                    <a:pt x="4085" y="939"/>
                  </a:lnTo>
                  <a:lnTo>
                    <a:pt x="3757" y="1124"/>
                  </a:lnTo>
                  <a:lnTo>
                    <a:pt x="3430" y="1324"/>
                  </a:lnTo>
                  <a:lnTo>
                    <a:pt x="3131" y="1537"/>
                  </a:lnTo>
                  <a:lnTo>
                    <a:pt x="2833" y="1779"/>
                  </a:lnTo>
                  <a:lnTo>
                    <a:pt x="2548" y="2021"/>
                  </a:lnTo>
                  <a:lnTo>
                    <a:pt x="2278" y="2277"/>
                  </a:lnTo>
                  <a:lnTo>
                    <a:pt x="2021" y="2547"/>
                  </a:lnTo>
                  <a:lnTo>
                    <a:pt x="1780" y="2832"/>
                  </a:lnTo>
                  <a:lnTo>
                    <a:pt x="1552" y="3131"/>
                  </a:lnTo>
                  <a:lnTo>
                    <a:pt x="1324" y="3430"/>
                  </a:lnTo>
                  <a:lnTo>
                    <a:pt x="1125" y="3743"/>
                  </a:lnTo>
                  <a:lnTo>
                    <a:pt x="940" y="4070"/>
                  </a:lnTo>
                  <a:lnTo>
                    <a:pt x="769" y="4412"/>
                  </a:lnTo>
                  <a:lnTo>
                    <a:pt x="613" y="4753"/>
                  </a:lnTo>
                  <a:lnTo>
                    <a:pt x="470" y="5109"/>
                  </a:lnTo>
                  <a:lnTo>
                    <a:pt x="357" y="5465"/>
                  </a:lnTo>
                  <a:lnTo>
                    <a:pt x="243" y="5835"/>
                  </a:lnTo>
                  <a:lnTo>
                    <a:pt x="157" y="6219"/>
                  </a:lnTo>
                  <a:lnTo>
                    <a:pt x="86" y="6603"/>
                  </a:lnTo>
                  <a:lnTo>
                    <a:pt x="43" y="6987"/>
                  </a:lnTo>
                  <a:lnTo>
                    <a:pt x="15" y="7386"/>
                  </a:lnTo>
                  <a:lnTo>
                    <a:pt x="1" y="7784"/>
                  </a:lnTo>
                  <a:lnTo>
                    <a:pt x="1" y="7784"/>
                  </a:lnTo>
                  <a:lnTo>
                    <a:pt x="15" y="8140"/>
                  </a:lnTo>
                  <a:lnTo>
                    <a:pt x="29" y="8496"/>
                  </a:lnTo>
                  <a:lnTo>
                    <a:pt x="72" y="8837"/>
                  </a:lnTo>
                  <a:lnTo>
                    <a:pt x="129" y="9179"/>
                  </a:lnTo>
                  <a:lnTo>
                    <a:pt x="200" y="9520"/>
                  </a:lnTo>
                  <a:lnTo>
                    <a:pt x="271" y="9847"/>
                  </a:lnTo>
                  <a:lnTo>
                    <a:pt x="371" y="10175"/>
                  </a:lnTo>
                  <a:lnTo>
                    <a:pt x="485" y="10502"/>
                  </a:lnTo>
                  <a:lnTo>
                    <a:pt x="613" y="10815"/>
                  </a:lnTo>
                  <a:lnTo>
                    <a:pt x="741" y="11114"/>
                  </a:lnTo>
                  <a:lnTo>
                    <a:pt x="897" y="11413"/>
                  </a:lnTo>
                  <a:lnTo>
                    <a:pt x="1054" y="11712"/>
                  </a:lnTo>
                  <a:lnTo>
                    <a:pt x="1225" y="11996"/>
                  </a:lnTo>
                  <a:lnTo>
                    <a:pt x="1410" y="12266"/>
                  </a:lnTo>
                  <a:lnTo>
                    <a:pt x="1609" y="12537"/>
                  </a:lnTo>
                  <a:lnTo>
                    <a:pt x="1822" y="12793"/>
                  </a:lnTo>
                  <a:lnTo>
                    <a:pt x="2349" y="12878"/>
                  </a:lnTo>
                  <a:lnTo>
                    <a:pt x="2349" y="12878"/>
                  </a:lnTo>
                  <a:lnTo>
                    <a:pt x="2292" y="13305"/>
                  </a:lnTo>
                  <a:lnTo>
                    <a:pt x="2292" y="13305"/>
                  </a:lnTo>
                  <a:lnTo>
                    <a:pt x="2562" y="13561"/>
                  </a:lnTo>
                  <a:lnTo>
                    <a:pt x="2833" y="13803"/>
                  </a:lnTo>
                  <a:lnTo>
                    <a:pt x="3131" y="14031"/>
                  </a:lnTo>
                  <a:lnTo>
                    <a:pt x="3444" y="14244"/>
                  </a:lnTo>
                  <a:lnTo>
                    <a:pt x="3757" y="14458"/>
                  </a:lnTo>
                  <a:lnTo>
                    <a:pt x="4085" y="14643"/>
                  </a:lnTo>
                  <a:lnTo>
                    <a:pt x="4412" y="14814"/>
                  </a:lnTo>
                  <a:lnTo>
                    <a:pt x="4768" y="14970"/>
                  </a:lnTo>
                  <a:lnTo>
                    <a:pt x="5109" y="15112"/>
                  </a:lnTo>
                  <a:lnTo>
                    <a:pt x="5479" y="15226"/>
                  </a:lnTo>
                  <a:lnTo>
                    <a:pt x="5849" y="15326"/>
                  </a:lnTo>
                  <a:lnTo>
                    <a:pt x="6219" y="15426"/>
                  </a:lnTo>
                  <a:lnTo>
                    <a:pt x="6603" y="15482"/>
                  </a:lnTo>
                  <a:lnTo>
                    <a:pt x="7002" y="15539"/>
                  </a:lnTo>
                  <a:lnTo>
                    <a:pt x="7386" y="15568"/>
                  </a:lnTo>
                  <a:lnTo>
                    <a:pt x="7785" y="15582"/>
                  </a:lnTo>
                  <a:lnTo>
                    <a:pt x="7785" y="15582"/>
                  </a:lnTo>
                  <a:lnTo>
                    <a:pt x="8268" y="15568"/>
                  </a:lnTo>
                  <a:lnTo>
                    <a:pt x="8724" y="15525"/>
                  </a:lnTo>
                  <a:lnTo>
                    <a:pt x="8724" y="15525"/>
                  </a:lnTo>
                  <a:lnTo>
                    <a:pt x="8667" y="15255"/>
                  </a:lnTo>
                  <a:lnTo>
                    <a:pt x="8624" y="14984"/>
                  </a:lnTo>
                  <a:lnTo>
                    <a:pt x="8610" y="14714"/>
                  </a:lnTo>
                  <a:lnTo>
                    <a:pt x="8596" y="14444"/>
                  </a:lnTo>
                  <a:lnTo>
                    <a:pt x="8596" y="14444"/>
                  </a:lnTo>
                  <a:lnTo>
                    <a:pt x="8610" y="14202"/>
                  </a:lnTo>
                  <a:lnTo>
                    <a:pt x="8624" y="13974"/>
                  </a:lnTo>
                  <a:lnTo>
                    <a:pt x="8653" y="13732"/>
                  </a:lnTo>
                  <a:lnTo>
                    <a:pt x="8695" y="13504"/>
                  </a:lnTo>
                  <a:lnTo>
                    <a:pt x="8738" y="13291"/>
                  </a:lnTo>
                  <a:lnTo>
                    <a:pt x="8809" y="13063"/>
                  </a:lnTo>
                  <a:lnTo>
                    <a:pt x="8880" y="12850"/>
                  </a:lnTo>
                  <a:lnTo>
                    <a:pt x="8966" y="12651"/>
                  </a:lnTo>
                  <a:lnTo>
                    <a:pt x="9051" y="12437"/>
                  </a:lnTo>
                  <a:lnTo>
                    <a:pt x="9151" y="12238"/>
                  </a:lnTo>
                  <a:lnTo>
                    <a:pt x="9264" y="12053"/>
                  </a:lnTo>
                  <a:lnTo>
                    <a:pt x="9378" y="11868"/>
                  </a:lnTo>
                  <a:lnTo>
                    <a:pt x="9521" y="11683"/>
                  </a:lnTo>
                  <a:lnTo>
                    <a:pt x="9649" y="11512"/>
                  </a:lnTo>
                  <a:lnTo>
                    <a:pt x="9791" y="11342"/>
                  </a:lnTo>
                  <a:lnTo>
                    <a:pt x="9947" y="11185"/>
                  </a:lnTo>
                  <a:lnTo>
                    <a:pt x="10104" y="11028"/>
                  </a:lnTo>
                  <a:lnTo>
                    <a:pt x="10275" y="10886"/>
                  </a:lnTo>
                  <a:lnTo>
                    <a:pt x="10446" y="10744"/>
                  </a:lnTo>
                  <a:lnTo>
                    <a:pt x="10631" y="10616"/>
                  </a:lnTo>
                  <a:lnTo>
                    <a:pt x="10816" y="10502"/>
                  </a:lnTo>
                  <a:lnTo>
                    <a:pt x="11015" y="10388"/>
                  </a:lnTo>
                  <a:lnTo>
                    <a:pt x="11214" y="10289"/>
                  </a:lnTo>
                  <a:lnTo>
                    <a:pt x="11413" y="10189"/>
                  </a:lnTo>
                  <a:lnTo>
                    <a:pt x="11627" y="10104"/>
                  </a:lnTo>
                  <a:lnTo>
                    <a:pt x="11840" y="10032"/>
                  </a:lnTo>
                  <a:lnTo>
                    <a:pt x="12054" y="9975"/>
                  </a:lnTo>
                  <a:lnTo>
                    <a:pt x="12281" y="9919"/>
                  </a:lnTo>
                  <a:lnTo>
                    <a:pt x="12509" y="9876"/>
                  </a:lnTo>
                  <a:lnTo>
                    <a:pt x="12737" y="9847"/>
                  </a:lnTo>
                  <a:lnTo>
                    <a:pt x="12978" y="9833"/>
                  </a:lnTo>
                  <a:lnTo>
                    <a:pt x="13206" y="9833"/>
                  </a:lnTo>
                  <a:lnTo>
                    <a:pt x="13206" y="9833"/>
                  </a:lnTo>
                  <a:lnTo>
                    <a:pt x="13477" y="9833"/>
                  </a:lnTo>
                  <a:lnTo>
                    <a:pt x="13733" y="9862"/>
                  </a:lnTo>
                  <a:lnTo>
                    <a:pt x="13989" y="9890"/>
                  </a:lnTo>
                  <a:lnTo>
                    <a:pt x="14231" y="9947"/>
                  </a:lnTo>
                  <a:lnTo>
                    <a:pt x="14487" y="10004"/>
                  </a:lnTo>
                  <a:lnTo>
                    <a:pt x="14715" y="10075"/>
                  </a:lnTo>
                  <a:lnTo>
                    <a:pt x="14956" y="10160"/>
                  </a:lnTo>
                  <a:lnTo>
                    <a:pt x="15184" y="10260"/>
                  </a:lnTo>
                  <a:lnTo>
                    <a:pt x="15184" y="10260"/>
                  </a:lnTo>
                  <a:lnTo>
                    <a:pt x="15269" y="9975"/>
                  </a:lnTo>
                  <a:lnTo>
                    <a:pt x="15355" y="9677"/>
                  </a:lnTo>
                  <a:lnTo>
                    <a:pt x="15426" y="9364"/>
                  </a:lnTo>
                  <a:lnTo>
                    <a:pt x="15483" y="9065"/>
                  </a:lnTo>
                  <a:lnTo>
                    <a:pt x="15526" y="8752"/>
                  </a:lnTo>
                  <a:lnTo>
                    <a:pt x="15554" y="8424"/>
                  </a:lnTo>
                  <a:lnTo>
                    <a:pt x="15583" y="8111"/>
                  </a:lnTo>
                  <a:lnTo>
                    <a:pt x="15583" y="7784"/>
                  </a:lnTo>
                  <a:lnTo>
                    <a:pt x="15583" y="7784"/>
                  </a:lnTo>
                  <a:lnTo>
                    <a:pt x="15583" y="7471"/>
                  </a:lnTo>
                  <a:lnTo>
                    <a:pt x="15554" y="7144"/>
                  </a:lnTo>
                  <a:lnTo>
                    <a:pt x="15526" y="6831"/>
                  </a:lnTo>
                  <a:lnTo>
                    <a:pt x="15483" y="6532"/>
                  </a:lnTo>
                  <a:lnTo>
                    <a:pt x="15426" y="6219"/>
                  </a:lnTo>
                  <a:lnTo>
                    <a:pt x="15355" y="5920"/>
                  </a:lnTo>
                  <a:lnTo>
                    <a:pt x="15284" y="5621"/>
                  </a:lnTo>
                  <a:lnTo>
                    <a:pt x="15184" y="5336"/>
                  </a:lnTo>
                  <a:lnTo>
                    <a:pt x="15084" y="5038"/>
                  </a:lnTo>
                  <a:lnTo>
                    <a:pt x="14971" y="4767"/>
                  </a:lnTo>
                  <a:lnTo>
                    <a:pt x="14857" y="4483"/>
                  </a:lnTo>
                  <a:lnTo>
                    <a:pt x="14715" y="4212"/>
                  </a:lnTo>
                  <a:lnTo>
                    <a:pt x="14572" y="3956"/>
                  </a:lnTo>
                  <a:lnTo>
                    <a:pt x="14430" y="3700"/>
                  </a:lnTo>
                  <a:lnTo>
                    <a:pt x="14259" y="3444"/>
                  </a:lnTo>
                  <a:lnTo>
                    <a:pt x="14088" y="3202"/>
                  </a:lnTo>
                  <a:lnTo>
                    <a:pt x="13989" y="4155"/>
                  </a:lnTo>
                  <a:lnTo>
                    <a:pt x="13989" y="4155"/>
                  </a:lnTo>
                  <a:lnTo>
                    <a:pt x="13448" y="4113"/>
                  </a:lnTo>
                  <a:lnTo>
                    <a:pt x="13548" y="2533"/>
                  </a:lnTo>
                  <a:lnTo>
                    <a:pt x="13548" y="2533"/>
                  </a:lnTo>
                  <a:lnTo>
                    <a:pt x="13277" y="2249"/>
                  </a:lnTo>
                  <a:lnTo>
                    <a:pt x="12978" y="1978"/>
                  </a:lnTo>
                  <a:lnTo>
                    <a:pt x="12680" y="1722"/>
                  </a:lnTo>
                  <a:lnTo>
                    <a:pt x="12367" y="1480"/>
                  </a:lnTo>
                  <a:lnTo>
                    <a:pt x="12039" y="1252"/>
                  </a:lnTo>
                  <a:lnTo>
                    <a:pt x="11698" y="1039"/>
                  </a:lnTo>
                  <a:lnTo>
                    <a:pt x="11342" y="854"/>
                  </a:lnTo>
                  <a:lnTo>
                    <a:pt x="10986" y="683"/>
                  </a:lnTo>
                  <a:lnTo>
                    <a:pt x="10616" y="527"/>
                  </a:lnTo>
                  <a:lnTo>
                    <a:pt x="10232" y="384"/>
                  </a:lnTo>
                  <a:lnTo>
                    <a:pt x="9848" y="271"/>
                  </a:lnTo>
                  <a:lnTo>
                    <a:pt x="9449" y="171"/>
                  </a:lnTo>
                  <a:lnTo>
                    <a:pt x="9051" y="100"/>
                  </a:lnTo>
                  <a:lnTo>
                    <a:pt x="8638" y="43"/>
                  </a:lnTo>
                  <a:lnTo>
                    <a:pt x="8211" y="0"/>
                  </a:lnTo>
                  <a:lnTo>
                    <a:pt x="778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1598913" y="3301450"/>
              <a:ext cx="334775" cy="286775"/>
            </a:xfrm>
            <a:custGeom>
              <a:avLst/>
              <a:gdLst/>
              <a:ahLst/>
              <a:cxnLst/>
              <a:rect l="l" t="t" r="r" b="b"/>
              <a:pathLst>
                <a:path w="13391" h="11471" extrusionOk="0">
                  <a:moveTo>
                    <a:pt x="12850" y="698"/>
                  </a:moveTo>
                  <a:lnTo>
                    <a:pt x="12750" y="2278"/>
                  </a:lnTo>
                  <a:lnTo>
                    <a:pt x="13291" y="2320"/>
                  </a:lnTo>
                  <a:lnTo>
                    <a:pt x="13390" y="1367"/>
                  </a:lnTo>
                  <a:lnTo>
                    <a:pt x="13134" y="1025"/>
                  </a:lnTo>
                  <a:lnTo>
                    <a:pt x="12850" y="698"/>
                  </a:lnTo>
                  <a:close/>
                  <a:moveTo>
                    <a:pt x="10288" y="1"/>
                  </a:moveTo>
                  <a:lnTo>
                    <a:pt x="9961" y="58"/>
                  </a:lnTo>
                  <a:lnTo>
                    <a:pt x="9648" y="115"/>
                  </a:lnTo>
                  <a:lnTo>
                    <a:pt x="10089" y="2448"/>
                  </a:lnTo>
                  <a:lnTo>
                    <a:pt x="10616" y="2363"/>
                  </a:lnTo>
                  <a:lnTo>
                    <a:pt x="10288" y="1"/>
                  </a:lnTo>
                  <a:close/>
                  <a:moveTo>
                    <a:pt x="7143" y="869"/>
                  </a:moveTo>
                  <a:lnTo>
                    <a:pt x="6546" y="1125"/>
                  </a:lnTo>
                  <a:lnTo>
                    <a:pt x="7570" y="3288"/>
                  </a:lnTo>
                  <a:lnTo>
                    <a:pt x="8054" y="3060"/>
                  </a:lnTo>
                  <a:lnTo>
                    <a:pt x="7143" y="869"/>
                  </a:lnTo>
                  <a:close/>
                  <a:moveTo>
                    <a:pt x="4312" y="2477"/>
                  </a:moveTo>
                  <a:lnTo>
                    <a:pt x="4056" y="2676"/>
                  </a:lnTo>
                  <a:lnTo>
                    <a:pt x="3799" y="2890"/>
                  </a:lnTo>
                  <a:lnTo>
                    <a:pt x="5322" y="4711"/>
                  </a:lnTo>
                  <a:lnTo>
                    <a:pt x="5749" y="4384"/>
                  </a:lnTo>
                  <a:lnTo>
                    <a:pt x="4312" y="2477"/>
                  </a:lnTo>
                  <a:close/>
                  <a:moveTo>
                    <a:pt x="1964" y="4739"/>
                  </a:moveTo>
                  <a:lnTo>
                    <a:pt x="1580" y="5266"/>
                  </a:lnTo>
                  <a:lnTo>
                    <a:pt x="3501" y="6661"/>
                  </a:lnTo>
                  <a:lnTo>
                    <a:pt x="3828" y="6234"/>
                  </a:lnTo>
                  <a:lnTo>
                    <a:pt x="1964" y="4739"/>
                  </a:lnTo>
                  <a:close/>
                  <a:moveTo>
                    <a:pt x="256" y="7529"/>
                  </a:moveTo>
                  <a:lnTo>
                    <a:pt x="0" y="8126"/>
                  </a:lnTo>
                  <a:lnTo>
                    <a:pt x="2220" y="8994"/>
                  </a:lnTo>
                  <a:lnTo>
                    <a:pt x="2433" y="8510"/>
                  </a:lnTo>
                  <a:lnTo>
                    <a:pt x="256" y="7529"/>
                  </a:lnTo>
                  <a:close/>
                  <a:moveTo>
                    <a:pt x="1124" y="10958"/>
                  </a:moveTo>
                  <a:lnTo>
                    <a:pt x="1352" y="11214"/>
                  </a:lnTo>
                  <a:lnTo>
                    <a:pt x="1594" y="11470"/>
                  </a:lnTo>
                  <a:lnTo>
                    <a:pt x="1651" y="11043"/>
                  </a:lnTo>
                  <a:lnTo>
                    <a:pt x="1124" y="109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8"/>
            <p:cNvSpPr/>
            <p:nvPr/>
          </p:nvSpPr>
          <p:spPr>
            <a:xfrm>
              <a:off x="1627013" y="3575375"/>
              <a:ext cx="13175" cy="12850"/>
            </a:xfrm>
            <a:custGeom>
              <a:avLst/>
              <a:gdLst/>
              <a:ahLst/>
              <a:cxnLst/>
              <a:rect l="l" t="t" r="r" b="b"/>
              <a:pathLst>
                <a:path w="527" h="51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8" y="257"/>
                  </a:lnTo>
                  <a:lnTo>
                    <a:pt x="470" y="513"/>
                  </a:lnTo>
                  <a:lnTo>
                    <a:pt x="470" y="513"/>
                  </a:lnTo>
                  <a:lnTo>
                    <a:pt x="527" y="86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8"/>
            <p:cNvSpPr/>
            <p:nvPr/>
          </p:nvSpPr>
          <p:spPr>
            <a:xfrm>
              <a:off x="1598913" y="3489650"/>
              <a:ext cx="60850" cy="36675"/>
            </a:xfrm>
            <a:custGeom>
              <a:avLst/>
              <a:gdLst/>
              <a:ahLst/>
              <a:cxnLst/>
              <a:rect l="l" t="t" r="r" b="b"/>
              <a:pathLst>
                <a:path w="2434" h="1467" fill="none" extrusionOk="0">
                  <a:moveTo>
                    <a:pt x="256" y="1"/>
                  </a:moveTo>
                  <a:lnTo>
                    <a:pt x="256" y="1"/>
                  </a:lnTo>
                  <a:lnTo>
                    <a:pt x="0" y="598"/>
                  </a:lnTo>
                  <a:lnTo>
                    <a:pt x="2220" y="1466"/>
                  </a:lnTo>
                  <a:lnTo>
                    <a:pt x="2220" y="1466"/>
                  </a:lnTo>
                  <a:lnTo>
                    <a:pt x="2433" y="982"/>
                  </a:lnTo>
                  <a:lnTo>
                    <a:pt x="25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8"/>
            <p:cNvSpPr/>
            <p:nvPr/>
          </p:nvSpPr>
          <p:spPr>
            <a:xfrm>
              <a:off x="1638388" y="3419925"/>
              <a:ext cx="56225" cy="48050"/>
            </a:xfrm>
            <a:custGeom>
              <a:avLst/>
              <a:gdLst/>
              <a:ahLst/>
              <a:cxnLst/>
              <a:rect l="l" t="t" r="r" b="b"/>
              <a:pathLst>
                <a:path w="2249" h="1922" fill="none" extrusionOk="0">
                  <a:moveTo>
                    <a:pt x="385" y="0"/>
                  </a:moveTo>
                  <a:lnTo>
                    <a:pt x="385" y="0"/>
                  </a:lnTo>
                  <a:lnTo>
                    <a:pt x="1" y="527"/>
                  </a:lnTo>
                  <a:lnTo>
                    <a:pt x="1922" y="1922"/>
                  </a:lnTo>
                  <a:lnTo>
                    <a:pt x="1922" y="1922"/>
                  </a:lnTo>
                  <a:lnTo>
                    <a:pt x="2249" y="1495"/>
                  </a:lnTo>
                  <a:lnTo>
                    <a:pt x="38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8"/>
            <p:cNvSpPr/>
            <p:nvPr/>
          </p:nvSpPr>
          <p:spPr>
            <a:xfrm>
              <a:off x="1693888" y="3363350"/>
              <a:ext cx="48750" cy="55900"/>
            </a:xfrm>
            <a:custGeom>
              <a:avLst/>
              <a:gdLst/>
              <a:ahLst/>
              <a:cxnLst/>
              <a:rect l="l" t="t" r="r" b="b"/>
              <a:pathLst>
                <a:path w="1950" h="2236" fill="none" extrusionOk="0">
                  <a:moveTo>
                    <a:pt x="513" y="1"/>
                  </a:moveTo>
                  <a:lnTo>
                    <a:pt x="513" y="1"/>
                  </a:lnTo>
                  <a:lnTo>
                    <a:pt x="257" y="200"/>
                  </a:lnTo>
                  <a:lnTo>
                    <a:pt x="0" y="414"/>
                  </a:lnTo>
                  <a:lnTo>
                    <a:pt x="1523" y="2235"/>
                  </a:lnTo>
                  <a:lnTo>
                    <a:pt x="1523" y="2235"/>
                  </a:lnTo>
                  <a:lnTo>
                    <a:pt x="1950" y="1908"/>
                  </a:lnTo>
                  <a:lnTo>
                    <a:pt x="51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8"/>
            <p:cNvSpPr/>
            <p:nvPr/>
          </p:nvSpPr>
          <p:spPr>
            <a:xfrm>
              <a:off x="1762538" y="3323150"/>
              <a:ext cx="37750" cy="60525"/>
            </a:xfrm>
            <a:custGeom>
              <a:avLst/>
              <a:gdLst/>
              <a:ahLst/>
              <a:cxnLst/>
              <a:rect l="l" t="t" r="r" b="b"/>
              <a:pathLst>
                <a:path w="1510" h="2421" fill="none" extrusionOk="0">
                  <a:moveTo>
                    <a:pt x="598" y="1"/>
                  </a:moveTo>
                  <a:lnTo>
                    <a:pt x="598" y="1"/>
                  </a:lnTo>
                  <a:lnTo>
                    <a:pt x="1" y="257"/>
                  </a:lnTo>
                  <a:lnTo>
                    <a:pt x="1025" y="2420"/>
                  </a:lnTo>
                  <a:lnTo>
                    <a:pt x="1025" y="2420"/>
                  </a:lnTo>
                  <a:lnTo>
                    <a:pt x="1509" y="2192"/>
                  </a:lnTo>
                  <a:lnTo>
                    <a:pt x="59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8"/>
            <p:cNvSpPr/>
            <p:nvPr/>
          </p:nvSpPr>
          <p:spPr>
            <a:xfrm>
              <a:off x="1917663" y="3318900"/>
              <a:ext cx="16025" cy="40575"/>
            </a:xfrm>
            <a:custGeom>
              <a:avLst/>
              <a:gdLst/>
              <a:ahLst/>
              <a:cxnLst/>
              <a:rect l="l" t="t" r="r" b="b"/>
              <a:pathLst>
                <a:path w="641" h="1623" fill="none" extrusionOk="0">
                  <a:moveTo>
                    <a:pt x="100" y="0"/>
                  </a:moveTo>
                  <a:lnTo>
                    <a:pt x="0" y="1580"/>
                  </a:lnTo>
                  <a:lnTo>
                    <a:pt x="0" y="1580"/>
                  </a:lnTo>
                  <a:lnTo>
                    <a:pt x="541" y="1622"/>
                  </a:lnTo>
                  <a:lnTo>
                    <a:pt x="640" y="669"/>
                  </a:lnTo>
                  <a:lnTo>
                    <a:pt x="640" y="669"/>
                  </a:lnTo>
                  <a:lnTo>
                    <a:pt x="384" y="327"/>
                  </a:lnTo>
                  <a:lnTo>
                    <a:pt x="10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8"/>
            <p:cNvSpPr/>
            <p:nvPr/>
          </p:nvSpPr>
          <p:spPr>
            <a:xfrm>
              <a:off x="1840088" y="3301450"/>
              <a:ext cx="24225" cy="61225"/>
            </a:xfrm>
            <a:custGeom>
              <a:avLst/>
              <a:gdLst/>
              <a:ahLst/>
              <a:cxnLst/>
              <a:rect l="l" t="t" r="r" b="b"/>
              <a:pathLst>
                <a:path w="969" h="2449" fill="none" extrusionOk="0">
                  <a:moveTo>
                    <a:pt x="641" y="1"/>
                  </a:moveTo>
                  <a:lnTo>
                    <a:pt x="641" y="1"/>
                  </a:lnTo>
                  <a:lnTo>
                    <a:pt x="314" y="58"/>
                  </a:lnTo>
                  <a:lnTo>
                    <a:pt x="1" y="115"/>
                  </a:lnTo>
                  <a:lnTo>
                    <a:pt x="442" y="2448"/>
                  </a:lnTo>
                  <a:lnTo>
                    <a:pt x="442" y="2448"/>
                  </a:lnTo>
                  <a:lnTo>
                    <a:pt x="969" y="2363"/>
                  </a:lnTo>
                  <a:lnTo>
                    <a:pt x="64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2" name="Google Shape;412;p18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sp>
        <p:nvSpPr>
          <p:cNvPr id="413" name="Google Shape;413;p18"/>
          <p:cNvSpPr/>
          <p:nvPr/>
        </p:nvSpPr>
        <p:spPr>
          <a:xfrm>
            <a:off x="1796338" y="3501400"/>
            <a:ext cx="230900" cy="230550"/>
          </a:xfrm>
          <a:custGeom>
            <a:avLst/>
            <a:gdLst/>
            <a:ahLst/>
            <a:cxnLst/>
            <a:rect l="l" t="t" r="r" b="b"/>
            <a:pathLst>
              <a:path w="9236" h="9222" extrusionOk="0">
                <a:moveTo>
                  <a:pt x="4383" y="0"/>
                </a:moveTo>
                <a:lnTo>
                  <a:pt x="4142" y="14"/>
                </a:lnTo>
                <a:lnTo>
                  <a:pt x="3914" y="43"/>
                </a:lnTo>
                <a:lnTo>
                  <a:pt x="3686" y="86"/>
                </a:lnTo>
                <a:lnTo>
                  <a:pt x="3459" y="142"/>
                </a:lnTo>
                <a:lnTo>
                  <a:pt x="3245" y="199"/>
                </a:lnTo>
                <a:lnTo>
                  <a:pt x="3032" y="271"/>
                </a:lnTo>
                <a:lnTo>
                  <a:pt x="2818" y="356"/>
                </a:lnTo>
                <a:lnTo>
                  <a:pt x="2619" y="456"/>
                </a:lnTo>
                <a:lnTo>
                  <a:pt x="2420" y="555"/>
                </a:lnTo>
                <a:lnTo>
                  <a:pt x="2221" y="669"/>
                </a:lnTo>
                <a:lnTo>
                  <a:pt x="2036" y="783"/>
                </a:lnTo>
                <a:lnTo>
                  <a:pt x="1851" y="911"/>
                </a:lnTo>
                <a:lnTo>
                  <a:pt x="1680" y="1053"/>
                </a:lnTo>
                <a:lnTo>
                  <a:pt x="1509" y="1195"/>
                </a:lnTo>
                <a:lnTo>
                  <a:pt x="1352" y="1352"/>
                </a:lnTo>
                <a:lnTo>
                  <a:pt x="1196" y="1509"/>
                </a:lnTo>
                <a:lnTo>
                  <a:pt x="1054" y="1679"/>
                </a:lnTo>
                <a:lnTo>
                  <a:pt x="926" y="1850"/>
                </a:lnTo>
                <a:lnTo>
                  <a:pt x="783" y="2035"/>
                </a:lnTo>
                <a:lnTo>
                  <a:pt x="669" y="2220"/>
                </a:lnTo>
                <a:lnTo>
                  <a:pt x="556" y="2405"/>
                </a:lnTo>
                <a:lnTo>
                  <a:pt x="456" y="2604"/>
                </a:lnTo>
                <a:lnTo>
                  <a:pt x="371" y="2818"/>
                </a:lnTo>
                <a:lnTo>
                  <a:pt x="285" y="3017"/>
                </a:lnTo>
                <a:lnTo>
                  <a:pt x="214" y="3230"/>
                </a:lnTo>
                <a:lnTo>
                  <a:pt x="143" y="3458"/>
                </a:lnTo>
                <a:lnTo>
                  <a:pt x="100" y="3671"/>
                </a:lnTo>
                <a:lnTo>
                  <a:pt x="58" y="3899"/>
                </a:lnTo>
                <a:lnTo>
                  <a:pt x="29" y="4141"/>
                </a:lnTo>
                <a:lnTo>
                  <a:pt x="15" y="4369"/>
                </a:lnTo>
                <a:lnTo>
                  <a:pt x="1" y="4611"/>
                </a:lnTo>
                <a:lnTo>
                  <a:pt x="15" y="4838"/>
                </a:lnTo>
                <a:lnTo>
                  <a:pt x="29" y="5080"/>
                </a:lnTo>
                <a:lnTo>
                  <a:pt x="58" y="5308"/>
                </a:lnTo>
                <a:lnTo>
                  <a:pt x="100" y="5536"/>
                </a:lnTo>
                <a:lnTo>
                  <a:pt x="143" y="5763"/>
                </a:lnTo>
                <a:lnTo>
                  <a:pt x="214" y="5977"/>
                </a:lnTo>
                <a:lnTo>
                  <a:pt x="285" y="6190"/>
                </a:lnTo>
                <a:lnTo>
                  <a:pt x="371" y="6404"/>
                </a:lnTo>
                <a:lnTo>
                  <a:pt x="456" y="6603"/>
                </a:lnTo>
                <a:lnTo>
                  <a:pt x="556" y="6802"/>
                </a:lnTo>
                <a:lnTo>
                  <a:pt x="669" y="7001"/>
                </a:lnTo>
                <a:lnTo>
                  <a:pt x="783" y="7186"/>
                </a:lnTo>
                <a:lnTo>
                  <a:pt x="926" y="7371"/>
                </a:lnTo>
                <a:lnTo>
                  <a:pt x="1054" y="7542"/>
                </a:lnTo>
                <a:lnTo>
                  <a:pt x="1196" y="7713"/>
                </a:lnTo>
                <a:lnTo>
                  <a:pt x="1352" y="7869"/>
                </a:lnTo>
                <a:lnTo>
                  <a:pt x="1509" y="8026"/>
                </a:lnTo>
                <a:lnTo>
                  <a:pt x="1680" y="8168"/>
                </a:lnTo>
                <a:lnTo>
                  <a:pt x="1851" y="8310"/>
                </a:lnTo>
                <a:lnTo>
                  <a:pt x="2036" y="8439"/>
                </a:lnTo>
                <a:lnTo>
                  <a:pt x="2221" y="8552"/>
                </a:lnTo>
                <a:lnTo>
                  <a:pt x="2420" y="8666"/>
                </a:lnTo>
                <a:lnTo>
                  <a:pt x="2619" y="8766"/>
                </a:lnTo>
                <a:lnTo>
                  <a:pt x="2818" y="8865"/>
                </a:lnTo>
                <a:lnTo>
                  <a:pt x="3032" y="8937"/>
                </a:lnTo>
                <a:lnTo>
                  <a:pt x="3245" y="9008"/>
                </a:lnTo>
                <a:lnTo>
                  <a:pt x="3459" y="9079"/>
                </a:lnTo>
                <a:lnTo>
                  <a:pt x="3686" y="9122"/>
                </a:lnTo>
                <a:lnTo>
                  <a:pt x="3914" y="9164"/>
                </a:lnTo>
                <a:lnTo>
                  <a:pt x="4142" y="9193"/>
                </a:lnTo>
                <a:lnTo>
                  <a:pt x="4383" y="9221"/>
                </a:lnTo>
                <a:lnTo>
                  <a:pt x="4853" y="9221"/>
                </a:lnTo>
                <a:lnTo>
                  <a:pt x="5095" y="9193"/>
                </a:lnTo>
                <a:lnTo>
                  <a:pt x="5323" y="9164"/>
                </a:lnTo>
                <a:lnTo>
                  <a:pt x="5550" y="9122"/>
                </a:lnTo>
                <a:lnTo>
                  <a:pt x="5764" y="9079"/>
                </a:lnTo>
                <a:lnTo>
                  <a:pt x="5991" y="9008"/>
                </a:lnTo>
                <a:lnTo>
                  <a:pt x="6205" y="8937"/>
                </a:lnTo>
                <a:lnTo>
                  <a:pt x="6418" y="8865"/>
                </a:lnTo>
                <a:lnTo>
                  <a:pt x="6618" y="8766"/>
                </a:lnTo>
                <a:lnTo>
                  <a:pt x="6817" y="8666"/>
                </a:lnTo>
                <a:lnTo>
                  <a:pt x="7002" y="8552"/>
                </a:lnTo>
                <a:lnTo>
                  <a:pt x="7201" y="8439"/>
                </a:lnTo>
                <a:lnTo>
                  <a:pt x="7372" y="8310"/>
                </a:lnTo>
                <a:lnTo>
                  <a:pt x="7557" y="8168"/>
                </a:lnTo>
                <a:lnTo>
                  <a:pt x="7713" y="8026"/>
                </a:lnTo>
                <a:lnTo>
                  <a:pt x="7884" y="7869"/>
                </a:lnTo>
                <a:lnTo>
                  <a:pt x="8026" y="7713"/>
                </a:lnTo>
                <a:lnTo>
                  <a:pt x="8183" y="7542"/>
                </a:lnTo>
                <a:lnTo>
                  <a:pt x="8311" y="7371"/>
                </a:lnTo>
                <a:lnTo>
                  <a:pt x="8439" y="7186"/>
                </a:lnTo>
                <a:lnTo>
                  <a:pt x="8567" y="7001"/>
                </a:lnTo>
                <a:lnTo>
                  <a:pt x="8667" y="6802"/>
                </a:lnTo>
                <a:lnTo>
                  <a:pt x="8780" y="6603"/>
                </a:lnTo>
                <a:lnTo>
                  <a:pt x="8866" y="6404"/>
                </a:lnTo>
                <a:lnTo>
                  <a:pt x="8951" y="6190"/>
                </a:lnTo>
                <a:lnTo>
                  <a:pt x="9022" y="5977"/>
                </a:lnTo>
                <a:lnTo>
                  <a:pt x="9079" y="5763"/>
                </a:lnTo>
                <a:lnTo>
                  <a:pt x="9136" y="5536"/>
                </a:lnTo>
                <a:lnTo>
                  <a:pt x="9179" y="5308"/>
                </a:lnTo>
                <a:lnTo>
                  <a:pt x="9207" y="5080"/>
                </a:lnTo>
                <a:lnTo>
                  <a:pt x="9222" y="4838"/>
                </a:lnTo>
                <a:lnTo>
                  <a:pt x="9236" y="4611"/>
                </a:lnTo>
                <a:lnTo>
                  <a:pt x="9222" y="4369"/>
                </a:lnTo>
                <a:lnTo>
                  <a:pt x="9207" y="4141"/>
                </a:lnTo>
                <a:lnTo>
                  <a:pt x="9179" y="3899"/>
                </a:lnTo>
                <a:lnTo>
                  <a:pt x="9136" y="3671"/>
                </a:lnTo>
                <a:lnTo>
                  <a:pt x="9079" y="3458"/>
                </a:lnTo>
                <a:lnTo>
                  <a:pt x="9022" y="3230"/>
                </a:lnTo>
                <a:lnTo>
                  <a:pt x="8951" y="3017"/>
                </a:lnTo>
                <a:lnTo>
                  <a:pt x="8866" y="2818"/>
                </a:lnTo>
                <a:lnTo>
                  <a:pt x="8780" y="2604"/>
                </a:lnTo>
                <a:lnTo>
                  <a:pt x="8667" y="2405"/>
                </a:lnTo>
                <a:lnTo>
                  <a:pt x="8567" y="2220"/>
                </a:lnTo>
                <a:lnTo>
                  <a:pt x="8439" y="2035"/>
                </a:lnTo>
                <a:lnTo>
                  <a:pt x="8311" y="1850"/>
                </a:lnTo>
                <a:lnTo>
                  <a:pt x="8183" y="1679"/>
                </a:lnTo>
                <a:lnTo>
                  <a:pt x="8026" y="1509"/>
                </a:lnTo>
                <a:lnTo>
                  <a:pt x="7884" y="1352"/>
                </a:lnTo>
                <a:lnTo>
                  <a:pt x="7713" y="1195"/>
                </a:lnTo>
                <a:lnTo>
                  <a:pt x="7557" y="1053"/>
                </a:lnTo>
                <a:lnTo>
                  <a:pt x="7372" y="911"/>
                </a:lnTo>
                <a:lnTo>
                  <a:pt x="7201" y="783"/>
                </a:lnTo>
                <a:lnTo>
                  <a:pt x="7002" y="669"/>
                </a:lnTo>
                <a:lnTo>
                  <a:pt x="6817" y="555"/>
                </a:lnTo>
                <a:lnTo>
                  <a:pt x="6618" y="456"/>
                </a:lnTo>
                <a:lnTo>
                  <a:pt x="6418" y="356"/>
                </a:lnTo>
                <a:lnTo>
                  <a:pt x="6205" y="271"/>
                </a:lnTo>
                <a:lnTo>
                  <a:pt x="5991" y="199"/>
                </a:lnTo>
                <a:lnTo>
                  <a:pt x="5764" y="142"/>
                </a:lnTo>
                <a:lnTo>
                  <a:pt x="5550" y="86"/>
                </a:lnTo>
                <a:lnTo>
                  <a:pt x="5323" y="43"/>
                </a:lnTo>
                <a:lnTo>
                  <a:pt x="5095" y="14"/>
                </a:lnTo>
                <a:lnTo>
                  <a:pt x="485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8"/>
          <p:cNvSpPr/>
          <p:nvPr/>
        </p:nvSpPr>
        <p:spPr>
          <a:xfrm>
            <a:off x="1796338" y="3501400"/>
            <a:ext cx="230900" cy="230550"/>
          </a:xfrm>
          <a:custGeom>
            <a:avLst/>
            <a:gdLst/>
            <a:ahLst/>
            <a:cxnLst/>
            <a:rect l="l" t="t" r="r" b="b"/>
            <a:pathLst>
              <a:path w="9236" h="9222" fill="none" extrusionOk="0">
                <a:moveTo>
                  <a:pt x="9236" y="4611"/>
                </a:moveTo>
                <a:lnTo>
                  <a:pt x="9236" y="4611"/>
                </a:lnTo>
                <a:lnTo>
                  <a:pt x="9222" y="4838"/>
                </a:lnTo>
                <a:lnTo>
                  <a:pt x="9207" y="5080"/>
                </a:lnTo>
                <a:lnTo>
                  <a:pt x="9179" y="5308"/>
                </a:lnTo>
                <a:lnTo>
                  <a:pt x="9136" y="5536"/>
                </a:lnTo>
                <a:lnTo>
                  <a:pt x="9079" y="5763"/>
                </a:lnTo>
                <a:lnTo>
                  <a:pt x="9022" y="5977"/>
                </a:lnTo>
                <a:lnTo>
                  <a:pt x="8951" y="6190"/>
                </a:lnTo>
                <a:lnTo>
                  <a:pt x="8866" y="6404"/>
                </a:lnTo>
                <a:lnTo>
                  <a:pt x="8780" y="6603"/>
                </a:lnTo>
                <a:lnTo>
                  <a:pt x="8667" y="6802"/>
                </a:lnTo>
                <a:lnTo>
                  <a:pt x="8567" y="7001"/>
                </a:lnTo>
                <a:lnTo>
                  <a:pt x="8439" y="7186"/>
                </a:lnTo>
                <a:lnTo>
                  <a:pt x="8311" y="7371"/>
                </a:lnTo>
                <a:lnTo>
                  <a:pt x="8183" y="7542"/>
                </a:lnTo>
                <a:lnTo>
                  <a:pt x="8026" y="7713"/>
                </a:lnTo>
                <a:lnTo>
                  <a:pt x="7884" y="7869"/>
                </a:lnTo>
                <a:lnTo>
                  <a:pt x="7713" y="8026"/>
                </a:lnTo>
                <a:lnTo>
                  <a:pt x="7557" y="8168"/>
                </a:lnTo>
                <a:lnTo>
                  <a:pt x="7372" y="8310"/>
                </a:lnTo>
                <a:lnTo>
                  <a:pt x="7201" y="8439"/>
                </a:lnTo>
                <a:lnTo>
                  <a:pt x="7002" y="8552"/>
                </a:lnTo>
                <a:lnTo>
                  <a:pt x="6817" y="8666"/>
                </a:lnTo>
                <a:lnTo>
                  <a:pt x="6618" y="8766"/>
                </a:lnTo>
                <a:lnTo>
                  <a:pt x="6418" y="8865"/>
                </a:lnTo>
                <a:lnTo>
                  <a:pt x="6205" y="8937"/>
                </a:lnTo>
                <a:lnTo>
                  <a:pt x="5991" y="9008"/>
                </a:lnTo>
                <a:lnTo>
                  <a:pt x="5764" y="9079"/>
                </a:lnTo>
                <a:lnTo>
                  <a:pt x="5550" y="9122"/>
                </a:lnTo>
                <a:lnTo>
                  <a:pt x="5323" y="9164"/>
                </a:lnTo>
                <a:lnTo>
                  <a:pt x="5095" y="9193"/>
                </a:lnTo>
                <a:lnTo>
                  <a:pt x="4853" y="9221"/>
                </a:lnTo>
                <a:lnTo>
                  <a:pt x="4611" y="9221"/>
                </a:lnTo>
                <a:lnTo>
                  <a:pt x="4611" y="9221"/>
                </a:lnTo>
                <a:lnTo>
                  <a:pt x="4383" y="9221"/>
                </a:lnTo>
                <a:lnTo>
                  <a:pt x="4142" y="9193"/>
                </a:lnTo>
                <a:lnTo>
                  <a:pt x="3914" y="9164"/>
                </a:lnTo>
                <a:lnTo>
                  <a:pt x="3686" y="9122"/>
                </a:lnTo>
                <a:lnTo>
                  <a:pt x="3459" y="9079"/>
                </a:lnTo>
                <a:lnTo>
                  <a:pt x="3245" y="9008"/>
                </a:lnTo>
                <a:lnTo>
                  <a:pt x="3032" y="8937"/>
                </a:lnTo>
                <a:lnTo>
                  <a:pt x="2818" y="8865"/>
                </a:lnTo>
                <a:lnTo>
                  <a:pt x="2619" y="8766"/>
                </a:lnTo>
                <a:lnTo>
                  <a:pt x="2420" y="8666"/>
                </a:lnTo>
                <a:lnTo>
                  <a:pt x="2221" y="8552"/>
                </a:lnTo>
                <a:lnTo>
                  <a:pt x="2036" y="8439"/>
                </a:lnTo>
                <a:lnTo>
                  <a:pt x="1851" y="8310"/>
                </a:lnTo>
                <a:lnTo>
                  <a:pt x="1680" y="8168"/>
                </a:lnTo>
                <a:lnTo>
                  <a:pt x="1509" y="8026"/>
                </a:lnTo>
                <a:lnTo>
                  <a:pt x="1352" y="7869"/>
                </a:lnTo>
                <a:lnTo>
                  <a:pt x="1196" y="7713"/>
                </a:lnTo>
                <a:lnTo>
                  <a:pt x="1054" y="7542"/>
                </a:lnTo>
                <a:lnTo>
                  <a:pt x="926" y="7371"/>
                </a:lnTo>
                <a:lnTo>
                  <a:pt x="783" y="7186"/>
                </a:lnTo>
                <a:lnTo>
                  <a:pt x="669" y="7001"/>
                </a:lnTo>
                <a:lnTo>
                  <a:pt x="556" y="6802"/>
                </a:lnTo>
                <a:lnTo>
                  <a:pt x="456" y="6603"/>
                </a:lnTo>
                <a:lnTo>
                  <a:pt x="371" y="6404"/>
                </a:lnTo>
                <a:lnTo>
                  <a:pt x="285" y="6190"/>
                </a:lnTo>
                <a:lnTo>
                  <a:pt x="214" y="5977"/>
                </a:lnTo>
                <a:lnTo>
                  <a:pt x="143" y="5763"/>
                </a:lnTo>
                <a:lnTo>
                  <a:pt x="100" y="5536"/>
                </a:lnTo>
                <a:lnTo>
                  <a:pt x="58" y="5308"/>
                </a:lnTo>
                <a:lnTo>
                  <a:pt x="29" y="5080"/>
                </a:lnTo>
                <a:lnTo>
                  <a:pt x="15" y="4838"/>
                </a:lnTo>
                <a:lnTo>
                  <a:pt x="1" y="4611"/>
                </a:lnTo>
                <a:lnTo>
                  <a:pt x="1" y="4611"/>
                </a:lnTo>
                <a:lnTo>
                  <a:pt x="15" y="4369"/>
                </a:lnTo>
                <a:lnTo>
                  <a:pt x="29" y="4141"/>
                </a:lnTo>
                <a:lnTo>
                  <a:pt x="58" y="3899"/>
                </a:lnTo>
                <a:lnTo>
                  <a:pt x="100" y="3671"/>
                </a:lnTo>
                <a:lnTo>
                  <a:pt x="143" y="3458"/>
                </a:lnTo>
                <a:lnTo>
                  <a:pt x="214" y="3230"/>
                </a:lnTo>
                <a:lnTo>
                  <a:pt x="285" y="3017"/>
                </a:lnTo>
                <a:lnTo>
                  <a:pt x="371" y="2818"/>
                </a:lnTo>
                <a:lnTo>
                  <a:pt x="456" y="2604"/>
                </a:lnTo>
                <a:lnTo>
                  <a:pt x="556" y="2405"/>
                </a:lnTo>
                <a:lnTo>
                  <a:pt x="669" y="2220"/>
                </a:lnTo>
                <a:lnTo>
                  <a:pt x="783" y="2035"/>
                </a:lnTo>
                <a:lnTo>
                  <a:pt x="926" y="1850"/>
                </a:lnTo>
                <a:lnTo>
                  <a:pt x="1054" y="1679"/>
                </a:lnTo>
                <a:lnTo>
                  <a:pt x="1196" y="1509"/>
                </a:lnTo>
                <a:lnTo>
                  <a:pt x="1352" y="1352"/>
                </a:lnTo>
                <a:lnTo>
                  <a:pt x="1509" y="1195"/>
                </a:lnTo>
                <a:lnTo>
                  <a:pt x="1680" y="1053"/>
                </a:lnTo>
                <a:lnTo>
                  <a:pt x="1851" y="911"/>
                </a:lnTo>
                <a:lnTo>
                  <a:pt x="2036" y="783"/>
                </a:lnTo>
                <a:lnTo>
                  <a:pt x="2221" y="669"/>
                </a:lnTo>
                <a:lnTo>
                  <a:pt x="2420" y="555"/>
                </a:lnTo>
                <a:lnTo>
                  <a:pt x="2619" y="456"/>
                </a:lnTo>
                <a:lnTo>
                  <a:pt x="2818" y="356"/>
                </a:lnTo>
                <a:lnTo>
                  <a:pt x="3032" y="271"/>
                </a:lnTo>
                <a:lnTo>
                  <a:pt x="3245" y="199"/>
                </a:lnTo>
                <a:lnTo>
                  <a:pt x="3459" y="142"/>
                </a:lnTo>
                <a:lnTo>
                  <a:pt x="3686" y="86"/>
                </a:lnTo>
                <a:lnTo>
                  <a:pt x="3914" y="43"/>
                </a:lnTo>
                <a:lnTo>
                  <a:pt x="4142" y="14"/>
                </a:lnTo>
                <a:lnTo>
                  <a:pt x="4383" y="0"/>
                </a:lnTo>
                <a:lnTo>
                  <a:pt x="4611" y="0"/>
                </a:lnTo>
                <a:lnTo>
                  <a:pt x="4611" y="0"/>
                </a:lnTo>
                <a:lnTo>
                  <a:pt x="4853" y="0"/>
                </a:lnTo>
                <a:lnTo>
                  <a:pt x="5095" y="14"/>
                </a:lnTo>
                <a:lnTo>
                  <a:pt x="5323" y="43"/>
                </a:lnTo>
                <a:lnTo>
                  <a:pt x="5550" y="86"/>
                </a:lnTo>
                <a:lnTo>
                  <a:pt x="5764" y="142"/>
                </a:lnTo>
                <a:lnTo>
                  <a:pt x="5991" y="199"/>
                </a:lnTo>
                <a:lnTo>
                  <a:pt x="6205" y="271"/>
                </a:lnTo>
                <a:lnTo>
                  <a:pt x="6418" y="356"/>
                </a:lnTo>
                <a:lnTo>
                  <a:pt x="6618" y="456"/>
                </a:lnTo>
                <a:lnTo>
                  <a:pt x="6817" y="555"/>
                </a:lnTo>
                <a:lnTo>
                  <a:pt x="7002" y="669"/>
                </a:lnTo>
                <a:lnTo>
                  <a:pt x="7201" y="783"/>
                </a:lnTo>
                <a:lnTo>
                  <a:pt x="7372" y="911"/>
                </a:lnTo>
                <a:lnTo>
                  <a:pt x="7557" y="1053"/>
                </a:lnTo>
                <a:lnTo>
                  <a:pt x="7713" y="1195"/>
                </a:lnTo>
                <a:lnTo>
                  <a:pt x="7884" y="1352"/>
                </a:lnTo>
                <a:lnTo>
                  <a:pt x="8026" y="1509"/>
                </a:lnTo>
                <a:lnTo>
                  <a:pt x="8183" y="1679"/>
                </a:lnTo>
                <a:lnTo>
                  <a:pt x="8311" y="1850"/>
                </a:lnTo>
                <a:lnTo>
                  <a:pt x="8439" y="2035"/>
                </a:lnTo>
                <a:lnTo>
                  <a:pt x="8567" y="2220"/>
                </a:lnTo>
                <a:lnTo>
                  <a:pt x="8667" y="2405"/>
                </a:lnTo>
                <a:lnTo>
                  <a:pt x="8780" y="2604"/>
                </a:lnTo>
                <a:lnTo>
                  <a:pt x="8866" y="2818"/>
                </a:lnTo>
                <a:lnTo>
                  <a:pt x="8951" y="3017"/>
                </a:lnTo>
                <a:lnTo>
                  <a:pt x="9022" y="3230"/>
                </a:lnTo>
                <a:lnTo>
                  <a:pt x="9079" y="3458"/>
                </a:lnTo>
                <a:lnTo>
                  <a:pt x="9136" y="3671"/>
                </a:lnTo>
                <a:lnTo>
                  <a:pt x="9179" y="3899"/>
                </a:lnTo>
                <a:lnTo>
                  <a:pt x="9207" y="4141"/>
                </a:lnTo>
                <a:lnTo>
                  <a:pt x="9222" y="4369"/>
                </a:lnTo>
                <a:lnTo>
                  <a:pt x="9236" y="4611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8"/>
          <p:cNvSpPr/>
          <p:nvPr/>
        </p:nvSpPr>
        <p:spPr>
          <a:xfrm>
            <a:off x="1796338" y="3501400"/>
            <a:ext cx="164750" cy="142325"/>
          </a:xfrm>
          <a:custGeom>
            <a:avLst/>
            <a:gdLst/>
            <a:ahLst/>
            <a:cxnLst/>
            <a:rect l="l" t="t" r="r" b="b"/>
            <a:pathLst>
              <a:path w="6590" h="5693" extrusionOk="0">
                <a:moveTo>
                  <a:pt x="4383" y="0"/>
                </a:moveTo>
                <a:lnTo>
                  <a:pt x="4142" y="14"/>
                </a:lnTo>
                <a:lnTo>
                  <a:pt x="3914" y="43"/>
                </a:lnTo>
                <a:lnTo>
                  <a:pt x="3686" y="86"/>
                </a:lnTo>
                <a:lnTo>
                  <a:pt x="3459" y="142"/>
                </a:lnTo>
                <a:lnTo>
                  <a:pt x="3245" y="199"/>
                </a:lnTo>
                <a:lnTo>
                  <a:pt x="3032" y="271"/>
                </a:lnTo>
                <a:lnTo>
                  <a:pt x="2818" y="356"/>
                </a:lnTo>
                <a:lnTo>
                  <a:pt x="2619" y="456"/>
                </a:lnTo>
                <a:lnTo>
                  <a:pt x="2420" y="555"/>
                </a:lnTo>
                <a:lnTo>
                  <a:pt x="2221" y="669"/>
                </a:lnTo>
                <a:lnTo>
                  <a:pt x="2036" y="783"/>
                </a:lnTo>
                <a:lnTo>
                  <a:pt x="1851" y="911"/>
                </a:lnTo>
                <a:lnTo>
                  <a:pt x="1680" y="1053"/>
                </a:lnTo>
                <a:lnTo>
                  <a:pt x="1509" y="1195"/>
                </a:lnTo>
                <a:lnTo>
                  <a:pt x="1352" y="1352"/>
                </a:lnTo>
                <a:lnTo>
                  <a:pt x="1196" y="1509"/>
                </a:lnTo>
                <a:lnTo>
                  <a:pt x="1054" y="1679"/>
                </a:lnTo>
                <a:lnTo>
                  <a:pt x="926" y="1850"/>
                </a:lnTo>
                <a:lnTo>
                  <a:pt x="783" y="2035"/>
                </a:lnTo>
                <a:lnTo>
                  <a:pt x="669" y="2220"/>
                </a:lnTo>
                <a:lnTo>
                  <a:pt x="556" y="2405"/>
                </a:lnTo>
                <a:lnTo>
                  <a:pt x="456" y="2604"/>
                </a:lnTo>
                <a:lnTo>
                  <a:pt x="371" y="2818"/>
                </a:lnTo>
                <a:lnTo>
                  <a:pt x="285" y="3017"/>
                </a:lnTo>
                <a:lnTo>
                  <a:pt x="214" y="3230"/>
                </a:lnTo>
                <a:lnTo>
                  <a:pt x="143" y="3458"/>
                </a:lnTo>
                <a:lnTo>
                  <a:pt x="100" y="3671"/>
                </a:lnTo>
                <a:lnTo>
                  <a:pt x="58" y="3899"/>
                </a:lnTo>
                <a:lnTo>
                  <a:pt x="29" y="4141"/>
                </a:lnTo>
                <a:lnTo>
                  <a:pt x="15" y="4369"/>
                </a:lnTo>
                <a:lnTo>
                  <a:pt x="1" y="4611"/>
                </a:lnTo>
                <a:lnTo>
                  <a:pt x="15" y="4881"/>
                </a:lnTo>
                <a:lnTo>
                  <a:pt x="29" y="5151"/>
                </a:lnTo>
                <a:lnTo>
                  <a:pt x="72" y="5422"/>
                </a:lnTo>
                <a:lnTo>
                  <a:pt x="129" y="5692"/>
                </a:lnTo>
                <a:lnTo>
                  <a:pt x="413" y="5649"/>
                </a:lnTo>
                <a:lnTo>
                  <a:pt x="684" y="5607"/>
                </a:lnTo>
                <a:lnTo>
                  <a:pt x="968" y="5550"/>
                </a:lnTo>
                <a:lnTo>
                  <a:pt x="1239" y="5479"/>
                </a:lnTo>
                <a:lnTo>
                  <a:pt x="1509" y="5393"/>
                </a:lnTo>
                <a:lnTo>
                  <a:pt x="1765" y="5308"/>
                </a:lnTo>
                <a:lnTo>
                  <a:pt x="2021" y="5208"/>
                </a:lnTo>
                <a:lnTo>
                  <a:pt x="2277" y="5109"/>
                </a:lnTo>
                <a:lnTo>
                  <a:pt x="2534" y="4995"/>
                </a:lnTo>
                <a:lnTo>
                  <a:pt x="2775" y="4881"/>
                </a:lnTo>
                <a:lnTo>
                  <a:pt x="3017" y="4739"/>
                </a:lnTo>
                <a:lnTo>
                  <a:pt x="3259" y="4611"/>
                </a:lnTo>
                <a:lnTo>
                  <a:pt x="3487" y="4468"/>
                </a:lnTo>
                <a:lnTo>
                  <a:pt x="3700" y="4312"/>
                </a:lnTo>
                <a:lnTo>
                  <a:pt x="3928" y="4141"/>
                </a:lnTo>
                <a:lnTo>
                  <a:pt x="4142" y="3985"/>
                </a:lnTo>
                <a:lnTo>
                  <a:pt x="4341" y="3800"/>
                </a:lnTo>
                <a:lnTo>
                  <a:pt x="4540" y="3615"/>
                </a:lnTo>
                <a:lnTo>
                  <a:pt x="4739" y="3430"/>
                </a:lnTo>
                <a:lnTo>
                  <a:pt x="4924" y="3230"/>
                </a:lnTo>
                <a:lnTo>
                  <a:pt x="5109" y="3031"/>
                </a:lnTo>
                <a:lnTo>
                  <a:pt x="5280" y="2818"/>
                </a:lnTo>
                <a:lnTo>
                  <a:pt x="5451" y="2604"/>
                </a:lnTo>
                <a:lnTo>
                  <a:pt x="5607" y="2391"/>
                </a:lnTo>
                <a:lnTo>
                  <a:pt x="5750" y="2163"/>
                </a:lnTo>
                <a:lnTo>
                  <a:pt x="5906" y="1935"/>
                </a:lnTo>
                <a:lnTo>
                  <a:pt x="6034" y="1694"/>
                </a:lnTo>
                <a:lnTo>
                  <a:pt x="6162" y="1452"/>
                </a:lnTo>
                <a:lnTo>
                  <a:pt x="6276" y="1210"/>
                </a:lnTo>
                <a:lnTo>
                  <a:pt x="6390" y="954"/>
                </a:lnTo>
                <a:lnTo>
                  <a:pt x="6489" y="697"/>
                </a:lnTo>
                <a:lnTo>
                  <a:pt x="6589" y="427"/>
                </a:lnTo>
                <a:lnTo>
                  <a:pt x="6361" y="327"/>
                </a:lnTo>
                <a:lnTo>
                  <a:pt x="6120" y="242"/>
                </a:lnTo>
                <a:lnTo>
                  <a:pt x="5892" y="171"/>
                </a:lnTo>
                <a:lnTo>
                  <a:pt x="5636" y="114"/>
                </a:lnTo>
                <a:lnTo>
                  <a:pt x="5394" y="57"/>
                </a:lnTo>
                <a:lnTo>
                  <a:pt x="5138" y="29"/>
                </a:lnTo>
                <a:lnTo>
                  <a:pt x="4882" y="0"/>
                </a:lnTo>
                <a:close/>
              </a:path>
            </a:pathLst>
          </a:custGeom>
          <a:solidFill>
            <a:srgbClr val="D53F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8"/>
          <p:cNvSpPr/>
          <p:nvPr/>
        </p:nvSpPr>
        <p:spPr>
          <a:xfrm>
            <a:off x="1796338" y="3501400"/>
            <a:ext cx="164750" cy="142325"/>
          </a:xfrm>
          <a:custGeom>
            <a:avLst/>
            <a:gdLst/>
            <a:ahLst/>
            <a:cxnLst/>
            <a:rect l="l" t="t" r="r" b="b"/>
            <a:pathLst>
              <a:path w="6590" h="5693" fill="none" extrusionOk="0">
                <a:moveTo>
                  <a:pt x="4611" y="0"/>
                </a:moveTo>
                <a:lnTo>
                  <a:pt x="4611" y="0"/>
                </a:lnTo>
                <a:lnTo>
                  <a:pt x="4383" y="0"/>
                </a:lnTo>
                <a:lnTo>
                  <a:pt x="4142" y="14"/>
                </a:lnTo>
                <a:lnTo>
                  <a:pt x="3914" y="43"/>
                </a:lnTo>
                <a:lnTo>
                  <a:pt x="3686" y="86"/>
                </a:lnTo>
                <a:lnTo>
                  <a:pt x="3459" y="142"/>
                </a:lnTo>
                <a:lnTo>
                  <a:pt x="3245" y="199"/>
                </a:lnTo>
                <a:lnTo>
                  <a:pt x="3032" y="271"/>
                </a:lnTo>
                <a:lnTo>
                  <a:pt x="2818" y="356"/>
                </a:lnTo>
                <a:lnTo>
                  <a:pt x="2619" y="456"/>
                </a:lnTo>
                <a:lnTo>
                  <a:pt x="2420" y="555"/>
                </a:lnTo>
                <a:lnTo>
                  <a:pt x="2221" y="669"/>
                </a:lnTo>
                <a:lnTo>
                  <a:pt x="2036" y="783"/>
                </a:lnTo>
                <a:lnTo>
                  <a:pt x="1851" y="911"/>
                </a:lnTo>
                <a:lnTo>
                  <a:pt x="1680" y="1053"/>
                </a:lnTo>
                <a:lnTo>
                  <a:pt x="1509" y="1195"/>
                </a:lnTo>
                <a:lnTo>
                  <a:pt x="1352" y="1352"/>
                </a:lnTo>
                <a:lnTo>
                  <a:pt x="1196" y="1509"/>
                </a:lnTo>
                <a:lnTo>
                  <a:pt x="1054" y="1679"/>
                </a:lnTo>
                <a:lnTo>
                  <a:pt x="926" y="1850"/>
                </a:lnTo>
                <a:lnTo>
                  <a:pt x="783" y="2035"/>
                </a:lnTo>
                <a:lnTo>
                  <a:pt x="669" y="2220"/>
                </a:lnTo>
                <a:lnTo>
                  <a:pt x="556" y="2405"/>
                </a:lnTo>
                <a:lnTo>
                  <a:pt x="456" y="2604"/>
                </a:lnTo>
                <a:lnTo>
                  <a:pt x="371" y="2818"/>
                </a:lnTo>
                <a:lnTo>
                  <a:pt x="285" y="3017"/>
                </a:lnTo>
                <a:lnTo>
                  <a:pt x="214" y="3230"/>
                </a:lnTo>
                <a:lnTo>
                  <a:pt x="143" y="3458"/>
                </a:lnTo>
                <a:lnTo>
                  <a:pt x="100" y="3671"/>
                </a:lnTo>
                <a:lnTo>
                  <a:pt x="58" y="3899"/>
                </a:lnTo>
                <a:lnTo>
                  <a:pt x="29" y="4141"/>
                </a:lnTo>
                <a:lnTo>
                  <a:pt x="15" y="4369"/>
                </a:lnTo>
                <a:lnTo>
                  <a:pt x="1" y="4611"/>
                </a:lnTo>
                <a:lnTo>
                  <a:pt x="1" y="4611"/>
                </a:lnTo>
                <a:lnTo>
                  <a:pt x="15" y="4881"/>
                </a:lnTo>
                <a:lnTo>
                  <a:pt x="29" y="5151"/>
                </a:lnTo>
                <a:lnTo>
                  <a:pt x="72" y="5422"/>
                </a:lnTo>
                <a:lnTo>
                  <a:pt x="129" y="5692"/>
                </a:lnTo>
                <a:lnTo>
                  <a:pt x="129" y="5692"/>
                </a:lnTo>
                <a:lnTo>
                  <a:pt x="413" y="5649"/>
                </a:lnTo>
                <a:lnTo>
                  <a:pt x="684" y="5607"/>
                </a:lnTo>
                <a:lnTo>
                  <a:pt x="968" y="5550"/>
                </a:lnTo>
                <a:lnTo>
                  <a:pt x="1239" y="5479"/>
                </a:lnTo>
                <a:lnTo>
                  <a:pt x="1509" y="5393"/>
                </a:lnTo>
                <a:lnTo>
                  <a:pt x="1765" y="5308"/>
                </a:lnTo>
                <a:lnTo>
                  <a:pt x="2021" y="5208"/>
                </a:lnTo>
                <a:lnTo>
                  <a:pt x="2277" y="5109"/>
                </a:lnTo>
                <a:lnTo>
                  <a:pt x="2534" y="4995"/>
                </a:lnTo>
                <a:lnTo>
                  <a:pt x="2775" y="4881"/>
                </a:lnTo>
                <a:lnTo>
                  <a:pt x="3017" y="4739"/>
                </a:lnTo>
                <a:lnTo>
                  <a:pt x="3259" y="4611"/>
                </a:lnTo>
                <a:lnTo>
                  <a:pt x="3487" y="4468"/>
                </a:lnTo>
                <a:lnTo>
                  <a:pt x="3700" y="4312"/>
                </a:lnTo>
                <a:lnTo>
                  <a:pt x="3928" y="4141"/>
                </a:lnTo>
                <a:lnTo>
                  <a:pt x="4142" y="3985"/>
                </a:lnTo>
                <a:lnTo>
                  <a:pt x="4341" y="3800"/>
                </a:lnTo>
                <a:lnTo>
                  <a:pt x="4540" y="3615"/>
                </a:lnTo>
                <a:lnTo>
                  <a:pt x="4739" y="3430"/>
                </a:lnTo>
                <a:lnTo>
                  <a:pt x="4924" y="3230"/>
                </a:lnTo>
                <a:lnTo>
                  <a:pt x="5109" y="3031"/>
                </a:lnTo>
                <a:lnTo>
                  <a:pt x="5280" y="2818"/>
                </a:lnTo>
                <a:lnTo>
                  <a:pt x="5451" y="2604"/>
                </a:lnTo>
                <a:lnTo>
                  <a:pt x="5607" y="2391"/>
                </a:lnTo>
                <a:lnTo>
                  <a:pt x="5750" y="2163"/>
                </a:lnTo>
                <a:lnTo>
                  <a:pt x="5906" y="1935"/>
                </a:lnTo>
                <a:lnTo>
                  <a:pt x="6034" y="1694"/>
                </a:lnTo>
                <a:lnTo>
                  <a:pt x="6162" y="1452"/>
                </a:lnTo>
                <a:lnTo>
                  <a:pt x="6276" y="1210"/>
                </a:lnTo>
                <a:lnTo>
                  <a:pt x="6390" y="954"/>
                </a:lnTo>
                <a:lnTo>
                  <a:pt x="6489" y="697"/>
                </a:lnTo>
                <a:lnTo>
                  <a:pt x="6589" y="427"/>
                </a:lnTo>
                <a:lnTo>
                  <a:pt x="6589" y="427"/>
                </a:lnTo>
                <a:lnTo>
                  <a:pt x="6361" y="327"/>
                </a:lnTo>
                <a:lnTo>
                  <a:pt x="6120" y="242"/>
                </a:lnTo>
                <a:lnTo>
                  <a:pt x="5892" y="171"/>
                </a:lnTo>
                <a:lnTo>
                  <a:pt x="5636" y="114"/>
                </a:lnTo>
                <a:lnTo>
                  <a:pt x="5394" y="57"/>
                </a:lnTo>
                <a:lnTo>
                  <a:pt x="5138" y="29"/>
                </a:lnTo>
                <a:lnTo>
                  <a:pt x="4882" y="0"/>
                </a:lnTo>
                <a:lnTo>
                  <a:pt x="4611" y="0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8"/>
          <p:cNvSpPr/>
          <p:nvPr/>
        </p:nvSpPr>
        <p:spPr>
          <a:xfrm>
            <a:off x="1914525" y="1385900"/>
            <a:ext cx="2290775" cy="2252650"/>
          </a:xfrm>
          <a:custGeom>
            <a:avLst/>
            <a:gdLst/>
            <a:ahLst/>
            <a:cxnLst/>
            <a:rect l="l" t="t" r="r" b="b"/>
            <a:pathLst>
              <a:path w="91631" h="90106" extrusionOk="0">
                <a:moveTo>
                  <a:pt x="0" y="90106"/>
                </a:moveTo>
                <a:lnTo>
                  <a:pt x="84773" y="0"/>
                </a:lnTo>
                <a:lnTo>
                  <a:pt x="91631" y="16192"/>
                </a:lnTo>
                <a:close/>
              </a:path>
            </a:pathLst>
          </a:custGeom>
          <a:solidFill>
            <a:srgbClr val="666666">
              <a:alpha val="12549"/>
            </a:srgbClr>
          </a:solidFill>
          <a:ln>
            <a:noFill/>
          </a:ln>
        </p:spPr>
        <p:txBody>
          <a:bodyPr/>
          <a:lstStyle/>
          <a:p>
            <a:endParaRPr lang="en-IE"/>
          </a:p>
        </p:txBody>
      </p:sp>
      <p:grpSp>
        <p:nvGrpSpPr>
          <p:cNvPr id="418" name="Google Shape;418;p18"/>
          <p:cNvGrpSpPr/>
          <p:nvPr/>
        </p:nvGrpSpPr>
        <p:grpSpPr>
          <a:xfrm>
            <a:off x="3961063" y="1231575"/>
            <a:ext cx="4725888" cy="650100"/>
            <a:chOff x="3961063" y="1231575"/>
            <a:chExt cx="4725888" cy="650100"/>
          </a:xfrm>
        </p:grpSpPr>
        <p:sp>
          <p:nvSpPr>
            <p:cNvPr id="419" name="Google Shape;419;p18"/>
            <p:cNvSpPr/>
            <p:nvPr/>
          </p:nvSpPr>
          <p:spPr>
            <a:xfrm>
              <a:off x="5010150" y="1231575"/>
              <a:ext cx="3676800" cy="650100"/>
            </a:xfrm>
            <a:prstGeom prst="roundRect">
              <a:avLst>
                <a:gd name="adj" fmla="val 50000"/>
              </a:avLst>
            </a:prstGeom>
            <a:solidFill>
              <a:srgbClr val="E99B27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8"/>
            <p:cNvSpPr/>
            <p:nvPr/>
          </p:nvSpPr>
          <p:spPr>
            <a:xfrm>
              <a:off x="3961063" y="1324425"/>
              <a:ext cx="2130000" cy="4644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1" name="Google Shape;421;p18"/>
          <p:cNvGrpSpPr/>
          <p:nvPr/>
        </p:nvGrpSpPr>
        <p:grpSpPr>
          <a:xfrm>
            <a:off x="4122280" y="1390725"/>
            <a:ext cx="4412143" cy="331813"/>
            <a:chOff x="4122280" y="1390725"/>
            <a:chExt cx="4412143" cy="331813"/>
          </a:xfrm>
        </p:grpSpPr>
        <p:sp>
          <p:nvSpPr>
            <p:cNvPr id="422" name="Google Shape;422;p18"/>
            <p:cNvSpPr txBox="1"/>
            <p:nvPr/>
          </p:nvSpPr>
          <p:spPr>
            <a:xfrm>
              <a:off x="6553223" y="1390738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3" name="Google Shape;423;p18"/>
            <p:cNvSpPr txBox="1"/>
            <p:nvPr/>
          </p:nvSpPr>
          <p:spPr>
            <a:xfrm>
              <a:off x="4122280" y="1390725"/>
              <a:ext cx="17823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Spam filtering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424" name="Google Shape;424;p18"/>
          <p:cNvSpPr/>
          <p:nvPr/>
        </p:nvSpPr>
        <p:spPr>
          <a:xfrm>
            <a:off x="1924050" y="2362200"/>
            <a:ext cx="2240750" cy="1266825"/>
          </a:xfrm>
          <a:custGeom>
            <a:avLst/>
            <a:gdLst/>
            <a:ahLst/>
            <a:cxnLst/>
            <a:rect l="l" t="t" r="r" b="b"/>
            <a:pathLst>
              <a:path w="89630" h="50673" extrusionOk="0">
                <a:moveTo>
                  <a:pt x="0" y="50673"/>
                </a:moveTo>
                <a:lnTo>
                  <a:pt x="85820" y="0"/>
                </a:lnTo>
                <a:lnTo>
                  <a:pt x="89630" y="17145"/>
                </a:lnTo>
                <a:close/>
              </a:path>
            </a:pathLst>
          </a:custGeom>
          <a:solidFill>
            <a:srgbClr val="666666">
              <a:alpha val="12549"/>
            </a:srgbClr>
          </a:solidFill>
          <a:ln>
            <a:noFill/>
          </a:ln>
        </p:spPr>
        <p:txBody>
          <a:bodyPr/>
          <a:lstStyle/>
          <a:p>
            <a:endParaRPr lang="en-IE"/>
          </a:p>
        </p:txBody>
      </p:sp>
      <p:sp>
        <p:nvSpPr>
          <p:cNvPr id="425" name="Google Shape;425;p18"/>
          <p:cNvSpPr/>
          <p:nvPr/>
        </p:nvSpPr>
        <p:spPr>
          <a:xfrm>
            <a:off x="1952625" y="3333750"/>
            <a:ext cx="2224100" cy="461975"/>
          </a:xfrm>
          <a:custGeom>
            <a:avLst/>
            <a:gdLst/>
            <a:ahLst/>
            <a:cxnLst/>
            <a:rect l="l" t="t" r="r" b="b"/>
            <a:pathLst>
              <a:path w="88964" h="18479" extrusionOk="0">
                <a:moveTo>
                  <a:pt x="0" y="11430"/>
                </a:moveTo>
                <a:lnTo>
                  <a:pt x="88964" y="0"/>
                </a:lnTo>
                <a:lnTo>
                  <a:pt x="88964" y="18479"/>
                </a:lnTo>
                <a:close/>
              </a:path>
            </a:pathLst>
          </a:custGeom>
          <a:solidFill>
            <a:srgbClr val="666666">
              <a:alpha val="12549"/>
            </a:srgbClr>
          </a:solidFill>
          <a:ln>
            <a:noFill/>
          </a:ln>
        </p:spPr>
        <p:txBody>
          <a:bodyPr/>
          <a:lstStyle/>
          <a:p>
            <a:endParaRPr lang="en-IE"/>
          </a:p>
        </p:txBody>
      </p:sp>
      <p:grpSp>
        <p:nvGrpSpPr>
          <p:cNvPr id="426" name="Google Shape;426;p18"/>
          <p:cNvGrpSpPr/>
          <p:nvPr/>
        </p:nvGrpSpPr>
        <p:grpSpPr>
          <a:xfrm>
            <a:off x="3961063" y="3237875"/>
            <a:ext cx="4725888" cy="650100"/>
            <a:chOff x="3961063" y="3237875"/>
            <a:chExt cx="4725888" cy="650100"/>
          </a:xfrm>
        </p:grpSpPr>
        <p:sp>
          <p:nvSpPr>
            <p:cNvPr id="427" name="Google Shape;427;p18"/>
            <p:cNvSpPr/>
            <p:nvPr/>
          </p:nvSpPr>
          <p:spPr>
            <a:xfrm>
              <a:off x="5010150" y="3237875"/>
              <a:ext cx="3676800" cy="650100"/>
            </a:xfrm>
            <a:prstGeom prst="roundRect">
              <a:avLst>
                <a:gd name="adj" fmla="val 50000"/>
              </a:avLst>
            </a:prstGeom>
            <a:solidFill>
              <a:srgbClr val="8027EA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8"/>
            <p:cNvSpPr/>
            <p:nvPr/>
          </p:nvSpPr>
          <p:spPr>
            <a:xfrm>
              <a:off x="3961063" y="3330725"/>
              <a:ext cx="2130000" cy="4644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9" name="Google Shape;429;p18"/>
          <p:cNvGrpSpPr/>
          <p:nvPr/>
        </p:nvGrpSpPr>
        <p:grpSpPr>
          <a:xfrm>
            <a:off x="4122280" y="3397024"/>
            <a:ext cx="4412143" cy="331802"/>
            <a:chOff x="4122280" y="3397024"/>
            <a:chExt cx="4412143" cy="331802"/>
          </a:xfrm>
        </p:grpSpPr>
        <p:sp>
          <p:nvSpPr>
            <p:cNvPr id="430" name="Google Shape;430;p18"/>
            <p:cNvSpPr txBox="1"/>
            <p:nvPr/>
          </p:nvSpPr>
          <p:spPr>
            <a:xfrm>
              <a:off x="6553223" y="3397024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1" name="Google Shape;431;p18"/>
            <p:cNvSpPr txBox="1"/>
            <p:nvPr/>
          </p:nvSpPr>
          <p:spPr>
            <a:xfrm>
              <a:off x="4122280" y="3397025"/>
              <a:ext cx="17823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Risk assessment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32" name="Google Shape;432;p18"/>
          <p:cNvGrpSpPr/>
          <p:nvPr/>
        </p:nvGrpSpPr>
        <p:grpSpPr>
          <a:xfrm>
            <a:off x="3961063" y="2234725"/>
            <a:ext cx="4725888" cy="650100"/>
            <a:chOff x="3961063" y="2234725"/>
            <a:chExt cx="4725888" cy="650100"/>
          </a:xfrm>
        </p:grpSpPr>
        <p:sp>
          <p:nvSpPr>
            <p:cNvPr id="433" name="Google Shape;433;p18"/>
            <p:cNvSpPr/>
            <p:nvPr/>
          </p:nvSpPr>
          <p:spPr>
            <a:xfrm>
              <a:off x="5010150" y="2234725"/>
              <a:ext cx="3676800" cy="650100"/>
            </a:xfrm>
            <a:prstGeom prst="roundRect">
              <a:avLst>
                <a:gd name="adj" fmla="val 50000"/>
              </a:avLst>
            </a:prstGeom>
            <a:solidFill>
              <a:srgbClr val="EA4827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8"/>
            <p:cNvSpPr/>
            <p:nvPr/>
          </p:nvSpPr>
          <p:spPr>
            <a:xfrm>
              <a:off x="3961063" y="2327575"/>
              <a:ext cx="2130000" cy="4644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5" name="Google Shape;435;p18"/>
          <p:cNvGrpSpPr/>
          <p:nvPr/>
        </p:nvGrpSpPr>
        <p:grpSpPr>
          <a:xfrm>
            <a:off x="4134997" y="2393875"/>
            <a:ext cx="4399426" cy="331805"/>
            <a:chOff x="4134997" y="2393875"/>
            <a:chExt cx="4399426" cy="331805"/>
          </a:xfrm>
        </p:grpSpPr>
        <p:sp>
          <p:nvSpPr>
            <p:cNvPr id="436" name="Google Shape;436;p18"/>
            <p:cNvSpPr txBox="1"/>
            <p:nvPr/>
          </p:nvSpPr>
          <p:spPr>
            <a:xfrm>
              <a:off x="6553223" y="2393881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The Earth is the planet where we all live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7" name="Google Shape;437;p18"/>
            <p:cNvSpPr txBox="1"/>
            <p:nvPr/>
          </p:nvSpPr>
          <p:spPr>
            <a:xfrm>
              <a:off x="4134997" y="2393875"/>
              <a:ext cx="17823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Mobile banking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438" name="Google Shape;438;p18"/>
          <p:cNvSpPr/>
          <p:nvPr/>
        </p:nvSpPr>
        <p:spPr>
          <a:xfrm>
            <a:off x="1947875" y="3619500"/>
            <a:ext cx="2233600" cy="1171575"/>
          </a:xfrm>
          <a:custGeom>
            <a:avLst/>
            <a:gdLst/>
            <a:ahLst/>
            <a:cxnLst/>
            <a:rect l="l" t="t" r="r" b="b"/>
            <a:pathLst>
              <a:path w="89344" h="46863" extrusionOk="0">
                <a:moveTo>
                  <a:pt x="0" y="0"/>
                </a:moveTo>
                <a:lnTo>
                  <a:pt x="89344" y="28956"/>
                </a:lnTo>
                <a:lnTo>
                  <a:pt x="87249" y="46863"/>
                </a:lnTo>
                <a:close/>
              </a:path>
            </a:pathLst>
          </a:custGeom>
          <a:solidFill>
            <a:srgbClr val="666666">
              <a:alpha val="12549"/>
            </a:srgbClr>
          </a:solidFill>
          <a:ln>
            <a:noFill/>
          </a:ln>
        </p:spPr>
        <p:txBody>
          <a:bodyPr/>
          <a:lstStyle/>
          <a:p>
            <a:endParaRPr lang="en-IE"/>
          </a:p>
        </p:txBody>
      </p:sp>
      <p:grpSp>
        <p:nvGrpSpPr>
          <p:cNvPr id="439" name="Google Shape;439;p18"/>
          <p:cNvGrpSpPr/>
          <p:nvPr/>
        </p:nvGrpSpPr>
        <p:grpSpPr>
          <a:xfrm>
            <a:off x="3961063" y="4241025"/>
            <a:ext cx="4725888" cy="650100"/>
            <a:chOff x="3961063" y="4241025"/>
            <a:chExt cx="4725888" cy="650100"/>
          </a:xfrm>
        </p:grpSpPr>
        <p:sp>
          <p:nvSpPr>
            <p:cNvPr id="440" name="Google Shape;440;p18"/>
            <p:cNvSpPr/>
            <p:nvPr/>
          </p:nvSpPr>
          <p:spPr>
            <a:xfrm>
              <a:off x="5010150" y="4241025"/>
              <a:ext cx="3676800" cy="650100"/>
            </a:xfrm>
            <a:prstGeom prst="roundRect">
              <a:avLst>
                <a:gd name="adj" fmla="val 50000"/>
              </a:avLst>
            </a:prstGeom>
            <a:solidFill>
              <a:srgbClr val="2776EA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8"/>
            <p:cNvSpPr/>
            <p:nvPr/>
          </p:nvSpPr>
          <p:spPr>
            <a:xfrm>
              <a:off x="3961063" y="4333875"/>
              <a:ext cx="2130000" cy="464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2" name="Google Shape;442;p18"/>
          <p:cNvGrpSpPr/>
          <p:nvPr/>
        </p:nvGrpSpPr>
        <p:grpSpPr>
          <a:xfrm>
            <a:off x="4122280" y="4400167"/>
            <a:ext cx="4412143" cy="331809"/>
            <a:chOff x="4122280" y="4400167"/>
            <a:chExt cx="4412143" cy="331809"/>
          </a:xfrm>
        </p:grpSpPr>
        <p:sp>
          <p:nvSpPr>
            <p:cNvPr id="443" name="Google Shape;443;p18"/>
            <p:cNvSpPr txBox="1"/>
            <p:nvPr/>
          </p:nvSpPr>
          <p:spPr>
            <a:xfrm>
              <a:off x="6553223" y="4400167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Jupiter is the biggest planet of them all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4" name="Google Shape;444;p18"/>
            <p:cNvSpPr txBox="1"/>
            <p:nvPr/>
          </p:nvSpPr>
          <p:spPr>
            <a:xfrm>
              <a:off x="4122280" y="4400175"/>
              <a:ext cx="17823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Social networks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445" name="Google Shape;445;p18"/>
          <p:cNvSpPr/>
          <p:nvPr/>
        </p:nvSpPr>
        <p:spPr>
          <a:xfrm>
            <a:off x="1796350" y="3501225"/>
            <a:ext cx="231000" cy="231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9"/>
          <p:cNvSpPr/>
          <p:nvPr/>
        </p:nvSpPr>
        <p:spPr>
          <a:xfrm>
            <a:off x="6763600" y="2425750"/>
            <a:ext cx="1203600" cy="12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9"/>
          <p:cNvSpPr/>
          <p:nvPr/>
        </p:nvSpPr>
        <p:spPr>
          <a:xfrm>
            <a:off x="1176800" y="2425750"/>
            <a:ext cx="1203600" cy="12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9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grpSp>
        <p:nvGrpSpPr>
          <p:cNvPr id="453" name="Google Shape;453;p19"/>
          <p:cNvGrpSpPr/>
          <p:nvPr/>
        </p:nvGrpSpPr>
        <p:grpSpPr>
          <a:xfrm>
            <a:off x="6890506" y="2571186"/>
            <a:ext cx="939063" cy="912750"/>
            <a:chOff x="6452356" y="2349928"/>
            <a:chExt cx="939063" cy="912750"/>
          </a:xfrm>
        </p:grpSpPr>
        <p:sp>
          <p:nvSpPr>
            <p:cNvPr id="454" name="Google Shape;454;p19"/>
            <p:cNvSpPr/>
            <p:nvPr/>
          </p:nvSpPr>
          <p:spPr>
            <a:xfrm>
              <a:off x="6452356" y="2349928"/>
              <a:ext cx="209997" cy="209956"/>
            </a:xfrm>
            <a:custGeom>
              <a:avLst/>
              <a:gdLst/>
              <a:ahLst/>
              <a:cxnLst/>
              <a:rect l="l" t="t" r="r" b="b"/>
              <a:pathLst>
                <a:path w="16451" h="16451" extrusionOk="0">
                  <a:moveTo>
                    <a:pt x="0" y="0"/>
                  </a:moveTo>
                  <a:lnTo>
                    <a:pt x="0" y="16450"/>
                  </a:lnTo>
                  <a:lnTo>
                    <a:pt x="16450" y="16450"/>
                  </a:lnTo>
                  <a:lnTo>
                    <a:pt x="1645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9"/>
            <p:cNvSpPr/>
            <p:nvPr/>
          </p:nvSpPr>
          <p:spPr>
            <a:xfrm>
              <a:off x="6816895" y="2372169"/>
              <a:ext cx="209997" cy="209956"/>
            </a:xfrm>
            <a:custGeom>
              <a:avLst/>
              <a:gdLst/>
              <a:ahLst/>
              <a:cxnLst/>
              <a:rect l="l" t="t" r="r" b="b"/>
              <a:pathLst>
                <a:path w="16451" h="16451" extrusionOk="0">
                  <a:moveTo>
                    <a:pt x="1" y="0"/>
                  </a:moveTo>
                  <a:lnTo>
                    <a:pt x="1" y="16450"/>
                  </a:lnTo>
                  <a:lnTo>
                    <a:pt x="16451" y="16450"/>
                  </a:lnTo>
                  <a:lnTo>
                    <a:pt x="1645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9"/>
            <p:cNvSpPr/>
            <p:nvPr/>
          </p:nvSpPr>
          <p:spPr>
            <a:xfrm>
              <a:off x="7181435" y="2372169"/>
              <a:ext cx="209984" cy="209956"/>
            </a:xfrm>
            <a:custGeom>
              <a:avLst/>
              <a:gdLst/>
              <a:ahLst/>
              <a:cxnLst/>
              <a:rect l="l" t="t" r="r" b="b"/>
              <a:pathLst>
                <a:path w="16450" h="16451" extrusionOk="0">
                  <a:moveTo>
                    <a:pt x="0" y="0"/>
                  </a:moveTo>
                  <a:lnTo>
                    <a:pt x="0" y="16450"/>
                  </a:lnTo>
                  <a:lnTo>
                    <a:pt x="16450" y="16450"/>
                  </a:lnTo>
                  <a:lnTo>
                    <a:pt x="1645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9"/>
            <p:cNvSpPr/>
            <p:nvPr/>
          </p:nvSpPr>
          <p:spPr>
            <a:xfrm>
              <a:off x="6452369" y="2712362"/>
              <a:ext cx="209997" cy="210135"/>
            </a:xfrm>
            <a:custGeom>
              <a:avLst/>
              <a:gdLst/>
              <a:ahLst/>
              <a:cxnLst/>
              <a:rect l="l" t="t" r="r" b="b"/>
              <a:pathLst>
                <a:path w="16451" h="16465" extrusionOk="0">
                  <a:moveTo>
                    <a:pt x="0" y="0"/>
                  </a:moveTo>
                  <a:lnTo>
                    <a:pt x="0" y="16464"/>
                  </a:lnTo>
                  <a:lnTo>
                    <a:pt x="16450" y="16464"/>
                  </a:lnTo>
                  <a:lnTo>
                    <a:pt x="164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9"/>
            <p:cNvSpPr/>
            <p:nvPr/>
          </p:nvSpPr>
          <p:spPr>
            <a:xfrm>
              <a:off x="6816895" y="2712362"/>
              <a:ext cx="209997" cy="210135"/>
            </a:xfrm>
            <a:custGeom>
              <a:avLst/>
              <a:gdLst/>
              <a:ahLst/>
              <a:cxnLst/>
              <a:rect l="l" t="t" r="r" b="b"/>
              <a:pathLst>
                <a:path w="16451" h="16465" extrusionOk="0">
                  <a:moveTo>
                    <a:pt x="1" y="0"/>
                  </a:moveTo>
                  <a:lnTo>
                    <a:pt x="1" y="16464"/>
                  </a:lnTo>
                  <a:lnTo>
                    <a:pt x="16451" y="16464"/>
                  </a:lnTo>
                  <a:lnTo>
                    <a:pt x="164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9"/>
            <p:cNvSpPr/>
            <p:nvPr/>
          </p:nvSpPr>
          <p:spPr>
            <a:xfrm>
              <a:off x="7181435" y="2712362"/>
              <a:ext cx="209984" cy="210135"/>
            </a:xfrm>
            <a:custGeom>
              <a:avLst/>
              <a:gdLst/>
              <a:ahLst/>
              <a:cxnLst/>
              <a:rect l="l" t="t" r="r" b="b"/>
              <a:pathLst>
                <a:path w="16450" h="16465" extrusionOk="0">
                  <a:moveTo>
                    <a:pt x="0" y="0"/>
                  </a:moveTo>
                  <a:lnTo>
                    <a:pt x="0" y="16464"/>
                  </a:lnTo>
                  <a:lnTo>
                    <a:pt x="16450" y="16464"/>
                  </a:lnTo>
                  <a:lnTo>
                    <a:pt x="1645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9"/>
            <p:cNvSpPr/>
            <p:nvPr/>
          </p:nvSpPr>
          <p:spPr>
            <a:xfrm>
              <a:off x="6452369" y="3052734"/>
              <a:ext cx="209997" cy="209943"/>
            </a:xfrm>
            <a:custGeom>
              <a:avLst/>
              <a:gdLst/>
              <a:ahLst/>
              <a:cxnLst/>
              <a:rect l="l" t="t" r="r" b="b"/>
              <a:pathLst>
                <a:path w="16451" h="16450" extrusionOk="0">
                  <a:moveTo>
                    <a:pt x="0" y="0"/>
                  </a:moveTo>
                  <a:lnTo>
                    <a:pt x="0" y="16450"/>
                  </a:lnTo>
                  <a:lnTo>
                    <a:pt x="16450" y="16450"/>
                  </a:lnTo>
                  <a:lnTo>
                    <a:pt x="1645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9"/>
            <p:cNvSpPr/>
            <p:nvPr/>
          </p:nvSpPr>
          <p:spPr>
            <a:xfrm>
              <a:off x="6816895" y="3052734"/>
              <a:ext cx="209997" cy="209943"/>
            </a:xfrm>
            <a:custGeom>
              <a:avLst/>
              <a:gdLst/>
              <a:ahLst/>
              <a:cxnLst/>
              <a:rect l="l" t="t" r="r" b="b"/>
              <a:pathLst>
                <a:path w="16451" h="16450" extrusionOk="0">
                  <a:moveTo>
                    <a:pt x="1" y="0"/>
                  </a:moveTo>
                  <a:lnTo>
                    <a:pt x="1" y="16450"/>
                  </a:lnTo>
                  <a:lnTo>
                    <a:pt x="16451" y="16450"/>
                  </a:lnTo>
                  <a:lnTo>
                    <a:pt x="1645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9"/>
            <p:cNvSpPr/>
            <p:nvPr/>
          </p:nvSpPr>
          <p:spPr>
            <a:xfrm>
              <a:off x="7181435" y="3052734"/>
              <a:ext cx="209984" cy="209943"/>
            </a:xfrm>
            <a:custGeom>
              <a:avLst/>
              <a:gdLst/>
              <a:ahLst/>
              <a:cxnLst/>
              <a:rect l="l" t="t" r="r" b="b"/>
              <a:pathLst>
                <a:path w="16450" h="16450" extrusionOk="0">
                  <a:moveTo>
                    <a:pt x="0" y="0"/>
                  </a:moveTo>
                  <a:lnTo>
                    <a:pt x="0" y="16450"/>
                  </a:lnTo>
                  <a:lnTo>
                    <a:pt x="16450" y="16450"/>
                  </a:lnTo>
                  <a:lnTo>
                    <a:pt x="164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9"/>
            <p:cNvSpPr/>
            <p:nvPr/>
          </p:nvSpPr>
          <p:spPr>
            <a:xfrm>
              <a:off x="6662336" y="2464438"/>
              <a:ext cx="154584" cy="19437"/>
            </a:xfrm>
            <a:custGeom>
              <a:avLst/>
              <a:gdLst/>
              <a:ahLst/>
              <a:cxnLst/>
              <a:rect l="l" t="t" r="r" b="b"/>
              <a:pathLst>
                <a:path w="12110" h="1523" extrusionOk="0">
                  <a:moveTo>
                    <a:pt x="0" y="0"/>
                  </a:moveTo>
                  <a:lnTo>
                    <a:pt x="0" y="1523"/>
                  </a:lnTo>
                  <a:lnTo>
                    <a:pt x="12110" y="1523"/>
                  </a:lnTo>
                  <a:lnTo>
                    <a:pt x="1211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9"/>
            <p:cNvSpPr/>
            <p:nvPr/>
          </p:nvSpPr>
          <p:spPr>
            <a:xfrm>
              <a:off x="7026863" y="2464438"/>
              <a:ext cx="154597" cy="19437"/>
            </a:xfrm>
            <a:custGeom>
              <a:avLst/>
              <a:gdLst/>
              <a:ahLst/>
              <a:cxnLst/>
              <a:rect l="l" t="t" r="r" b="b"/>
              <a:pathLst>
                <a:path w="12111" h="1523" extrusionOk="0">
                  <a:moveTo>
                    <a:pt x="1" y="0"/>
                  </a:moveTo>
                  <a:lnTo>
                    <a:pt x="1" y="1523"/>
                  </a:lnTo>
                  <a:lnTo>
                    <a:pt x="12110" y="1523"/>
                  </a:lnTo>
                  <a:lnTo>
                    <a:pt x="1211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9"/>
            <p:cNvSpPr/>
            <p:nvPr/>
          </p:nvSpPr>
          <p:spPr>
            <a:xfrm>
              <a:off x="6662336" y="2807708"/>
              <a:ext cx="154584" cy="19450"/>
            </a:xfrm>
            <a:custGeom>
              <a:avLst/>
              <a:gdLst/>
              <a:ahLst/>
              <a:cxnLst/>
              <a:rect l="l" t="t" r="r" b="b"/>
              <a:pathLst>
                <a:path w="12110" h="1524" extrusionOk="0">
                  <a:moveTo>
                    <a:pt x="0" y="1"/>
                  </a:moveTo>
                  <a:lnTo>
                    <a:pt x="0" y="1523"/>
                  </a:lnTo>
                  <a:lnTo>
                    <a:pt x="12110" y="1523"/>
                  </a:lnTo>
                  <a:lnTo>
                    <a:pt x="1211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9"/>
            <p:cNvSpPr/>
            <p:nvPr/>
          </p:nvSpPr>
          <p:spPr>
            <a:xfrm>
              <a:off x="6547537" y="2582133"/>
              <a:ext cx="19633" cy="130229"/>
            </a:xfrm>
            <a:custGeom>
              <a:avLst/>
              <a:gdLst/>
              <a:ahLst/>
              <a:cxnLst/>
              <a:rect l="l" t="t" r="r" b="b"/>
              <a:pathLst>
                <a:path w="1538" h="10204" extrusionOk="0">
                  <a:moveTo>
                    <a:pt x="1" y="0"/>
                  </a:moveTo>
                  <a:lnTo>
                    <a:pt x="1" y="10203"/>
                  </a:lnTo>
                  <a:lnTo>
                    <a:pt x="1538" y="10203"/>
                  </a:lnTo>
                  <a:lnTo>
                    <a:pt x="15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9"/>
            <p:cNvSpPr/>
            <p:nvPr/>
          </p:nvSpPr>
          <p:spPr>
            <a:xfrm>
              <a:off x="6547537" y="2922505"/>
              <a:ext cx="19633" cy="130229"/>
            </a:xfrm>
            <a:custGeom>
              <a:avLst/>
              <a:gdLst/>
              <a:ahLst/>
              <a:cxnLst/>
              <a:rect l="l" t="t" r="r" b="b"/>
              <a:pathLst>
                <a:path w="1538" h="10204" extrusionOk="0">
                  <a:moveTo>
                    <a:pt x="1" y="0"/>
                  </a:moveTo>
                  <a:lnTo>
                    <a:pt x="1" y="10203"/>
                  </a:lnTo>
                  <a:lnTo>
                    <a:pt x="1538" y="10203"/>
                  </a:lnTo>
                  <a:lnTo>
                    <a:pt x="15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9"/>
            <p:cNvSpPr/>
            <p:nvPr/>
          </p:nvSpPr>
          <p:spPr>
            <a:xfrm>
              <a:off x="7276603" y="2582133"/>
              <a:ext cx="19633" cy="130229"/>
            </a:xfrm>
            <a:custGeom>
              <a:avLst/>
              <a:gdLst/>
              <a:ahLst/>
              <a:cxnLst/>
              <a:rect l="l" t="t" r="r" b="b"/>
              <a:pathLst>
                <a:path w="1538" h="10204" extrusionOk="0">
                  <a:moveTo>
                    <a:pt x="1" y="0"/>
                  </a:moveTo>
                  <a:lnTo>
                    <a:pt x="1" y="10203"/>
                  </a:lnTo>
                  <a:lnTo>
                    <a:pt x="1538" y="10203"/>
                  </a:lnTo>
                  <a:lnTo>
                    <a:pt x="15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9"/>
            <p:cNvSpPr/>
            <p:nvPr/>
          </p:nvSpPr>
          <p:spPr>
            <a:xfrm>
              <a:off x="6916620" y="2582133"/>
              <a:ext cx="19441" cy="130229"/>
            </a:xfrm>
            <a:custGeom>
              <a:avLst/>
              <a:gdLst/>
              <a:ahLst/>
              <a:cxnLst/>
              <a:rect l="l" t="t" r="r" b="b"/>
              <a:pathLst>
                <a:path w="1523" h="10204" extrusionOk="0">
                  <a:moveTo>
                    <a:pt x="0" y="0"/>
                  </a:moveTo>
                  <a:lnTo>
                    <a:pt x="0" y="10203"/>
                  </a:lnTo>
                  <a:lnTo>
                    <a:pt x="1523" y="10203"/>
                  </a:lnTo>
                  <a:lnTo>
                    <a:pt x="152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9"/>
            <p:cNvSpPr/>
            <p:nvPr/>
          </p:nvSpPr>
          <p:spPr>
            <a:xfrm>
              <a:off x="6916620" y="2922505"/>
              <a:ext cx="19441" cy="130229"/>
            </a:xfrm>
            <a:custGeom>
              <a:avLst/>
              <a:gdLst/>
              <a:ahLst/>
              <a:cxnLst/>
              <a:rect l="l" t="t" r="r" b="b"/>
              <a:pathLst>
                <a:path w="1523" h="10204" extrusionOk="0">
                  <a:moveTo>
                    <a:pt x="0" y="0"/>
                  </a:moveTo>
                  <a:lnTo>
                    <a:pt x="0" y="10203"/>
                  </a:lnTo>
                  <a:lnTo>
                    <a:pt x="1523" y="10203"/>
                  </a:lnTo>
                  <a:lnTo>
                    <a:pt x="152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9"/>
            <p:cNvSpPr/>
            <p:nvPr/>
          </p:nvSpPr>
          <p:spPr>
            <a:xfrm>
              <a:off x="7276603" y="2922505"/>
              <a:ext cx="19633" cy="130229"/>
            </a:xfrm>
            <a:custGeom>
              <a:avLst/>
              <a:gdLst/>
              <a:ahLst/>
              <a:cxnLst/>
              <a:rect l="l" t="t" r="r" b="b"/>
              <a:pathLst>
                <a:path w="1538" h="10204" extrusionOk="0">
                  <a:moveTo>
                    <a:pt x="1" y="0"/>
                  </a:moveTo>
                  <a:lnTo>
                    <a:pt x="1" y="10203"/>
                  </a:lnTo>
                  <a:lnTo>
                    <a:pt x="1538" y="10203"/>
                  </a:lnTo>
                  <a:lnTo>
                    <a:pt x="15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9"/>
            <p:cNvSpPr/>
            <p:nvPr/>
          </p:nvSpPr>
          <p:spPr>
            <a:xfrm>
              <a:off x="7026863" y="2807708"/>
              <a:ext cx="154597" cy="19450"/>
            </a:xfrm>
            <a:custGeom>
              <a:avLst/>
              <a:gdLst/>
              <a:ahLst/>
              <a:cxnLst/>
              <a:rect l="l" t="t" r="r" b="b"/>
              <a:pathLst>
                <a:path w="12111" h="1524" extrusionOk="0">
                  <a:moveTo>
                    <a:pt x="1" y="1"/>
                  </a:moveTo>
                  <a:lnTo>
                    <a:pt x="1" y="1523"/>
                  </a:lnTo>
                  <a:lnTo>
                    <a:pt x="12110" y="1523"/>
                  </a:lnTo>
                  <a:lnTo>
                    <a:pt x="1211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9"/>
            <p:cNvSpPr/>
            <p:nvPr/>
          </p:nvSpPr>
          <p:spPr>
            <a:xfrm>
              <a:off x="6662336" y="3147901"/>
              <a:ext cx="154584" cy="19629"/>
            </a:xfrm>
            <a:custGeom>
              <a:avLst/>
              <a:gdLst/>
              <a:ahLst/>
              <a:cxnLst/>
              <a:rect l="l" t="t" r="r" b="b"/>
              <a:pathLst>
                <a:path w="12110" h="1538" extrusionOk="0">
                  <a:moveTo>
                    <a:pt x="0" y="1"/>
                  </a:moveTo>
                  <a:lnTo>
                    <a:pt x="0" y="1537"/>
                  </a:lnTo>
                  <a:lnTo>
                    <a:pt x="12110" y="1537"/>
                  </a:lnTo>
                  <a:lnTo>
                    <a:pt x="1211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9"/>
            <p:cNvSpPr/>
            <p:nvPr/>
          </p:nvSpPr>
          <p:spPr>
            <a:xfrm>
              <a:off x="7026863" y="3147901"/>
              <a:ext cx="154597" cy="19629"/>
            </a:xfrm>
            <a:custGeom>
              <a:avLst/>
              <a:gdLst/>
              <a:ahLst/>
              <a:cxnLst/>
              <a:rect l="l" t="t" r="r" b="b"/>
              <a:pathLst>
                <a:path w="12111" h="1538" extrusionOk="0">
                  <a:moveTo>
                    <a:pt x="1" y="1"/>
                  </a:moveTo>
                  <a:lnTo>
                    <a:pt x="1" y="1537"/>
                  </a:lnTo>
                  <a:lnTo>
                    <a:pt x="12110" y="1537"/>
                  </a:lnTo>
                  <a:lnTo>
                    <a:pt x="1211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5" name="Google Shape;475;p19"/>
          <p:cNvGrpSpPr/>
          <p:nvPr/>
        </p:nvGrpSpPr>
        <p:grpSpPr>
          <a:xfrm>
            <a:off x="1303725" y="2529725"/>
            <a:ext cx="949783" cy="995673"/>
            <a:chOff x="-2429875" y="2285350"/>
            <a:chExt cx="949783" cy="995673"/>
          </a:xfrm>
        </p:grpSpPr>
        <p:sp>
          <p:nvSpPr>
            <p:cNvPr id="476" name="Google Shape;476;p19"/>
            <p:cNvSpPr/>
            <p:nvPr/>
          </p:nvSpPr>
          <p:spPr>
            <a:xfrm>
              <a:off x="-2132002" y="2285350"/>
              <a:ext cx="348957" cy="302025"/>
            </a:xfrm>
            <a:custGeom>
              <a:avLst/>
              <a:gdLst/>
              <a:ahLst/>
              <a:cxnLst/>
              <a:rect l="l" t="t" r="r" b="b"/>
              <a:pathLst>
                <a:path w="27337" h="23665" extrusionOk="0">
                  <a:moveTo>
                    <a:pt x="6831" y="1"/>
                  </a:moveTo>
                  <a:lnTo>
                    <a:pt x="1" y="11840"/>
                  </a:lnTo>
                  <a:lnTo>
                    <a:pt x="6831" y="23665"/>
                  </a:lnTo>
                  <a:lnTo>
                    <a:pt x="20492" y="23665"/>
                  </a:lnTo>
                  <a:lnTo>
                    <a:pt x="27336" y="11840"/>
                  </a:lnTo>
                  <a:lnTo>
                    <a:pt x="2049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19"/>
            <p:cNvSpPr/>
            <p:nvPr/>
          </p:nvSpPr>
          <p:spPr>
            <a:xfrm>
              <a:off x="-2132002" y="2285350"/>
              <a:ext cx="348957" cy="302025"/>
            </a:xfrm>
            <a:custGeom>
              <a:avLst/>
              <a:gdLst/>
              <a:ahLst/>
              <a:cxnLst/>
              <a:rect l="l" t="t" r="r" b="b"/>
              <a:pathLst>
                <a:path w="27337" h="23665" fill="none" extrusionOk="0">
                  <a:moveTo>
                    <a:pt x="20492" y="1"/>
                  </a:moveTo>
                  <a:lnTo>
                    <a:pt x="6831" y="1"/>
                  </a:lnTo>
                  <a:lnTo>
                    <a:pt x="1" y="11840"/>
                  </a:lnTo>
                  <a:lnTo>
                    <a:pt x="6831" y="23665"/>
                  </a:lnTo>
                  <a:lnTo>
                    <a:pt x="20492" y="23665"/>
                  </a:lnTo>
                  <a:lnTo>
                    <a:pt x="27336" y="11840"/>
                  </a:lnTo>
                  <a:lnTo>
                    <a:pt x="2049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9"/>
            <p:cNvSpPr/>
            <p:nvPr/>
          </p:nvSpPr>
          <p:spPr>
            <a:xfrm>
              <a:off x="-1837767" y="2457712"/>
              <a:ext cx="348957" cy="302037"/>
            </a:xfrm>
            <a:custGeom>
              <a:avLst/>
              <a:gdLst/>
              <a:ahLst/>
              <a:cxnLst/>
              <a:rect l="l" t="t" r="r" b="b"/>
              <a:pathLst>
                <a:path w="27337" h="23666" extrusionOk="0">
                  <a:moveTo>
                    <a:pt x="6846" y="1"/>
                  </a:moveTo>
                  <a:lnTo>
                    <a:pt x="1" y="11826"/>
                  </a:lnTo>
                  <a:lnTo>
                    <a:pt x="6846" y="23665"/>
                  </a:lnTo>
                  <a:lnTo>
                    <a:pt x="20506" y="23665"/>
                  </a:lnTo>
                  <a:lnTo>
                    <a:pt x="27337" y="11826"/>
                  </a:lnTo>
                  <a:lnTo>
                    <a:pt x="2050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9"/>
            <p:cNvSpPr/>
            <p:nvPr/>
          </p:nvSpPr>
          <p:spPr>
            <a:xfrm>
              <a:off x="-2132002" y="2638613"/>
              <a:ext cx="348957" cy="302216"/>
            </a:xfrm>
            <a:custGeom>
              <a:avLst/>
              <a:gdLst/>
              <a:ahLst/>
              <a:cxnLst/>
              <a:rect l="l" t="t" r="r" b="b"/>
              <a:pathLst>
                <a:path w="27337" h="23680" extrusionOk="0">
                  <a:moveTo>
                    <a:pt x="6831" y="1"/>
                  </a:moveTo>
                  <a:lnTo>
                    <a:pt x="1" y="11840"/>
                  </a:lnTo>
                  <a:lnTo>
                    <a:pt x="6831" y="23679"/>
                  </a:lnTo>
                  <a:lnTo>
                    <a:pt x="20492" y="23679"/>
                  </a:lnTo>
                  <a:lnTo>
                    <a:pt x="27336" y="11840"/>
                  </a:lnTo>
                  <a:lnTo>
                    <a:pt x="2049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9"/>
            <p:cNvSpPr/>
            <p:nvPr/>
          </p:nvSpPr>
          <p:spPr>
            <a:xfrm>
              <a:off x="-2132002" y="2638613"/>
              <a:ext cx="348957" cy="302216"/>
            </a:xfrm>
            <a:custGeom>
              <a:avLst/>
              <a:gdLst/>
              <a:ahLst/>
              <a:cxnLst/>
              <a:rect l="l" t="t" r="r" b="b"/>
              <a:pathLst>
                <a:path w="27337" h="23680" fill="none" extrusionOk="0">
                  <a:moveTo>
                    <a:pt x="20492" y="1"/>
                  </a:moveTo>
                  <a:lnTo>
                    <a:pt x="6831" y="1"/>
                  </a:lnTo>
                  <a:lnTo>
                    <a:pt x="1" y="11840"/>
                  </a:lnTo>
                  <a:lnTo>
                    <a:pt x="6831" y="23679"/>
                  </a:lnTo>
                  <a:lnTo>
                    <a:pt x="20492" y="23679"/>
                  </a:lnTo>
                  <a:lnTo>
                    <a:pt x="27336" y="11840"/>
                  </a:lnTo>
                  <a:lnTo>
                    <a:pt x="2049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9"/>
            <p:cNvSpPr/>
            <p:nvPr/>
          </p:nvSpPr>
          <p:spPr>
            <a:xfrm>
              <a:off x="-1829036" y="2804262"/>
              <a:ext cx="348944" cy="302025"/>
            </a:xfrm>
            <a:custGeom>
              <a:avLst/>
              <a:gdLst/>
              <a:ahLst/>
              <a:cxnLst/>
              <a:rect l="l" t="t" r="r" b="b"/>
              <a:pathLst>
                <a:path w="27336" h="23665" extrusionOk="0">
                  <a:moveTo>
                    <a:pt x="6830" y="0"/>
                  </a:moveTo>
                  <a:lnTo>
                    <a:pt x="0" y="11826"/>
                  </a:lnTo>
                  <a:lnTo>
                    <a:pt x="6830" y="23665"/>
                  </a:lnTo>
                  <a:lnTo>
                    <a:pt x="20505" y="23665"/>
                  </a:lnTo>
                  <a:lnTo>
                    <a:pt x="27336" y="11826"/>
                  </a:lnTo>
                  <a:lnTo>
                    <a:pt x="2050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19"/>
            <p:cNvSpPr/>
            <p:nvPr/>
          </p:nvSpPr>
          <p:spPr>
            <a:xfrm>
              <a:off x="-2429875" y="2463711"/>
              <a:ext cx="348957" cy="302203"/>
            </a:xfrm>
            <a:custGeom>
              <a:avLst/>
              <a:gdLst/>
              <a:ahLst/>
              <a:cxnLst/>
              <a:rect l="l" t="t" r="r" b="b"/>
              <a:pathLst>
                <a:path w="27337" h="23679" extrusionOk="0">
                  <a:moveTo>
                    <a:pt x="6831" y="0"/>
                  </a:moveTo>
                  <a:lnTo>
                    <a:pt x="1" y="11840"/>
                  </a:lnTo>
                  <a:lnTo>
                    <a:pt x="6831" y="23679"/>
                  </a:lnTo>
                  <a:lnTo>
                    <a:pt x="20506" y="23679"/>
                  </a:lnTo>
                  <a:lnTo>
                    <a:pt x="27336" y="11840"/>
                  </a:lnTo>
                  <a:lnTo>
                    <a:pt x="205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19"/>
            <p:cNvSpPr/>
            <p:nvPr/>
          </p:nvSpPr>
          <p:spPr>
            <a:xfrm>
              <a:off x="-2429875" y="2811524"/>
              <a:ext cx="348957" cy="302216"/>
            </a:xfrm>
            <a:custGeom>
              <a:avLst/>
              <a:gdLst/>
              <a:ahLst/>
              <a:cxnLst/>
              <a:rect l="l" t="t" r="r" b="b"/>
              <a:pathLst>
                <a:path w="27337" h="23680" extrusionOk="0">
                  <a:moveTo>
                    <a:pt x="6831" y="1"/>
                  </a:moveTo>
                  <a:lnTo>
                    <a:pt x="1" y="11840"/>
                  </a:lnTo>
                  <a:lnTo>
                    <a:pt x="6831" y="23679"/>
                  </a:lnTo>
                  <a:lnTo>
                    <a:pt x="20506" y="23679"/>
                  </a:lnTo>
                  <a:lnTo>
                    <a:pt x="27336" y="11840"/>
                  </a:lnTo>
                  <a:lnTo>
                    <a:pt x="205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9"/>
            <p:cNvSpPr/>
            <p:nvPr/>
          </p:nvSpPr>
          <p:spPr>
            <a:xfrm>
              <a:off x="-2126195" y="2978806"/>
              <a:ext cx="348957" cy="302216"/>
            </a:xfrm>
            <a:custGeom>
              <a:avLst/>
              <a:gdLst/>
              <a:ahLst/>
              <a:cxnLst/>
              <a:rect l="l" t="t" r="r" b="b"/>
              <a:pathLst>
                <a:path w="27337" h="23680" extrusionOk="0">
                  <a:moveTo>
                    <a:pt x="6831" y="0"/>
                  </a:moveTo>
                  <a:lnTo>
                    <a:pt x="1" y="11840"/>
                  </a:lnTo>
                  <a:lnTo>
                    <a:pt x="6831" y="23679"/>
                  </a:lnTo>
                  <a:lnTo>
                    <a:pt x="20506" y="23679"/>
                  </a:lnTo>
                  <a:lnTo>
                    <a:pt x="27337" y="11840"/>
                  </a:lnTo>
                  <a:lnTo>
                    <a:pt x="205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5" name="Google Shape;485;p19"/>
          <p:cNvGrpSpPr/>
          <p:nvPr/>
        </p:nvGrpSpPr>
        <p:grpSpPr>
          <a:xfrm>
            <a:off x="788010" y="1211750"/>
            <a:ext cx="1981204" cy="3520213"/>
            <a:chOff x="788010" y="1211750"/>
            <a:chExt cx="1981204" cy="3520213"/>
          </a:xfrm>
        </p:grpSpPr>
        <p:sp>
          <p:nvSpPr>
            <p:cNvPr id="486" name="Google Shape;486;p19"/>
            <p:cNvSpPr txBox="1"/>
            <p:nvPr/>
          </p:nvSpPr>
          <p:spPr>
            <a:xfrm>
              <a:off x="788015" y="4058563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Venus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87" name="Google Shape;487;p19"/>
            <p:cNvSpPr txBox="1"/>
            <p:nvPr/>
          </p:nvSpPr>
          <p:spPr>
            <a:xfrm>
              <a:off x="788010" y="4400163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Venus has a beautiful name, but it’s hot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8" name="Google Shape;488;p19"/>
            <p:cNvSpPr/>
            <p:nvPr/>
          </p:nvSpPr>
          <p:spPr>
            <a:xfrm>
              <a:off x="1386235" y="1211750"/>
              <a:ext cx="784800" cy="78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89" name="Google Shape;489;p19"/>
          <p:cNvGrpSpPr/>
          <p:nvPr/>
        </p:nvGrpSpPr>
        <p:grpSpPr>
          <a:xfrm>
            <a:off x="6374785" y="1211750"/>
            <a:ext cx="1981204" cy="3520213"/>
            <a:chOff x="6374785" y="1211750"/>
            <a:chExt cx="1981204" cy="3520213"/>
          </a:xfrm>
        </p:grpSpPr>
        <p:sp>
          <p:nvSpPr>
            <p:cNvPr id="490" name="Google Shape;490;p19"/>
            <p:cNvSpPr txBox="1"/>
            <p:nvPr/>
          </p:nvSpPr>
          <p:spPr>
            <a:xfrm>
              <a:off x="6374790" y="4058563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Mercury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91" name="Google Shape;491;p19"/>
            <p:cNvSpPr txBox="1"/>
            <p:nvPr/>
          </p:nvSpPr>
          <p:spPr>
            <a:xfrm>
              <a:off x="6374785" y="4400163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2" name="Google Shape;492;p19"/>
            <p:cNvSpPr/>
            <p:nvPr/>
          </p:nvSpPr>
          <p:spPr>
            <a:xfrm>
              <a:off x="6972985" y="1211750"/>
              <a:ext cx="784800" cy="7848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93" name="Google Shape;493;p19"/>
          <p:cNvGrpSpPr/>
          <p:nvPr/>
        </p:nvGrpSpPr>
        <p:grpSpPr>
          <a:xfrm>
            <a:off x="3886200" y="1114550"/>
            <a:ext cx="1371604" cy="3617430"/>
            <a:chOff x="3886200" y="1114550"/>
            <a:chExt cx="1371604" cy="3617430"/>
          </a:xfrm>
        </p:grpSpPr>
        <p:grpSp>
          <p:nvGrpSpPr>
            <p:cNvPr id="494" name="Google Shape;494;p19"/>
            <p:cNvGrpSpPr/>
            <p:nvPr/>
          </p:nvGrpSpPr>
          <p:grpSpPr>
            <a:xfrm>
              <a:off x="3886200" y="1114550"/>
              <a:ext cx="1371604" cy="3617430"/>
              <a:chOff x="1657350" y="1114550"/>
              <a:chExt cx="1371604" cy="3617430"/>
            </a:xfrm>
          </p:grpSpPr>
          <p:sp>
            <p:nvSpPr>
              <p:cNvPr id="495" name="Google Shape;495;p19"/>
              <p:cNvSpPr/>
              <p:nvPr/>
            </p:nvSpPr>
            <p:spPr>
              <a:xfrm>
                <a:off x="1914024" y="3062466"/>
                <a:ext cx="208914" cy="934473"/>
              </a:xfrm>
              <a:custGeom>
                <a:avLst/>
                <a:gdLst/>
                <a:ahLst/>
                <a:cxnLst/>
                <a:rect l="l" t="t" r="r" b="b"/>
                <a:pathLst>
                  <a:path w="6277" h="28077" extrusionOk="0">
                    <a:moveTo>
                      <a:pt x="2747" y="1"/>
                    </a:moveTo>
                    <a:lnTo>
                      <a:pt x="2648" y="214"/>
                    </a:lnTo>
                    <a:lnTo>
                      <a:pt x="2420" y="741"/>
                    </a:lnTo>
                    <a:lnTo>
                      <a:pt x="2263" y="1125"/>
                    </a:lnTo>
                    <a:lnTo>
                      <a:pt x="2078" y="1580"/>
                    </a:lnTo>
                    <a:lnTo>
                      <a:pt x="1893" y="2107"/>
                    </a:lnTo>
                    <a:lnTo>
                      <a:pt x="1680" y="2704"/>
                    </a:lnTo>
                    <a:lnTo>
                      <a:pt x="1481" y="3359"/>
                    </a:lnTo>
                    <a:lnTo>
                      <a:pt x="1267" y="4070"/>
                    </a:lnTo>
                    <a:lnTo>
                      <a:pt x="1054" y="4839"/>
                    </a:lnTo>
                    <a:lnTo>
                      <a:pt x="840" y="5664"/>
                    </a:lnTo>
                    <a:lnTo>
                      <a:pt x="655" y="6532"/>
                    </a:lnTo>
                    <a:lnTo>
                      <a:pt x="485" y="7457"/>
                    </a:lnTo>
                    <a:lnTo>
                      <a:pt x="328" y="8411"/>
                    </a:lnTo>
                    <a:lnTo>
                      <a:pt x="200" y="9421"/>
                    </a:lnTo>
                    <a:lnTo>
                      <a:pt x="143" y="9933"/>
                    </a:lnTo>
                    <a:lnTo>
                      <a:pt x="100" y="10460"/>
                    </a:lnTo>
                    <a:lnTo>
                      <a:pt x="58" y="10986"/>
                    </a:lnTo>
                    <a:lnTo>
                      <a:pt x="29" y="11527"/>
                    </a:lnTo>
                    <a:lnTo>
                      <a:pt x="15" y="12068"/>
                    </a:lnTo>
                    <a:lnTo>
                      <a:pt x="1" y="12623"/>
                    </a:lnTo>
                    <a:lnTo>
                      <a:pt x="1" y="13178"/>
                    </a:lnTo>
                    <a:lnTo>
                      <a:pt x="29" y="13747"/>
                    </a:lnTo>
                    <a:lnTo>
                      <a:pt x="44" y="14316"/>
                    </a:lnTo>
                    <a:lnTo>
                      <a:pt x="86" y="14899"/>
                    </a:lnTo>
                    <a:lnTo>
                      <a:pt x="143" y="15483"/>
                    </a:lnTo>
                    <a:lnTo>
                      <a:pt x="214" y="16066"/>
                    </a:lnTo>
                    <a:lnTo>
                      <a:pt x="285" y="16650"/>
                    </a:lnTo>
                    <a:lnTo>
                      <a:pt x="385" y="17247"/>
                    </a:lnTo>
                    <a:lnTo>
                      <a:pt x="499" y="17845"/>
                    </a:lnTo>
                    <a:lnTo>
                      <a:pt x="627" y="18443"/>
                    </a:lnTo>
                    <a:lnTo>
                      <a:pt x="769" y="19040"/>
                    </a:lnTo>
                    <a:lnTo>
                      <a:pt x="940" y="19652"/>
                    </a:lnTo>
                    <a:lnTo>
                      <a:pt x="1111" y="20250"/>
                    </a:lnTo>
                    <a:lnTo>
                      <a:pt x="1310" y="20862"/>
                    </a:lnTo>
                    <a:lnTo>
                      <a:pt x="1538" y="21474"/>
                    </a:lnTo>
                    <a:lnTo>
                      <a:pt x="1765" y="22071"/>
                    </a:lnTo>
                    <a:lnTo>
                      <a:pt x="2022" y="22683"/>
                    </a:lnTo>
                    <a:lnTo>
                      <a:pt x="2306" y="23295"/>
                    </a:lnTo>
                    <a:lnTo>
                      <a:pt x="2605" y="23893"/>
                    </a:lnTo>
                    <a:lnTo>
                      <a:pt x="2932" y="24505"/>
                    </a:lnTo>
                    <a:lnTo>
                      <a:pt x="3274" y="25102"/>
                    </a:lnTo>
                    <a:lnTo>
                      <a:pt x="3630" y="25700"/>
                    </a:lnTo>
                    <a:lnTo>
                      <a:pt x="4028" y="26298"/>
                    </a:lnTo>
                    <a:lnTo>
                      <a:pt x="4441" y="26895"/>
                    </a:lnTo>
                    <a:lnTo>
                      <a:pt x="4882" y="27493"/>
                    </a:lnTo>
                    <a:lnTo>
                      <a:pt x="5351" y="28076"/>
                    </a:lnTo>
                    <a:lnTo>
                      <a:pt x="6276" y="27322"/>
                    </a:lnTo>
                    <a:lnTo>
                      <a:pt x="5821" y="26767"/>
                    </a:lnTo>
                    <a:lnTo>
                      <a:pt x="5408" y="26198"/>
                    </a:lnTo>
                    <a:lnTo>
                      <a:pt x="5010" y="25629"/>
                    </a:lnTo>
                    <a:lnTo>
                      <a:pt x="4640" y="25060"/>
                    </a:lnTo>
                    <a:lnTo>
                      <a:pt x="4298" y="24490"/>
                    </a:lnTo>
                    <a:lnTo>
                      <a:pt x="3971" y="23921"/>
                    </a:lnTo>
                    <a:lnTo>
                      <a:pt x="3658" y="23338"/>
                    </a:lnTo>
                    <a:lnTo>
                      <a:pt x="3373" y="22769"/>
                    </a:lnTo>
                    <a:lnTo>
                      <a:pt x="3117" y="22185"/>
                    </a:lnTo>
                    <a:lnTo>
                      <a:pt x="2861" y="21602"/>
                    </a:lnTo>
                    <a:lnTo>
                      <a:pt x="2648" y="21033"/>
                    </a:lnTo>
                    <a:lnTo>
                      <a:pt x="2434" y="20449"/>
                    </a:lnTo>
                    <a:lnTo>
                      <a:pt x="2249" y="19866"/>
                    </a:lnTo>
                    <a:lnTo>
                      <a:pt x="2078" y="19297"/>
                    </a:lnTo>
                    <a:lnTo>
                      <a:pt x="1922" y="18713"/>
                    </a:lnTo>
                    <a:lnTo>
                      <a:pt x="1780" y="18144"/>
                    </a:lnTo>
                    <a:lnTo>
                      <a:pt x="1666" y="17575"/>
                    </a:lnTo>
                    <a:lnTo>
                      <a:pt x="1552" y="17005"/>
                    </a:lnTo>
                    <a:lnTo>
                      <a:pt x="1467" y="16436"/>
                    </a:lnTo>
                    <a:lnTo>
                      <a:pt x="1381" y="15867"/>
                    </a:lnTo>
                    <a:lnTo>
                      <a:pt x="1324" y="15312"/>
                    </a:lnTo>
                    <a:lnTo>
                      <a:pt x="1267" y="14757"/>
                    </a:lnTo>
                    <a:lnTo>
                      <a:pt x="1239" y="14216"/>
                    </a:lnTo>
                    <a:lnTo>
                      <a:pt x="1210" y="13661"/>
                    </a:lnTo>
                    <a:lnTo>
                      <a:pt x="1196" y="13121"/>
                    </a:lnTo>
                    <a:lnTo>
                      <a:pt x="1196" y="12594"/>
                    </a:lnTo>
                    <a:lnTo>
                      <a:pt x="1196" y="12068"/>
                    </a:lnTo>
                    <a:lnTo>
                      <a:pt x="1225" y="11541"/>
                    </a:lnTo>
                    <a:lnTo>
                      <a:pt x="1239" y="11029"/>
                    </a:lnTo>
                    <a:lnTo>
                      <a:pt x="1282" y="10517"/>
                    </a:lnTo>
                    <a:lnTo>
                      <a:pt x="1324" y="10019"/>
                    </a:lnTo>
                    <a:lnTo>
                      <a:pt x="1381" y="9535"/>
                    </a:lnTo>
                    <a:lnTo>
                      <a:pt x="1495" y="8581"/>
                    </a:lnTo>
                    <a:lnTo>
                      <a:pt x="1652" y="7656"/>
                    </a:lnTo>
                    <a:lnTo>
                      <a:pt x="1822" y="6774"/>
                    </a:lnTo>
                    <a:lnTo>
                      <a:pt x="2007" y="5949"/>
                    </a:lnTo>
                    <a:lnTo>
                      <a:pt x="2192" y="5166"/>
                    </a:lnTo>
                    <a:lnTo>
                      <a:pt x="2392" y="4426"/>
                    </a:lnTo>
                    <a:lnTo>
                      <a:pt x="2605" y="3743"/>
                    </a:lnTo>
                    <a:lnTo>
                      <a:pt x="2804" y="3117"/>
                    </a:lnTo>
                    <a:lnTo>
                      <a:pt x="3003" y="2548"/>
                    </a:lnTo>
                    <a:lnTo>
                      <a:pt x="3174" y="2050"/>
                    </a:lnTo>
                    <a:lnTo>
                      <a:pt x="3501" y="1253"/>
                    </a:lnTo>
                    <a:lnTo>
                      <a:pt x="3715" y="741"/>
                    </a:lnTo>
                    <a:lnTo>
                      <a:pt x="3814" y="541"/>
                    </a:lnTo>
                    <a:lnTo>
                      <a:pt x="2747" y="1"/>
                    </a:lnTo>
                    <a:close/>
                  </a:path>
                </a:pathLst>
              </a:custGeom>
              <a:solidFill>
                <a:srgbClr val="21191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19"/>
              <p:cNvSpPr/>
              <p:nvPr/>
            </p:nvSpPr>
            <p:spPr>
              <a:xfrm>
                <a:off x="2211002" y="3288386"/>
                <a:ext cx="168609" cy="466055"/>
              </a:xfrm>
              <a:custGeom>
                <a:avLst/>
                <a:gdLst/>
                <a:ahLst/>
                <a:cxnLst/>
                <a:rect l="l" t="t" r="r" b="b"/>
                <a:pathLst>
                  <a:path w="5066" h="14003" extrusionOk="0">
                    <a:moveTo>
                      <a:pt x="0" y="0"/>
                    </a:moveTo>
                    <a:lnTo>
                      <a:pt x="0" y="14003"/>
                    </a:lnTo>
                    <a:lnTo>
                      <a:pt x="5066" y="14003"/>
                    </a:lnTo>
                    <a:lnTo>
                      <a:pt x="5066" y="0"/>
                    </a:lnTo>
                    <a:close/>
                  </a:path>
                </a:pathLst>
              </a:custGeom>
              <a:solidFill>
                <a:srgbClr val="7271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19"/>
              <p:cNvSpPr/>
              <p:nvPr/>
            </p:nvSpPr>
            <p:spPr>
              <a:xfrm>
                <a:off x="2496099" y="3258532"/>
                <a:ext cx="168642" cy="495909"/>
              </a:xfrm>
              <a:custGeom>
                <a:avLst/>
                <a:gdLst/>
                <a:ahLst/>
                <a:cxnLst/>
                <a:rect l="l" t="t" r="r" b="b"/>
                <a:pathLst>
                  <a:path w="5067" h="14900" extrusionOk="0">
                    <a:moveTo>
                      <a:pt x="0" y="1"/>
                    </a:moveTo>
                    <a:lnTo>
                      <a:pt x="0" y="14900"/>
                    </a:lnTo>
                    <a:lnTo>
                      <a:pt x="5066" y="14900"/>
                    </a:lnTo>
                    <a:lnTo>
                      <a:pt x="5066" y="1"/>
                    </a:lnTo>
                    <a:close/>
                  </a:path>
                </a:pathLst>
              </a:custGeom>
              <a:solidFill>
                <a:srgbClr val="7271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19"/>
              <p:cNvSpPr/>
              <p:nvPr/>
            </p:nvSpPr>
            <p:spPr>
              <a:xfrm>
                <a:off x="2107261" y="3650232"/>
                <a:ext cx="667813" cy="1081748"/>
              </a:xfrm>
              <a:custGeom>
                <a:avLst/>
                <a:gdLst/>
                <a:ahLst/>
                <a:cxnLst/>
                <a:rect l="l" t="t" r="r" b="b"/>
                <a:pathLst>
                  <a:path w="20065" h="32502" extrusionOk="0">
                    <a:moveTo>
                      <a:pt x="10033" y="0"/>
                    </a:moveTo>
                    <a:lnTo>
                      <a:pt x="9520" y="14"/>
                    </a:lnTo>
                    <a:lnTo>
                      <a:pt x="9008" y="57"/>
                    </a:lnTo>
                    <a:lnTo>
                      <a:pt x="8510" y="128"/>
                    </a:lnTo>
                    <a:lnTo>
                      <a:pt x="8012" y="214"/>
                    </a:lnTo>
                    <a:lnTo>
                      <a:pt x="7528" y="327"/>
                    </a:lnTo>
                    <a:lnTo>
                      <a:pt x="7044" y="455"/>
                    </a:lnTo>
                    <a:lnTo>
                      <a:pt x="6589" y="612"/>
                    </a:lnTo>
                    <a:lnTo>
                      <a:pt x="6134" y="797"/>
                    </a:lnTo>
                    <a:lnTo>
                      <a:pt x="5678" y="996"/>
                    </a:lnTo>
                    <a:lnTo>
                      <a:pt x="5252" y="1224"/>
                    </a:lnTo>
                    <a:lnTo>
                      <a:pt x="4825" y="1466"/>
                    </a:lnTo>
                    <a:lnTo>
                      <a:pt x="4426" y="1722"/>
                    </a:lnTo>
                    <a:lnTo>
                      <a:pt x="4028" y="2006"/>
                    </a:lnTo>
                    <a:lnTo>
                      <a:pt x="3658" y="2291"/>
                    </a:lnTo>
                    <a:lnTo>
                      <a:pt x="3288" y="2618"/>
                    </a:lnTo>
                    <a:lnTo>
                      <a:pt x="2946" y="2946"/>
                    </a:lnTo>
                    <a:lnTo>
                      <a:pt x="2605" y="3287"/>
                    </a:lnTo>
                    <a:lnTo>
                      <a:pt x="2292" y="3657"/>
                    </a:lnTo>
                    <a:lnTo>
                      <a:pt x="1993" y="4041"/>
                    </a:lnTo>
                    <a:lnTo>
                      <a:pt x="1708" y="4426"/>
                    </a:lnTo>
                    <a:lnTo>
                      <a:pt x="1452" y="4838"/>
                    </a:lnTo>
                    <a:lnTo>
                      <a:pt x="1210" y="5251"/>
                    </a:lnTo>
                    <a:lnTo>
                      <a:pt x="997" y="5692"/>
                    </a:lnTo>
                    <a:lnTo>
                      <a:pt x="798" y="6133"/>
                    </a:lnTo>
                    <a:lnTo>
                      <a:pt x="613" y="6589"/>
                    </a:lnTo>
                    <a:lnTo>
                      <a:pt x="456" y="7058"/>
                    </a:lnTo>
                    <a:lnTo>
                      <a:pt x="314" y="7528"/>
                    </a:lnTo>
                    <a:lnTo>
                      <a:pt x="200" y="8012"/>
                    </a:lnTo>
                    <a:lnTo>
                      <a:pt x="115" y="8510"/>
                    </a:lnTo>
                    <a:lnTo>
                      <a:pt x="58" y="9008"/>
                    </a:lnTo>
                    <a:lnTo>
                      <a:pt x="15" y="9520"/>
                    </a:lnTo>
                    <a:lnTo>
                      <a:pt x="1" y="10032"/>
                    </a:lnTo>
                    <a:lnTo>
                      <a:pt x="1" y="22483"/>
                    </a:lnTo>
                    <a:lnTo>
                      <a:pt x="15" y="22996"/>
                    </a:lnTo>
                    <a:lnTo>
                      <a:pt x="58" y="23508"/>
                    </a:lnTo>
                    <a:lnTo>
                      <a:pt x="115" y="24006"/>
                    </a:lnTo>
                    <a:lnTo>
                      <a:pt x="200" y="24504"/>
                    </a:lnTo>
                    <a:lnTo>
                      <a:pt x="314" y="24988"/>
                    </a:lnTo>
                    <a:lnTo>
                      <a:pt x="456" y="25457"/>
                    </a:lnTo>
                    <a:lnTo>
                      <a:pt x="613" y="25927"/>
                    </a:lnTo>
                    <a:lnTo>
                      <a:pt x="798" y="26382"/>
                    </a:lnTo>
                    <a:lnTo>
                      <a:pt x="997" y="26823"/>
                    </a:lnTo>
                    <a:lnTo>
                      <a:pt x="1210" y="27265"/>
                    </a:lnTo>
                    <a:lnTo>
                      <a:pt x="1452" y="27677"/>
                    </a:lnTo>
                    <a:lnTo>
                      <a:pt x="1708" y="28090"/>
                    </a:lnTo>
                    <a:lnTo>
                      <a:pt x="1993" y="28474"/>
                    </a:lnTo>
                    <a:lnTo>
                      <a:pt x="2292" y="28858"/>
                    </a:lnTo>
                    <a:lnTo>
                      <a:pt x="2605" y="29214"/>
                    </a:lnTo>
                    <a:lnTo>
                      <a:pt x="2946" y="29570"/>
                    </a:lnTo>
                    <a:lnTo>
                      <a:pt x="3288" y="29897"/>
                    </a:lnTo>
                    <a:lnTo>
                      <a:pt x="3658" y="30210"/>
                    </a:lnTo>
                    <a:lnTo>
                      <a:pt x="4028" y="30509"/>
                    </a:lnTo>
                    <a:lnTo>
                      <a:pt x="4426" y="30794"/>
                    </a:lnTo>
                    <a:lnTo>
                      <a:pt x="4825" y="31050"/>
                    </a:lnTo>
                    <a:lnTo>
                      <a:pt x="5252" y="31292"/>
                    </a:lnTo>
                    <a:lnTo>
                      <a:pt x="5678" y="31519"/>
                    </a:lnTo>
                    <a:lnTo>
                      <a:pt x="6134" y="31719"/>
                    </a:lnTo>
                    <a:lnTo>
                      <a:pt x="6589" y="31904"/>
                    </a:lnTo>
                    <a:lnTo>
                      <a:pt x="7044" y="32060"/>
                    </a:lnTo>
                    <a:lnTo>
                      <a:pt x="7528" y="32188"/>
                    </a:lnTo>
                    <a:lnTo>
                      <a:pt x="8012" y="32302"/>
                    </a:lnTo>
                    <a:lnTo>
                      <a:pt x="8510" y="32387"/>
                    </a:lnTo>
                    <a:lnTo>
                      <a:pt x="9008" y="32459"/>
                    </a:lnTo>
                    <a:lnTo>
                      <a:pt x="9520" y="32487"/>
                    </a:lnTo>
                    <a:lnTo>
                      <a:pt x="10033" y="32501"/>
                    </a:lnTo>
                    <a:lnTo>
                      <a:pt x="10545" y="32487"/>
                    </a:lnTo>
                    <a:lnTo>
                      <a:pt x="11057" y="32459"/>
                    </a:lnTo>
                    <a:lnTo>
                      <a:pt x="11555" y="32387"/>
                    </a:lnTo>
                    <a:lnTo>
                      <a:pt x="12053" y="32302"/>
                    </a:lnTo>
                    <a:lnTo>
                      <a:pt x="12537" y="32188"/>
                    </a:lnTo>
                    <a:lnTo>
                      <a:pt x="13021" y="32060"/>
                    </a:lnTo>
                    <a:lnTo>
                      <a:pt x="13476" y="31904"/>
                    </a:lnTo>
                    <a:lnTo>
                      <a:pt x="13932" y="31719"/>
                    </a:lnTo>
                    <a:lnTo>
                      <a:pt x="14387" y="31519"/>
                    </a:lnTo>
                    <a:lnTo>
                      <a:pt x="14814" y="31292"/>
                    </a:lnTo>
                    <a:lnTo>
                      <a:pt x="15227" y="31050"/>
                    </a:lnTo>
                    <a:lnTo>
                      <a:pt x="15639" y="30794"/>
                    </a:lnTo>
                    <a:lnTo>
                      <a:pt x="16038" y="30509"/>
                    </a:lnTo>
                    <a:lnTo>
                      <a:pt x="16408" y="30210"/>
                    </a:lnTo>
                    <a:lnTo>
                      <a:pt x="16778" y="29897"/>
                    </a:lnTo>
                    <a:lnTo>
                      <a:pt x="17119" y="29570"/>
                    </a:lnTo>
                    <a:lnTo>
                      <a:pt x="17461" y="29214"/>
                    </a:lnTo>
                    <a:lnTo>
                      <a:pt x="17774" y="28858"/>
                    </a:lnTo>
                    <a:lnTo>
                      <a:pt x="18073" y="28474"/>
                    </a:lnTo>
                    <a:lnTo>
                      <a:pt x="18343" y="28090"/>
                    </a:lnTo>
                    <a:lnTo>
                      <a:pt x="18613" y="27677"/>
                    </a:lnTo>
                    <a:lnTo>
                      <a:pt x="18855" y="27265"/>
                    </a:lnTo>
                    <a:lnTo>
                      <a:pt x="19069" y="26823"/>
                    </a:lnTo>
                    <a:lnTo>
                      <a:pt x="19268" y="26382"/>
                    </a:lnTo>
                    <a:lnTo>
                      <a:pt x="19453" y="25927"/>
                    </a:lnTo>
                    <a:lnTo>
                      <a:pt x="19609" y="25457"/>
                    </a:lnTo>
                    <a:lnTo>
                      <a:pt x="19752" y="24988"/>
                    </a:lnTo>
                    <a:lnTo>
                      <a:pt x="19866" y="24504"/>
                    </a:lnTo>
                    <a:lnTo>
                      <a:pt x="19951" y="24006"/>
                    </a:lnTo>
                    <a:lnTo>
                      <a:pt x="20008" y="23508"/>
                    </a:lnTo>
                    <a:lnTo>
                      <a:pt x="20051" y="22996"/>
                    </a:lnTo>
                    <a:lnTo>
                      <a:pt x="20065" y="22483"/>
                    </a:lnTo>
                    <a:lnTo>
                      <a:pt x="20065" y="10032"/>
                    </a:lnTo>
                    <a:lnTo>
                      <a:pt x="20051" y="9520"/>
                    </a:lnTo>
                    <a:lnTo>
                      <a:pt x="20008" y="9008"/>
                    </a:lnTo>
                    <a:lnTo>
                      <a:pt x="19951" y="8510"/>
                    </a:lnTo>
                    <a:lnTo>
                      <a:pt x="19866" y="8012"/>
                    </a:lnTo>
                    <a:lnTo>
                      <a:pt x="19752" y="7528"/>
                    </a:lnTo>
                    <a:lnTo>
                      <a:pt x="19609" y="7058"/>
                    </a:lnTo>
                    <a:lnTo>
                      <a:pt x="19453" y="6589"/>
                    </a:lnTo>
                    <a:lnTo>
                      <a:pt x="19268" y="6133"/>
                    </a:lnTo>
                    <a:lnTo>
                      <a:pt x="19069" y="5692"/>
                    </a:lnTo>
                    <a:lnTo>
                      <a:pt x="18855" y="5251"/>
                    </a:lnTo>
                    <a:lnTo>
                      <a:pt x="18613" y="4838"/>
                    </a:lnTo>
                    <a:lnTo>
                      <a:pt x="18343" y="4426"/>
                    </a:lnTo>
                    <a:lnTo>
                      <a:pt x="18073" y="4041"/>
                    </a:lnTo>
                    <a:lnTo>
                      <a:pt x="17774" y="3657"/>
                    </a:lnTo>
                    <a:lnTo>
                      <a:pt x="17461" y="3287"/>
                    </a:lnTo>
                    <a:lnTo>
                      <a:pt x="17119" y="2946"/>
                    </a:lnTo>
                    <a:lnTo>
                      <a:pt x="16778" y="2618"/>
                    </a:lnTo>
                    <a:lnTo>
                      <a:pt x="16408" y="2291"/>
                    </a:lnTo>
                    <a:lnTo>
                      <a:pt x="16038" y="2006"/>
                    </a:lnTo>
                    <a:lnTo>
                      <a:pt x="15639" y="1722"/>
                    </a:lnTo>
                    <a:lnTo>
                      <a:pt x="15227" y="1466"/>
                    </a:lnTo>
                    <a:lnTo>
                      <a:pt x="14814" y="1224"/>
                    </a:lnTo>
                    <a:lnTo>
                      <a:pt x="14387" y="996"/>
                    </a:lnTo>
                    <a:lnTo>
                      <a:pt x="13932" y="797"/>
                    </a:lnTo>
                    <a:lnTo>
                      <a:pt x="13476" y="612"/>
                    </a:lnTo>
                    <a:lnTo>
                      <a:pt x="13021" y="455"/>
                    </a:lnTo>
                    <a:lnTo>
                      <a:pt x="12537" y="327"/>
                    </a:lnTo>
                    <a:lnTo>
                      <a:pt x="12053" y="214"/>
                    </a:lnTo>
                    <a:lnTo>
                      <a:pt x="11555" y="128"/>
                    </a:lnTo>
                    <a:lnTo>
                      <a:pt x="11057" y="57"/>
                    </a:lnTo>
                    <a:lnTo>
                      <a:pt x="10545" y="14"/>
                    </a:lnTo>
                    <a:lnTo>
                      <a:pt x="1003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19"/>
              <p:cNvSpPr/>
              <p:nvPr/>
            </p:nvSpPr>
            <p:spPr>
              <a:xfrm>
                <a:off x="2107261" y="3236766"/>
                <a:ext cx="667813" cy="185683"/>
              </a:xfrm>
              <a:custGeom>
                <a:avLst/>
                <a:gdLst/>
                <a:ahLst/>
                <a:cxnLst/>
                <a:rect l="l" t="t" r="r" b="b"/>
                <a:pathLst>
                  <a:path w="20065" h="5579" extrusionOk="0">
                    <a:moveTo>
                      <a:pt x="2790" y="0"/>
                    </a:moveTo>
                    <a:lnTo>
                      <a:pt x="2505" y="15"/>
                    </a:lnTo>
                    <a:lnTo>
                      <a:pt x="2235" y="57"/>
                    </a:lnTo>
                    <a:lnTo>
                      <a:pt x="1964" y="128"/>
                    </a:lnTo>
                    <a:lnTo>
                      <a:pt x="1708" y="214"/>
                    </a:lnTo>
                    <a:lnTo>
                      <a:pt x="1466" y="342"/>
                    </a:lnTo>
                    <a:lnTo>
                      <a:pt x="1239" y="470"/>
                    </a:lnTo>
                    <a:lnTo>
                      <a:pt x="1025" y="641"/>
                    </a:lnTo>
                    <a:lnTo>
                      <a:pt x="826" y="811"/>
                    </a:lnTo>
                    <a:lnTo>
                      <a:pt x="641" y="1011"/>
                    </a:lnTo>
                    <a:lnTo>
                      <a:pt x="484" y="1224"/>
                    </a:lnTo>
                    <a:lnTo>
                      <a:pt x="342" y="1466"/>
                    </a:lnTo>
                    <a:lnTo>
                      <a:pt x="228" y="1708"/>
                    </a:lnTo>
                    <a:lnTo>
                      <a:pt x="129" y="1964"/>
                    </a:lnTo>
                    <a:lnTo>
                      <a:pt x="58" y="2220"/>
                    </a:lnTo>
                    <a:lnTo>
                      <a:pt x="15" y="2505"/>
                    </a:lnTo>
                    <a:lnTo>
                      <a:pt x="1" y="2789"/>
                    </a:lnTo>
                    <a:lnTo>
                      <a:pt x="15" y="3074"/>
                    </a:lnTo>
                    <a:lnTo>
                      <a:pt x="58" y="3344"/>
                    </a:lnTo>
                    <a:lnTo>
                      <a:pt x="129" y="3615"/>
                    </a:lnTo>
                    <a:lnTo>
                      <a:pt x="228" y="3871"/>
                    </a:lnTo>
                    <a:lnTo>
                      <a:pt x="342" y="4113"/>
                    </a:lnTo>
                    <a:lnTo>
                      <a:pt x="484" y="4340"/>
                    </a:lnTo>
                    <a:lnTo>
                      <a:pt x="641" y="4554"/>
                    </a:lnTo>
                    <a:lnTo>
                      <a:pt x="826" y="4753"/>
                    </a:lnTo>
                    <a:lnTo>
                      <a:pt x="1025" y="4938"/>
                    </a:lnTo>
                    <a:lnTo>
                      <a:pt x="1239" y="5095"/>
                    </a:lnTo>
                    <a:lnTo>
                      <a:pt x="1466" y="5237"/>
                    </a:lnTo>
                    <a:lnTo>
                      <a:pt x="1708" y="5351"/>
                    </a:lnTo>
                    <a:lnTo>
                      <a:pt x="1964" y="5450"/>
                    </a:lnTo>
                    <a:lnTo>
                      <a:pt x="2235" y="5522"/>
                    </a:lnTo>
                    <a:lnTo>
                      <a:pt x="2505" y="5564"/>
                    </a:lnTo>
                    <a:lnTo>
                      <a:pt x="2790" y="5578"/>
                    </a:lnTo>
                    <a:lnTo>
                      <a:pt x="17276" y="5578"/>
                    </a:lnTo>
                    <a:lnTo>
                      <a:pt x="17560" y="5564"/>
                    </a:lnTo>
                    <a:lnTo>
                      <a:pt x="17831" y="5522"/>
                    </a:lnTo>
                    <a:lnTo>
                      <a:pt x="18101" y="5450"/>
                    </a:lnTo>
                    <a:lnTo>
                      <a:pt x="18357" y="5351"/>
                    </a:lnTo>
                    <a:lnTo>
                      <a:pt x="18599" y="5237"/>
                    </a:lnTo>
                    <a:lnTo>
                      <a:pt x="18827" y="5095"/>
                    </a:lnTo>
                    <a:lnTo>
                      <a:pt x="19040" y="4938"/>
                    </a:lnTo>
                    <a:lnTo>
                      <a:pt x="19239" y="4753"/>
                    </a:lnTo>
                    <a:lnTo>
                      <a:pt x="19424" y="4554"/>
                    </a:lnTo>
                    <a:lnTo>
                      <a:pt x="19581" y="4340"/>
                    </a:lnTo>
                    <a:lnTo>
                      <a:pt x="19723" y="4113"/>
                    </a:lnTo>
                    <a:lnTo>
                      <a:pt x="19837" y="3871"/>
                    </a:lnTo>
                    <a:lnTo>
                      <a:pt x="19937" y="3615"/>
                    </a:lnTo>
                    <a:lnTo>
                      <a:pt x="20008" y="3344"/>
                    </a:lnTo>
                    <a:lnTo>
                      <a:pt x="20051" y="3074"/>
                    </a:lnTo>
                    <a:lnTo>
                      <a:pt x="20065" y="2789"/>
                    </a:lnTo>
                    <a:lnTo>
                      <a:pt x="20051" y="2505"/>
                    </a:lnTo>
                    <a:lnTo>
                      <a:pt x="20008" y="2220"/>
                    </a:lnTo>
                    <a:lnTo>
                      <a:pt x="19937" y="1964"/>
                    </a:lnTo>
                    <a:lnTo>
                      <a:pt x="19837" y="1708"/>
                    </a:lnTo>
                    <a:lnTo>
                      <a:pt x="19723" y="1466"/>
                    </a:lnTo>
                    <a:lnTo>
                      <a:pt x="19581" y="1224"/>
                    </a:lnTo>
                    <a:lnTo>
                      <a:pt x="19424" y="1011"/>
                    </a:lnTo>
                    <a:lnTo>
                      <a:pt x="19239" y="811"/>
                    </a:lnTo>
                    <a:lnTo>
                      <a:pt x="19040" y="641"/>
                    </a:lnTo>
                    <a:lnTo>
                      <a:pt x="18827" y="470"/>
                    </a:lnTo>
                    <a:lnTo>
                      <a:pt x="18599" y="342"/>
                    </a:lnTo>
                    <a:lnTo>
                      <a:pt x="18357" y="214"/>
                    </a:lnTo>
                    <a:lnTo>
                      <a:pt x="18101" y="128"/>
                    </a:lnTo>
                    <a:lnTo>
                      <a:pt x="17831" y="57"/>
                    </a:lnTo>
                    <a:lnTo>
                      <a:pt x="17560" y="15"/>
                    </a:lnTo>
                    <a:lnTo>
                      <a:pt x="17276" y="0"/>
                    </a:lnTo>
                    <a:close/>
                  </a:path>
                </a:pathLst>
              </a:custGeom>
              <a:solidFill>
                <a:srgbClr val="21191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19"/>
              <p:cNvSpPr/>
              <p:nvPr/>
            </p:nvSpPr>
            <p:spPr>
              <a:xfrm>
                <a:off x="1821199" y="2075012"/>
                <a:ext cx="1207755" cy="1252720"/>
              </a:xfrm>
              <a:custGeom>
                <a:avLst/>
                <a:gdLst/>
                <a:ahLst/>
                <a:cxnLst/>
                <a:rect l="l" t="t" r="r" b="b"/>
                <a:pathLst>
                  <a:path w="36288" h="37639" extrusionOk="0">
                    <a:moveTo>
                      <a:pt x="9734" y="0"/>
                    </a:moveTo>
                    <a:lnTo>
                      <a:pt x="9236" y="15"/>
                    </a:lnTo>
                    <a:lnTo>
                      <a:pt x="8738" y="43"/>
                    </a:lnTo>
                    <a:lnTo>
                      <a:pt x="8254" y="114"/>
                    </a:lnTo>
                    <a:lnTo>
                      <a:pt x="7785" y="200"/>
                    </a:lnTo>
                    <a:lnTo>
                      <a:pt x="7315" y="313"/>
                    </a:lnTo>
                    <a:lnTo>
                      <a:pt x="6845" y="441"/>
                    </a:lnTo>
                    <a:lnTo>
                      <a:pt x="6390" y="598"/>
                    </a:lnTo>
                    <a:lnTo>
                      <a:pt x="5949" y="769"/>
                    </a:lnTo>
                    <a:lnTo>
                      <a:pt x="5522" y="968"/>
                    </a:lnTo>
                    <a:lnTo>
                      <a:pt x="5109" y="1181"/>
                    </a:lnTo>
                    <a:lnTo>
                      <a:pt x="4697" y="1409"/>
                    </a:lnTo>
                    <a:lnTo>
                      <a:pt x="4298" y="1665"/>
                    </a:lnTo>
                    <a:lnTo>
                      <a:pt x="3914" y="1936"/>
                    </a:lnTo>
                    <a:lnTo>
                      <a:pt x="3558" y="2234"/>
                    </a:lnTo>
                    <a:lnTo>
                      <a:pt x="3203" y="2533"/>
                    </a:lnTo>
                    <a:lnTo>
                      <a:pt x="2861" y="2861"/>
                    </a:lnTo>
                    <a:lnTo>
                      <a:pt x="2534" y="3202"/>
                    </a:lnTo>
                    <a:lnTo>
                      <a:pt x="2235" y="3544"/>
                    </a:lnTo>
                    <a:lnTo>
                      <a:pt x="1936" y="3914"/>
                    </a:lnTo>
                    <a:lnTo>
                      <a:pt x="1666" y="4298"/>
                    </a:lnTo>
                    <a:lnTo>
                      <a:pt x="1410" y="4696"/>
                    </a:lnTo>
                    <a:lnTo>
                      <a:pt x="1182" y="5109"/>
                    </a:lnTo>
                    <a:lnTo>
                      <a:pt x="968" y="5522"/>
                    </a:lnTo>
                    <a:lnTo>
                      <a:pt x="769" y="5948"/>
                    </a:lnTo>
                    <a:lnTo>
                      <a:pt x="598" y="6390"/>
                    </a:lnTo>
                    <a:lnTo>
                      <a:pt x="442" y="6845"/>
                    </a:lnTo>
                    <a:lnTo>
                      <a:pt x="314" y="7300"/>
                    </a:lnTo>
                    <a:lnTo>
                      <a:pt x="200" y="7770"/>
                    </a:lnTo>
                    <a:lnTo>
                      <a:pt x="115" y="8254"/>
                    </a:lnTo>
                    <a:lnTo>
                      <a:pt x="58" y="8737"/>
                    </a:lnTo>
                    <a:lnTo>
                      <a:pt x="15" y="9236"/>
                    </a:lnTo>
                    <a:lnTo>
                      <a:pt x="1" y="9734"/>
                    </a:lnTo>
                    <a:lnTo>
                      <a:pt x="1" y="19495"/>
                    </a:lnTo>
                    <a:lnTo>
                      <a:pt x="1" y="19965"/>
                    </a:lnTo>
                    <a:lnTo>
                      <a:pt x="29" y="20434"/>
                    </a:lnTo>
                    <a:lnTo>
                      <a:pt x="58" y="20890"/>
                    </a:lnTo>
                    <a:lnTo>
                      <a:pt x="100" y="21345"/>
                    </a:lnTo>
                    <a:lnTo>
                      <a:pt x="143" y="21801"/>
                    </a:lnTo>
                    <a:lnTo>
                      <a:pt x="214" y="22256"/>
                    </a:lnTo>
                    <a:lnTo>
                      <a:pt x="285" y="22697"/>
                    </a:lnTo>
                    <a:lnTo>
                      <a:pt x="371" y="23138"/>
                    </a:lnTo>
                    <a:lnTo>
                      <a:pt x="470" y="23579"/>
                    </a:lnTo>
                    <a:lnTo>
                      <a:pt x="570" y="24020"/>
                    </a:lnTo>
                    <a:lnTo>
                      <a:pt x="698" y="24447"/>
                    </a:lnTo>
                    <a:lnTo>
                      <a:pt x="826" y="24874"/>
                    </a:lnTo>
                    <a:lnTo>
                      <a:pt x="954" y="25301"/>
                    </a:lnTo>
                    <a:lnTo>
                      <a:pt x="1111" y="25714"/>
                    </a:lnTo>
                    <a:lnTo>
                      <a:pt x="1267" y="26141"/>
                    </a:lnTo>
                    <a:lnTo>
                      <a:pt x="1438" y="26539"/>
                    </a:lnTo>
                    <a:lnTo>
                      <a:pt x="1609" y="26952"/>
                    </a:lnTo>
                    <a:lnTo>
                      <a:pt x="1794" y="27350"/>
                    </a:lnTo>
                    <a:lnTo>
                      <a:pt x="1993" y="27734"/>
                    </a:lnTo>
                    <a:lnTo>
                      <a:pt x="2206" y="28133"/>
                    </a:lnTo>
                    <a:lnTo>
                      <a:pt x="2420" y="28517"/>
                    </a:lnTo>
                    <a:lnTo>
                      <a:pt x="2633" y="28887"/>
                    </a:lnTo>
                    <a:lnTo>
                      <a:pt x="2875" y="29257"/>
                    </a:lnTo>
                    <a:lnTo>
                      <a:pt x="3117" y="29627"/>
                    </a:lnTo>
                    <a:lnTo>
                      <a:pt x="3359" y="29983"/>
                    </a:lnTo>
                    <a:lnTo>
                      <a:pt x="3615" y="30339"/>
                    </a:lnTo>
                    <a:lnTo>
                      <a:pt x="3886" y="30680"/>
                    </a:lnTo>
                    <a:lnTo>
                      <a:pt x="4156" y="31022"/>
                    </a:lnTo>
                    <a:lnTo>
                      <a:pt x="4441" y="31349"/>
                    </a:lnTo>
                    <a:lnTo>
                      <a:pt x="4725" y="31676"/>
                    </a:lnTo>
                    <a:lnTo>
                      <a:pt x="5024" y="32003"/>
                    </a:lnTo>
                    <a:lnTo>
                      <a:pt x="5337" y="32316"/>
                    </a:lnTo>
                    <a:lnTo>
                      <a:pt x="5650" y="32615"/>
                    </a:lnTo>
                    <a:lnTo>
                      <a:pt x="5963" y="32914"/>
                    </a:lnTo>
                    <a:lnTo>
                      <a:pt x="6290" y="33199"/>
                    </a:lnTo>
                    <a:lnTo>
                      <a:pt x="6618" y="33483"/>
                    </a:lnTo>
                    <a:lnTo>
                      <a:pt x="6959" y="33754"/>
                    </a:lnTo>
                    <a:lnTo>
                      <a:pt x="7301" y="34024"/>
                    </a:lnTo>
                    <a:lnTo>
                      <a:pt x="7657" y="34280"/>
                    </a:lnTo>
                    <a:lnTo>
                      <a:pt x="8012" y="34536"/>
                    </a:lnTo>
                    <a:lnTo>
                      <a:pt x="8382" y="34778"/>
                    </a:lnTo>
                    <a:lnTo>
                      <a:pt x="8752" y="35006"/>
                    </a:lnTo>
                    <a:lnTo>
                      <a:pt x="9136" y="35234"/>
                    </a:lnTo>
                    <a:lnTo>
                      <a:pt x="9521" y="35447"/>
                    </a:lnTo>
                    <a:lnTo>
                      <a:pt x="9905" y="35646"/>
                    </a:lnTo>
                    <a:lnTo>
                      <a:pt x="10303" y="35846"/>
                    </a:lnTo>
                    <a:lnTo>
                      <a:pt x="10702" y="36031"/>
                    </a:lnTo>
                    <a:lnTo>
                      <a:pt x="11100" y="36215"/>
                    </a:lnTo>
                    <a:lnTo>
                      <a:pt x="11513" y="36372"/>
                    </a:lnTo>
                    <a:lnTo>
                      <a:pt x="11925" y="36543"/>
                    </a:lnTo>
                    <a:lnTo>
                      <a:pt x="12338" y="36685"/>
                    </a:lnTo>
                    <a:lnTo>
                      <a:pt x="12765" y="36827"/>
                    </a:lnTo>
                    <a:lnTo>
                      <a:pt x="13192" y="36955"/>
                    </a:lnTo>
                    <a:lnTo>
                      <a:pt x="13619" y="37069"/>
                    </a:lnTo>
                    <a:lnTo>
                      <a:pt x="14060" y="37169"/>
                    </a:lnTo>
                    <a:lnTo>
                      <a:pt x="14501" y="37269"/>
                    </a:lnTo>
                    <a:lnTo>
                      <a:pt x="14942" y="37354"/>
                    </a:lnTo>
                    <a:lnTo>
                      <a:pt x="15398" y="37425"/>
                    </a:lnTo>
                    <a:lnTo>
                      <a:pt x="15839" y="37496"/>
                    </a:lnTo>
                    <a:lnTo>
                      <a:pt x="16294" y="37553"/>
                    </a:lnTo>
                    <a:lnTo>
                      <a:pt x="16749" y="37596"/>
                    </a:lnTo>
                    <a:lnTo>
                      <a:pt x="17219" y="37624"/>
                    </a:lnTo>
                    <a:lnTo>
                      <a:pt x="17674" y="37638"/>
                    </a:lnTo>
                    <a:lnTo>
                      <a:pt x="18614" y="37638"/>
                    </a:lnTo>
                    <a:lnTo>
                      <a:pt x="19069" y="37624"/>
                    </a:lnTo>
                    <a:lnTo>
                      <a:pt x="19538" y="37596"/>
                    </a:lnTo>
                    <a:lnTo>
                      <a:pt x="19994" y="37553"/>
                    </a:lnTo>
                    <a:lnTo>
                      <a:pt x="20449" y="37496"/>
                    </a:lnTo>
                    <a:lnTo>
                      <a:pt x="20905" y="37425"/>
                    </a:lnTo>
                    <a:lnTo>
                      <a:pt x="21346" y="37354"/>
                    </a:lnTo>
                    <a:lnTo>
                      <a:pt x="21787" y="37269"/>
                    </a:lnTo>
                    <a:lnTo>
                      <a:pt x="22228" y="37169"/>
                    </a:lnTo>
                    <a:lnTo>
                      <a:pt x="22669" y="37069"/>
                    </a:lnTo>
                    <a:lnTo>
                      <a:pt x="23096" y="36955"/>
                    </a:lnTo>
                    <a:lnTo>
                      <a:pt x="23523" y="36827"/>
                    </a:lnTo>
                    <a:lnTo>
                      <a:pt x="23950" y="36685"/>
                    </a:lnTo>
                    <a:lnTo>
                      <a:pt x="24362" y="36543"/>
                    </a:lnTo>
                    <a:lnTo>
                      <a:pt x="24775" y="36372"/>
                    </a:lnTo>
                    <a:lnTo>
                      <a:pt x="25188" y="36215"/>
                    </a:lnTo>
                    <a:lnTo>
                      <a:pt x="25600" y="36031"/>
                    </a:lnTo>
                    <a:lnTo>
                      <a:pt x="25999" y="35846"/>
                    </a:lnTo>
                    <a:lnTo>
                      <a:pt x="26383" y="35646"/>
                    </a:lnTo>
                    <a:lnTo>
                      <a:pt x="26781" y="35447"/>
                    </a:lnTo>
                    <a:lnTo>
                      <a:pt x="27151" y="35234"/>
                    </a:lnTo>
                    <a:lnTo>
                      <a:pt x="27536" y="35006"/>
                    </a:lnTo>
                    <a:lnTo>
                      <a:pt x="27906" y="34778"/>
                    </a:lnTo>
                    <a:lnTo>
                      <a:pt x="28276" y="34536"/>
                    </a:lnTo>
                    <a:lnTo>
                      <a:pt x="28631" y="34280"/>
                    </a:lnTo>
                    <a:lnTo>
                      <a:pt x="28987" y="34024"/>
                    </a:lnTo>
                    <a:lnTo>
                      <a:pt x="29329" y="33754"/>
                    </a:lnTo>
                    <a:lnTo>
                      <a:pt x="29670" y="33483"/>
                    </a:lnTo>
                    <a:lnTo>
                      <a:pt x="29997" y="33199"/>
                    </a:lnTo>
                    <a:lnTo>
                      <a:pt x="30325" y="32914"/>
                    </a:lnTo>
                    <a:lnTo>
                      <a:pt x="30652" y="32615"/>
                    </a:lnTo>
                    <a:lnTo>
                      <a:pt x="30965" y="32316"/>
                    </a:lnTo>
                    <a:lnTo>
                      <a:pt x="31264" y="32003"/>
                    </a:lnTo>
                    <a:lnTo>
                      <a:pt x="31563" y="31676"/>
                    </a:lnTo>
                    <a:lnTo>
                      <a:pt x="31847" y="31349"/>
                    </a:lnTo>
                    <a:lnTo>
                      <a:pt x="32132" y="31022"/>
                    </a:lnTo>
                    <a:lnTo>
                      <a:pt x="32402" y="30680"/>
                    </a:lnTo>
                    <a:lnTo>
                      <a:pt x="32673" y="30339"/>
                    </a:lnTo>
                    <a:lnTo>
                      <a:pt x="32929" y="29983"/>
                    </a:lnTo>
                    <a:lnTo>
                      <a:pt x="33185" y="29627"/>
                    </a:lnTo>
                    <a:lnTo>
                      <a:pt x="33427" y="29257"/>
                    </a:lnTo>
                    <a:lnTo>
                      <a:pt x="33655" y="28887"/>
                    </a:lnTo>
                    <a:lnTo>
                      <a:pt x="33882" y="28517"/>
                    </a:lnTo>
                    <a:lnTo>
                      <a:pt x="34096" y="28133"/>
                    </a:lnTo>
                    <a:lnTo>
                      <a:pt x="34295" y="27734"/>
                    </a:lnTo>
                    <a:lnTo>
                      <a:pt x="34494" y="27350"/>
                    </a:lnTo>
                    <a:lnTo>
                      <a:pt x="34679" y="26952"/>
                    </a:lnTo>
                    <a:lnTo>
                      <a:pt x="34864" y="26539"/>
                    </a:lnTo>
                    <a:lnTo>
                      <a:pt x="35021" y="26141"/>
                    </a:lnTo>
                    <a:lnTo>
                      <a:pt x="35177" y="25714"/>
                    </a:lnTo>
                    <a:lnTo>
                      <a:pt x="35334" y="25301"/>
                    </a:lnTo>
                    <a:lnTo>
                      <a:pt x="35476" y="24874"/>
                    </a:lnTo>
                    <a:lnTo>
                      <a:pt x="35604" y="24447"/>
                    </a:lnTo>
                    <a:lnTo>
                      <a:pt x="35718" y="24020"/>
                    </a:lnTo>
                    <a:lnTo>
                      <a:pt x="35817" y="23579"/>
                    </a:lnTo>
                    <a:lnTo>
                      <a:pt x="35917" y="23138"/>
                    </a:lnTo>
                    <a:lnTo>
                      <a:pt x="36002" y="22697"/>
                    </a:lnTo>
                    <a:lnTo>
                      <a:pt x="36074" y="22256"/>
                    </a:lnTo>
                    <a:lnTo>
                      <a:pt x="36145" y="21801"/>
                    </a:lnTo>
                    <a:lnTo>
                      <a:pt x="36202" y="21345"/>
                    </a:lnTo>
                    <a:lnTo>
                      <a:pt x="36230" y="20890"/>
                    </a:lnTo>
                    <a:lnTo>
                      <a:pt x="36259" y="20434"/>
                    </a:lnTo>
                    <a:lnTo>
                      <a:pt x="36287" y="19965"/>
                    </a:lnTo>
                    <a:lnTo>
                      <a:pt x="36287" y="19495"/>
                    </a:lnTo>
                    <a:lnTo>
                      <a:pt x="36287" y="9734"/>
                    </a:lnTo>
                    <a:lnTo>
                      <a:pt x="36273" y="9236"/>
                    </a:lnTo>
                    <a:lnTo>
                      <a:pt x="36244" y="8737"/>
                    </a:lnTo>
                    <a:lnTo>
                      <a:pt x="36173" y="8254"/>
                    </a:lnTo>
                    <a:lnTo>
                      <a:pt x="36088" y="7770"/>
                    </a:lnTo>
                    <a:lnTo>
                      <a:pt x="35988" y="7300"/>
                    </a:lnTo>
                    <a:lnTo>
                      <a:pt x="35846" y="6845"/>
                    </a:lnTo>
                    <a:lnTo>
                      <a:pt x="35689" y="6390"/>
                    </a:lnTo>
                    <a:lnTo>
                      <a:pt x="35519" y="5948"/>
                    </a:lnTo>
                    <a:lnTo>
                      <a:pt x="35319" y="5522"/>
                    </a:lnTo>
                    <a:lnTo>
                      <a:pt x="35106" y="5109"/>
                    </a:lnTo>
                    <a:lnTo>
                      <a:pt x="34878" y="4696"/>
                    </a:lnTo>
                    <a:lnTo>
                      <a:pt x="34622" y="4298"/>
                    </a:lnTo>
                    <a:lnTo>
                      <a:pt x="34352" y="3914"/>
                    </a:lnTo>
                    <a:lnTo>
                      <a:pt x="34053" y="3544"/>
                    </a:lnTo>
                    <a:lnTo>
                      <a:pt x="33754" y="3202"/>
                    </a:lnTo>
                    <a:lnTo>
                      <a:pt x="33427" y="2861"/>
                    </a:lnTo>
                    <a:lnTo>
                      <a:pt x="33085" y="2533"/>
                    </a:lnTo>
                    <a:lnTo>
                      <a:pt x="32744" y="2234"/>
                    </a:lnTo>
                    <a:lnTo>
                      <a:pt x="32374" y="1936"/>
                    </a:lnTo>
                    <a:lnTo>
                      <a:pt x="31990" y="1665"/>
                    </a:lnTo>
                    <a:lnTo>
                      <a:pt x="31591" y="1409"/>
                    </a:lnTo>
                    <a:lnTo>
                      <a:pt x="31193" y="1181"/>
                    </a:lnTo>
                    <a:lnTo>
                      <a:pt x="30766" y="968"/>
                    </a:lnTo>
                    <a:lnTo>
                      <a:pt x="30339" y="769"/>
                    </a:lnTo>
                    <a:lnTo>
                      <a:pt x="29898" y="598"/>
                    </a:lnTo>
                    <a:lnTo>
                      <a:pt x="29442" y="441"/>
                    </a:lnTo>
                    <a:lnTo>
                      <a:pt x="28987" y="313"/>
                    </a:lnTo>
                    <a:lnTo>
                      <a:pt x="28518" y="200"/>
                    </a:lnTo>
                    <a:lnTo>
                      <a:pt x="28034" y="114"/>
                    </a:lnTo>
                    <a:lnTo>
                      <a:pt x="27550" y="43"/>
                    </a:lnTo>
                    <a:lnTo>
                      <a:pt x="27052" y="15"/>
                    </a:lnTo>
                    <a:lnTo>
                      <a:pt x="2655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19"/>
              <p:cNvSpPr/>
              <p:nvPr/>
            </p:nvSpPr>
            <p:spPr>
              <a:xfrm>
                <a:off x="2038600" y="2210471"/>
                <a:ext cx="765364" cy="765364"/>
              </a:xfrm>
              <a:custGeom>
                <a:avLst/>
                <a:gdLst/>
                <a:ahLst/>
                <a:cxnLst/>
                <a:rect l="l" t="t" r="r" b="b"/>
                <a:pathLst>
                  <a:path w="22996" h="22996" extrusionOk="0">
                    <a:moveTo>
                      <a:pt x="11498" y="0"/>
                    </a:moveTo>
                    <a:lnTo>
                      <a:pt x="10900" y="14"/>
                    </a:lnTo>
                    <a:lnTo>
                      <a:pt x="10317" y="57"/>
                    </a:lnTo>
                    <a:lnTo>
                      <a:pt x="9748" y="128"/>
                    </a:lnTo>
                    <a:lnTo>
                      <a:pt x="9179" y="242"/>
                    </a:lnTo>
                    <a:lnTo>
                      <a:pt x="8624" y="370"/>
                    </a:lnTo>
                    <a:lnTo>
                      <a:pt x="8083" y="512"/>
                    </a:lnTo>
                    <a:lnTo>
                      <a:pt x="7542" y="697"/>
                    </a:lnTo>
                    <a:lnTo>
                      <a:pt x="7030" y="911"/>
                    </a:lnTo>
                    <a:lnTo>
                      <a:pt x="6518" y="1138"/>
                    </a:lnTo>
                    <a:lnTo>
                      <a:pt x="6020" y="1395"/>
                    </a:lnTo>
                    <a:lnTo>
                      <a:pt x="5536" y="1665"/>
                    </a:lnTo>
                    <a:lnTo>
                      <a:pt x="5066" y="1964"/>
                    </a:lnTo>
                    <a:lnTo>
                      <a:pt x="4625" y="2291"/>
                    </a:lnTo>
                    <a:lnTo>
                      <a:pt x="4184" y="2633"/>
                    </a:lnTo>
                    <a:lnTo>
                      <a:pt x="3771" y="2988"/>
                    </a:lnTo>
                    <a:lnTo>
                      <a:pt x="3373" y="3373"/>
                    </a:lnTo>
                    <a:lnTo>
                      <a:pt x="2989" y="3771"/>
                    </a:lnTo>
                    <a:lnTo>
                      <a:pt x="2633" y="4184"/>
                    </a:lnTo>
                    <a:lnTo>
                      <a:pt x="2291" y="4625"/>
                    </a:lnTo>
                    <a:lnTo>
                      <a:pt x="1964" y="5066"/>
                    </a:lnTo>
                    <a:lnTo>
                      <a:pt x="1665" y="5536"/>
                    </a:lnTo>
                    <a:lnTo>
                      <a:pt x="1395" y="6019"/>
                    </a:lnTo>
                    <a:lnTo>
                      <a:pt x="1139" y="6517"/>
                    </a:lnTo>
                    <a:lnTo>
                      <a:pt x="911" y="7015"/>
                    </a:lnTo>
                    <a:lnTo>
                      <a:pt x="698" y="7542"/>
                    </a:lnTo>
                    <a:lnTo>
                      <a:pt x="527" y="8083"/>
                    </a:lnTo>
                    <a:lnTo>
                      <a:pt x="370" y="8623"/>
                    </a:lnTo>
                    <a:lnTo>
                      <a:pt x="242" y="9178"/>
                    </a:lnTo>
                    <a:lnTo>
                      <a:pt x="143" y="9748"/>
                    </a:lnTo>
                    <a:lnTo>
                      <a:pt x="57" y="10317"/>
                    </a:lnTo>
                    <a:lnTo>
                      <a:pt x="15" y="10900"/>
                    </a:lnTo>
                    <a:lnTo>
                      <a:pt x="0" y="11498"/>
                    </a:lnTo>
                    <a:lnTo>
                      <a:pt x="15" y="12081"/>
                    </a:lnTo>
                    <a:lnTo>
                      <a:pt x="57" y="12665"/>
                    </a:lnTo>
                    <a:lnTo>
                      <a:pt x="143" y="13248"/>
                    </a:lnTo>
                    <a:lnTo>
                      <a:pt x="242" y="13817"/>
                    </a:lnTo>
                    <a:lnTo>
                      <a:pt x="370" y="14372"/>
                    </a:lnTo>
                    <a:lnTo>
                      <a:pt x="527" y="14913"/>
                    </a:lnTo>
                    <a:lnTo>
                      <a:pt x="698" y="15454"/>
                    </a:lnTo>
                    <a:lnTo>
                      <a:pt x="911" y="15966"/>
                    </a:lnTo>
                    <a:lnTo>
                      <a:pt x="1139" y="16478"/>
                    </a:lnTo>
                    <a:lnTo>
                      <a:pt x="1395" y="16976"/>
                    </a:lnTo>
                    <a:lnTo>
                      <a:pt x="1665" y="17460"/>
                    </a:lnTo>
                    <a:lnTo>
                      <a:pt x="1964" y="17916"/>
                    </a:lnTo>
                    <a:lnTo>
                      <a:pt x="2291" y="18371"/>
                    </a:lnTo>
                    <a:lnTo>
                      <a:pt x="2633" y="18812"/>
                    </a:lnTo>
                    <a:lnTo>
                      <a:pt x="2989" y="19225"/>
                    </a:lnTo>
                    <a:lnTo>
                      <a:pt x="3373" y="19623"/>
                    </a:lnTo>
                    <a:lnTo>
                      <a:pt x="3771" y="20007"/>
                    </a:lnTo>
                    <a:lnTo>
                      <a:pt x="4184" y="20363"/>
                    </a:lnTo>
                    <a:lnTo>
                      <a:pt x="4625" y="20705"/>
                    </a:lnTo>
                    <a:lnTo>
                      <a:pt x="5066" y="21032"/>
                    </a:lnTo>
                    <a:lnTo>
                      <a:pt x="5536" y="21331"/>
                    </a:lnTo>
                    <a:lnTo>
                      <a:pt x="6020" y="21601"/>
                    </a:lnTo>
                    <a:lnTo>
                      <a:pt x="6518" y="21857"/>
                    </a:lnTo>
                    <a:lnTo>
                      <a:pt x="7030" y="22085"/>
                    </a:lnTo>
                    <a:lnTo>
                      <a:pt x="7542" y="22298"/>
                    </a:lnTo>
                    <a:lnTo>
                      <a:pt x="8083" y="22469"/>
                    </a:lnTo>
                    <a:lnTo>
                      <a:pt x="8624" y="22626"/>
                    </a:lnTo>
                    <a:lnTo>
                      <a:pt x="9179" y="22754"/>
                    </a:lnTo>
                    <a:lnTo>
                      <a:pt x="9748" y="22853"/>
                    </a:lnTo>
                    <a:lnTo>
                      <a:pt x="10317" y="22924"/>
                    </a:lnTo>
                    <a:lnTo>
                      <a:pt x="10900" y="22981"/>
                    </a:lnTo>
                    <a:lnTo>
                      <a:pt x="11498" y="22996"/>
                    </a:lnTo>
                    <a:lnTo>
                      <a:pt x="12096" y="22981"/>
                    </a:lnTo>
                    <a:lnTo>
                      <a:pt x="12679" y="22924"/>
                    </a:lnTo>
                    <a:lnTo>
                      <a:pt x="13248" y="22853"/>
                    </a:lnTo>
                    <a:lnTo>
                      <a:pt x="13818" y="22754"/>
                    </a:lnTo>
                    <a:lnTo>
                      <a:pt x="14373" y="22626"/>
                    </a:lnTo>
                    <a:lnTo>
                      <a:pt x="14913" y="22469"/>
                    </a:lnTo>
                    <a:lnTo>
                      <a:pt x="15454" y="22298"/>
                    </a:lnTo>
                    <a:lnTo>
                      <a:pt x="15966" y="22085"/>
                    </a:lnTo>
                    <a:lnTo>
                      <a:pt x="16479" y="21857"/>
                    </a:lnTo>
                    <a:lnTo>
                      <a:pt x="16977" y="21601"/>
                    </a:lnTo>
                    <a:lnTo>
                      <a:pt x="17460" y="21331"/>
                    </a:lnTo>
                    <a:lnTo>
                      <a:pt x="17930" y="21032"/>
                    </a:lnTo>
                    <a:lnTo>
                      <a:pt x="18371" y="20705"/>
                    </a:lnTo>
                    <a:lnTo>
                      <a:pt x="18812" y="20363"/>
                    </a:lnTo>
                    <a:lnTo>
                      <a:pt x="19225" y="20007"/>
                    </a:lnTo>
                    <a:lnTo>
                      <a:pt x="19623" y="19623"/>
                    </a:lnTo>
                    <a:lnTo>
                      <a:pt x="20008" y="19225"/>
                    </a:lnTo>
                    <a:lnTo>
                      <a:pt x="20363" y="18812"/>
                    </a:lnTo>
                    <a:lnTo>
                      <a:pt x="20705" y="18371"/>
                    </a:lnTo>
                    <a:lnTo>
                      <a:pt x="21032" y="17916"/>
                    </a:lnTo>
                    <a:lnTo>
                      <a:pt x="21331" y="17460"/>
                    </a:lnTo>
                    <a:lnTo>
                      <a:pt x="21601" y="16976"/>
                    </a:lnTo>
                    <a:lnTo>
                      <a:pt x="21857" y="16478"/>
                    </a:lnTo>
                    <a:lnTo>
                      <a:pt x="22085" y="15966"/>
                    </a:lnTo>
                    <a:lnTo>
                      <a:pt x="22299" y="15454"/>
                    </a:lnTo>
                    <a:lnTo>
                      <a:pt x="22469" y="14913"/>
                    </a:lnTo>
                    <a:lnTo>
                      <a:pt x="22626" y="14372"/>
                    </a:lnTo>
                    <a:lnTo>
                      <a:pt x="22754" y="13817"/>
                    </a:lnTo>
                    <a:lnTo>
                      <a:pt x="22854" y="13248"/>
                    </a:lnTo>
                    <a:lnTo>
                      <a:pt x="22939" y="12665"/>
                    </a:lnTo>
                    <a:lnTo>
                      <a:pt x="22982" y="12081"/>
                    </a:lnTo>
                    <a:lnTo>
                      <a:pt x="22996" y="11498"/>
                    </a:lnTo>
                    <a:lnTo>
                      <a:pt x="22982" y="10900"/>
                    </a:lnTo>
                    <a:lnTo>
                      <a:pt x="22939" y="10317"/>
                    </a:lnTo>
                    <a:lnTo>
                      <a:pt x="22854" y="9748"/>
                    </a:lnTo>
                    <a:lnTo>
                      <a:pt x="22754" y="9178"/>
                    </a:lnTo>
                    <a:lnTo>
                      <a:pt x="22626" y="8623"/>
                    </a:lnTo>
                    <a:lnTo>
                      <a:pt x="22469" y="8083"/>
                    </a:lnTo>
                    <a:lnTo>
                      <a:pt x="22299" y="7542"/>
                    </a:lnTo>
                    <a:lnTo>
                      <a:pt x="22085" y="7015"/>
                    </a:lnTo>
                    <a:lnTo>
                      <a:pt x="21857" y="6517"/>
                    </a:lnTo>
                    <a:lnTo>
                      <a:pt x="21601" y="6019"/>
                    </a:lnTo>
                    <a:lnTo>
                      <a:pt x="21331" y="5536"/>
                    </a:lnTo>
                    <a:lnTo>
                      <a:pt x="21032" y="5066"/>
                    </a:lnTo>
                    <a:lnTo>
                      <a:pt x="20705" y="4625"/>
                    </a:lnTo>
                    <a:lnTo>
                      <a:pt x="20363" y="4184"/>
                    </a:lnTo>
                    <a:lnTo>
                      <a:pt x="20008" y="3771"/>
                    </a:lnTo>
                    <a:lnTo>
                      <a:pt x="19623" y="3373"/>
                    </a:lnTo>
                    <a:lnTo>
                      <a:pt x="19225" y="2988"/>
                    </a:lnTo>
                    <a:lnTo>
                      <a:pt x="18812" y="2633"/>
                    </a:lnTo>
                    <a:lnTo>
                      <a:pt x="18371" y="2291"/>
                    </a:lnTo>
                    <a:lnTo>
                      <a:pt x="17930" y="1964"/>
                    </a:lnTo>
                    <a:lnTo>
                      <a:pt x="17460" y="1665"/>
                    </a:lnTo>
                    <a:lnTo>
                      <a:pt x="16977" y="1395"/>
                    </a:lnTo>
                    <a:lnTo>
                      <a:pt x="16479" y="1138"/>
                    </a:lnTo>
                    <a:lnTo>
                      <a:pt x="15966" y="911"/>
                    </a:lnTo>
                    <a:lnTo>
                      <a:pt x="15454" y="697"/>
                    </a:lnTo>
                    <a:lnTo>
                      <a:pt x="14913" y="512"/>
                    </a:lnTo>
                    <a:lnTo>
                      <a:pt x="14373" y="370"/>
                    </a:lnTo>
                    <a:lnTo>
                      <a:pt x="13818" y="242"/>
                    </a:lnTo>
                    <a:lnTo>
                      <a:pt x="13248" y="128"/>
                    </a:lnTo>
                    <a:lnTo>
                      <a:pt x="12679" y="57"/>
                    </a:lnTo>
                    <a:lnTo>
                      <a:pt x="12096" y="14"/>
                    </a:lnTo>
                    <a:lnTo>
                      <a:pt x="1149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19"/>
              <p:cNvSpPr/>
              <p:nvPr/>
            </p:nvSpPr>
            <p:spPr>
              <a:xfrm>
                <a:off x="2190134" y="2362006"/>
                <a:ext cx="462294" cy="462294"/>
              </a:xfrm>
              <a:custGeom>
                <a:avLst/>
                <a:gdLst/>
                <a:ahLst/>
                <a:cxnLst/>
                <a:rect l="l" t="t" r="r" b="b"/>
                <a:pathLst>
                  <a:path w="13890" h="13890" extrusionOk="0">
                    <a:moveTo>
                      <a:pt x="6945" y="1"/>
                    </a:moveTo>
                    <a:lnTo>
                      <a:pt x="6589" y="15"/>
                    </a:lnTo>
                    <a:lnTo>
                      <a:pt x="6234" y="29"/>
                    </a:lnTo>
                    <a:lnTo>
                      <a:pt x="5892" y="86"/>
                    </a:lnTo>
                    <a:lnTo>
                      <a:pt x="5551" y="143"/>
                    </a:lnTo>
                    <a:lnTo>
                      <a:pt x="5209" y="214"/>
                    </a:lnTo>
                    <a:lnTo>
                      <a:pt x="4882" y="314"/>
                    </a:lnTo>
                    <a:lnTo>
                      <a:pt x="4554" y="428"/>
                    </a:lnTo>
                    <a:lnTo>
                      <a:pt x="4241" y="541"/>
                    </a:lnTo>
                    <a:lnTo>
                      <a:pt x="3928" y="684"/>
                    </a:lnTo>
                    <a:lnTo>
                      <a:pt x="3630" y="840"/>
                    </a:lnTo>
                    <a:lnTo>
                      <a:pt x="3345" y="1011"/>
                    </a:lnTo>
                    <a:lnTo>
                      <a:pt x="3060" y="1182"/>
                    </a:lnTo>
                    <a:lnTo>
                      <a:pt x="2790" y="1381"/>
                    </a:lnTo>
                    <a:lnTo>
                      <a:pt x="2534" y="1580"/>
                    </a:lnTo>
                    <a:lnTo>
                      <a:pt x="2278" y="1808"/>
                    </a:lnTo>
                    <a:lnTo>
                      <a:pt x="2036" y="2036"/>
                    </a:lnTo>
                    <a:lnTo>
                      <a:pt x="1808" y="2277"/>
                    </a:lnTo>
                    <a:lnTo>
                      <a:pt x="1580" y="2519"/>
                    </a:lnTo>
                    <a:lnTo>
                      <a:pt x="1381" y="2790"/>
                    </a:lnTo>
                    <a:lnTo>
                      <a:pt x="1182" y="3060"/>
                    </a:lnTo>
                    <a:lnTo>
                      <a:pt x="1011" y="3345"/>
                    </a:lnTo>
                    <a:lnTo>
                      <a:pt x="840" y="3629"/>
                    </a:lnTo>
                    <a:lnTo>
                      <a:pt x="684" y="3928"/>
                    </a:lnTo>
                    <a:lnTo>
                      <a:pt x="542" y="4241"/>
                    </a:lnTo>
                    <a:lnTo>
                      <a:pt x="428" y="4554"/>
                    </a:lnTo>
                    <a:lnTo>
                      <a:pt x="314" y="4882"/>
                    </a:lnTo>
                    <a:lnTo>
                      <a:pt x="214" y="5209"/>
                    </a:lnTo>
                    <a:lnTo>
                      <a:pt x="143" y="5550"/>
                    </a:lnTo>
                    <a:lnTo>
                      <a:pt x="86" y="5892"/>
                    </a:lnTo>
                    <a:lnTo>
                      <a:pt x="44" y="6233"/>
                    </a:lnTo>
                    <a:lnTo>
                      <a:pt x="15" y="6589"/>
                    </a:lnTo>
                    <a:lnTo>
                      <a:pt x="1" y="6945"/>
                    </a:lnTo>
                    <a:lnTo>
                      <a:pt x="15" y="7301"/>
                    </a:lnTo>
                    <a:lnTo>
                      <a:pt x="44" y="7656"/>
                    </a:lnTo>
                    <a:lnTo>
                      <a:pt x="86" y="7998"/>
                    </a:lnTo>
                    <a:lnTo>
                      <a:pt x="143" y="8339"/>
                    </a:lnTo>
                    <a:lnTo>
                      <a:pt x="214" y="8681"/>
                    </a:lnTo>
                    <a:lnTo>
                      <a:pt x="314" y="9008"/>
                    </a:lnTo>
                    <a:lnTo>
                      <a:pt x="428" y="9335"/>
                    </a:lnTo>
                    <a:lnTo>
                      <a:pt x="542" y="9649"/>
                    </a:lnTo>
                    <a:lnTo>
                      <a:pt x="684" y="9947"/>
                    </a:lnTo>
                    <a:lnTo>
                      <a:pt x="840" y="10246"/>
                    </a:lnTo>
                    <a:lnTo>
                      <a:pt x="1011" y="10545"/>
                    </a:lnTo>
                    <a:lnTo>
                      <a:pt x="1182" y="10830"/>
                    </a:lnTo>
                    <a:lnTo>
                      <a:pt x="1381" y="11100"/>
                    </a:lnTo>
                    <a:lnTo>
                      <a:pt x="1580" y="11356"/>
                    </a:lnTo>
                    <a:lnTo>
                      <a:pt x="1808" y="11612"/>
                    </a:lnTo>
                    <a:lnTo>
                      <a:pt x="2036" y="11854"/>
                    </a:lnTo>
                    <a:lnTo>
                      <a:pt x="2278" y="12082"/>
                    </a:lnTo>
                    <a:lnTo>
                      <a:pt x="2534" y="12295"/>
                    </a:lnTo>
                    <a:lnTo>
                      <a:pt x="2790" y="12509"/>
                    </a:lnTo>
                    <a:lnTo>
                      <a:pt x="3060" y="12708"/>
                    </a:lnTo>
                    <a:lnTo>
                      <a:pt x="3345" y="12879"/>
                    </a:lnTo>
                    <a:lnTo>
                      <a:pt x="3630" y="13049"/>
                    </a:lnTo>
                    <a:lnTo>
                      <a:pt x="3928" y="13206"/>
                    </a:lnTo>
                    <a:lnTo>
                      <a:pt x="4241" y="13348"/>
                    </a:lnTo>
                    <a:lnTo>
                      <a:pt x="4554" y="13462"/>
                    </a:lnTo>
                    <a:lnTo>
                      <a:pt x="4882" y="13576"/>
                    </a:lnTo>
                    <a:lnTo>
                      <a:pt x="5209" y="13661"/>
                    </a:lnTo>
                    <a:lnTo>
                      <a:pt x="5551" y="13747"/>
                    </a:lnTo>
                    <a:lnTo>
                      <a:pt x="5892" y="13804"/>
                    </a:lnTo>
                    <a:lnTo>
                      <a:pt x="6234" y="13846"/>
                    </a:lnTo>
                    <a:lnTo>
                      <a:pt x="6589" y="13875"/>
                    </a:lnTo>
                    <a:lnTo>
                      <a:pt x="6945" y="13889"/>
                    </a:lnTo>
                    <a:lnTo>
                      <a:pt x="7301" y="13875"/>
                    </a:lnTo>
                    <a:lnTo>
                      <a:pt x="7657" y="13846"/>
                    </a:lnTo>
                    <a:lnTo>
                      <a:pt x="7998" y="13804"/>
                    </a:lnTo>
                    <a:lnTo>
                      <a:pt x="8340" y="13747"/>
                    </a:lnTo>
                    <a:lnTo>
                      <a:pt x="8681" y="13661"/>
                    </a:lnTo>
                    <a:lnTo>
                      <a:pt x="9008" y="13576"/>
                    </a:lnTo>
                    <a:lnTo>
                      <a:pt x="9336" y="13462"/>
                    </a:lnTo>
                    <a:lnTo>
                      <a:pt x="9649" y="13348"/>
                    </a:lnTo>
                    <a:lnTo>
                      <a:pt x="9962" y="13206"/>
                    </a:lnTo>
                    <a:lnTo>
                      <a:pt x="10261" y="13049"/>
                    </a:lnTo>
                    <a:lnTo>
                      <a:pt x="10545" y="12879"/>
                    </a:lnTo>
                    <a:lnTo>
                      <a:pt x="10830" y="12708"/>
                    </a:lnTo>
                    <a:lnTo>
                      <a:pt x="11100" y="12509"/>
                    </a:lnTo>
                    <a:lnTo>
                      <a:pt x="11356" y="12295"/>
                    </a:lnTo>
                    <a:lnTo>
                      <a:pt x="11613" y="12082"/>
                    </a:lnTo>
                    <a:lnTo>
                      <a:pt x="11854" y="11854"/>
                    </a:lnTo>
                    <a:lnTo>
                      <a:pt x="12082" y="11612"/>
                    </a:lnTo>
                    <a:lnTo>
                      <a:pt x="12310" y="11356"/>
                    </a:lnTo>
                    <a:lnTo>
                      <a:pt x="12509" y="11100"/>
                    </a:lnTo>
                    <a:lnTo>
                      <a:pt x="12708" y="10830"/>
                    </a:lnTo>
                    <a:lnTo>
                      <a:pt x="12879" y="10545"/>
                    </a:lnTo>
                    <a:lnTo>
                      <a:pt x="13050" y="10246"/>
                    </a:lnTo>
                    <a:lnTo>
                      <a:pt x="13206" y="9947"/>
                    </a:lnTo>
                    <a:lnTo>
                      <a:pt x="13349" y="9649"/>
                    </a:lnTo>
                    <a:lnTo>
                      <a:pt x="13462" y="9335"/>
                    </a:lnTo>
                    <a:lnTo>
                      <a:pt x="13576" y="9008"/>
                    </a:lnTo>
                    <a:lnTo>
                      <a:pt x="13676" y="8681"/>
                    </a:lnTo>
                    <a:lnTo>
                      <a:pt x="13747" y="8339"/>
                    </a:lnTo>
                    <a:lnTo>
                      <a:pt x="13804" y="7998"/>
                    </a:lnTo>
                    <a:lnTo>
                      <a:pt x="13847" y="7656"/>
                    </a:lnTo>
                    <a:lnTo>
                      <a:pt x="13875" y="7301"/>
                    </a:lnTo>
                    <a:lnTo>
                      <a:pt x="13889" y="6945"/>
                    </a:lnTo>
                    <a:lnTo>
                      <a:pt x="13875" y="6589"/>
                    </a:lnTo>
                    <a:lnTo>
                      <a:pt x="13847" y="6233"/>
                    </a:lnTo>
                    <a:lnTo>
                      <a:pt x="13804" y="5892"/>
                    </a:lnTo>
                    <a:lnTo>
                      <a:pt x="13747" y="5550"/>
                    </a:lnTo>
                    <a:lnTo>
                      <a:pt x="13676" y="5209"/>
                    </a:lnTo>
                    <a:lnTo>
                      <a:pt x="13576" y="4882"/>
                    </a:lnTo>
                    <a:lnTo>
                      <a:pt x="13462" y="4554"/>
                    </a:lnTo>
                    <a:lnTo>
                      <a:pt x="13349" y="4241"/>
                    </a:lnTo>
                    <a:lnTo>
                      <a:pt x="13206" y="3928"/>
                    </a:lnTo>
                    <a:lnTo>
                      <a:pt x="13050" y="3629"/>
                    </a:lnTo>
                    <a:lnTo>
                      <a:pt x="12879" y="3345"/>
                    </a:lnTo>
                    <a:lnTo>
                      <a:pt x="12708" y="3060"/>
                    </a:lnTo>
                    <a:lnTo>
                      <a:pt x="12509" y="2790"/>
                    </a:lnTo>
                    <a:lnTo>
                      <a:pt x="12310" y="2519"/>
                    </a:lnTo>
                    <a:lnTo>
                      <a:pt x="12082" y="2277"/>
                    </a:lnTo>
                    <a:lnTo>
                      <a:pt x="11854" y="2036"/>
                    </a:lnTo>
                    <a:lnTo>
                      <a:pt x="11613" y="1808"/>
                    </a:lnTo>
                    <a:lnTo>
                      <a:pt x="11356" y="1580"/>
                    </a:lnTo>
                    <a:lnTo>
                      <a:pt x="11100" y="1381"/>
                    </a:lnTo>
                    <a:lnTo>
                      <a:pt x="10830" y="1182"/>
                    </a:lnTo>
                    <a:lnTo>
                      <a:pt x="10545" y="1011"/>
                    </a:lnTo>
                    <a:lnTo>
                      <a:pt x="10261" y="840"/>
                    </a:lnTo>
                    <a:lnTo>
                      <a:pt x="9962" y="684"/>
                    </a:lnTo>
                    <a:lnTo>
                      <a:pt x="9649" y="541"/>
                    </a:lnTo>
                    <a:lnTo>
                      <a:pt x="9336" y="428"/>
                    </a:lnTo>
                    <a:lnTo>
                      <a:pt x="9008" y="314"/>
                    </a:lnTo>
                    <a:lnTo>
                      <a:pt x="8681" y="214"/>
                    </a:lnTo>
                    <a:lnTo>
                      <a:pt x="8340" y="143"/>
                    </a:lnTo>
                    <a:lnTo>
                      <a:pt x="7998" y="86"/>
                    </a:lnTo>
                    <a:lnTo>
                      <a:pt x="7657" y="29"/>
                    </a:lnTo>
                    <a:lnTo>
                      <a:pt x="7301" y="15"/>
                    </a:lnTo>
                    <a:lnTo>
                      <a:pt x="6945" y="1"/>
                    </a:lnTo>
                    <a:close/>
                  </a:path>
                </a:pathLst>
              </a:custGeom>
              <a:solidFill>
                <a:srgbClr val="21191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19"/>
              <p:cNvSpPr/>
              <p:nvPr/>
            </p:nvSpPr>
            <p:spPr>
              <a:xfrm>
                <a:off x="2282027" y="2416489"/>
                <a:ext cx="101378" cy="101378"/>
              </a:xfrm>
              <a:custGeom>
                <a:avLst/>
                <a:gdLst/>
                <a:ahLst/>
                <a:cxnLst/>
                <a:rect l="l" t="t" r="r" b="b"/>
                <a:pathLst>
                  <a:path w="3046" h="3046" extrusionOk="0">
                    <a:moveTo>
                      <a:pt x="1367" y="0"/>
                    </a:moveTo>
                    <a:lnTo>
                      <a:pt x="1210" y="29"/>
                    </a:lnTo>
                    <a:lnTo>
                      <a:pt x="1068" y="71"/>
                    </a:lnTo>
                    <a:lnTo>
                      <a:pt x="925" y="114"/>
                    </a:lnTo>
                    <a:lnTo>
                      <a:pt x="797" y="185"/>
                    </a:lnTo>
                    <a:lnTo>
                      <a:pt x="669" y="256"/>
                    </a:lnTo>
                    <a:lnTo>
                      <a:pt x="555" y="342"/>
                    </a:lnTo>
                    <a:lnTo>
                      <a:pt x="442" y="441"/>
                    </a:lnTo>
                    <a:lnTo>
                      <a:pt x="342" y="555"/>
                    </a:lnTo>
                    <a:lnTo>
                      <a:pt x="257" y="669"/>
                    </a:lnTo>
                    <a:lnTo>
                      <a:pt x="185" y="797"/>
                    </a:lnTo>
                    <a:lnTo>
                      <a:pt x="114" y="925"/>
                    </a:lnTo>
                    <a:lnTo>
                      <a:pt x="57" y="1067"/>
                    </a:lnTo>
                    <a:lnTo>
                      <a:pt x="29" y="1210"/>
                    </a:lnTo>
                    <a:lnTo>
                      <a:pt x="1" y="1366"/>
                    </a:lnTo>
                    <a:lnTo>
                      <a:pt x="1" y="1523"/>
                    </a:lnTo>
                    <a:lnTo>
                      <a:pt x="1" y="1679"/>
                    </a:lnTo>
                    <a:lnTo>
                      <a:pt x="29" y="1836"/>
                    </a:lnTo>
                    <a:lnTo>
                      <a:pt x="57" y="1978"/>
                    </a:lnTo>
                    <a:lnTo>
                      <a:pt x="114" y="2120"/>
                    </a:lnTo>
                    <a:lnTo>
                      <a:pt x="185" y="2248"/>
                    </a:lnTo>
                    <a:lnTo>
                      <a:pt x="257" y="2376"/>
                    </a:lnTo>
                    <a:lnTo>
                      <a:pt x="342" y="2490"/>
                    </a:lnTo>
                    <a:lnTo>
                      <a:pt x="442" y="2604"/>
                    </a:lnTo>
                    <a:lnTo>
                      <a:pt x="555" y="2704"/>
                    </a:lnTo>
                    <a:lnTo>
                      <a:pt x="669" y="2789"/>
                    </a:lnTo>
                    <a:lnTo>
                      <a:pt x="797" y="2860"/>
                    </a:lnTo>
                    <a:lnTo>
                      <a:pt x="925" y="2931"/>
                    </a:lnTo>
                    <a:lnTo>
                      <a:pt x="1068" y="2974"/>
                    </a:lnTo>
                    <a:lnTo>
                      <a:pt x="1210" y="3017"/>
                    </a:lnTo>
                    <a:lnTo>
                      <a:pt x="1367" y="3045"/>
                    </a:lnTo>
                    <a:lnTo>
                      <a:pt x="1680" y="3045"/>
                    </a:lnTo>
                    <a:lnTo>
                      <a:pt x="1822" y="3017"/>
                    </a:lnTo>
                    <a:lnTo>
                      <a:pt x="1978" y="2974"/>
                    </a:lnTo>
                    <a:lnTo>
                      <a:pt x="2121" y="2931"/>
                    </a:lnTo>
                    <a:lnTo>
                      <a:pt x="2249" y="2860"/>
                    </a:lnTo>
                    <a:lnTo>
                      <a:pt x="2377" y="2789"/>
                    </a:lnTo>
                    <a:lnTo>
                      <a:pt x="2491" y="2704"/>
                    </a:lnTo>
                    <a:lnTo>
                      <a:pt x="2605" y="2604"/>
                    </a:lnTo>
                    <a:lnTo>
                      <a:pt x="2704" y="2490"/>
                    </a:lnTo>
                    <a:lnTo>
                      <a:pt x="2790" y="2376"/>
                    </a:lnTo>
                    <a:lnTo>
                      <a:pt x="2861" y="2248"/>
                    </a:lnTo>
                    <a:lnTo>
                      <a:pt x="2932" y="2120"/>
                    </a:lnTo>
                    <a:lnTo>
                      <a:pt x="2975" y="1978"/>
                    </a:lnTo>
                    <a:lnTo>
                      <a:pt x="3017" y="1836"/>
                    </a:lnTo>
                    <a:lnTo>
                      <a:pt x="3046" y="1679"/>
                    </a:lnTo>
                    <a:lnTo>
                      <a:pt x="3046" y="1523"/>
                    </a:lnTo>
                    <a:lnTo>
                      <a:pt x="3046" y="1366"/>
                    </a:lnTo>
                    <a:lnTo>
                      <a:pt x="3017" y="1210"/>
                    </a:lnTo>
                    <a:lnTo>
                      <a:pt x="2975" y="1067"/>
                    </a:lnTo>
                    <a:lnTo>
                      <a:pt x="2932" y="925"/>
                    </a:lnTo>
                    <a:lnTo>
                      <a:pt x="2861" y="797"/>
                    </a:lnTo>
                    <a:lnTo>
                      <a:pt x="2790" y="669"/>
                    </a:lnTo>
                    <a:lnTo>
                      <a:pt x="2704" y="555"/>
                    </a:lnTo>
                    <a:lnTo>
                      <a:pt x="2605" y="441"/>
                    </a:lnTo>
                    <a:lnTo>
                      <a:pt x="2491" y="342"/>
                    </a:lnTo>
                    <a:lnTo>
                      <a:pt x="2377" y="256"/>
                    </a:lnTo>
                    <a:lnTo>
                      <a:pt x="2249" y="185"/>
                    </a:lnTo>
                    <a:lnTo>
                      <a:pt x="2121" y="114"/>
                    </a:lnTo>
                    <a:lnTo>
                      <a:pt x="1978" y="71"/>
                    </a:lnTo>
                    <a:lnTo>
                      <a:pt x="1822" y="29"/>
                    </a:lnTo>
                    <a:lnTo>
                      <a:pt x="16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19"/>
              <p:cNvSpPr/>
              <p:nvPr/>
            </p:nvSpPr>
            <p:spPr>
              <a:xfrm>
                <a:off x="1657350" y="1114550"/>
                <a:ext cx="484527" cy="1381523"/>
              </a:xfrm>
              <a:custGeom>
                <a:avLst/>
                <a:gdLst/>
                <a:ahLst/>
                <a:cxnLst/>
                <a:rect l="l" t="t" r="r" b="b"/>
                <a:pathLst>
                  <a:path w="14558" h="41509" extrusionOk="0">
                    <a:moveTo>
                      <a:pt x="4525" y="0"/>
                    </a:moveTo>
                    <a:lnTo>
                      <a:pt x="4283" y="28"/>
                    </a:lnTo>
                    <a:lnTo>
                      <a:pt x="4042" y="57"/>
                    </a:lnTo>
                    <a:lnTo>
                      <a:pt x="3800" y="100"/>
                    </a:lnTo>
                    <a:lnTo>
                      <a:pt x="3558" y="157"/>
                    </a:lnTo>
                    <a:lnTo>
                      <a:pt x="3330" y="228"/>
                    </a:lnTo>
                    <a:lnTo>
                      <a:pt x="3102" y="299"/>
                    </a:lnTo>
                    <a:lnTo>
                      <a:pt x="2875" y="384"/>
                    </a:lnTo>
                    <a:lnTo>
                      <a:pt x="2661" y="484"/>
                    </a:lnTo>
                    <a:lnTo>
                      <a:pt x="2462" y="598"/>
                    </a:lnTo>
                    <a:lnTo>
                      <a:pt x="2263" y="711"/>
                    </a:lnTo>
                    <a:lnTo>
                      <a:pt x="2064" y="840"/>
                    </a:lnTo>
                    <a:lnTo>
                      <a:pt x="1879" y="982"/>
                    </a:lnTo>
                    <a:lnTo>
                      <a:pt x="1694" y="1124"/>
                    </a:lnTo>
                    <a:lnTo>
                      <a:pt x="1523" y="1281"/>
                    </a:lnTo>
                    <a:lnTo>
                      <a:pt x="1366" y="1437"/>
                    </a:lnTo>
                    <a:lnTo>
                      <a:pt x="1210" y="1608"/>
                    </a:lnTo>
                    <a:lnTo>
                      <a:pt x="1053" y="1779"/>
                    </a:lnTo>
                    <a:lnTo>
                      <a:pt x="911" y="1964"/>
                    </a:lnTo>
                    <a:lnTo>
                      <a:pt x="783" y="2149"/>
                    </a:lnTo>
                    <a:lnTo>
                      <a:pt x="669" y="2348"/>
                    </a:lnTo>
                    <a:lnTo>
                      <a:pt x="555" y="2547"/>
                    </a:lnTo>
                    <a:lnTo>
                      <a:pt x="456" y="2761"/>
                    </a:lnTo>
                    <a:lnTo>
                      <a:pt x="356" y="2960"/>
                    </a:lnTo>
                    <a:lnTo>
                      <a:pt x="271" y="3188"/>
                    </a:lnTo>
                    <a:lnTo>
                      <a:pt x="199" y="3401"/>
                    </a:lnTo>
                    <a:lnTo>
                      <a:pt x="143" y="3629"/>
                    </a:lnTo>
                    <a:lnTo>
                      <a:pt x="86" y="3856"/>
                    </a:lnTo>
                    <a:lnTo>
                      <a:pt x="43" y="4084"/>
                    </a:lnTo>
                    <a:lnTo>
                      <a:pt x="15" y="4312"/>
                    </a:lnTo>
                    <a:lnTo>
                      <a:pt x="0" y="4554"/>
                    </a:lnTo>
                    <a:lnTo>
                      <a:pt x="0" y="4795"/>
                    </a:lnTo>
                    <a:lnTo>
                      <a:pt x="0" y="5037"/>
                    </a:lnTo>
                    <a:lnTo>
                      <a:pt x="15" y="5279"/>
                    </a:lnTo>
                    <a:lnTo>
                      <a:pt x="57" y="5521"/>
                    </a:lnTo>
                    <a:lnTo>
                      <a:pt x="5052" y="37467"/>
                    </a:lnTo>
                    <a:lnTo>
                      <a:pt x="5109" y="37709"/>
                    </a:lnTo>
                    <a:lnTo>
                      <a:pt x="5152" y="37951"/>
                    </a:lnTo>
                    <a:lnTo>
                      <a:pt x="5223" y="38179"/>
                    </a:lnTo>
                    <a:lnTo>
                      <a:pt x="5308" y="38407"/>
                    </a:lnTo>
                    <a:lnTo>
                      <a:pt x="5393" y="38620"/>
                    </a:lnTo>
                    <a:lnTo>
                      <a:pt x="5493" y="38833"/>
                    </a:lnTo>
                    <a:lnTo>
                      <a:pt x="5607" y="39047"/>
                    </a:lnTo>
                    <a:lnTo>
                      <a:pt x="5721" y="39246"/>
                    </a:lnTo>
                    <a:lnTo>
                      <a:pt x="5849" y="39431"/>
                    </a:lnTo>
                    <a:lnTo>
                      <a:pt x="5977" y="39630"/>
                    </a:lnTo>
                    <a:lnTo>
                      <a:pt x="6133" y="39801"/>
                    </a:lnTo>
                    <a:lnTo>
                      <a:pt x="6276" y="39972"/>
                    </a:lnTo>
                    <a:lnTo>
                      <a:pt x="6446" y="40143"/>
                    </a:lnTo>
                    <a:lnTo>
                      <a:pt x="6603" y="40299"/>
                    </a:lnTo>
                    <a:lnTo>
                      <a:pt x="6788" y="40441"/>
                    </a:lnTo>
                    <a:lnTo>
                      <a:pt x="6973" y="40584"/>
                    </a:lnTo>
                    <a:lnTo>
                      <a:pt x="7158" y="40712"/>
                    </a:lnTo>
                    <a:lnTo>
                      <a:pt x="7357" y="40840"/>
                    </a:lnTo>
                    <a:lnTo>
                      <a:pt x="7556" y="40954"/>
                    </a:lnTo>
                    <a:lnTo>
                      <a:pt x="7756" y="41053"/>
                    </a:lnTo>
                    <a:lnTo>
                      <a:pt x="7969" y="41153"/>
                    </a:lnTo>
                    <a:lnTo>
                      <a:pt x="8182" y="41224"/>
                    </a:lnTo>
                    <a:lnTo>
                      <a:pt x="8410" y="41295"/>
                    </a:lnTo>
                    <a:lnTo>
                      <a:pt x="8624" y="41366"/>
                    </a:lnTo>
                    <a:lnTo>
                      <a:pt x="8851" y="41409"/>
                    </a:lnTo>
                    <a:lnTo>
                      <a:pt x="9093" y="41452"/>
                    </a:lnTo>
                    <a:lnTo>
                      <a:pt x="9321" y="41480"/>
                    </a:lnTo>
                    <a:lnTo>
                      <a:pt x="9563" y="41509"/>
                    </a:lnTo>
                    <a:lnTo>
                      <a:pt x="9790" y="41509"/>
                    </a:lnTo>
                    <a:lnTo>
                      <a:pt x="10032" y="41494"/>
                    </a:lnTo>
                    <a:lnTo>
                      <a:pt x="10274" y="41480"/>
                    </a:lnTo>
                    <a:lnTo>
                      <a:pt x="10516" y="41452"/>
                    </a:lnTo>
                    <a:lnTo>
                      <a:pt x="10758" y="41409"/>
                    </a:lnTo>
                    <a:lnTo>
                      <a:pt x="11000" y="41352"/>
                    </a:lnTo>
                    <a:lnTo>
                      <a:pt x="11228" y="41281"/>
                    </a:lnTo>
                    <a:lnTo>
                      <a:pt x="11455" y="41210"/>
                    </a:lnTo>
                    <a:lnTo>
                      <a:pt x="11669" y="41110"/>
                    </a:lnTo>
                    <a:lnTo>
                      <a:pt x="11882" y="41011"/>
                    </a:lnTo>
                    <a:lnTo>
                      <a:pt x="12096" y="40911"/>
                    </a:lnTo>
                    <a:lnTo>
                      <a:pt x="12295" y="40783"/>
                    </a:lnTo>
                    <a:lnTo>
                      <a:pt x="12494" y="40669"/>
                    </a:lnTo>
                    <a:lnTo>
                      <a:pt x="12679" y="40527"/>
                    </a:lnTo>
                    <a:lnTo>
                      <a:pt x="12850" y="40385"/>
                    </a:lnTo>
                    <a:lnTo>
                      <a:pt x="13035" y="40228"/>
                    </a:lnTo>
                    <a:lnTo>
                      <a:pt x="13191" y="40071"/>
                    </a:lnTo>
                    <a:lnTo>
                      <a:pt x="13348" y="39901"/>
                    </a:lnTo>
                    <a:lnTo>
                      <a:pt x="13504" y="39716"/>
                    </a:lnTo>
                    <a:lnTo>
                      <a:pt x="13633" y="39545"/>
                    </a:lnTo>
                    <a:lnTo>
                      <a:pt x="13775" y="39346"/>
                    </a:lnTo>
                    <a:lnTo>
                      <a:pt x="13889" y="39161"/>
                    </a:lnTo>
                    <a:lnTo>
                      <a:pt x="14002" y="38962"/>
                    </a:lnTo>
                    <a:lnTo>
                      <a:pt x="14102" y="38748"/>
                    </a:lnTo>
                    <a:lnTo>
                      <a:pt x="14202" y="38535"/>
                    </a:lnTo>
                    <a:lnTo>
                      <a:pt x="14287" y="38321"/>
                    </a:lnTo>
                    <a:lnTo>
                      <a:pt x="14358" y="38108"/>
                    </a:lnTo>
                    <a:lnTo>
                      <a:pt x="14415" y="37880"/>
                    </a:lnTo>
                    <a:lnTo>
                      <a:pt x="14472" y="37652"/>
                    </a:lnTo>
                    <a:lnTo>
                      <a:pt x="14515" y="37425"/>
                    </a:lnTo>
                    <a:lnTo>
                      <a:pt x="14543" y="37183"/>
                    </a:lnTo>
                    <a:lnTo>
                      <a:pt x="14557" y="36955"/>
                    </a:lnTo>
                    <a:lnTo>
                      <a:pt x="14557" y="36713"/>
                    </a:lnTo>
                    <a:lnTo>
                      <a:pt x="14557" y="36471"/>
                    </a:lnTo>
                    <a:lnTo>
                      <a:pt x="14529" y="36229"/>
                    </a:lnTo>
                    <a:lnTo>
                      <a:pt x="14501" y="35988"/>
                    </a:lnTo>
                    <a:lnTo>
                      <a:pt x="9492" y="4041"/>
                    </a:lnTo>
                    <a:lnTo>
                      <a:pt x="9449" y="3799"/>
                    </a:lnTo>
                    <a:lnTo>
                      <a:pt x="9392" y="3557"/>
                    </a:lnTo>
                    <a:lnTo>
                      <a:pt x="9335" y="3330"/>
                    </a:lnTo>
                    <a:lnTo>
                      <a:pt x="9250" y="3102"/>
                    </a:lnTo>
                    <a:lnTo>
                      <a:pt x="9164" y="2889"/>
                    </a:lnTo>
                    <a:lnTo>
                      <a:pt x="9065" y="2675"/>
                    </a:lnTo>
                    <a:lnTo>
                      <a:pt x="8951" y="2462"/>
                    </a:lnTo>
                    <a:lnTo>
                      <a:pt x="8837" y="2263"/>
                    </a:lnTo>
                    <a:lnTo>
                      <a:pt x="8709" y="2063"/>
                    </a:lnTo>
                    <a:lnTo>
                      <a:pt x="8567" y="1878"/>
                    </a:lnTo>
                    <a:lnTo>
                      <a:pt x="8424" y="1708"/>
                    </a:lnTo>
                    <a:lnTo>
                      <a:pt x="8268" y="1523"/>
                    </a:lnTo>
                    <a:lnTo>
                      <a:pt x="8111" y="1366"/>
                    </a:lnTo>
                    <a:lnTo>
                      <a:pt x="7941" y="1210"/>
                    </a:lnTo>
                    <a:lnTo>
                      <a:pt x="7770" y="1053"/>
                    </a:lnTo>
                    <a:lnTo>
                      <a:pt x="7585" y="925"/>
                    </a:lnTo>
                    <a:lnTo>
                      <a:pt x="7400" y="783"/>
                    </a:lnTo>
                    <a:lnTo>
                      <a:pt x="7201" y="669"/>
                    </a:lnTo>
                    <a:lnTo>
                      <a:pt x="7001" y="555"/>
                    </a:lnTo>
                    <a:lnTo>
                      <a:pt x="6802" y="455"/>
                    </a:lnTo>
                    <a:lnTo>
                      <a:pt x="6589" y="356"/>
                    </a:lnTo>
                    <a:lnTo>
                      <a:pt x="6375" y="270"/>
                    </a:lnTo>
                    <a:lnTo>
                      <a:pt x="6148" y="199"/>
                    </a:lnTo>
                    <a:lnTo>
                      <a:pt x="5920" y="142"/>
                    </a:lnTo>
                    <a:lnTo>
                      <a:pt x="5692" y="85"/>
                    </a:lnTo>
                    <a:lnTo>
                      <a:pt x="5465" y="43"/>
                    </a:lnTo>
                    <a:lnTo>
                      <a:pt x="5237" y="14"/>
                    </a:lnTo>
                    <a:lnTo>
                      <a:pt x="4995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19"/>
              <p:cNvSpPr/>
              <p:nvPr/>
            </p:nvSpPr>
            <p:spPr>
              <a:xfrm>
                <a:off x="2076009" y="1114550"/>
                <a:ext cx="477903" cy="1197771"/>
              </a:xfrm>
              <a:custGeom>
                <a:avLst/>
                <a:gdLst/>
                <a:ahLst/>
                <a:cxnLst/>
                <a:rect l="l" t="t" r="r" b="b"/>
                <a:pathLst>
                  <a:path w="14359" h="35988" extrusionOk="0">
                    <a:moveTo>
                      <a:pt x="9463" y="0"/>
                    </a:moveTo>
                    <a:lnTo>
                      <a:pt x="9236" y="14"/>
                    </a:lnTo>
                    <a:lnTo>
                      <a:pt x="8994" y="28"/>
                    </a:lnTo>
                    <a:lnTo>
                      <a:pt x="8766" y="71"/>
                    </a:lnTo>
                    <a:lnTo>
                      <a:pt x="8538" y="114"/>
                    </a:lnTo>
                    <a:lnTo>
                      <a:pt x="8311" y="171"/>
                    </a:lnTo>
                    <a:lnTo>
                      <a:pt x="8083" y="242"/>
                    </a:lnTo>
                    <a:lnTo>
                      <a:pt x="7870" y="313"/>
                    </a:lnTo>
                    <a:lnTo>
                      <a:pt x="7656" y="398"/>
                    </a:lnTo>
                    <a:lnTo>
                      <a:pt x="7443" y="498"/>
                    </a:lnTo>
                    <a:lnTo>
                      <a:pt x="7244" y="612"/>
                    </a:lnTo>
                    <a:lnTo>
                      <a:pt x="7044" y="726"/>
                    </a:lnTo>
                    <a:lnTo>
                      <a:pt x="6859" y="854"/>
                    </a:lnTo>
                    <a:lnTo>
                      <a:pt x="6674" y="996"/>
                    </a:lnTo>
                    <a:lnTo>
                      <a:pt x="6489" y="1138"/>
                    </a:lnTo>
                    <a:lnTo>
                      <a:pt x="6319" y="1281"/>
                    </a:lnTo>
                    <a:lnTo>
                      <a:pt x="6148" y="1451"/>
                    </a:lnTo>
                    <a:lnTo>
                      <a:pt x="5991" y="1622"/>
                    </a:lnTo>
                    <a:lnTo>
                      <a:pt x="5849" y="1793"/>
                    </a:lnTo>
                    <a:lnTo>
                      <a:pt x="5707" y="1978"/>
                    </a:lnTo>
                    <a:lnTo>
                      <a:pt x="5564" y="2163"/>
                    </a:lnTo>
                    <a:lnTo>
                      <a:pt x="5451" y="2362"/>
                    </a:lnTo>
                    <a:lnTo>
                      <a:pt x="5337" y="2576"/>
                    </a:lnTo>
                    <a:lnTo>
                      <a:pt x="5223" y="2789"/>
                    </a:lnTo>
                    <a:lnTo>
                      <a:pt x="5137" y="3003"/>
                    </a:lnTo>
                    <a:lnTo>
                      <a:pt x="5052" y="3230"/>
                    </a:lnTo>
                    <a:lnTo>
                      <a:pt x="4981" y="3458"/>
                    </a:lnTo>
                    <a:lnTo>
                      <a:pt x="4924" y="3686"/>
                    </a:lnTo>
                    <a:lnTo>
                      <a:pt x="4867" y="3927"/>
                    </a:lnTo>
                    <a:lnTo>
                      <a:pt x="72" y="30352"/>
                    </a:lnTo>
                    <a:lnTo>
                      <a:pt x="43" y="30594"/>
                    </a:lnTo>
                    <a:lnTo>
                      <a:pt x="15" y="30836"/>
                    </a:lnTo>
                    <a:lnTo>
                      <a:pt x="1" y="31078"/>
                    </a:lnTo>
                    <a:lnTo>
                      <a:pt x="1" y="31320"/>
                    </a:lnTo>
                    <a:lnTo>
                      <a:pt x="15" y="31548"/>
                    </a:lnTo>
                    <a:lnTo>
                      <a:pt x="29" y="31790"/>
                    </a:lnTo>
                    <a:lnTo>
                      <a:pt x="72" y="32017"/>
                    </a:lnTo>
                    <a:lnTo>
                      <a:pt x="114" y="32245"/>
                    </a:lnTo>
                    <a:lnTo>
                      <a:pt x="171" y="32473"/>
                    </a:lnTo>
                    <a:lnTo>
                      <a:pt x="242" y="32700"/>
                    </a:lnTo>
                    <a:lnTo>
                      <a:pt x="314" y="32914"/>
                    </a:lnTo>
                    <a:lnTo>
                      <a:pt x="413" y="33127"/>
                    </a:lnTo>
                    <a:lnTo>
                      <a:pt x="499" y="33341"/>
                    </a:lnTo>
                    <a:lnTo>
                      <a:pt x="612" y="33540"/>
                    </a:lnTo>
                    <a:lnTo>
                      <a:pt x="726" y="33739"/>
                    </a:lnTo>
                    <a:lnTo>
                      <a:pt x="854" y="33924"/>
                    </a:lnTo>
                    <a:lnTo>
                      <a:pt x="997" y="34109"/>
                    </a:lnTo>
                    <a:lnTo>
                      <a:pt x="1139" y="34294"/>
                    </a:lnTo>
                    <a:lnTo>
                      <a:pt x="1295" y="34465"/>
                    </a:lnTo>
                    <a:lnTo>
                      <a:pt x="1452" y="34636"/>
                    </a:lnTo>
                    <a:lnTo>
                      <a:pt x="1623" y="34792"/>
                    </a:lnTo>
                    <a:lnTo>
                      <a:pt x="1793" y="34934"/>
                    </a:lnTo>
                    <a:lnTo>
                      <a:pt x="1978" y="35077"/>
                    </a:lnTo>
                    <a:lnTo>
                      <a:pt x="2163" y="35219"/>
                    </a:lnTo>
                    <a:lnTo>
                      <a:pt x="2363" y="35333"/>
                    </a:lnTo>
                    <a:lnTo>
                      <a:pt x="2576" y="35447"/>
                    </a:lnTo>
                    <a:lnTo>
                      <a:pt x="2790" y="35561"/>
                    </a:lnTo>
                    <a:lnTo>
                      <a:pt x="3003" y="35646"/>
                    </a:lnTo>
                    <a:lnTo>
                      <a:pt x="3231" y="35731"/>
                    </a:lnTo>
                    <a:lnTo>
                      <a:pt x="3458" y="35803"/>
                    </a:lnTo>
                    <a:lnTo>
                      <a:pt x="3686" y="35859"/>
                    </a:lnTo>
                    <a:lnTo>
                      <a:pt x="3928" y="35916"/>
                    </a:lnTo>
                    <a:lnTo>
                      <a:pt x="4170" y="35959"/>
                    </a:lnTo>
                    <a:lnTo>
                      <a:pt x="4412" y="35973"/>
                    </a:lnTo>
                    <a:lnTo>
                      <a:pt x="4654" y="35988"/>
                    </a:lnTo>
                    <a:lnTo>
                      <a:pt x="4896" y="35988"/>
                    </a:lnTo>
                    <a:lnTo>
                      <a:pt x="5137" y="35973"/>
                    </a:lnTo>
                    <a:lnTo>
                      <a:pt x="5365" y="35959"/>
                    </a:lnTo>
                    <a:lnTo>
                      <a:pt x="5593" y="35916"/>
                    </a:lnTo>
                    <a:lnTo>
                      <a:pt x="5821" y="35874"/>
                    </a:lnTo>
                    <a:lnTo>
                      <a:pt x="6048" y="35817"/>
                    </a:lnTo>
                    <a:lnTo>
                      <a:pt x="6276" y="35746"/>
                    </a:lnTo>
                    <a:lnTo>
                      <a:pt x="6489" y="35674"/>
                    </a:lnTo>
                    <a:lnTo>
                      <a:pt x="6703" y="35589"/>
                    </a:lnTo>
                    <a:lnTo>
                      <a:pt x="6916" y="35489"/>
                    </a:lnTo>
                    <a:lnTo>
                      <a:pt x="7115" y="35376"/>
                    </a:lnTo>
                    <a:lnTo>
                      <a:pt x="7315" y="35262"/>
                    </a:lnTo>
                    <a:lnTo>
                      <a:pt x="7514" y="35134"/>
                    </a:lnTo>
                    <a:lnTo>
                      <a:pt x="7699" y="35006"/>
                    </a:lnTo>
                    <a:lnTo>
                      <a:pt x="7870" y="34849"/>
                    </a:lnTo>
                    <a:lnTo>
                      <a:pt x="8040" y="34707"/>
                    </a:lnTo>
                    <a:lnTo>
                      <a:pt x="8211" y="34536"/>
                    </a:lnTo>
                    <a:lnTo>
                      <a:pt x="8368" y="34380"/>
                    </a:lnTo>
                    <a:lnTo>
                      <a:pt x="8524" y="34195"/>
                    </a:lnTo>
                    <a:lnTo>
                      <a:pt x="8652" y="34010"/>
                    </a:lnTo>
                    <a:lnTo>
                      <a:pt x="8795" y="33825"/>
                    </a:lnTo>
                    <a:lnTo>
                      <a:pt x="8908" y="33625"/>
                    </a:lnTo>
                    <a:lnTo>
                      <a:pt x="9022" y="33412"/>
                    </a:lnTo>
                    <a:lnTo>
                      <a:pt x="9136" y="33213"/>
                    </a:lnTo>
                    <a:lnTo>
                      <a:pt x="9221" y="32985"/>
                    </a:lnTo>
                    <a:lnTo>
                      <a:pt x="9307" y="32772"/>
                    </a:lnTo>
                    <a:lnTo>
                      <a:pt x="9378" y="32530"/>
                    </a:lnTo>
                    <a:lnTo>
                      <a:pt x="9449" y="32302"/>
                    </a:lnTo>
                    <a:lnTo>
                      <a:pt x="9492" y="32060"/>
                    </a:lnTo>
                    <a:lnTo>
                      <a:pt x="14287" y="5635"/>
                    </a:lnTo>
                    <a:lnTo>
                      <a:pt x="14330" y="5393"/>
                    </a:lnTo>
                    <a:lnTo>
                      <a:pt x="14344" y="5151"/>
                    </a:lnTo>
                    <a:lnTo>
                      <a:pt x="14358" y="4909"/>
                    </a:lnTo>
                    <a:lnTo>
                      <a:pt x="14358" y="4667"/>
                    </a:lnTo>
                    <a:lnTo>
                      <a:pt x="14344" y="4440"/>
                    </a:lnTo>
                    <a:lnTo>
                      <a:pt x="14330" y="4198"/>
                    </a:lnTo>
                    <a:lnTo>
                      <a:pt x="14287" y="3970"/>
                    </a:lnTo>
                    <a:lnTo>
                      <a:pt x="14245" y="3742"/>
                    </a:lnTo>
                    <a:lnTo>
                      <a:pt x="14188" y="3515"/>
                    </a:lnTo>
                    <a:lnTo>
                      <a:pt x="14117" y="3287"/>
                    </a:lnTo>
                    <a:lnTo>
                      <a:pt x="14045" y="3074"/>
                    </a:lnTo>
                    <a:lnTo>
                      <a:pt x="13960" y="2860"/>
                    </a:lnTo>
                    <a:lnTo>
                      <a:pt x="13860" y="2647"/>
                    </a:lnTo>
                    <a:lnTo>
                      <a:pt x="13747" y="2448"/>
                    </a:lnTo>
                    <a:lnTo>
                      <a:pt x="13633" y="2248"/>
                    </a:lnTo>
                    <a:lnTo>
                      <a:pt x="13505" y="2063"/>
                    </a:lnTo>
                    <a:lnTo>
                      <a:pt x="13377" y="1878"/>
                    </a:lnTo>
                    <a:lnTo>
                      <a:pt x="13220" y="1693"/>
                    </a:lnTo>
                    <a:lnTo>
                      <a:pt x="13078" y="1523"/>
                    </a:lnTo>
                    <a:lnTo>
                      <a:pt x="12907" y="1352"/>
                    </a:lnTo>
                    <a:lnTo>
                      <a:pt x="12736" y="1195"/>
                    </a:lnTo>
                    <a:lnTo>
                      <a:pt x="12566" y="1053"/>
                    </a:lnTo>
                    <a:lnTo>
                      <a:pt x="12381" y="911"/>
                    </a:lnTo>
                    <a:lnTo>
                      <a:pt x="12196" y="783"/>
                    </a:lnTo>
                    <a:lnTo>
                      <a:pt x="11996" y="655"/>
                    </a:lnTo>
                    <a:lnTo>
                      <a:pt x="11783" y="541"/>
                    </a:lnTo>
                    <a:lnTo>
                      <a:pt x="11584" y="441"/>
                    </a:lnTo>
                    <a:lnTo>
                      <a:pt x="11356" y="342"/>
                    </a:lnTo>
                    <a:lnTo>
                      <a:pt x="11128" y="256"/>
                    </a:lnTo>
                    <a:lnTo>
                      <a:pt x="10901" y="185"/>
                    </a:lnTo>
                    <a:lnTo>
                      <a:pt x="10673" y="128"/>
                    </a:lnTo>
                    <a:lnTo>
                      <a:pt x="10431" y="71"/>
                    </a:lnTo>
                    <a:lnTo>
                      <a:pt x="10189" y="43"/>
                    </a:lnTo>
                    <a:lnTo>
                      <a:pt x="9947" y="14"/>
                    </a:lnTo>
                    <a:lnTo>
                      <a:pt x="9705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19"/>
              <p:cNvSpPr/>
              <p:nvPr/>
            </p:nvSpPr>
            <p:spPr>
              <a:xfrm>
                <a:off x="1734998" y="2217094"/>
                <a:ext cx="575954" cy="703792"/>
              </a:xfrm>
              <a:custGeom>
                <a:avLst/>
                <a:gdLst/>
                <a:ahLst/>
                <a:cxnLst/>
                <a:rect l="l" t="t" r="r" b="b"/>
                <a:pathLst>
                  <a:path w="17305" h="21146" extrusionOk="0">
                    <a:moveTo>
                      <a:pt x="11485" y="0"/>
                    </a:moveTo>
                    <a:lnTo>
                      <a:pt x="11214" y="15"/>
                    </a:lnTo>
                    <a:lnTo>
                      <a:pt x="10930" y="29"/>
                    </a:lnTo>
                    <a:lnTo>
                      <a:pt x="10659" y="71"/>
                    </a:lnTo>
                    <a:lnTo>
                      <a:pt x="10375" y="114"/>
                    </a:lnTo>
                    <a:lnTo>
                      <a:pt x="10104" y="185"/>
                    </a:lnTo>
                    <a:lnTo>
                      <a:pt x="9834" y="256"/>
                    </a:lnTo>
                    <a:lnTo>
                      <a:pt x="9578" y="342"/>
                    </a:lnTo>
                    <a:lnTo>
                      <a:pt x="9322" y="441"/>
                    </a:lnTo>
                    <a:lnTo>
                      <a:pt x="9065" y="555"/>
                    </a:lnTo>
                    <a:lnTo>
                      <a:pt x="8809" y="683"/>
                    </a:lnTo>
                    <a:lnTo>
                      <a:pt x="8567" y="811"/>
                    </a:lnTo>
                    <a:lnTo>
                      <a:pt x="8325" y="968"/>
                    </a:lnTo>
                    <a:lnTo>
                      <a:pt x="8098" y="1124"/>
                    </a:lnTo>
                    <a:lnTo>
                      <a:pt x="7870" y="1295"/>
                    </a:lnTo>
                    <a:lnTo>
                      <a:pt x="7657" y="1480"/>
                    </a:lnTo>
                    <a:lnTo>
                      <a:pt x="7443" y="1679"/>
                    </a:lnTo>
                    <a:lnTo>
                      <a:pt x="7244" y="1879"/>
                    </a:lnTo>
                    <a:lnTo>
                      <a:pt x="7059" y="2092"/>
                    </a:lnTo>
                    <a:lnTo>
                      <a:pt x="6874" y="2320"/>
                    </a:lnTo>
                    <a:lnTo>
                      <a:pt x="6703" y="2562"/>
                    </a:lnTo>
                    <a:lnTo>
                      <a:pt x="6547" y="2818"/>
                    </a:lnTo>
                    <a:lnTo>
                      <a:pt x="826" y="12380"/>
                    </a:lnTo>
                    <a:lnTo>
                      <a:pt x="684" y="12636"/>
                    </a:lnTo>
                    <a:lnTo>
                      <a:pt x="542" y="12907"/>
                    </a:lnTo>
                    <a:lnTo>
                      <a:pt x="428" y="13177"/>
                    </a:lnTo>
                    <a:lnTo>
                      <a:pt x="328" y="13448"/>
                    </a:lnTo>
                    <a:lnTo>
                      <a:pt x="243" y="13718"/>
                    </a:lnTo>
                    <a:lnTo>
                      <a:pt x="172" y="13988"/>
                    </a:lnTo>
                    <a:lnTo>
                      <a:pt x="101" y="14273"/>
                    </a:lnTo>
                    <a:lnTo>
                      <a:pt x="58" y="14543"/>
                    </a:lnTo>
                    <a:lnTo>
                      <a:pt x="29" y="14828"/>
                    </a:lnTo>
                    <a:lnTo>
                      <a:pt x="15" y="15112"/>
                    </a:lnTo>
                    <a:lnTo>
                      <a:pt x="1" y="15383"/>
                    </a:lnTo>
                    <a:lnTo>
                      <a:pt x="15" y="15667"/>
                    </a:lnTo>
                    <a:lnTo>
                      <a:pt x="44" y="15952"/>
                    </a:lnTo>
                    <a:lnTo>
                      <a:pt x="72" y="16222"/>
                    </a:lnTo>
                    <a:lnTo>
                      <a:pt x="115" y="16493"/>
                    </a:lnTo>
                    <a:lnTo>
                      <a:pt x="186" y="16763"/>
                    </a:lnTo>
                    <a:lnTo>
                      <a:pt x="257" y="17034"/>
                    </a:lnTo>
                    <a:lnTo>
                      <a:pt x="342" y="17304"/>
                    </a:lnTo>
                    <a:lnTo>
                      <a:pt x="442" y="17560"/>
                    </a:lnTo>
                    <a:lnTo>
                      <a:pt x="556" y="17816"/>
                    </a:lnTo>
                    <a:lnTo>
                      <a:pt x="684" y="18072"/>
                    </a:lnTo>
                    <a:lnTo>
                      <a:pt x="812" y="18314"/>
                    </a:lnTo>
                    <a:lnTo>
                      <a:pt x="969" y="18556"/>
                    </a:lnTo>
                    <a:lnTo>
                      <a:pt x="1125" y="18784"/>
                    </a:lnTo>
                    <a:lnTo>
                      <a:pt x="1296" y="19011"/>
                    </a:lnTo>
                    <a:lnTo>
                      <a:pt x="1481" y="19225"/>
                    </a:lnTo>
                    <a:lnTo>
                      <a:pt x="1680" y="19438"/>
                    </a:lnTo>
                    <a:lnTo>
                      <a:pt x="1879" y="19638"/>
                    </a:lnTo>
                    <a:lnTo>
                      <a:pt x="2107" y="19823"/>
                    </a:lnTo>
                    <a:lnTo>
                      <a:pt x="2335" y="20008"/>
                    </a:lnTo>
                    <a:lnTo>
                      <a:pt x="2577" y="20178"/>
                    </a:lnTo>
                    <a:lnTo>
                      <a:pt x="2819" y="20335"/>
                    </a:lnTo>
                    <a:lnTo>
                      <a:pt x="3075" y="20477"/>
                    </a:lnTo>
                    <a:lnTo>
                      <a:pt x="3345" y="20605"/>
                    </a:lnTo>
                    <a:lnTo>
                      <a:pt x="3615" y="20733"/>
                    </a:lnTo>
                    <a:lnTo>
                      <a:pt x="3886" y="20833"/>
                    </a:lnTo>
                    <a:lnTo>
                      <a:pt x="4156" y="20918"/>
                    </a:lnTo>
                    <a:lnTo>
                      <a:pt x="4426" y="20989"/>
                    </a:lnTo>
                    <a:lnTo>
                      <a:pt x="4711" y="21046"/>
                    </a:lnTo>
                    <a:lnTo>
                      <a:pt x="4981" y="21089"/>
                    </a:lnTo>
                    <a:lnTo>
                      <a:pt x="5266" y="21132"/>
                    </a:lnTo>
                    <a:lnTo>
                      <a:pt x="5551" y="21146"/>
                    </a:lnTo>
                    <a:lnTo>
                      <a:pt x="6106" y="21146"/>
                    </a:lnTo>
                    <a:lnTo>
                      <a:pt x="6390" y="21118"/>
                    </a:lnTo>
                    <a:lnTo>
                      <a:pt x="6661" y="21089"/>
                    </a:lnTo>
                    <a:lnTo>
                      <a:pt x="6931" y="21032"/>
                    </a:lnTo>
                    <a:lnTo>
                      <a:pt x="7201" y="20975"/>
                    </a:lnTo>
                    <a:lnTo>
                      <a:pt x="7472" y="20904"/>
                    </a:lnTo>
                    <a:lnTo>
                      <a:pt x="7742" y="20819"/>
                    </a:lnTo>
                    <a:lnTo>
                      <a:pt x="7998" y="20719"/>
                    </a:lnTo>
                    <a:lnTo>
                      <a:pt x="8254" y="20605"/>
                    </a:lnTo>
                    <a:lnTo>
                      <a:pt x="8510" y="20477"/>
                    </a:lnTo>
                    <a:lnTo>
                      <a:pt x="8752" y="20335"/>
                    </a:lnTo>
                    <a:lnTo>
                      <a:pt x="8994" y="20193"/>
                    </a:lnTo>
                    <a:lnTo>
                      <a:pt x="9222" y="20036"/>
                    </a:lnTo>
                    <a:lnTo>
                      <a:pt x="9450" y="19865"/>
                    </a:lnTo>
                    <a:lnTo>
                      <a:pt x="9663" y="19680"/>
                    </a:lnTo>
                    <a:lnTo>
                      <a:pt x="9877" y="19481"/>
                    </a:lnTo>
                    <a:lnTo>
                      <a:pt x="10076" y="19268"/>
                    </a:lnTo>
                    <a:lnTo>
                      <a:pt x="10261" y="19054"/>
                    </a:lnTo>
                    <a:lnTo>
                      <a:pt x="10446" y="18826"/>
                    </a:lnTo>
                    <a:lnTo>
                      <a:pt x="10616" y="18585"/>
                    </a:lnTo>
                    <a:lnTo>
                      <a:pt x="10773" y="18328"/>
                    </a:lnTo>
                    <a:lnTo>
                      <a:pt x="16493" y="8766"/>
                    </a:lnTo>
                    <a:lnTo>
                      <a:pt x="16636" y="8510"/>
                    </a:lnTo>
                    <a:lnTo>
                      <a:pt x="16764" y="8254"/>
                    </a:lnTo>
                    <a:lnTo>
                      <a:pt x="16892" y="7983"/>
                    </a:lnTo>
                    <a:lnTo>
                      <a:pt x="16991" y="7713"/>
                    </a:lnTo>
                    <a:lnTo>
                      <a:pt x="17077" y="7443"/>
                    </a:lnTo>
                    <a:lnTo>
                      <a:pt x="17148" y="7158"/>
                    </a:lnTo>
                    <a:lnTo>
                      <a:pt x="17205" y="6888"/>
                    </a:lnTo>
                    <a:lnTo>
                      <a:pt x="17262" y="6603"/>
                    </a:lnTo>
                    <a:lnTo>
                      <a:pt x="17290" y="6318"/>
                    </a:lnTo>
                    <a:lnTo>
                      <a:pt x="17305" y="6048"/>
                    </a:lnTo>
                    <a:lnTo>
                      <a:pt x="17305" y="5763"/>
                    </a:lnTo>
                    <a:lnTo>
                      <a:pt x="17305" y="5479"/>
                    </a:lnTo>
                    <a:lnTo>
                      <a:pt x="17276" y="5208"/>
                    </a:lnTo>
                    <a:lnTo>
                      <a:pt x="17248" y="4924"/>
                    </a:lnTo>
                    <a:lnTo>
                      <a:pt x="17191" y="4653"/>
                    </a:lnTo>
                    <a:lnTo>
                      <a:pt x="17134" y="4383"/>
                    </a:lnTo>
                    <a:lnTo>
                      <a:pt x="17063" y="4113"/>
                    </a:lnTo>
                    <a:lnTo>
                      <a:pt x="16977" y="3842"/>
                    </a:lnTo>
                    <a:lnTo>
                      <a:pt x="16878" y="3586"/>
                    </a:lnTo>
                    <a:lnTo>
                      <a:pt x="16764" y="3330"/>
                    </a:lnTo>
                    <a:lnTo>
                      <a:pt x="16636" y="3088"/>
                    </a:lnTo>
                    <a:lnTo>
                      <a:pt x="16508" y="2832"/>
                    </a:lnTo>
                    <a:lnTo>
                      <a:pt x="16351" y="2604"/>
                    </a:lnTo>
                    <a:lnTo>
                      <a:pt x="16195" y="2362"/>
                    </a:lnTo>
                    <a:lnTo>
                      <a:pt x="16024" y="2149"/>
                    </a:lnTo>
                    <a:lnTo>
                      <a:pt x="15839" y="1921"/>
                    </a:lnTo>
                    <a:lnTo>
                      <a:pt x="15640" y="1722"/>
                    </a:lnTo>
                    <a:lnTo>
                      <a:pt x="15440" y="1523"/>
                    </a:lnTo>
                    <a:lnTo>
                      <a:pt x="15213" y="1324"/>
                    </a:lnTo>
                    <a:lnTo>
                      <a:pt x="14985" y="1153"/>
                    </a:lnTo>
                    <a:lnTo>
                      <a:pt x="14743" y="982"/>
                    </a:lnTo>
                    <a:lnTo>
                      <a:pt x="14501" y="826"/>
                    </a:lnTo>
                    <a:lnTo>
                      <a:pt x="14231" y="669"/>
                    </a:lnTo>
                    <a:lnTo>
                      <a:pt x="13975" y="541"/>
                    </a:lnTo>
                    <a:lnTo>
                      <a:pt x="13704" y="427"/>
                    </a:lnTo>
                    <a:lnTo>
                      <a:pt x="13434" y="328"/>
                    </a:lnTo>
                    <a:lnTo>
                      <a:pt x="13164" y="242"/>
                    </a:lnTo>
                    <a:lnTo>
                      <a:pt x="12893" y="157"/>
                    </a:lnTo>
                    <a:lnTo>
                      <a:pt x="12609" y="100"/>
                    </a:lnTo>
                    <a:lnTo>
                      <a:pt x="12324" y="57"/>
                    </a:lnTo>
                    <a:lnTo>
                      <a:pt x="12054" y="29"/>
                    </a:lnTo>
                    <a:lnTo>
                      <a:pt x="117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19"/>
              <p:cNvSpPr/>
              <p:nvPr/>
            </p:nvSpPr>
            <p:spPr>
              <a:xfrm>
                <a:off x="2421280" y="1708440"/>
                <a:ext cx="318747" cy="969985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29144" extrusionOk="0">
                    <a:moveTo>
                      <a:pt x="4781" y="0"/>
                    </a:moveTo>
                    <a:lnTo>
                      <a:pt x="4539" y="15"/>
                    </a:lnTo>
                    <a:lnTo>
                      <a:pt x="4298" y="29"/>
                    </a:lnTo>
                    <a:lnTo>
                      <a:pt x="4056" y="57"/>
                    </a:lnTo>
                    <a:lnTo>
                      <a:pt x="3828" y="100"/>
                    </a:lnTo>
                    <a:lnTo>
                      <a:pt x="3586" y="157"/>
                    </a:lnTo>
                    <a:lnTo>
                      <a:pt x="3373" y="228"/>
                    </a:lnTo>
                    <a:lnTo>
                      <a:pt x="3145" y="299"/>
                    </a:lnTo>
                    <a:lnTo>
                      <a:pt x="2931" y="385"/>
                    </a:lnTo>
                    <a:lnTo>
                      <a:pt x="2718" y="484"/>
                    </a:lnTo>
                    <a:lnTo>
                      <a:pt x="2505" y="584"/>
                    </a:lnTo>
                    <a:lnTo>
                      <a:pt x="2305" y="698"/>
                    </a:lnTo>
                    <a:lnTo>
                      <a:pt x="2120" y="826"/>
                    </a:lnTo>
                    <a:lnTo>
                      <a:pt x="1921" y="954"/>
                    </a:lnTo>
                    <a:lnTo>
                      <a:pt x="1750" y="1096"/>
                    </a:lnTo>
                    <a:lnTo>
                      <a:pt x="1565" y="1253"/>
                    </a:lnTo>
                    <a:lnTo>
                      <a:pt x="1409" y="1409"/>
                    </a:lnTo>
                    <a:lnTo>
                      <a:pt x="1252" y="1580"/>
                    </a:lnTo>
                    <a:lnTo>
                      <a:pt x="1096" y="1751"/>
                    </a:lnTo>
                    <a:lnTo>
                      <a:pt x="954" y="1936"/>
                    </a:lnTo>
                    <a:lnTo>
                      <a:pt x="825" y="2121"/>
                    </a:lnTo>
                    <a:lnTo>
                      <a:pt x="697" y="2320"/>
                    </a:lnTo>
                    <a:lnTo>
                      <a:pt x="584" y="2519"/>
                    </a:lnTo>
                    <a:lnTo>
                      <a:pt x="470" y="2718"/>
                    </a:lnTo>
                    <a:lnTo>
                      <a:pt x="384" y="2932"/>
                    </a:lnTo>
                    <a:lnTo>
                      <a:pt x="285" y="3145"/>
                    </a:lnTo>
                    <a:lnTo>
                      <a:pt x="214" y="3373"/>
                    </a:lnTo>
                    <a:lnTo>
                      <a:pt x="157" y="3601"/>
                    </a:lnTo>
                    <a:lnTo>
                      <a:pt x="100" y="3828"/>
                    </a:lnTo>
                    <a:lnTo>
                      <a:pt x="57" y="4070"/>
                    </a:lnTo>
                    <a:lnTo>
                      <a:pt x="29" y="4298"/>
                    </a:lnTo>
                    <a:lnTo>
                      <a:pt x="0" y="4540"/>
                    </a:lnTo>
                    <a:lnTo>
                      <a:pt x="0" y="4796"/>
                    </a:lnTo>
                    <a:lnTo>
                      <a:pt x="0" y="24362"/>
                    </a:lnTo>
                    <a:lnTo>
                      <a:pt x="0" y="24604"/>
                    </a:lnTo>
                    <a:lnTo>
                      <a:pt x="29" y="24846"/>
                    </a:lnTo>
                    <a:lnTo>
                      <a:pt x="57" y="25088"/>
                    </a:lnTo>
                    <a:lnTo>
                      <a:pt x="100" y="25330"/>
                    </a:lnTo>
                    <a:lnTo>
                      <a:pt x="157" y="25557"/>
                    </a:lnTo>
                    <a:lnTo>
                      <a:pt x="214" y="25785"/>
                    </a:lnTo>
                    <a:lnTo>
                      <a:pt x="285" y="25998"/>
                    </a:lnTo>
                    <a:lnTo>
                      <a:pt x="384" y="26226"/>
                    </a:lnTo>
                    <a:lnTo>
                      <a:pt x="470" y="26425"/>
                    </a:lnTo>
                    <a:lnTo>
                      <a:pt x="584" y="26639"/>
                    </a:lnTo>
                    <a:lnTo>
                      <a:pt x="697" y="26838"/>
                    </a:lnTo>
                    <a:lnTo>
                      <a:pt x="825" y="27037"/>
                    </a:lnTo>
                    <a:lnTo>
                      <a:pt x="954" y="27222"/>
                    </a:lnTo>
                    <a:lnTo>
                      <a:pt x="1096" y="27407"/>
                    </a:lnTo>
                    <a:lnTo>
                      <a:pt x="1252" y="27578"/>
                    </a:lnTo>
                    <a:lnTo>
                      <a:pt x="1409" y="27749"/>
                    </a:lnTo>
                    <a:lnTo>
                      <a:pt x="1565" y="27905"/>
                    </a:lnTo>
                    <a:lnTo>
                      <a:pt x="1750" y="28048"/>
                    </a:lnTo>
                    <a:lnTo>
                      <a:pt x="1921" y="28190"/>
                    </a:lnTo>
                    <a:lnTo>
                      <a:pt x="2120" y="28332"/>
                    </a:lnTo>
                    <a:lnTo>
                      <a:pt x="2305" y="28446"/>
                    </a:lnTo>
                    <a:lnTo>
                      <a:pt x="2505" y="28574"/>
                    </a:lnTo>
                    <a:lnTo>
                      <a:pt x="2718" y="28674"/>
                    </a:lnTo>
                    <a:lnTo>
                      <a:pt x="2931" y="28773"/>
                    </a:lnTo>
                    <a:lnTo>
                      <a:pt x="3145" y="28859"/>
                    </a:lnTo>
                    <a:lnTo>
                      <a:pt x="3373" y="28930"/>
                    </a:lnTo>
                    <a:lnTo>
                      <a:pt x="3586" y="29001"/>
                    </a:lnTo>
                    <a:lnTo>
                      <a:pt x="3828" y="29044"/>
                    </a:lnTo>
                    <a:lnTo>
                      <a:pt x="4056" y="29086"/>
                    </a:lnTo>
                    <a:lnTo>
                      <a:pt x="4298" y="29129"/>
                    </a:lnTo>
                    <a:lnTo>
                      <a:pt x="4539" y="29143"/>
                    </a:lnTo>
                    <a:lnTo>
                      <a:pt x="5037" y="29143"/>
                    </a:lnTo>
                    <a:lnTo>
                      <a:pt x="5279" y="29129"/>
                    </a:lnTo>
                    <a:lnTo>
                      <a:pt x="5507" y="29086"/>
                    </a:lnTo>
                    <a:lnTo>
                      <a:pt x="5749" y="29044"/>
                    </a:lnTo>
                    <a:lnTo>
                      <a:pt x="5977" y="29001"/>
                    </a:lnTo>
                    <a:lnTo>
                      <a:pt x="6204" y="28930"/>
                    </a:lnTo>
                    <a:lnTo>
                      <a:pt x="6432" y="28859"/>
                    </a:lnTo>
                    <a:lnTo>
                      <a:pt x="6645" y="28773"/>
                    </a:lnTo>
                    <a:lnTo>
                      <a:pt x="6859" y="28674"/>
                    </a:lnTo>
                    <a:lnTo>
                      <a:pt x="7058" y="28574"/>
                    </a:lnTo>
                    <a:lnTo>
                      <a:pt x="7257" y="28446"/>
                    </a:lnTo>
                    <a:lnTo>
                      <a:pt x="7457" y="28332"/>
                    </a:lnTo>
                    <a:lnTo>
                      <a:pt x="7642" y="28190"/>
                    </a:lnTo>
                    <a:lnTo>
                      <a:pt x="7827" y="28048"/>
                    </a:lnTo>
                    <a:lnTo>
                      <a:pt x="7997" y="27905"/>
                    </a:lnTo>
                    <a:lnTo>
                      <a:pt x="8168" y="27749"/>
                    </a:lnTo>
                    <a:lnTo>
                      <a:pt x="8325" y="27578"/>
                    </a:lnTo>
                    <a:lnTo>
                      <a:pt x="8481" y="27407"/>
                    </a:lnTo>
                    <a:lnTo>
                      <a:pt x="8623" y="27222"/>
                    </a:lnTo>
                    <a:lnTo>
                      <a:pt x="8751" y="27037"/>
                    </a:lnTo>
                    <a:lnTo>
                      <a:pt x="8880" y="26838"/>
                    </a:lnTo>
                    <a:lnTo>
                      <a:pt x="8993" y="26639"/>
                    </a:lnTo>
                    <a:lnTo>
                      <a:pt x="9093" y="26425"/>
                    </a:lnTo>
                    <a:lnTo>
                      <a:pt x="9193" y="26226"/>
                    </a:lnTo>
                    <a:lnTo>
                      <a:pt x="9278" y="25998"/>
                    </a:lnTo>
                    <a:lnTo>
                      <a:pt x="9349" y="25785"/>
                    </a:lnTo>
                    <a:lnTo>
                      <a:pt x="9420" y="25557"/>
                    </a:lnTo>
                    <a:lnTo>
                      <a:pt x="9477" y="25330"/>
                    </a:lnTo>
                    <a:lnTo>
                      <a:pt x="9520" y="25088"/>
                    </a:lnTo>
                    <a:lnTo>
                      <a:pt x="9548" y="24846"/>
                    </a:lnTo>
                    <a:lnTo>
                      <a:pt x="9563" y="24604"/>
                    </a:lnTo>
                    <a:lnTo>
                      <a:pt x="9577" y="24362"/>
                    </a:lnTo>
                    <a:lnTo>
                      <a:pt x="9577" y="4796"/>
                    </a:lnTo>
                    <a:lnTo>
                      <a:pt x="9563" y="4540"/>
                    </a:lnTo>
                    <a:lnTo>
                      <a:pt x="9548" y="4298"/>
                    </a:lnTo>
                    <a:lnTo>
                      <a:pt x="9520" y="4070"/>
                    </a:lnTo>
                    <a:lnTo>
                      <a:pt x="9477" y="3828"/>
                    </a:lnTo>
                    <a:lnTo>
                      <a:pt x="9420" y="3601"/>
                    </a:lnTo>
                    <a:lnTo>
                      <a:pt x="9349" y="3373"/>
                    </a:lnTo>
                    <a:lnTo>
                      <a:pt x="9278" y="3145"/>
                    </a:lnTo>
                    <a:lnTo>
                      <a:pt x="9193" y="2932"/>
                    </a:lnTo>
                    <a:lnTo>
                      <a:pt x="9093" y="2718"/>
                    </a:lnTo>
                    <a:lnTo>
                      <a:pt x="8993" y="2519"/>
                    </a:lnTo>
                    <a:lnTo>
                      <a:pt x="8880" y="2320"/>
                    </a:lnTo>
                    <a:lnTo>
                      <a:pt x="8751" y="2121"/>
                    </a:lnTo>
                    <a:lnTo>
                      <a:pt x="8623" y="1936"/>
                    </a:lnTo>
                    <a:lnTo>
                      <a:pt x="8481" y="1751"/>
                    </a:lnTo>
                    <a:lnTo>
                      <a:pt x="8325" y="1580"/>
                    </a:lnTo>
                    <a:lnTo>
                      <a:pt x="8168" y="1409"/>
                    </a:lnTo>
                    <a:lnTo>
                      <a:pt x="7997" y="1253"/>
                    </a:lnTo>
                    <a:lnTo>
                      <a:pt x="7827" y="1096"/>
                    </a:lnTo>
                    <a:lnTo>
                      <a:pt x="7642" y="954"/>
                    </a:lnTo>
                    <a:lnTo>
                      <a:pt x="7457" y="826"/>
                    </a:lnTo>
                    <a:lnTo>
                      <a:pt x="7257" y="698"/>
                    </a:lnTo>
                    <a:lnTo>
                      <a:pt x="7058" y="584"/>
                    </a:lnTo>
                    <a:lnTo>
                      <a:pt x="6859" y="484"/>
                    </a:lnTo>
                    <a:lnTo>
                      <a:pt x="6645" y="385"/>
                    </a:lnTo>
                    <a:lnTo>
                      <a:pt x="6432" y="299"/>
                    </a:lnTo>
                    <a:lnTo>
                      <a:pt x="6204" y="228"/>
                    </a:lnTo>
                    <a:lnTo>
                      <a:pt x="5977" y="157"/>
                    </a:lnTo>
                    <a:lnTo>
                      <a:pt x="5749" y="100"/>
                    </a:lnTo>
                    <a:lnTo>
                      <a:pt x="5507" y="57"/>
                    </a:lnTo>
                    <a:lnTo>
                      <a:pt x="5279" y="29"/>
                    </a:lnTo>
                    <a:lnTo>
                      <a:pt x="5037" y="15"/>
                    </a:lnTo>
                    <a:lnTo>
                      <a:pt x="47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19"/>
              <p:cNvSpPr/>
              <p:nvPr/>
            </p:nvSpPr>
            <p:spPr>
              <a:xfrm>
                <a:off x="2728090" y="1736364"/>
                <a:ext cx="287062" cy="785301"/>
              </a:xfrm>
              <a:custGeom>
                <a:avLst/>
                <a:gdLst/>
                <a:ahLst/>
                <a:cxnLst/>
                <a:rect l="l" t="t" r="r" b="b"/>
                <a:pathLst>
                  <a:path w="8625" h="23595" extrusionOk="0">
                    <a:moveTo>
                      <a:pt x="3885" y="1"/>
                    </a:moveTo>
                    <a:lnTo>
                      <a:pt x="3672" y="15"/>
                    </a:lnTo>
                    <a:lnTo>
                      <a:pt x="3473" y="44"/>
                    </a:lnTo>
                    <a:lnTo>
                      <a:pt x="3274" y="86"/>
                    </a:lnTo>
                    <a:lnTo>
                      <a:pt x="3074" y="129"/>
                    </a:lnTo>
                    <a:lnTo>
                      <a:pt x="2875" y="186"/>
                    </a:lnTo>
                    <a:lnTo>
                      <a:pt x="2690" y="243"/>
                    </a:lnTo>
                    <a:lnTo>
                      <a:pt x="2505" y="314"/>
                    </a:lnTo>
                    <a:lnTo>
                      <a:pt x="2320" y="399"/>
                    </a:lnTo>
                    <a:lnTo>
                      <a:pt x="2149" y="485"/>
                    </a:lnTo>
                    <a:lnTo>
                      <a:pt x="1979" y="584"/>
                    </a:lnTo>
                    <a:lnTo>
                      <a:pt x="1808" y="698"/>
                    </a:lnTo>
                    <a:lnTo>
                      <a:pt x="1651" y="812"/>
                    </a:lnTo>
                    <a:lnTo>
                      <a:pt x="1495" y="926"/>
                    </a:lnTo>
                    <a:lnTo>
                      <a:pt x="1353" y="1054"/>
                    </a:lnTo>
                    <a:lnTo>
                      <a:pt x="1210" y="1196"/>
                    </a:lnTo>
                    <a:lnTo>
                      <a:pt x="1068" y="1339"/>
                    </a:lnTo>
                    <a:lnTo>
                      <a:pt x="940" y="1481"/>
                    </a:lnTo>
                    <a:lnTo>
                      <a:pt x="826" y="1637"/>
                    </a:lnTo>
                    <a:lnTo>
                      <a:pt x="712" y="1794"/>
                    </a:lnTo>
                    <a:lnTo>
                      <a:pt x="598" y="1965"/>
                    </a:lnTo>
                    <a:lnTo>
                      <a:pt x="499" y="2135"/>
                    </a:lnTo>
                    <a:lnTo>
                      <a:pt x="413" y="2306"/>
                    </a:lnTo>
                    <a:lnTo>
                      <a:pt x="328" y="2491"/>
                    </a:lnTo>
                    <a:lnTo>
                      <a:pt x="257" y="2676"/>
                    </a:lnTo>
                    <a:lnTo>
                      <a:pt x="186" y="2875"/>
                    </a:lnTo>
                    <a:lnTo>
                      <a:pt x="143" y="3060"/>
                    </a:lnTo>
                    <a:lnTo>
                      <a:pt x="86" y="3260"/>
                    </a:lnTo>
                    <a:lnTo>
                      <a:pt x="58" y="3459"/>
                    </a:lnTo>
                    <a:lnTo>
                      <a:pt x="29" y="3658"/>
                    </a:lnTo>
                    <a:lnTo>
                      <a:pt x="15" y="3871"/>
                    </a:lnTo>
                    <a:lnTo>
                      <a:pt x="1" y="4085"/>
                    </a:lnTo>
                    <a:lnTo>
                      <a:pt x="1" y="19510"/>
                    </a:lnTo>
                    <a:lnTo>
                      <a:pt x="15" y="19724"/>
                    </a:lnTo>
                    <a:lnTo>
                      <a:pt x="29" y="19937"/>
                    </a:lnTo>
                    <a:lnTo>
                      <a:pt x="58" y="20136"/>
                    </a:lnTo>
                    <a:lnTo>
                      <a:pt x="86" y="20335"/>
                    </a:lnTo>
                    <a:lnTo>
                      <a:pt x="143" y="20535"/>
                    </a:lnTo>
                    <a:lnTo>
                      <a:pt x="186" y="20720"/>
                    </a:lnTo>
                    <a:lnTo>
                      <a:pt x="257" y="20919"/>
                    </a:lnTo>
                    <a:lnTo>
                      <a:pt x="328" y="21104"/>
                    </a:lnTo>
                    <a:lnTo>
                      <a:pt x="413" y="21275"/>
                    </a:lnTo>
                    <a:lnTo>
                      <a:pt x="499" y="21460"/>
                    </a:lnTo>
                    <a:lnTo>
                      <a:pt x="598" y="21630"/>
                    </a:lnTo>
                    <a:lnTo>
                      <a:pt x="712" y="21801"/>
                    </a:lnTo>
                    <a:lnTo>
                      <a:pt x="826" y="21958"/>
                    </a:lnTo>
                    <a:lnTo>
                      <a:pt x="940" y="22114"/>
                    </a:lnTo>
                    <a:lnTo>
                      <a:pt x="1068" y="22257"/>
                    </a:lnTo>
                    <a:lnTo>
                      <a:pt x="1210" y="22399"/>
                    </a:lnTo>
                    <a:lnTo>
                      <a:pt x="1353" y="22541"/>
                    </a:lnTo>
                    <a:lnTo>
                      <a:pt x="1495" y="22669"/>
                    </a:lnTo>
                    <a:lnTo>
                      <a:pt x="1651" y="22783"/>
                    </a:lnTo>
                    <a:lnTo>
                      <a:pt x="1808" y="22897"/>
                    </a:lnTo>
                    <a:lnTo>
                      <a:pt x="1979" y="23011"/>
                    </a:lnTo>
                    <a:lnTo>
                      <a:pt x="2149" y="23110"/>
                    </a:lnTo>
                    <a:lnTo>
                      <a:pt x="2320" y="23196"/>
                    </a:lnTo>
                    <a:lnTo>
                      <a:pt x="2505" y="23281"/>
                    </a:lnTo>
                    <a:lnTo>
                      <a:pt x="2690" y="23352"/>
                    </a:lnTo>
                    <a:lnTo>
                      <a:pt x="2875" y="23409"/>
                    </a:lnTo>
                    <a:lnTo>
                      <a:pt x="3074" y="23466"/>
                    </a:lnTo>
                    <a:lnTo>
                      <a:pt x="3274" y="23509"/>
                    </a:lnTo>
                    <a:lnTo>
                      <a:pt x="3473" y="23551"/>
                    </a:lnTo>
                    <a:lnTo>
                      <a:pt x="3672" y="23580"/>
                    </a:lnTo>
                    <a:lnTo>
                      <a:pt x="3885" y="23594"/>
                    </a:lnTo>
                    <a:lnTo>
                      <a:pt x="4754" y="23594"/>
                    </a:lnTo>
                    <a:lnTo>
                      <a:pt x="4953" y="23580"/>
                    </a:lnTo>
                    <a:lnTo>
                      <a:pt x="5166" y="23551"/>
                    </a:lnTo>
                    <a:lnTo>
                      <a:pt x="5365" y="23509"/>
                    </a:lnTo>
                    <a:lnTo>
                      <a:pt x="5565" y="23466"/>
                    </a:lnTo>
                    <a:lnTo>
                      <a:pt x="5750" y="23409"/>
                    </a:lnTo>
                    <a:lnTo>
                      <a:pt x="5949" y="23352"/>
                    </a:lnTo>
                    <a:lnTo>
                      <a:pt x="6134" y="23281"/>
                    </a:lnTo>
                    <a:lnTo>
                      <a:pt x="6305" y="23196"/>
                    </a:lnTo>
                    <a:lnTo>
                      <a:pt x="6490" y="23110"/>
                    </a:lnTo>
                    <a:lnTo>
                      <a:pt x="6660" y="23011"/>
                    </a:lnTo>
                    <a:lnTo>
                      <a:pt x="6817" y="22897"/>
                    </a:lnTo>
                    <a:lnTo>
                      <a:pt x="6988" y="22783"/>
                    </a:lnTo>
                    <a:lnTo>
                      <a:pt x="7130" y="22669"/>
                    </a:lnTo>
                    <a:lnTo>
                      <a:pt x="7286" y="22541"/>
                    </a:lnTo>
                    <a:lnTo>
                      <a:pt x="7429" y="22399"/>
                    </a:lnTo>
                    <a:lnTo>
                      <a:pt x="7557" y="22257"/>
                    </a:lnTo>
                    <a:lnTo>
                      <a:pt x="7685" y="22114"/>
                    </a:lnTo>
                    <a:lnTo>
                      <a:pt x="7813" y="21958"/>
                    </a:lnTo>
                    <a:lnTo>
                      <a:pt x="7927" y="21801"/>
                    </a:lnTo>
                    <a:lnTo>
                      <a:pt x="8026" y="21630"/>
                    </a:lnTo>
                    <a:lnTo>
                      <a:pt x="8126" y="21460"/>
                    </a:lnTo>
                    <a:lnTo>
                      <a:pt x="8226" y="21275"/>
                    </a:lnTo>
                    <a:lnTo>
                      <a:pt x="8311" y="21104"/>
                    </a:lnTo>
                    <a:lnTo>
                      <a:pt x="8382" y="20919"/>
                    </a:lnTo>
                    <a:lnTo>
                      <a:pt x="8439" y="20720"/>
                    </a:lnTo>
                    <a:lnTo>
                      <a:pt x="8496" y="20535"/>
                    </a:lnTo>
                    <a:lnTo>
                      <a:pt x="8539" y="20335"/>
                    </a:lnTo>
                    <a:lnTo>
                      <a:pt x="8581" y="20136"/>
                    </a:lnTo>
                    <a:lnTo>
                      <a:pt x="8610" y="19937"/>
                    </a:lnTo>
                    <a:lnTo>
                      <a:pt x="8624" y="19724"/>
                    </a:lnTo>
                    <a:lnTo>
                      <a:pt x="8624" y="19510"/>
                    </a:lnTo>
                    <a:lnTo>
                      <a:pt x="8624" y="4085"/>
                    </a:lnTo>
                    <a:lnTo>
                      <a:pt x="8624" y="3871"/>
                    </a:lnTo>
                    <a:lnTo>
                      <a:pt x="8610" y="3658"/>
                    </a:lnTo>
                    <a:lnTo>
                      <a:pt x="8581" y="3459"/>
                    </a:lnTo>
                    <a:lnTo>
                      <a:pt x="8539" y="3260"/>
                    </a:lnTo>
                    <a:lnTo>
                      <a:pt x="8496" y="3060"/>
                    </a:lnTo>
                    <a:lnTo>
                      <a:pt x="8439" y="2875"/>
                    </a:lnTo>
                    <a:lnTo>
                      <a:pt x="8382" y="2676"/>
                    </a:lnTo>
                    <a:lnTo>
                      <a:pt x="8311" y="2491"/>
                    </a:lnTo>
                    <a:lnTo>
                      <a:pt x="8226" y="2306"/>
                    </a:lnTo>
                    <a:lnTo>
                      <a:pt x="8126" y="2135"/>
                    </a:lnTo>
                    <a:lnTo>
                      <a:pt x="8026" y="1965"/>
                    </a:lnTo>
                    <a:lnTo>
                      <a:pt x="7927" y="1794"/>
                    </a:lnTo>
                    <a:lnTo>
                      <a:pt x="7813" y="1637"/>
                    </a:lnTo>
                    <a:lnTo>
                      <a:pt x="7685" y="1481"/>
                    </a:lnTo>
                    <a:lnTo>
                      <a:pt x="7557" y="1339"/>
                    </a:lnTo>
                    <a:lnTo>
                      <a:pt x="7429" y="1196"/>
                    </a:lnTo>
                    <a:lnTo>
                      <a:pt x="7286" y="1054"/>
                    </a:lnTo>
                    <a:lnTo>
                      <a:pt x="7130" y="926"/>
                    </a:lnTo>
                    <a:lnTo>
                      <a:pt x="6988" y="812"/>
                    </a:lnTo>
                    <a:lnTo>
                      <a:pt x="6817" y="698"/>
                    </a:lnTo>
                    <a:lnTo>
                      <a:pt x="6660" y="584"/>
                    </a:lnTo>
                    <a:lnTo>
                      <a:pt x="6490" y="485"/>
                    </a:lnTo>
                    <a:lnTo>
                      <a:pt x="6305" y="399"/>
                    </a:lnTo>
                    <a:lnTo>
                      <a:pt x="6134" y="314"/>
                    </a:lnTo>
                    <a:lnTo>
                      <a:pt x="5949" y="243"/>
                    </a:lnTo>
                    <a:lnTo>
                      <a:pt x="5750" y="186"/>
                    </a:lnTo>
                    <a:lnTo>
                      <a:pt x="5565" y="129"/>
                    </a:lnTo>
                    <a:lnTo>
                      <a:pt x="5365" y="86"/>
                    </a:lnTo>
                    <a:lnTo>
                      <a:pt x="5166" y="44"/>
                    </a:lnTo>
                    <a:lnTo>
                      <a:pt x="4953" y="15"/>
                    </a:lnTo>
                    <a:lnTo>
                      <a:pt x="47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19"/>
              <p:cNvSpPr/>
              <p:nvPr/>
            </p:nvSpPr>
            <p:spPr>
              <a:xfrm>
                <a:off x="2515037" y="2151728"/>
                <a:ext cx="116056" cy="344341"/>
              </a:xfrm>
              <a:custGeom>
                <a:avLst/>
                <a:gdLst/>
                <a:ahLst/>
                <a:cxnLst/>
                <a:rect l="l" t="t" r="r" b="b"/>
                <a:pathLst>
                  <a:path w="3487" h="10346" extrusionOk="0">
                    <a:moveTo>
                      <a:pt x="1566" y="1"/>
                    </a:moveTo>
                    <a:lnTo>
                      <a:pt x="1395" y="29"/>
                    </a:lnTo>
                    <a:lnTo>
                      <a:pt x="1224" y="72"/>
                    </a:lnTo>
                    <a:lnTo>
                      <a:pt x="1068" y="129"/>
                    </a:lnTo>
                    <a:lnTo>
                      <a:pt x="911" y="214"/>
                    </a:lnTo>
                    <a:lnTo>
                      <a:pt x="769" y="299"/>
                    </a:lnTo>
                    <a:lnTo>
                      <a:pt x="641" y="399"/>
                    </a:lnTo>
                    <a:lnTo>
                      <a:pt x="513" y="513"/>
                    </a:lnTo>
                    <a:lnTo>
                      <a:pt x="399" y="627"/>
                    </a:lnTo>
                    <a:lnTo>
                      <a:pt x="299" y="769"/>
                    </a:lnTo>
                    <a:lnTo>
                      <a:pt x="214" y="911"/>
                    </a:lnTo>
                    <a:lnTo>
                      <a:pt x="143" y="1068"/>
                    </a:lnTo>
                    <a:lnTo>
                      <a:pt x="86" y="1224"/>
                    </a:lnTo>
                    <a:lnTo>
                      <a:pt x="43" y="1381"/>
                    </a:lnTo>
                    <a:lnTo>
                      <a:pt x="15" y="1566"/>
                    </a:lnTo>
                    <a:lnTo>
                      <a:pt x="1" y="1737"/>
                    </a:lnTo>
                    <a:lnTo>
                      <a:pt x="1" y="8610"/>
                    </a:lnTo>
                    <a:lnTo>
                      <a:pt x="15" y="8780"/>
                    </a:lnTo>
                    <a:lnTo>
                      <a:pt x="43" y="8951"/>
                    </a:lnTo>
                    <a:lnTo>
                      <a:pt x="86" y="9122"/>
                    </a:lnTo>
                    <a:lnTo>
                      <a:pt x="143" y="9278"/>
                    </a:lnTo>
                    <a:lnTo>
                      <a:pt x="214" y="9435"/>
                    </a:lnTo>
                    <a:lnTo>
                      <a:pt x="299" y="9577"/>
                    </a:lnTo>
                    <a:lnTo>
                      <a:pt x="399" y="9705"/>
                    </a:lnTo>
                    <a:lnTo>
                      <a:pt x="513" y="9833"/>
                    </a:lnTo>
                    <a:lnTo>
                      <a:pt x="641" y="9947"/>
                    </a:lnTo>
                    <a:lnTo>
                      <a:pt x="769" y="10047"/>
                    </a:lnTo>
                    <a:lnTo>
                      <a:pt x="911" y="10132"/>
                    </a:lnTo>
                    <a:lnTo>
                      <a:pt x="1068" y="10203"/>
                    </a:lnTo>
                    <a:lnTo>
                      <a:pt x="1224" y="10260"/>
                    </a:lnTo>
                    <a:lnTo>
                      <a:pt x="1395" y="10303"/>
                    </a:lnTo>
                    <a:lnTo>
                      <a:pt x="1566" y="10331"/>
                    </a:lnTo>
                    <a:lnTo>
                      <a:pt x="1751" y="10346"/>
                    </a:lnTo>
                    <a:lnTo>
                      <a:pt x="1922" y="10331"/>
                    </a:lnTo>
                    <a:lnTo>
                      <a:pt x="2092" y="10303"/>
                    </a:lnTo>
                    <a:lnTo>
                      <a:pt x="2263" y="10260"/>
                    </a:lnTo>
                    <a:lnTo>
                      <a:pt x="2420" y="10203"/>
                    </a:lnTo>
                    <a:lnTo>
                      <a:pt x="2576" y="10132"/>
                    </a:lnTo>
                    <a:lnTo>
                      <a:pt x="2719" y="10047"/>
                    </a:lnTo>
                    <a:lnTo>
                      <a:pt x="2847" y="9947"/>
                    </a:lnTo>
                    <a:lnTo>
                      <a:pt x="2975" y="9833"/>
                    </a:lnTo>
                    <a:lnTo>
                      <a:pt x="3089" y="9705"/>
                    </a:lnTo>
                    <a:lnTo>
                      <a:pt x="3188" y="9577"/>
                    </a:lnTo>
                    <a:lnTo>
                      <a:pt x="3273" y="9435"/>
                    </a:lnTo>
                    <a:lnTo>
                      <a:pt x="3345" y="9278"/>
                    </a:lnTo>
                    <a:lnTo>
                      <a:pt x="3402" y="9122"/>
                    </a:lnTo>
                    <a:lnTo>
                      <a:pt x="3444" y="8951"/>
                    </a:lnTo>
                    <a:lnTo>
                      <a:pt x="3473" y="8780"/>
                    </a:lnTo>
                    <a:lnTo>
                      <a:pt x="3487" y="8610"/>
                    </a:lnTo>
                    <a:lnTo>
                      <a:pt x="3487" y="1737"/>
                    </a:lnTo>
                    <a:lnTo>
                      <a:pt x="3473" y="1566"/>
                    </a:lnTo>
                    <a:lnTo>
                      <a:pt x="3444" y="1381"/>
                    </a:lnTo>
                    <a:lnTo>
                      <a:pt x="3402" y="1224"/>
                    </a:lnTo>
                    <a:lnTo>
                      <a:pt x="3345" y="1068"/>
                    </a:lnTo>
                    <a:lnTo>
                      <a:pt x="3273" y="911"/>
                    </a:lnTo>
                    <a:lnTo>
                      <a:pt x="3188" y="769"/>
                    </a:lnTo>
                    <a:lnTo>
                      <a:pt x="3089" y="627"/>
                    </a:lnTo>
                    <a:lnTo>
                      <a:pt x="2975" y="513"/>
                    </a:lnTo>
                    <a:lnTo>
                      <a:pt x="2847" y="399"/>
                    </a:lnTo>
                    <a:lnTo>
                      <a:pt x="2719" y="299"/>
                    </a:lnTo>
                    <a:lnTo>
                      <a:pt x="2576" y="214"/>
                    </a:lnTo>
                    <a:lnTo>
                      <a:pt x="2420" y="129"/>
                    </a:lnTo>
                    <a:lnTo>
                      <a:pt x="2263" y="72"/>
                    </a:lnTo>
                    <a:lnTo>
                      <a:pt x="2092" y="29"/>
                    </a:lnTo>
                    <a:lnTo>
                      <a:pt x="19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>
                <a:off x="1989808" y="2335979"/>
                <a:ext cx="206518" cy="262399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7884" extrusionOk="0">
                    <a:moveTo>
                      <a:pt x="4398" y="0"/>
                    </a:moveTo>
                    <a:lnTo>
                      <a:pt x="4241" y="28"/>
                    </a:lnTo>
                    <a:lnTo>
                      <a:pt x="4070" y="57"/>
                    </a:lnTo>
                    <a:lnTo>
                      <a:pt x="3914" y="100"/>
                    </a:lnTo>
                    <a:lnTo>
                      <a:pt x="3757" y="157"/>
                    </a:lnTo>
                    <a:lnTo>
                      <a:pt x="3601" y="228"/>
                    </a:lnTo>
                    <a:lnTo>
                      <a:pt x="3459" y="327"/>
                    </a:lnTo>
                    <a:lnTo>
                      <a:pt x="3330" y="427"/>
                    </a:lnTo>
                    <a:lnTo>
                      <a:pt x="3202" y="541"/>
                    </a:lnTo>
                    <a:lnTo>
                      <a:pt x="3089" y="683"/>
                    </a:lnTo>
                    <a:lnTo>
                      <a:pt x="2989" y="825"/>
                    </a:lnTo>
                    <a:lnTo>
                      <a:pt x="257" y="5222"/>
                    </a:lnTo>
                    <a:lnTo>
                      <a:pt x="171" y="5379"/>
                    </a:lnTo>
                    <a:lnTo>
                      <a:pt x="100" y="5535"/>
                    </a:lnTo>
                    <a:lnTo>
                      <a:pt x="58" y="5706"/>
                    </a:lnTo>
                    <a:lnTo>
                      <a:pt x="15" y="5863"/>
                    </a:lnTo>
                    <a:lnTo>
                      <a:pt x="1" y="6033"/>
                    </a:lnTo>
                    <a:lnTo>
                      <a:pt x="1" y="6204"/>
                    </a:lnTo>
                    <a:lnTo>
                      <a:pt x="15" y="6375"/>
                    </a:lnTo>
                    <a:lnTo>
                      <a:pt x="43" y="6532"/>
                    </a:lnTo>
                    <a:lnTo>
                      <a:pt x="86" y="6702"/>
                    </a:lnTo>
                    <a:lnTo>
                      <a:pt x="157" y="6859"/>
                    </a:lnTo>
                    <a:lnTo>
                      <a:pt x="228" y="7001"/>
                    </a:lnTo>
                    <a:lnTo>
                      <a:pt x="314" y="7143"/>
                    </a:lnTo>
                    <a:lnTo>
                      <a:pt x="428" y="7286"/>
                    </a:lnTo>
                    <a:lnTo>
                      <a:pt x="541" y="7400"/>
                    </a:lnTo>
                    <a:lnTo>
                      <a:pt x="669" y="7513"/>
                    </a:lnTo>
                    <a:lnTo>
                      <a:pt x="826" y="7613"/>
                    </a:lnTo>
                    <a:lnTo>
                      <a:pt x="968" y="7698"/>
                    </a:lnTo>
                    <a:lnTo>
                      <a:pt x="1139" y="7770"/>
                    </a:lnTo>
                    <a:lnTo>
                      <a:pt x="1296" y="7826"/>
                    </a:lnTo>
                    <a:lnTo>
                      <a:pt x="1466" y="7855"/>
                    </a:lnTo>
                    <a:lnTo>
                      <a:pt x="1637" y="7869"/>
                    </a:lnTo>
                    <a:lnTo>
                      <a:pt x="1808" y="7883"/>
                    </a:lnTo>
                    <a:lnTo>
                      <a:pt x="1964" y="7869"/>
                    </a:lnTo>
                    <a:lnTo>
                      <a:pt x="2135" y="7826"/>
                    </a:lnTo>
                    <a:lnTo>
                      <a:pt x="2292" y="7784"/>
                    </a:lnTo>
                    <a:lnTo>
                      <a:pt x="2448" y="7727"/>
                    </a:lnTo>
                    <a:lnTo>
                      <a:pt x="2605" y="7656"/>
                    </a:lnTo>
                    <a:lnTo>
                      <a:pt x="2747" y="7556"/>
                    </a:lnTo>
                    <a:lnTo>
                      <a:pt x="2875" y="7456"/>
                    </a:lnTo>
                    <a:lnTo>
                      <a:pt x="3003" y="7343"/>
                    </a:lnTo>
                    <a:lnTo>
                      <a:pt x="3117" y="7200"/>
                    </a:lnTo>
                    <a:lnTo>
                      <a:pt x="3217" y="7058"/>
                    </a:lnTo>
                    <a:lnTo>
                      <a:pt x="5949" y="2661"/>
                    </a:lnTo>
                    <a:lnTo>
                      <a:pt x="6034" y="2504"/>
                    </a:lnTo>
                    <a:lnTo>
                      <a:pt x="6105" y="2348"/>
                    </a:lnTo>
                    <a:lnTo>
                      <a:pt x="6148" y="2177"/>
                    </a:lnTo>
                    <a:lnTo>
                      <a:pt x="6191" y="2021"/>
                    </a:lnTo>
                    <a:lnTo>
                      <a:pt x="6205" y="1850"/>
                    </a:lnTo>
                    <a:lnTo>
                      <a:pt x="6205" y="1679"/>
                    </a:lnTo>
                    <a:lnTo>
                      <a:pt x="6191" y="1508"/>
                    </a:lnTo>
                    <a:lnTo>
                      <a:pt x="6162" y="1352"/>
                    </a:lnTo>
                    <a:lnTo>
                      <a:pt x="6120" y="1181"/>
                    </a:lnTo>
                    <a:lnTo>
                      <a:pt x="6048" y="1025"/>
                    </a:lnTo>
                    <a:lnTo>
                      <a:pt x="5977" y="882"/>
                    </a:lnTo>
                    <a:lnTo>
                      <a:pt x="5892" y="740"/>
                    </a:lnTo>
                    <a:lnTo>
                      <a:pt x="5778" y="598"/>
                    </a:lnTo>
                    <a:lnTo>
                      <a:pt x="5664" y="484"/>
                    </a:lnTo>
                    <a:lnTo>
                      <a:pt x="5536" y="370"/>
                    </a:lnTo>
                    <a:lnTo>
                      <a:pt x="5380" y="270"/>
                    </a:lnTo>
                    <a:lnTo>
                      <a:pt x="5223" y="185"/>
                    </a:lnTo>
                    <a:lnTo>
                      <a:pt x="5067" y="114"/>
                    </a:lnTo>
                    <a:lnTo>
                      <a:pt x="4910" y="57"/>
                    </a:lnTo>
                    <a:lnTo>
                      <a:pt x="4739" y="28"/>
                    </a:lnTo>
                    <a:lnTo>
                      <a:pt x="4568" y="14"/>
                    </a:lnTo>
                    <a:lnTo>
                      <a:pt x="439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19"/>
              <p:cNvSpPr/>
              <p:nvPr/>
            </p:nvSpPr>
            <p:spPr>
              <a:xfrm>
                <a:off x="2813825" y="2099175"/>
                <a:ext cx="115590" cy="344341"/>
              </a:xfrm>
              <a:custGeom>
                <a:avLst/>
                <a:gdLst/>
                <a:ahLst/>
                <a:cxnLst/>
                <a:rect l="l" t="t" r="r" b="b"/>
                <a:pathLst>
                  <a:path w="3473" h="10346" extrusionOk="0">
                    <a:moveTo>
                      <a:pt x="1566" y="0"/>
                    </a:moveTo>
                    <a:lnTo>
                      <a:pt x="1395" y="28"/>
                    </a:lnTo>
                    <a:lnTo>
                      <a:pt x="1224" y="71"/>
                    </a:lnTo>
                    <a:lnTo>
                      <a:pt x="1068" y="128"/>
                    </a:lnTo>
                    <a:lnTo>
                      <a:pt x="911" y="213"/>
                    </a:lnTo>
                    <a:lnTo>
                      <a:pt x="769" y="299"/>
                    </a:lnTo>
                    <a:lnTo>
                      <a:pt x="641" y="398"/>
                    </a:lnTo>
                    <a:lnTo>
                      <a:pt x="513" y="512"/>
                    </a:lnTo>
                    <a:lnTo>
                      <a:pt x="399" y="626"/>
                    </a:lnTo>
                    <a:lnTo>
                      <a:pt x="299" y="768"/>
                    </a:lnTo>
                    <a:lnTo>
                      <a:pt x="214" y="911"/>
                    </a:lnTo>
                    <a:lnTo>
                      <a:pt x="143" y="1067"/>
                    </a:lnTo>
                    <a:lnTo>
                      <a:pt x="86" y="1224"/>
                    </a:lnTo>
                    <a:lnTo>
                      <a:pt x="43" y="1380"/>
                    </a:lnTo>
                    <a:lnTo>
                      <a:pt x="15" y="1565"/>
                    </a:lnTo>
                    <a:lnTo>
                      <a:pt x="0" y="1736"/>
                    </a:lnTo>
                    <a:lnTo>
                      <a:pt x="0" y="8609"/>
                    </a:lnTo>
                    <a:lnTo>
                      <a:pt x="15" y="8780"/>
                    </a:lnTo>
                    <a:lnTo>
                      <a:pt x="43" y="8951"/>
                    </a:lnTo>
                    <a:lnTo>
                      <a:pt x="86" y="9121"/>
                    </a:lnTo>
                    <a:lnTo>
                      <a:pt x="143" y="9278"/>
                    </a:lnTo>
                    <a:lnTo>
                      <a:pt x="214" y="9434"/>
                    </a:lnTo>
                    <a:lnTo>
                      <a:pt x="299" y="9577"/>
                    </a:lnTo>
                    <a:lnTo>
                      <a:pt x="399" y="9705"/>
                    </a:lnTo>
                    <a:lnTo>
                      <a:pt x="513" y="9833"/>
                    </a:lnTo>
                    <a:lnTo>
                      <a:pt x="641" y="9947"/>
                    </a:lnTo>
                    <a:lnTo>
                      <a:pt x="769" y="10046"/>
                    </a:lnTo>
                    <a:lnTo>
                      <a:pt x="911" y="10132"/>
                    </a:lnTo>
                    <a:lnTo>
                      <a:pt x="1068" y="10203"/>
                    </a:lnTo>
                    <a:lnTo>
                      <a:pt x="1224" y="10260"/>
                    </a:lnTo>
                    <a:lnTo>
                      <a:pt x="1395" y="10303"/>
                    </a:lnTo>
                    <a:lnTo>
                      <a:pt x="1566" y="10331"/>
                    </a:lnTo>
                    <a:lnTo>
                      <a:pt x="1736" y="10345"/>
                    </a:lnTo>
                    <a:lnTo>
                      <a:pt x="1921" y="10331"/>
                    </a:lnTo>
                    <a:lnTo>
                      <a:pt x="2092" y="10303"/>
                    </a:lnTo>
                    <a:lnTo>
                      <a:pt x="2263" y="10260"/>
                    </a:lnTo>
                    <a:lnTo>
                      <a:pt x="2419" y="10203"/>
                    </a:lnTo>
                    <a:lnTo>
                      <a:pt x="2562" y="10132"/>
                    </a:lnTo>
                    <a:lnTo>
                      <a:pt x="2704" y="10046"/>
                    </a:lnTo>
                    <a:lnTo>
                      <a:pt x="2846" y="9947"/>
                    </a:lnTo>
                    <a:lnTo>
                      <a:pt x="2974" y="9833"/>
                    </a:lnTo>
                    <a:lnTo>
                      <a:pt x="3088" y="9705"/>
                    </a:lnTo>
                    <a:lnTo>
                      <a:pt x="3188" y="9577"/>
                    </a:lnTo>
                    <a:lnTo>
                      <a:pt x="3273" y="9434"/>
                    </a:lnTo>
                    <a:lnTo>
                      <a:pt x="3344" y="9278"/>
                    </a:lnTo>
                    <a:lnTo>
                      <a:pt x="3401" y="9121"/>
                    </a:lnTo>
                    <a:lnTo>
                      <a:pt x="3444" y="8951"/>
                    </a:lnTo>
                    <a:lnTo>
                      <a:pt x="3472" y="8780"/>
                    </a:lnTo>
                    <a:lnTo>
                      <a:pt x="3472" y="8609"/>
                    </a:lnTo>
                    <a:lnTo>
                      <a:pt x="3472" y="1736"/>
                    </a:lnTo>
                    <a:lnTo>
                      <a:pt x="3472" y="1565"/>
                    </a:lnTo>
                    <a:lnTo>
                      <a:pt x="3444" y="1380"/>
                    </a:lnTo>
                    <a:lnTo>
                      <a:pt x="3401" y="1224"/>
                    </a:lnTo>
                    <a:lnTo>
                      <a:pt x="3344" y="1067"/>
                    </a:lnTo>
                    <a:lnTo>
                      <a:pt x="3273" y="911"/>
                    </a:lnTo>
                    <a:lnTo>
                      <a:pt x="3188" y="768"/>
                    </a:lnTo>
                    <a:lnTo>
                      <a:pt x="3088" y="626"/>
                    </a:lnTo>
                    <a:lnTo>
                      <a:pt x="2974" y="512"/>
                    </a:lnTo>
                    <a:lnTo>
                      <a:pt x="2846" y="398"/>
                    </a:lnTo>
                    <a:lnTo>
                      <a:pt x="2704" y="299"/>
                    </a:lnTo>
                    <a:lnTo>
                      <a:pt x="2562" y="213"/>
                    </a:lnTo>
                    <a:lnTo>
                      <a:pt x="2419" y="128"/>
                    </a:lnTo>
                    <a:lnTo>
                      <a:pt x="2263" y="71"/>
                    </a:lnTo>
                    <a:lnTo>
                      <a:pt x="2092" y="28"/>
                    </a:lnTo>
                    <a:lnTo>
                      <a:pt x="192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19"/>
              <p:cNvSpPr/>
              <p:nvPr/>
            </p:nvSpPr>
            <p:spPr>
              <a:xfrm>
                <a:off x="2050914" y="3166673"/>
                <a:ext cx="819382" cy="1190681"/>
              </a:xfrm>
              <a:custGeom>
                <a:avLst/>
                <a:gdLst/>
                <a:ahLst/>
                <a:cxnLst/>
                <a:rect l="l" t="t" r="r" b="b"/>
                <a:pathLst>
                  <a:path w="24619" h="35775" extrusionOk="0">
                    <a:moveTo>
                      <a:pt x="23907" y="0"/>
                    </a:moveTo>
                    <a:lnTo>
                      <a:pt x="22768" y="385"/>
                    </a:lnTo>
                    <a:lnTo>
                      <a:pt x="22839" y="598"/>
                    </a:lnTo>
                    <a:lnTo>
                      <a:pt x="22953" y="1025"/>
                    </a:lnTo>
                    <a:lnTo>
                      <a:pt x="23110" y="1665"/>
                    </a:lnTo>
                    <a:lnTo>
                      <a:pt x="23181" y="2064"/>
                    </a:lnTo>
                    <a:lnTo>
                      <a:pt x="23266" y="2491"/>
                    </a:lnTo>
                    <a:lnTo>
                      <a:pt x="23323" y="2960"/>
                    </a:lnTo>
                    <a:lnTo>
                      <a:pt x="23394" y="3458"/>
                    </a:lnTo>
                    <a:lnTo>
                      <a:pt x="23437" y="3999"/>
                    </a:lnTo>
                    <a:lnTo>
                      <a:pt x="23465" y="4554"/>
                    </a:lnTo>
                    <a:lnTo>
                      <a:pt x="23480" y="5152"/>
                    </a:lnTo>
                    <a:lnTo>
                      <a:pt x="23465" y="5763"/>
                    </a:lnTo>
                    <a:lnTo>
                      <a:pt x="23423" y="6390"/>
                    </a:lnTo>
                    <a:lnTo>
                      <a:pt x="23366" y="7044"/>
                    </a:lnTo>
                    <a:lnTo>
                      <a:pt x="23266" y="7699"/>
                    </a:lnTo>
                    <a:lnTo>
                      <a:pt x="23195" y="8040"/>
                    </a:lnTo>
                    <a:lnTo>
                      <a:pt x="23124" y="8382"/>
                    </a:lnTo>
                    <a:lnTo>
                      <a:pt x="23053" y="8723"/>
                    </a:lnTo>
                    <a:lnTo>
                      <a:pt x="22953" y="9051"/>
                    </a:lnTo>
                    <a:lnTo>
                      <a:pt x="22854" y="9392"/>
                    </a:lnTo>
                    <a:lnTo>
                      <a:pt x="22740" y="9734"/>
                    </a:lnTo>
                    <a:lnTo>
                      <a:pt x="22612" y="10089"/>
                    </a:lnTo>
                    <a:lnTo>
                      <a:pt x="22484" y="10431"/>
                    </a:lnTo>
                    <a:lnTo>
                      <a:pt x="22327" y="10772"/>
                    </a:lnTo>
                    <a:lnTo>
                      <a:pt x="22170" y="11100"/>
                    </a:lnTo>
                    <a:lnTo>
                      <a:pt x="22000" y="11441"/>
                    </a:lnTo>
                    <a:lnTo>
                      <a:pt x="21815" y="11783"/>
                    </a:lnTo>
                    <a:lnTo>
                      <a:pt x="21601" y="12124"/>
                    </a:lnTo>
                    <a:lnTo>
                      <a:pt x="21388" y="12451"/>
                    </a:lnTo>
                    <a:lnTo>
                      <a:pt x="21160" y="12779"/>
                    </a:lnTo>
                    <a:lnTo>
                      <a:pt x="20918" y="13106"/>
                    </a:lnTo>
                    <a:lnTo>
                      <a:pt x="20648" y="13433"/>
                    </a:lnTo>
                    <a:lnTo>
                      <a:pt x="20378" y="13746"/>
                    </a:lnTo>
                    <a:lnTo>
                      <a:pt x="20079" y="14059"/>
                    </a:lnTo>
                    <a:lnTo>
                      <a:pt x="19780" y="14373"/>
                    </a:lnTo>
                    <a:lnTo>
                      <a:pt x="19453" y="14686"/>
                    </a:lnTo>
                    <a:lnTo>
                      <a:pt x="19097" y="14984"/>
                    </a:lnTo>
                    <a:lnTo>
                      <a:pt x="18741" y="15269"/>
                    </a:lnTo>
                    <a:lnTo>
                      <a:pt x="18357" y="15554"/>
                    </a:lnTo>
                    <a:lnTo>
                      <a:pt x="17958" y="15838"/>
                    </a:lnTo>
                    <a:lnTo>
                      <a:pt x="17546" y="16109"/>
                    </a:lnTo>
                    <a:lnTo>
                      <a:pt x="17105" y="16379"/>
                    </a:lnTo>
                    <a:lnTo>
                      <a:pt x="16649" y="16635"/>
                    </a:lnTo>
                    <a:lnTo>
                      <a:pt x="16165" y="16891"/>
                    </a:lnTo>
                    <a:lnTo>
                      <a:pt x="15667" y="17119"/>
                    </a:lnTo>
                    <a:lnTo>
                      <a:pt x="14913" y="17475"/>
                    </a:lnTo>
                    <a:lnTo>
                      <a:pt x="14173" y="17845"/>
                    </a:lnTo>
                    <a:lnTo>
                      <a:pt x="13462" y="18200"/>
                    </a:lnTo>
                    <a:lnTo>
                      <a:pt x="12750" y="18570"/>
                    </a:lnTo>
                    <a:lnTo>
                      <a:pt x="12067" y="18955"/>
                    </a:lnTo>
                    <a:lnTo>
                      <a:pt x="11384" y="19325"/>
                    </a:lnTo>
                    <a:lnTo>
                      <a:pt x="10730" y="19709"/>
                    </a:lnTo>
                    <a:lnTo>
                      <a:pt x="10089" y="20107"/>
                    </a:lnTo>
                    <a:lnTo>
                      <a:pt x="9477" y="20491"/>
                    </a:lnTo>
                    <a:lnTo>
                      <a:pt x="8866" y="20890"/>
                    </a:lnTo>
                    <a:lnTo>
                      <a:pt x="8282" y="21288"/>
                    </a:lnTo>
                    <a:lnTo>
                      <a:pt x="7713" y="21701"/>
                    </a:lnTo>
                    <a:lnTo>
                      <a:pt x="7158" y="22099"/>
                    </a:lnTo>
                    <a:lnTo>
                      <a:pt x="6617" y="22512"/>
                    </a:lnTo>
                    <a:lnTo>
                      <a:pt x="6105" y="22925"/>
                    </a:lnTo>
                    <a:lnTo>
                      <a:pt x="5607" y="23337"/>
                    </a:lnTo>
                    <a:lnTo>
                      <a:pt x="5137" y="23764"/>
                    </a:lnTo>
                    <a:lnTo>
                      <a:pt x="4682" y="24177"/>
                    </a:lnTo>
                    <a:lnTo>
                      <a:pt x="4241" y="24604"/>
                    </a:lnTo>
                    <a:lnTo>
                      <a:pt x="3828" y="25031"/>
                    </a:lnTo>
                    <a:lnTo>
                      <a:pt x="3430" y="25458"/>
                    </a:lnTo>
                    <a:lnTo>
                      <a:pt x="3046" y="25885"/>
                    </a:lnTo>
                    <a:lnTo>
                      <a:pt x="2690" y="26311"/>
                    </a:lnTo>
                    <a:lnTo>
                      <a:pt x="2362" y="26738"/>
                    </a:lnTo>
                    <a:lnTo>
                      <a:pt x="2049" y="27165"/>
                    </a:lnTo>
                    <a:lnTo>
                      <a:pt x="1751" y="27592"/>
                    </a:lnTo>
                    <a:lnTo>
                      <a:pt x="1480" y="28019"/>
                    </a:lnTo>
                    <a:lnTo>
                      <a:pt x="1224" y="28446"/>
                    </a:lnTo>
                    <a:lnTo>
                      <a:pt x="996" y="28873"/>
                    </a:lnTo>
                    <a:lnTo>
                      <a:pt x="797" y="29314"/>
                    </a:lnTo>
                    <a:lnTo>
                      <a:pt x="612" y="29741"/>
                    </a:lnTo>
                    <a:lnTo>
                      <a:pt x="456" y="30168"/>
                    </a:lnTo>
                    <a:lnTo>
                      <a:pt x="342" y="30538"/>
                    </a:lnTo>
                    <a:lnTo>
                      <a:pt x="228" y="30908"/>
                    </a:lnTo>
                    <a:lnTo>
                      <a:pt x="157" y="31278"/>
                    </a:lnTo>
                    <a:lnTo>
                      <a:pt x="86" y="31648"/>
                    </a:lnTo>
                    <a:lnTo>
                      <a:pt x="43" y="32003"/>
                    </a:lnTo>
                    <a:lnTo>
                      <a:pt x="15" y="32373"/>
                    </a:lnTo>
                    <a:lnTo>
                      <a:pt x="0" y="32729"/>
                    </a:lnTo>
                    <a:lnTo>
                      <a:pt x="0" y="33085"/>
                    </a:lnTo>
                    <a:lnTo>
                      <a:pt x="29" y="33426"/>
                    </a:lnTo>
                    <a:lnTo>
                      <a:pt x="71" y="33782"/>
                    </a:lnTo>
                    <a:lnTo>
                      <a:pt x="143" y="34124"/>
                    </a:lnTo>
                    <a:lnTo>
                      <a:pt x="228" y="34465"/>
                    </a:lnTo>
                    <a:lnTo>
                      <a:pt x="328" y="34792"/>
                    </a:lnTo>
                    <a:lnTo>
                      <a:pt x="441" y="35120"/>
                    </a:lnTo>
                    <a:lnTo>
                      <a:pt x="584" y="35461"/>
                    </a:lnTo>
                    <a:lnTo>
                      <a:pt x="740" y="35774"/>
                    </a:lnTo>
                    <a:lnTo>
                      <a:pt x="1793" y="35234"/>
                    </a:lnTo>
                    <a:lnTo>
                      <a:pt x="1665" y="34963"/>
                    </a:lnTo>
                    <a:lnTo>
                      <a:pt x="1551" y="34693"/>
                    </a:lnTo>
                    <a:lnTo>
                      <a:pt x="1452" y="34423"/>
                    </a:lnTo>
                    <a:lnTo>
                      <a:pt x="1381" y="34138"/>
                    </a:lnTo>
                    <a:lnTo>
                      <a:pt x="1309" y="33868"/>
                    </a:lnTo>
                    <a:lnTo>
                      <a:pt x="1253" y="33583"/>
                    </a:lnTo>
                    <a:lnTo>
                      <a:pt x="1224" y="33284"/>
                    </a:lnTo>
                    <a:lnTo>
                      <a:pt x="1196" y="33000"/>
                    </a:lnTo>
                    <a:lnTo>
                      <a:pt x="1196" y="32701"/>
                    </a:lnTo>
                    <a:lnTo>
                      <a:pt x="1210" y="32402"/>
                    </a:lnTo>
                    <a:lnTo>
                      <a:pt x="1224" y="32103"/>
                    </a:lnTo>
                    <a:lnTo>
                      <a:pt x="1267" y="31804"/>
                    </a:lnTo>
                    <a:lnTo>
                      <a:pt x="1324" y="31491"/>
                    </a:lnTo>
                    <a:lnTo>
                      <a:pt x="1395" y="31178"/>
                    </a:lnTo>
                    <a:lnTo>
                      <a:pt x="1480" y="30865"/>
                    </a:lnTo>
                    <a:lnTo>
                      <a:pt x="1580" y="30552"/>
                    </a:lnTo>
                    <a:lnTo>
                      <a:pt x="1736" y="30154"/>
                    </a:lnTo>
                    <a:lnTo>
                      <a:pt x="1907" y="29755"/>
                    </a:lnTo>
                    <a:lnTo>
                      <a:pt x="2092" y="29357"/>
                    </a:lnTo>
                    <a:lnTo>
                      <a:pt x="2306" y="28944"/>
                    </a:lnTo>
                    <a:lnTo>
                      <a:pt x="2547" y="28546"/>
                    </a:lnTo>
                    <a:lnTo>
                      <a:pt x="2804" y="28147"/>
                    </a:lnTo>
                    <a:lnTo>
                      <a:pt x="3088" y="27749"/>
                    </a:lnTo>
                    <a:lnTo>
                      <a:pt x="3387" y="27336"/>
                    </a:lnTo>
                    <a:lnTo>
                      <a:pt x="3700" y="26938"/>
                    </a:lnTo>
                    <a:lnTo>
                      <a:pt x="4042" y="26539"/>
                    </a:lnTo>
                    <a:lnTo>
                      <a:pt x="4397" y="26141"/>
                    </a:lnTo>
                    <a:lnTo>
                      <a:pt x="4782" y="25728"/>
                    </a:lnTo>
                    <a:lnTo>
                      <a:pt x="5180" y="25330"/>
                    </a:lnTo>
                    <a:lnTo>
                      <a:pt x="5607" y="24931"/>
                    </a:lnTo>
                    <a:lnTo>
                      <a:pt x="6034" y="24533"/>
                    </a:lnTo>
                    <a:lnTo>
                      <a:pt x="6503" y="24149"/>
                    </a:lnTo>
                    <a:lnTo>
                      <a:pt x="6973" y="23750"/>
                    </a:lnTo>
                    <a:lnTo>
                      <a:pt x="7471" y="23352"/>
                    </a:lnTo>
                    <a:lnTo>
                      <a:pt x="7983" y="22967"/>
                    </a:lnTo>
                    <a:lnTo>
                      <a:pt x="8510" y="22583"/>
                    </a:lnTo>
                    <a:lnTo>
                      <a:pt x="9051" y="22199"/>
                    </a:lnTo>
                    <a:lnTo>
                      <a:pt x="9620" y="21815"/>
                    </a:lnTo>
                    <a:lnTo>
                      <a:pt x="10203" y="21431"/>
                    </a:lnTo>
                    <a:lnTo>
                      <a:pt x="10801" y="21061"/>
                    </a:lnTo>
                    <a:lnTo>
                      <a:pt x="11413" y="20691"/>
                    </a:lnTo>
                    <a:lnTo>
                      <a:pt x="12053" y="20321"/>
                    </a:lnTo>
                    <a:lnTo>
                      <a:pt x="12693" y="19965"/>
                    </a:lnTo>
                    <a:lnTo>
                      <a:pt x="13362" y="19595"/>
                    </a:lnTo>
                    <a:lnTo>
                      <a:pt x="14031" y="19239"/>
                    </a:lnTo>
                    <a:lnTo>
                      <a:pt x="14728" y="18898"/>
                    </a:lnTo>
                    <a:lnTo>
                      <a:pt x="15440" y="18542"/>
                    </a:lnTo>
                    <a:lnTo>
                      <a:pt x="16165" y="18215"/>
                    </a:lnTo>
                    <a:lnTo>
                      <a:pt x="16706" y="17944"/>
                    </a:lnTo>
                    <a:lnTo>
                      <a:pt x="17233" y="17674"/>
                    </a:lnTo>
                    <a:lnTo>
                      <a:pt x="17731" y="17389"/>
                    </a:lnTo>
                    <a:lnTo>
                      <a:pt x="18200" y="17105"/>
                    </a:lnTo>
                    <a:lnTo>
                      <a:pt x="18656" y="16806"/>
                    </a:lnTo>
                    <a:lnTo>
                      <a:pt x="19097" y="16493"/>
                    </a:lnTo>
                    <a:lnTo>
                      <a:pt x="19510" y="16180"/>
                    </a:lnTo>
                    <a:lnTo>
                      <a:pt x="19894" y="15852"/>
                    </a:lnTo>
                    <a:lnTo>
                      <a:pt x="20278" y="15525"/>
                    </a:lnTo>
                    <a:lnTo>
                      <a:pt x="20634" y="15198"/>
                    </a:lnTo>
                    <a:lnTo>
                      <a:pt x="20961" y="14856"/>
                    </a:lnTo>
                    <a:lnTo>
                      <a:pt x="21288" y="14501"/>
                    </a:lnTo>
                    <a:lnTo>
                      <a:pt x="21587" y="14159"/>
                    </a:lnTo>
                    <a:lnTo>
                      <a:pt x="21857" y="13789"/>
                    </a:lnTo>
                    <a:lnTo>
                      <a:pt x="22128" y="13433"/>
                    </a:lnTo>
                    <a:lnTo>
                      <a:pt x="22384" y="13063"/>
                    </a:lnTo>
                    <a:lnTo>
                      <a:pt x="22612" y="12708"/>
                    </a:lnTo>
                    <a:lnTo>
                      <a:pt x="22825" y="12338"/>
                    </a:lnTo>
                    <a:lnTo>
                      <a:pt x="23024" y="11953"/>
                    </a:lnTo>
                    <a:lnTo>
                      <a:pt x="23224" y="11583"/>
                    </a:lnTo>
                    <a:lnTo>
                      <a:pt x="23394" y="11213"/>
                    </a:lnTo>
                    <a:lnTo>
                      <a:pt x="23551" y="10829"/>
                    </a:lnTo>
                    <a:lnTo>
                      <a:pt x="23693" y="10445"/>
                    </a:lnTo>
                    <a:lnTo>
                      <a:pt x="23835" y="10075"/>
                    </a:lnTo>
                    <a:lnTo>
                      <a:pt x="23949" y="9691"/>
                    </a:lnTo>
                    <a:lnTo>
                      <a:pt x="24063" y="9321"/>
                    </a:lnTo>
                    <a:lnTo>
                      <a:pt x="24163" y="8937"/>
                    </a:lnTo>
                    <a:lnTo>
                      <a:pt x="24248" y="8567"/>
                    </a:lnTo>
                    <a:lnTo>
                      <a:pt x="24319" y="8197"/>
                    </a:lnTo>
                    <a:lnTo>
                      <a:pt x="24390" y="7827"/>
                    </a:lnTo>
                    <a:lnTo>
                      <a:pt x="24447" y="7457"/>
                    </a:lnTo>
                    <a:lnTo>
                      <a:pt x="24490" y="7101"/>
                    </a:lnTo>
                    <a:lnTo>
                      <a:pt x="24561" y="6390"/>
                    </a:lnTo>
                    <a:lnTo>
                      <a:pt x="24604" y="5692"/>
                    </a:lnTo>
                    <a:lnTo>
                      <a:pt x="24618" y="5023"/>
                    </a:lnTo>
                    <a:lnTo>
                      <a:pt x="24604" y="4369"/>
                    </a:lnTo>
                    <a:lnTo>
                      <a:pt x="24561" y="3757"/>
                    </a:lnTo>
                    <a:lnTo>
                      <a:pt x="24518" y="3174"/>
                    </a:lnTo>
                    <a:lnTo>
                      <a:pt x="24447" y="2633"/>
                    </a:lnTo>
                    <a:lnTo>
                      <a:pt x="24376" y="2135"/>
                    </a:lnTo>
                    <a:lnTo>
                      <a:pt x="24305" y="1665"/>
                    </a:lnTo>
                    <a:lnTo>
                      <a:pt x="24220" y="1253"/>
                    </a:lnTo>
                    <a:lnTo>
                      <a:pt x="24063" y="598"/>
                    </a:lnTo>
                    <a:lnTo>
                      <a:pt x="23949" y="171"/>
                    </a:lnTo>
                    <a:lnTo>
                      <a:pt x="23907" y="0"/>
                    </a:lnTo>
                    <a:close/>
                  </a:path>
                </a:pathLst>
              </a:custGeom>
              <a:solidFill>
                <a:srgbClr val="21191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3" name="Google Shape;513;p19"/>
            <p:cNvSpPr/>
            <p:nvPr/>
          </p:nvSpPr>
          <p:spPr>
            <a:xfrm>
              <a:off x="4105275" y="1532750"/>
              <a:ext cx="142800" cy="1428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9"/>
            <p:cNvSpPr/>
            <p:nvPr/>
          </p:nvSpPr>
          <p:spPr>
            <a:xfrm>
              <a:off x="4424400" y="1532750"/>
              <a:ext cx="142800" cy="1428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15" name="Google Shape;515;p19"/>
          <p:cNvCxnSpPr>
            <a:stCxn id="488" idx="6"/>
            <a:endCxn id="513" idx="2"/>
          </p:cNvCxnSpPr>
          <p:nvPr/>
        </p:nvCxnSpPr>
        <p:spPr>
          <a:xfrm>
            <a:off x="2171035" y="1604150"/>
            <a:ext cx="1934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16" name="Google Shape;516;p19"/>
          <p:cNvCxnSpPr>
            <a:stCxn id="492" idx="2"/>
            <a:endCxn id="514" idx="6"/>
          </p:cNvCxnSpPr>
          <p:nvPr/>
        </p:nvCxnSpPr>
        <p:spPr>
          <a:xfrm rot="10800000">
            <a:off x="4567285" y="1604150"/>
            <a:ext cx="2405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17" name="Google Shape;517;p19"/>
          <p:cNvCxnSpPr>
            <a:stCxn id="488" idx="4"/>
            <a:endCxn id="451" idx="0"/>
          </p:cNvCxnSpPr>
          <p:nvPr/>
        </p:nvCxnSpPr>
        <p:spPr>
          <a:xfrm>
            <a:off x="1778635" y="1996550"/>
            <a:ext cx="0" cy="42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18" name="Google Shape;518;p19"/>
          <p:cNvCxnSpPr>
            <a:stCxn id="451" idx="2"/>
            <a:endCxn id="486" idx="0"/>
          </p:cNvCxnSpPr>
          <p:nvPr/>
        </p:nvCxnSpPr>
        <p:spPr>
          <a:xfrm>
            <a:off x="1778600" y="3629350"/>
            <a:ext cx="0" cy="42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19" name="Google Shape;519;p19"/>
          <p:cNvCxnSpPr>
            <a:stCxn id="492" idx="4"/>
            <a:endCxn id="450" idx="0"/>
          </p:cNvCxnSpPr>
          <p:nvPr/>
        </p:nvCxnSpPr>
        <p:spPr>
          <a:xfrm>
            <a:off x="7365385" y="1996550"/>
            <a:ext cx="0" cy="42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20" name="Google Shape;520;p19"/>
          <p:cNvCxnSpPr>
            <a:stCxn id="450" idx="2"/>
            <a:endCxn id="490" idx="0"/>
          </p:cNvCxnSpPr>
          <p:nvPr/>
        </p:nvCxnSpPr>
        <p:spPr>
          <a:xfrm>
            <a:off x="7365400" y="3629350"/>
            <a:ext cx="0" cy="42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0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grpSp>
        <p:nvGrpSpPr>
          <p:cNvPr id="526" name="Google Shape;526;p20"/>
          <p:cNvGrpSpPr/>
          <p:nvPr/>
        </p:nvGrpSpPr>
        <p:grpSpPr>
          <a:xfrm>
            <a:off x="3704250" y="2113000"/>
            <a:ext cx="1734600" cy="986200"/>
            <a:chOff x="3704250" y="2113000"/>
            <a:chExt cx="1734600" cy="986200"/>
          </a:xfrm>
        </p:grpSpPr>
        <p:sp>
          <p:nvSpPr>
            <p:cNvPr id="527" name="Google Shape;527;p20"/>
            <p:cNvSpPr txBox="1"/>
            <p:nvPr/>
          </p:nvSpPr>
          <p:spPr>
            <a:xfrm>
              <a:off x="3704250" y="2113000"/>
              <a:ext cx="1734600" cy="27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Machine learning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28" name="Google Shape;528;p20"/>
            <p:cNvSpPr txBox="1"/>
            <p:nvPr/>
          </p:nvSpPr>
          <p:spPr>
            <a:xfrm>
              <a:off x="3809200" y="2398700"/>
              <a:ext cx="1524600" cy="70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Yes, Saturn is a gas giant that has several rings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29" name="Google Shape;529;p20"/>
          <p:cNvGrpSpPr/>
          <p:nvPr/>
        </p:nvGrpSpPr>
        <p:grpSpPr>
          <a:xfrm>
            <a:off x="2788540" y="1012550"/>
            <a:ext cx="3515750" cy="3719409"/>
            <a:chOff x="2788540" y="1012550"/>
            <a:chExt cx="3515750" cy="3719409"/>
          </a:xfrm>
        </p:grpSpPr>
        <p:sp>
          <p:nvSpPr>
            <p:cNvPr id="530" name="Google Shape;530;p20"/>
            <p:cNvSpPr/>
            <p:nvPr/>
          </p:nvSpPr>
          <p:spPr>
            <a:xfrm>
              <a:off x="2788540" y="3035010"/>
              <a:ext cx="247800" cy="2478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31" name="Google Shape;531;p20"/>
            <p:cNvSpPr/>
            <p:nvPr/>
          </p:nvSpPr>
          <p:spPr>
            <a:xfrm>
              <a:off x="5947002" y="1913635"/>
              <a:ext cx="247800" cy="2478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32" name="Google Shape;532;p20"/>
            <p:cNvSpPr/>
            <p:nvPr/>
          </p:nvSpPr>
          <p:spPr>
            <a:xfrm>
              <a:off x="3509017" y="1622848"/>
              <a:ext cx="2125304" cy="3058016"/>
            </a:xfrm>
            <a:custGeom>
              <a:avLst/>
              <a:gdLst/>
              <a:ahLst/>
              <a:cxnLst/>
              <a:rect l="l" t="t" r="r" b="b"/>
              <a:pathLst>
                <a:path w="49706" h="71520" extrusionOk="0">
                  <a:moveTo>
                    <a:pt x="2960" y="0"/>
                  </a:moveTo>
                  <a:lnTo>
                    <a:pt x="2789" y="14"/>
                  </a:lnTo>
                  <a:lnTo>
                    <a:pt x="2604" y="43"/>
                  </a:lnTo>
                  <a:lnTo>
                    <a:pt x="2434" y="85"/>
                  </a:lnTo>
                  <a:lnTo>
                    <a:pt x="2263" y="128"/>
                  </a:lnTo>
                  <a:lnTo>
                    <a:pt x="2106" y="171"/>
                  </a:lnTo>
                  <a:lnTo>
                    <a:pt x="1936" y="242"/>
                  </a:lnTo>
                  <a:lnTo>
                    <a:pt x="1779" y="313"/>
                  </a:lnTo>
                  <a:lnTo>
                    <a:pt x="1637" y="384"/>
                  </a:lnTo>
                  <a:lnTo>
                    <a:pt x="1480" y="470"/>
                  </a:lnTo>
                  <a:lnTo>
                    <a:pt x="1338" y="569"/>
                  </a:lnTo>
                  <a:lnTo>
                    <a:pt x="1210" y="669"/>
                  </a:lnTo>
                  <a:lnTo>
                    <a:pt x="1082" y="783"/>
                  </a:lnTo>
                  <a:lnTo>
                    <a:pt x="954" y="897"/>
                  </a:lnTo>
                  <a:lnTo>
                    <a:pt x="840" y="1010"/>
                  </a:lnTo>
                  <a:lnTo>
                    <a:pt x="726" y="1138"/>
                  </a:lnTo>
                  <a:lnTo>
                    <a:pt x="555" y="1352"/>
                  </a:lnTo>
                  <a:lnTo>
                    <a:pt x="413" y="1580"/>
                  </a:lnTo>
                  <a:lnTo>
                    <a:pt x="299" y="1807"/>
                  </a:lnTo>
                  <a:lnTo>
                    <a:pt x="185" y="2063"/>
                  </a:lnTo>
                  <a:lnTo>
                    <a:pt x="114" y="2320"/>
                  </a:lnTo>
                  <a:lnTo>
                    <a:pt x="43" y="2590"/>
                  </a:lnTo>
                  <a:lnTo>
                    <a:pt x="15" y="2860"/>
                  </a:lnTo>
                  <a:lnTo>
                    <a:pt x="0" y="3145"/>
                  </a:lnTo>
                  <a:lnTo>
                    <a:pt x="0" y="43529"/>
                  </a:lnTo>
                  <a:lnTo>
                    <a:pt x="15" y="44042"/>
                  </a:lnTo>
                  <a:lnTo>
                    <a:pt x="57" y="44554"/>
                  </a:lnTo>
                  <a:lnTo>
                    <a:pt x="128" y="45080"/>
                  </a:lnTo>
                  <a:lnTo>
                    <a:pt x="228" y="45607"/>
                  </a:lnTo>
                  <a:lnTo>
                    <a:pt x="356" y="46133"/>
                  </a:lnTo>
                  <a:lnTo>
                    <a:pt x="498" y="46660"/>
                  </a:lnTo>
                  <a:lnTo>
                    <a:pt x="669" y="47201"/>
                  </a:lnTo>
                  <a:lnTo>
                    <a:pt x="868" y="47741"/>
                  </a:lnTo>
                  <a:lnTo>
                    <a:pt x="1082" y="48282"/>
                  </a:lnTo>
                  <a:lnTo>
                    <a:pt x="1324" y="48823"/>
                  </a:lnTo>
                  <a:lnTo>
                    <a:pt x="1594" y="49364"/>
                  </a:lnTo>
                  <a:lnTo>
                    <a:pt x="1864" y="49904"/>
                  </a:lnTo>
                  <a:lnTo>
                    <a:pt x="2163" y="50445"/>
                  </a:lnTo>
                  <a:lnTo>
                    <a:pt x="2491" y="50986"/>
                  </a:lnTo>
                  <a:lnTo>
                    <a:pt x="2818" y="51527"/>
                  </a:lnTo>
                  <a:lnTo>
                    <a:pt x="3174" y="52082"/>
                  </a:lnTo>
                  <a:lnTo>
                    <a:pt x="3529" y="52622"/>
                  </a:lnTo>
                  <a:lnTo>
                    <a:pt x="3914" y="53163"/>
                  </a:lnTo>
                  <a:lnTo>
                    <a:pt x="4312" y="53690"/>
                  </a:lnTo>
                  <a:lnTo>
                    <a:pt x="4710" y="54230"/>
                  </a:lnTo>
                  <a:lnTo>
                    <a:pt x="5137" y="54771"/>
                  </a:lnTo>
                  <a:lnTo>
                    <a:pt x="5564" y="55298"/>
                  </a:lnTo>
                  <a:lnTo>
                    <a:pt x="5991" y="55824"/>
                  </a:lnTo>
                  <a:lnTo>
                    <a:pt x="6446" y="56351"/>
                  </a:lnTo>
                  <a:lnTo>
                    <a:pt x="7357" y="57389"/>
                  </a:lnTo>
                  <a:lnTo>
                    <a:pt x="8311" y="58400"/>
                  </a:lnTo>
                  <a:lnTo>
                    <a:pt x="9264" y="59396"/>
                  </a:lnTo>
                  <a:lnTo>
                    <a:pt x="10246" y="60363"/>
                  </a:lnTo>
                  <a:lnTo>
                    <a:pt x="11213" y="61317"/>
                  </a:lnTo>
                  <a:lnTo>
                    <a:pt x="12195" y="62228"/>
                  </a:lnTo>
                  <a:lnTo>
                    <a:pt x="13149" y="63096"/>
                  </a:lnTo>
                  <a:lnTo>
                    <a:pt x="14102" y="63935"/>
                  </a:lnTo>
                  <a:lnTo>
                    <a:pt x="15013" y="64746"/>
                  </a:lnTo>
                  <a:lnTo>
                    <a:pt x="15909" y="65500"/>
                  </a:lnTo>
                  <a:lnTo>
                    <a:pt x="16763" y="66212"/>
                  </a:lnTo>
                  <a:lnTo>
                    <a:pt x="17560" y="66881"/>
                  </a:lnTo>
                  <a:lnTo>
                    <a:pt x="19011" y="68048"/>
                  </a:lnTo>
                  <a:lnTo>
                    <a:pt x="20178" y="68987"/>
                  </a:lnTo>
                  <a:lnTo>
                    <a:pt x="21032" y="69670"/>
                  </a:lnTo>
                  <a:lnTo>
                    <a:pt x="21317" y="69897"/>
                  </a:lnTo>
                  <a:lnTo>
                    <a:pt x="21487" y="70068"/>
                  </a:lnTo>
                  <a:lnTo>
                    <a:pt x="21672" y="70239"/>
                  </a:lnTo>
                  <a:lnTo>
                    <a:pt x="21872" y="70410"/>
                  </a:lnTo>
                  <a:lnTo>
                    <a:pt x="22071" y="70566"/>
                  </a:lnTo>
                  <a:lnTo>
                    <a:pt x="22270" y="70709"/>
                  </a:lnTo>
                  <a:lnTo>
                    <a:pt x="22484" y="70837"/>
                  </a:lnTo>
                  <a:lnTo>
                    <a:pt x="22697" y="70950"/>
                  </a:lnTo>
                  <a:lnTo>
                    <a:pt x="22910" y="71064"/>
                  </a:lnTo>
                  <a:lnTo>
                    <a:pt x="23138" y="71164"/>
                  </a:lnTo>
                  <a:lnTo>
                    <a:pt x="23366" y="71249"/>
                  </a:lnTo>
                  <a:lnTo>
                    <a:pt x="23593" y="71320"/>
                  </a:lnTo>
                  <a:lnTo>
                    <a:pt x="23821" y="71377"/>
                  </a:lnTo>
                  <a:lnTo>
                    <a:pt x="24049" y="71434"/>
                  </a:lnTo>
                  <a:lnTo>
                    <a:pt x="24291" y="71477"/>
                  </a:lnTo>
                  <a:lnTo>
                    <a:pt x="24533" y="71505"/>
                  </a:lnTo>
                  <a:lnTo>
                    <a:pt x="24760" y="71520"/>
                  </a:lnTo>
                  <a:lnTo>
                    <a:pt x="25244" y="71520"/>
                  </a:lnTo>
                  <a:lnTo>
                    <a:pt x="25472" y="71505"/>
                  </a:lnTo>
                  <a:lnTo>
                    <a:pt x="25714" y="71477"/>
                  </a:lnTo>
                  <a:lnTo>
                    <a:pt x="25956" y="71434"/>
                  </a:lnTo>
                  <a:lnTo>
                    <a:pt x="26183" y="71377"/>
                  </a:lnTo>
                  <a:lnTo>
                    <a:pt x="26411" y="71320"/>
                  </a:lnTo>
                  <a:lnTo>
                    <a:pt x="26639" y="71249"/>
                  </a:lnTo>
                  <a:lnTo>
                    <a:pt x="26866" y="71164"/>
                  </a:lnTo>
                  <a:lnTo>
                    <a:pt x="27094" y="71064"/>
                  </a:lnTo>
                  <a:lnTo>
                    <a:pt x="27307" y="70950"/>
                  </a:lnTo>
                  <a:lnTo>
                    <a:pt x="27521" y="70837"/>
                  </a:lnTo>
                  <a:lnTo>
                    <a:pt x="27734" y="70709"/>
                  </a:lnTo>
                  <a:lnTo>
                    <a:pt x="27934" y="70566"/>
                  </a:lnTo>
                  <a:lnTo>
                    <a:pt x="28133" y="70410"/>
                  </a:lnTo>
                  <a:lnTo>
                    <a:pt x="28318" y="70253"/>
                  </a:lnTo>
                  <a:lnTo>
                    <a:pt x="28503" y="70068"/>
                  </a:lnTo>
                  <a:lnTo>
                    <a:pt x="28645" y="69926"/>
                  </a:lnTo>
                  <a:lnTo>
                    <a:pt x="28787" y="69798"/>
                  </a:lnTo>
                  <a:lnTo>
                    <a:pt x="29001" y="69613"/>
                  </a:lnTo>
                  <a:lnTo>
                    <a:pt x="29627" y="69101"/>
                  </a:lnTo>
                  <a:lnTo>
                    <a:pt x="31548" y="67535"/>
                  </a:lnTo>
                  <a:lnTo>
                    <a:pt x="32786" y="66511"/>
                  </a:lnTo>
                  <a:lnTo>
                    <a:pt x="34166" y="65344"/>
                  </a:lnTo>
                  <a:lnTo>
                    <a:pt x="35646" y="64049"/>
                  </a:lnTo>
                  <a:lnTo>
                    <a:pt x="36415" y="63352"/>
                  </a:lnTo>
                  <a:lnTo>
                    <a:pt x="37197" y="62640"/>
                  </a:lnTo>
                  <a:lnTo>
                    <a:pt x="37994" y="61900"/>
                  </a:lnTo>
                  <a:lnTo>
                    <a:pt x="38791" y="61132"/>
                  </a:lnTo>
                  <a:lnTo>
                    <a:pt x="39602" y="60335"/>
                  </a:lnTo>
                  <a:lnTo>
                    <a:pt x="40399" y="59538"/>
                  </a:lnTo>
                  <a:lnTo>
                    <a:pt x="41196" y="58713"/>
                  </a:lnTo>
                  <a:lnTo>
                    <a:pt x="41978" y="57873"/>
                  </a:lnTo>
                  <a:lnTo>
                    <a:pt x="42747" y="57019"/>
                  </a:lnTo>
                  <a:lnTo>
                    <a:pt x="43487" y="56151"/>
                  </a:lnTo>
                  <a:lnTo>
                    <a:pt x="44213" y="55269"/>
                  </a:lnTo>
                  <a:lnTo>
                    <a:pt x="44910" y="54373"/>
                  </a:lnTo>
                  <a:lnTo>
                    <a:pt x="45579" y="53490"/>
                  </a:lnTo>
                  <a:lnTo>
                    <a:pt x="46219" y="52580"/>
                  </a:lnTo>
                  <a:lnTo>
                    <a:pt x="46518" y="52139"/>
                  </a:lnTo>
                  <a:lnTo>
                    <a:pt x="46817" y="51683"/>
                  </a:lnTo>
                  <a:lnTo>
                    <a:pt x="47087" y="51228"/>
                  </a:lnTo>
                  <a:lnTo>
                    <a:pt x="47357" y="50772"/>
                  </a:lnTo>
                  <a:lnTo>
                    <a:pt x="47614" y="50331"/>
                  </a:lnTo>
                  <a:lnTo>
                    <a:pt x="47870" y="49876"/>
                  </a:lnTo>
                  <a:lnTo>
                    <a:pt x="48097" y="49421"/>
                  </a:lnTo>
                  <a:lnTo>
                    <a:pt x="48311" y="48965"/>
                  </a:lnTo>
                  <a:lnTo>
                    <a:pt x="48624" y="48268"/>
                  </a:lnTo>
                  <a:lnTo>
                    <a:pt x="48894" y="47585"/>
                  </a:lnTo>
                  <a:lnTo>
                    <a:pt x="49022" y="47229"/>
                  </a:lnTo>
                  <a:lnTo>
                    <a:pt x="49136" y="46888"/>
                  </a:lnTo>
                  <a:lnTo>
                    <a:pt x="49250" y="46546"/>
                  </a:lnTo>
                  <a:lnTo>
                    <a:pt x="49335" y="46205"/>
                  </a:lnTo>
                  <a:lnTo>
                    <a:pt x="49421" y="45863"/>
                  </a:lnTo>
                  <a:lnTo>
                    <a:pt x="49492" y="45522"/>
                  </a:lnTo>
                  <a:lnTo>
                    <a:pt x="49563" y="45194"/>
                  </a:lnTo>
                  <a:lnTo>
                    <a:pt x="49606" y="44853"/>
                  </a:lnTo>
                  <a:lnTo>
                    <a:pt x="49648" y="44526"/>
                  </a:lnTo>
                  <a:lnTo>
                    <a:pt x="49677" y="44184"/>
                  </a:lnTo>
                  <a:lnTo>
                    <a:pt x="49705" y="43857"/>
                  </a:lnTo>
                  <a:lnTo>
                    <a:pt x="49705" y="43529"/>
                  </a:lnTo>
                  <a:lnTo>
                    <a:pt x="49705" y="3145"/>
                  </a:lnTo>
                  <a:lnTo>
                    <a:pt x="49691" y="2818"/>
                  </a:lnTo>
                  <a:lnTo>
                    <a:pt x="49648" y="2505"/>
                  </a:lnTo>
                  <a:lnTo>
                    <a:pt x="49563" y="2206"/>
                  </a:lnTo>
                  <a:lnTo>
                    <a:pt x="49463" y="1921"/>
                  </a:lnTo>
                  <a:lnTo>
                    <a:pt x="49321" y="1651"/>
                  </a:lnTo>
                  <a:lnTo>
                    <a:pt x="49165" y="1380"/>
                  </a:lnTo>
                  <a:lnTo>
                    <a:pt x="48994" y="1138"/>
                  </a:lnTo>
                  <a:lnTo>
                    <a:pt x="48780" y="925"/>
                  </a:lnTo>
                  <a:lnTo>
                    <a:pt x="48567" y="712"/>
                  </a:lnTo>
                  <a:lnTo>
                    <a:pt x="48325" y="541"/>
                  </a:lnTo>
                  <a:lnTo>
                    <a:pt x="48055" y="384"/>
                  </a:lnTo>
                  <a:lnTo>
                    <a:pt x="47784" y="242"/>
                  </a:lnTo>
                  <a:lnTo>
                    <a:pt x="47500" y="142"/>
                  </a:lnTo>
                  <a:lnTo>
                    <a:pt x="47201" y="57"/>
                  </a:lnTo>
                  <a:lnTo>
                    <a:pt x="46888" y="14"/>
                  </a:lnTo>
                  <a:lnTo>
                    <a:pt x="46561" y="0"/>
                  </a:lnTo>
                  <a:close/>
                </a:path>
              </a:pathLst>
            </a:custGeom>
            <a:solidFill>
              <a:srgbClr val="2776EA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0"/>
            <p:cNvSpPr/>
            <p:nvPr/>
          </p:nvSpPr>
          <p:spPr>
            <a:xfrm>
              <a:off x="3509017" y="1622848"/>
              <a:ext cx="2125304" cy="3058016"/>
            </a:xfrm>
            <a:custGeom>
              <a:avLst/>
              <a:gdLst/>
              <a:ahLst/>
              <a:cxnLst/>
              <a:rect l="l" t="t" r="r" b="b"/>
              <a:pathLst>
                <a:path w="49706" h="71520" fill="none" extrusionOk="0">
                  <a:moveTo>
                    <a:pt x="46561" y="0"/>
                  </a:moveTo>
                  <a:lnTo>
                    <a:pt x="3145" y="0"/>
                  </a:lnTo>
                  <a:lnTo>
                    <a:pt x="3145" y="0"/>
                  </a:lnTo>
                  <a:lnTo>
                    <a:pt x="2960" y="0"/>
                  </a:lnTo>
                  <a:lnTo>
                    <a:pt x="2789" y="14"/>
                  </a:lnTo>
                  <a:lnTo>
                    <a:pt x="2604" y="43"/>
                  </a:lnTo>
                  <a:lnTo>
                    <a:pt x="2434" y="85"/>
                  </a:lnTo>
                  <a:lnTo>
                    <a:pt x="2263" y="128"/>
                  </a:lnTo>
                  <a:lnTo>
                    <a:pt x="2106" y="171"/>
                  </a:lnTo>
                  <a:lnTo>
                    <a:pt x="1936" y="242"/>
                  </a:lnTo>
                  <a:lnTo>
                    <a:pt x="1779" y="313"/>
                  </a:lnTo>
                  <a:lnTo>
                    <a:pt x="1637" y="384"/>
                  </a:lnTo>
                  <a:lnTo>
                    <a:pt x="1480" y="470"/>
                  </a:lnTo>
                  <a:lnTo>
                    <a:pt x="1338" y="569"/>
                  </a:lnTo>
                  <a:lnTo>
                    <a:pt x="1210" y="669"/>
                  </a:lnTo>
                  <a:lnTo>
                    <a:pt x="1082" y="783"/>
                  </a:lnTo>
                  <a:lnTo>
                    <a:pt x="954" y="897"/>
                  </a:lnTo>
                  <a:lnTo>
                    <a:pt x="840" y="1010"/>
                  </a:lnTo>
                  <a:lnTo>
                    <a:pt x="726" y="1138"/>
                  </a:lnTo>
                  <a:lnTo>
                    <a:pt x="726" y="1138"/>
                  </a:lnTo>
                  <a:lnTo>
                    <a:pt x="555" y="1352"/>
                  </a:lnTo>
                  <a:lnTo>
                    <a:pt x="413" y="1580"/>
                  </a:lnTo>
                  <a:lnTo>
                    <a:pt x="299" y="1807"/>
                  </a:lnTo>
                  <a:lnTo>
                    <a:pt x="185" y="2063"/>
                  </a:lnTo>
                  <a:lnTo>
                    <a:pt x="114" y="2320"/>
                  </a:lnTo>
                  <a:lnTo>
                    <a:pt x="43" y="2590"/>
                  </a:lnTo>
                  <a:lnTo>
                    <a:pt x="15" y="2860"/>
                  </a:lnTo>
                  <a:lnTo>
                    <a:pt x="0" y="3145"/>
                  </a:lnTo>
                  <a:lnTo>
                    <a:pt x="0" y="43529"/>
                  </a:lnTo>
                  <a:lnTo>
                    <a:pt x="0" y="43529"/>
                  </a:lnTo>
                  <a:lnTo>
                    <a:pt x="15" y="44042"/>
                  </a:lnTo>
                  <a:lnTo>
                    <a:pt x="57" y="44554"/>
                  </a:lnTo>
                  <a:lnTo>
                    <a:pt x="128" y="45080"/>
                  </a:lnTo>
                  <a:lnTo>
                    <a:pt x="228" y="45607"/>
                  </a:lnTo>
                  <a:lnTo>
                    <a:pt x="356" y="46133"/>
                  </a:lnTo>
                  <a:lnTo>
                    <a:pt x="498" y="46660"/>
                  </a:lnTo>
                  <a:lnTo>
                    <a:pt x="669" y="47201"/>
                  </a:lnTo>
                  <a:lnTo>
                    <a:pt x="868" y="47741"/>
                  </a:lnTo>
                  <a:lnTo>
                    <a:pt x="1082" y="48282"/>
                  </a:lnTo>
                  <a:lnTo>
                    <a:pt x="1324" y="48823"/>
                  </a:lnTo>
                  <a:lnTo>
                    <a:pt x="1594" y="49364"/>
                  </a:lnTo>
                  <a:lnTo>
                    <a:pt x="1864" y="49904"/>
                  </a:lnTo>
                  <a:lnTo>
                    <a:pt x="2163" y="50445"/>
                  </a:lnTo>
                  <a:lnTo>
                    <a:pt x="2491" y="50986"/>
                  </a:lnTo>
                  <a:lnTo>
                    <a:pt x="2818" y="51527"/>
                  </a:lnTo>
                  <a:lnTo>
                    <a:pt x="3174" y="52082"/>
                  </a:lnTo>
                  <a:lnTo>
                    <a:pt x="3529" y="52622"/>
                  </a:lnTo>
                  <a:lnTo>
                    <a:pt x="3914" y="53163"/>
                  </a:lnTo>
                  <a:lnTo>
                    <a:pt x="4312" y="53690"/>
                  </a:lnTo>
                  <a:lnTo>
                    <a:pt x="4710" y="54230"/>
                  </a:lnTo>
                  <a:lnTo>
                    <a:pt x="5137" y="54771"/>
                  </a:lnTo>
                  <a:lnTo>
                    <a:pt x="5564" y="55298"/>
                  </a:lnTo>
                  <a:lnTo>
                    <a:pt x="5991" y="55824"/>
                  </a:lnTo>
                  <a:lnTo>
                    <a:pt x="6446" y="56351"/>
                  </a:lnTo>
                  <a:lnTo>
                    <a:pt x="7357" y="57389"/>
                  </a:lnTo>
                  <a:lnTo>
                    <a:pt x="8311" y="58400"/>
                  </a:lnTo>
                  <a:lnTo>
                    <a:pt x="9264" y="59396"/>
                  </a:lnTo>
                  <a:lnTo>
                    <a:pt x="10246" y="60363"/>
                  </a:lnTo>
                  <a:lnTo>
                    <a:pt x="11213" y="61317"/>
                  </a:lnTo>
                  <a:lnTo>
                    <a:pt x="12195" y="62228"/>
                  </a:lnTo>
                  <a:lnTo>
                    <a:pt x="13149" y="63096"/>
                  </a:lnTo>
                  <a:lnTo>
                    <a:pt x="14102" y="63935"/>
                  </a:lnTo>
                  <a:lnTo>
                    <a:pt x="15013" y="64746"/>
                  </a:lnTo>
                  <a:lnTo>
                    <a:pt x="15909" y="65500"/>
                  </a:lnTo>
                  <a:lnTo>
                    <a:pt x="16763" y="66212"/>
                  </a:lnTo>
                  <a:lnTo>
                    <a:pt x="17560" y="66881"/>
                  </a:lnTo>
                  <a:lnTo>
                    <a:pt x="19011" y="68048"/>
                  </a:lnTo>
                  <a:lnTo>
                    <a:pt x="20178" y="68987"/>
                  </a:lnTo>
                  <a:lnTo>
                    <a:pt x="21032" y="69670"/>
                  </a:lnTo>
                  <a:lnTo>
                    <a:pt x="21317" y="69897"/>
                  </a:lnTo>
                  <a:lnTo>
                    <a:pt x="21487" y="70068"/>
                  </a:lnTo>
                  <a:lnTo>
                    <a:pt x="21487" y="70068"/>
                  </a:lnTo>
                  <a:lnTo>
                    <a:pt x="21672" y="70239"/>
                  </a:lnTo>
                  <a:lnTo>
                    <a:pt x="21872" y="70410"/>
                  </a:lnTo>
                  <a:lnTo>
                    <a:pt x="22071" y="70566"/>
                  </a:lnTo>
                  <a:lnTo>
                    <a:pt x="22270" y="70709"/>
                  </a:lnTo>
                  <a:lnTo>
                    <a:pt x="22484" y="70837"/>
                  </a:lnTo>
                  <a:lnTo>
                    <a:pt x="22697" y="70950"/>
                  </a:lnTo>
                  <a:lnTo>
                    <a:pt x="22910" y="71064"/>
                  </a:lnTo>
                  <a:lnTo>
                    <a:pt x="23138" y="71164"/>
                  </a:lnTo>
                  <a:lnTo>
                    <a:pt x="23366" y="71249"/>
                  </a:lnTo>
                  <a:lnTo>
                    <a:pt x="23593" y="71320"/>
                  </a:lnTo>
                  <a:lnTo>
                    <a:pt x="23821" y="71377"/>
                  </a:lnTo>
                  <a:lnTo>
                    <a:pt x="24049" y="71434"/>
                  </a:lnTo>
                  <a:lnTo>
                    <a:pt x="24291" y="71477"/>
                  </a:lnTo>
                  <a:lnTo>
                    <a:pt x="24533" y="71505"/>
                  </a:lnTo>
                  <a:lnTo>
                    <a:pt x="24760" y="71520"/>
                  </a:lnTo>
                  <a:lnTo>
                    <a:pt x="25002" y="71520"/>
                  </a:lnTo>
                  <a:lnTo>
                    <a:pt x="25002" y="71520"/>
                  </a:lnTo>
                  <a:lnTo>
                    <a:pt x="25244" y="71520"/>
                  </a:lnTo>
                  <a:lnTo>
                    <a:pt x="25472" y="71505"/>
                  </a:lnTo>
                  <a:lnTo>
                    <a:pt x="25714" y="71477"/>
                  </a:lnTo>
                  <a:lnTo>
                    <a:pt x="25956" y="71434"/>
                  </a:lnTo>
                  <a:lnTo>
                    <a:pt x="26183" y="71377"/>
                  </a:lnTo>
                  <a:lnTo>
                    <a:pt x="26411" y="71320"/>
                  </a:lnTo>
                  <a:lnTo>
                    <a:pt x="26639" y="71249"/>
                  </a:lnTo>
                  <a:lnTo>
                    <a:pt x="26866" y="71164"/>
                  </a:lnTo>
                  <a:lnTo>
                    <a:pt x="27094" y="71064"/>
                  </a:lnTo>
                  <a:lnTo>
                    <a:pt x="27307" y="70950"/>
                  </a:lnTo>
                  <a:lnTo>
                    <a:pt x="27521" y="70837"/>
                  </a:lnTo>
                  <a:lnTo>
                    <a:pt x="27734" y="70709"/>
                  </a:lnTo>
                  <a:lnTo>
                    <a:pt x="27934" y="70566"/>
                  </a:lnTo>
                  <a:lnTo>
                    <a:pt x="28133" y="70410"/>
                  </a:lnTo>
                  <a:lnTo>
                    <a:pt x="28318" y="70253"/>
                  </a:lnTo>
                  <a:lnTo>
                    <a:pt x="28503" y="70068"/>
                  </a:lnTo>
                  <a:lnTo>
                    <a:pt x="28503" y="70068"/>
                  </a:lnTo>
                  <a:lnTo>
                    <a:pt x="28645" y="69926"/>
                  </a:lnTo>
                  <a:lnTo>
                    <a:pt x="28645" y="69926"/>
                  </a:lnTo>
                  <a:lnTo>
                    <a:pt x="28787" y="69798"/>
                  </a:lnTo>
                  <a:lnTo>
                    <a:pt x="29001" y="69613"/>
                  </a:lnTo>
                  <a:lnTo>
                    <a:pt x="29627" y="69101"/>
                  </a:lnTo>
                  <a:lnTo>
                    <a:pt x="31548" y="67535"/>
                  </a:lnTo>
                  <a:lnTo>
                    <a:pt x="32786" y="66511"/>
                  </a:lnTo>
                  <a:lnTo>
                    <a:pt x="34166" y="65344"/>
                  </a:lnTo>
                  <a:lnTo>
                    <a:pt x="35646" y="64049"/>
                  </a:lnTo>
                  <a:lnTo>
                    <a:pt x="36415" y="63352"/>
                  </a:lnTo>
                  <a:lnTo>
                    <a:pt x="37197" y="62640"/>
                  </a:lnTo>
                  <a:lnTo>
                    <a:pt x="37994" y="61900"/>
                  </a:lnTo>
                  <a:lnTo>
                    <a:pt x="38791" y="61132"/>
                  </a:lnTo>
                  <a:lnTo>
                    <a:pt x="39602" y="60335"/>
                  </a:lnTo>
                  <a:lnTo>
                    <a:pt x="40399" y="59538"/>
                  </a:lnTo>
                  <a:lnTo>
                    <a:pt x="41196" y="58713"/>
                  </a:lnTo>
                  <a:lnTo>
                    <a:pt x="41978" y="57873"/>
                  </a:lnTo>
                  <a:lnTo>
                    <a:pt x="42747" y="57019"/>
                  </a:lnTo>
                  <a:lnTo>
                    <a:pt x="43487" y="56151"/>
                  </a:lnTo>
                  <a:lnTo>
                    <a:pt x="44213" y="55269"/>
                  </a:lnTo>
                  <a:lnTo>
                    <a:pt x="44910" y="54373"/>
                  </a:lnTo>
                  <a:lnTo>
                    <a:pt x="45579" y="53490"/>
                  </a:lnTo>
                  <a:lnTo>
                    <a:pt x="46219" y="52580"/>
                  </a:lnTo>
                  <a:lnTo>
                    <a:pt x="46518" y="52139"/>
                  </a:lnTo>
                  <a:lnTo>
                    <a:pt x="46817" y="51683"/>
                  </a:lnTo>
                  <a:lnTo>
                    <a:pt x="47087" y="51228"/>
                  </a:lnTo>
                  <a:lnTo>
                    <a:pt x="47357" y="50772"/>
                  </a:lnTo>
                  <a:lnTo>
                    <a:pt x="47614" y="50331"/>
                  </a:lnTo>
                  <a:lnTo>
                    <a:pt x="47870" y="49876"/>
                  </a:lnTo>
                  <a:lnTo>
                    <a:pt x="48097" y="49421"/>
                  </a:lnTo>
                  <a:lnTo>
                    <a:pt x="48311" y="48965"/>
                  </a:lnTo>
                  <a:lnTo>
                    <a:pt x="48311" y="48965"/>
                  </a:lnTo>
                  <a:lnTo>
                    <a:pt x="48624" y="48268"/>
                  </a:lnTo>
                  <a:lnTo>
                    <a:pt x="48894" y="47585"/>
                  </a:lnTo>
                  <a:lnTo>
                    <a:pt x="49022" y="47229"/>
                  </a:lnTo>
                  <a:lnTo>
                    <a:pt x="49136" y="46888"/>
                  </a:lnTo>
                  <a:lnTo>
                    <a:pt x="49250" y="46546"/>
                  </a:lnTo>
                  <a:lnTo>
                    <a:pt x="49335" y="46205"/>
                  </a:lnTo>
                  <a:lnTo>
                    <a:pt x="49421" y="45863"/>
                  </a:lnTo>
                  <a:lnTo>
                    <a:pt x="49492" y="45522"/>
                  </a:lnTo>
                  <a:lnTo>
                    <a:pt x="49563" y="45194"/>
                  </a:lnTo>
                  <a:lnTo>
                    <a:pt x="49606" y="44853"/>
                  </a:lnTo>
                  <a:lnTo>
                    <a:pt x="49648" y="44526"/>
                  </a:lnTo>
                  <a:lnTo>
                    <a:pt x="49677" y="44184"/>
                  </a:lnTo>
                  <a:lnTo>
                    <a:pt x="49705" y="43857"/>
                  </a:lnTo>
                  <a:lnTo>
                    <a:pt x="49705" y="43529"/>
                  </a:lnTo>
                  <a:lnTo>
                    <a:pt x="49705" y="3145"/>
                  </a:lnTo>
                  <a:lnTo>
                    <a:pt x="49705" y="3145"/>
                  </a:lnTo>
                  <a:lnTo>
                    <a:pt x="49691" y="2818"/>
                  </a:lnTo>
                  <a:lnTo>
                    <a:pt x="49648" y="2505"/>
                  </a:lnTo>
                  <a:lnTo>
                    <a:pt x="49563" y="2206"/>
                  </a:lnTo>
                  <a:lnTo>
                    <a:pt x="49463" y="1921"/>
                  </a:lnTo>
                  <a:lnTo>
                    <a:pt x="49321" y="1651"/>
                  </a:lnTo>
                  <a:lnTo>
                    <a:pt x="49165" y="1380"/>
                  </a:lnTo>
                  <a:lnTo>
                    <a:pt x="48994" y="1138"/>
                  </a:lnTo>
                  <a:lnTo>
                    <a:pt x="48780" y="925"/>
                  </a:lnTo>
                  <a:lnTo>
                    <a:pt x="48567" y="712"/>
                  </a:lnTo>
                  <a:lnTo>
                    <a:pt x="48325" y="541"/>
                  </a:lnTo>
                  <a:lnTo>
                    <a:pt x="48055" y="384"/>
                  </a:lnTo>
                  <a:lnTo>
                    <a:pt x="47784" y="242"/>
                  </a:lnTo>
                  <a:lnTo>
                    <a:pt x="47500" y="142"/>
                  </a:lnTo>
                  <a:lnTo>
                    <a:pt x="47201" y="57"/>
                  </a:lnTo>
                  <a:lnTo>
                    <a:pt x="46888" y="14"/>
                  </a:lnTo>
                  <a:lnTo>
                    <a:pt x="4656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0"/>
            <p:cNvSpPr/>
            <p:nvPr/>
          </p:nvSpPr>
          <p:spPr>
            <a:xfrm>
              <a:off x="3457878" y="1571709"/>
              <a:ext cx="2227537" cy="3160250"/>
            </a:xfrm>
            <a:custGeom>
              <a:avLst/>
              <a:gdLst/>
              <a:ahLst/>
              <a:cxnLst/>
              <a:rect l="l" t="t" r="r" b="b"/>
              <a:pathLst>
                <a:path w="52097" h="73911" extrusionOk="0">
                  <a:moveTo>
                    <a:pt x="47757" y="1196"/>
                  </a:moveTo>
                  <a:lnTo>
                    <a:pt x="48084" y="1210"/>
                  </a:lnTo>
                  <a:lnTo>
                    <a:pt x="48397" y="1253"/>
                  </a:lnTo>
                  <a:lnTo>
                    <a:pt x="48696" y="1338"/>
                  </a:lnTo>
                  <a:lnTo>
                    <a:pt x="48980" y="1438"/>
                  </a:lnTo>
                  <a:lnTo>
                    <a:pt x="49251" y="1580"/>
                  </a:lnTo>
                  <a:lnTo>
                    <a:pt x="49521" y="1737"/>
                  </a:lnTo>
                  <a:lnTo>
                    <a:pt x="49763" y="1908"/>
                  </a:lnTo>
                  <a:lnTo>
                    <a:pt x="49976" y="2121"/>
                  </a:lnTo>
                  <a:lnTo>
                    <a:pt x="50190" y="2334"/>
                  </a:lnTo>
                  <a:lnTo>
                    <a:pt x="50361" y="2576"/>
                  </a:lnTo>
                  <a:lnTo>
                    <a:pt x="50517" y="2847"/>
                  </a:lnTo>
                  <a:lnTo>
                    <a:pt x="50659" y="3117"/>
                  </a:lnTo>
                  <a:lnTo>
                    <a:pt x="50759" y="3402"/>
                  </a:lnTo>
                  <a:lnTo>
                    <a:pt x="50844" y="3701"/>
                  </a:lnTo>
                  <a:lnTo>
                    <a:pt x="50887" y="4014"/>
                  </a:lnTo>
                  <a:lnTo>
                    <a:pt x="50901" y="4341"/>
                  </a:lnTo>
                  <a:lnTo>
                    <a:pt x="50901" y="44725"/>
                  </a:lnTo>
                  <a:lnTo>
                    <a:pt x="50901" y="45053"/>
                  </a:lnTo>
                  <a:lnTo>
                    <a:pt x="50873" y="45380"/>
                  </a:lnTo>
                  <a:lnTo>
                    <a:pt x="50844" y="45722"/>
                  </a:lnTo>
                  <a:lnTo>
                    <a:pt x="50802" y="46049"/>
                  </a:lnTo>
                  <a:lnTo>
                    <a:pt x="50759" y="46390"/>
                  </a:lnTo>
                  <a:lnTo>
                    <a:pt x="50688" y="46718"/>
                  </a:lnTo>
                  <a:lnTo>
                    <a:pt x="50617" y="47059"/>
                  </a:lnTo>
                  <a:lnTo>
                    <a:pt x="50531" y="47401"/>
                  </a:lnTo>
                  <a:lnTo>
                    <a:pt x="50446" y="47742"/>
                  </a:lnTo>
                  <a:lnTo>
                    <a:pt x="50332" y="48084"/>
                  </a:lnTo>
                  <a:lnTo>
                    <a:pt x="50218" y="48425"/>
                  </a:lnTo>
                  <a:lnTo>
                    <a:pt x="50090" y="48781"/>
                  </a:lnTo>
                  <a:lnTo>
                    <a:pt x="49820" y="49464"/>
                  </a:lnTo>
                  <a:lnTo>
                    <a:pt x="49507" y="50161"/>
                  </a:lnTo>
                  <a:lnTo>
                    <a:pt x="49293" y="50617"/>
                  </a:lnTo>
                  <a:lnTo>
                    <a:pt x="49066" y="51072"/>
                  </a:lnTo>
                  <a:lnTo>
                    <a:pt x="48810" y="51527"/>
                  </a:lnTo>
                  <a:lnTo>
                    <a:pt x="48553" y="51968"/>
                  </a:lnTo>
                  <a:lnTo>
                    <a:pt x="48283" y="52424"/>
                  </a:lnTo>
                  <a:lnTo>
                    <a:pt x="48013" y="52879"/>
                  </a:lnTo>
                  <a:lnTo>
                    <a:pt x="47714" y="53335"/>
                  </a:lnTo>
                  <a:lnTo>
                    <a:pt x="47415" y="53776"/>
                  </a:lnTo>
                  <a:lnTo>
                    <a:pt x="46775" y="54686"/>
                  </a:lnTo>
                  <a:lnTo>
                    <a:pt x="46106" y="55569"/>
                  </a:lnTo>
                  <a:lnTo>
                    <a:pt x="45409" y="56465"/>
                  </a:lnTo>
                  <a:lnTo>
                    <a:pt x="44683" y="57347"/>
                  </a:lnTo>
                  <a:lnTo>
                    <a:pt x="43943" y="58215"/>
                  </a:lnTo>
                  <a:lnTo>
                    <a:pt x="43174" y="59069"/>
                  </a:lnTo>
                  <a:lnTo>
                    <a:pt x="42392" y="59909"/>
                  </a:lnTo>
                  <a:lnTo>
                    <a:pt x="41595" y="60734"/>
                  </a:lnTo>
                  <a:lnTo>
                    <a:pt x="40798" y="61531"/>
                  </a:lnTo>
                  <a:lnTo>
                    <a:pt x="39987" y="62328"/>
                  </a:lnTo>
                  <a:lnTo>
                    <a:pt x="39190" y="63096"/>
                  </a:lnTo>
                  <a:lnTo>
                    <a:pt x="38393" y="63836"/>
                  </a:lnTo>
                  <a:lnTo>
                    <a:pt x="37611" y="64548"/>
                  </a:lnTo>
                  <a:lnTo>
                    <a:pt x="36842" y="65245"/>
                  </a:lnTo>
                  <a:lnTo>
                    <a:pt x="35362" y="66540"/>
                  </a:lnTo>
                  <a:lnTo>
                    <a:pt x="33982" y="67707"/>
                  </a:lnTo>
                  <a:lnTo>
                    <a:pt x="32744" y="68731"/>
                  </a:lnTo>
                  <a:lnTo>
                    <a:pt x="30823" y="70297"/>
                  </a:lnTo>
                  <a:lnTo>
                    <a:pt x="30197" y="70809"/>
                  </a:lnTo>
                  <a:lnTo>
                    <a:pt x="29983" y="70994"/>
                  </a:lnTo>
                  <a:lnTo>
                    <a:pt x="29841" y="71122"/>
                  </a:lnTo>
                  <a:lnTo>
                    <a:pt x="29699" y="71264"/>
                  </a:lnTo>
                  <a:lnTo>
                    <a:pt x="29514" y="71449"/>
                  </a:lnTo>
                  <a:lnTo>
                    <a:pt x="29329" y="71606"/>
                  </a:lnTo>
                  <a:lnTo>
                    <a:pt x="29130" y="71762"/>
                  </a:lnTo>
                  <a:lnTo>
                    <a:pt x="28930" y="71905"/>
                  </a:lnTo>
                  <a:lnTo>
                    <a:pt x="28717" y="72033"/>
                  </a:lnTo>
                  <a:lnTo>
                    <a:pt x="28503" y="72146"/>
                  </a:lnTo>
                  <a:lnTo>
                    <a:pt x="28290" y="72260"/>
                  </a:lnTo>
                  <a:lnTo>
                    <a:pt x="28062" y="72360"/>
                  </a:lnTo>
                  <a:lnTo>
                    <a:pt x="27835" y="72445"/>
                  </a:lnTo>
                  <a:lnTo>
                    <a:pt x="27607" y="72516"/>
                  </a:lnTo>
                  <a:lnTo>
                    <a:pt x="27379" y="72573"/>
                  </a:lnTo>
                  <a:lnTo>
                    <a:pt x="27152" y="72630"/>
                  </a:lnTo>
                  <a:lnTo>
                    <a:pt x="26910" y="72673"/>
                  </a:lnTo>
                  <a:lnTo>
                    <a:pt x="26668" y="72701"/>
                  </a:lnTo>
                  <a:lnTo>
                    <a:pt x="26440" y="72716"/>
                  </a:lnTo>
                  <a:lnTo>
                    <a:pt x="25956" y="72716"/>
                  </a:lnTo>
                  <a:lnTo>
                    <a:pt x="25729" y="72701"/>
                  </a:lnTo>
                  <a:lnTo>
                    <a:pt x="25487" y="72673"/>
                  </a:lnTo>
                  <a:lnTo>
                    <a:pt x="25245" y="72630"/>
                  </a:lnTo>
                  <a:lnTo>
                    <a:pt x="25017" y="72573"/>
                  </a:lnTo>
                  <a:lnTo>
                    <a:pt x="24789" y="72516"/>
                  </a:lnTo>
                  <a:lnTo>
                    <a:pt x="24562" y="72445"/>
                  </a:lnTo>
                  <a:lnTo>
                    <a:pt x="24334" y="72360"/>
                  </a:lnTo>
                  <a:lnTo>
                    <a:pt x="24106" y="72260"/>
                  </a:lnTo>
                  <a:lnTo>
                    <a:pt x="23893" y="72146"/>
                  </a:lnTo>
                  <a:lnTo>
                    <a:pt x="23680" y="72033"/>
                  </a:lnTo>
                  <a:lnTo>
                    <a:pt x="23466" y="71905"/>
                  </a:lnTo>
                  <a:lnTo>
                    <a:pt x="23267" y="71762"/>
                  </a:lnTo>
                  <a:lnTo>
                    <a:pt x="23068" y="71606"/>
                  </a:lnTo>
                  <a:lnTo>
                    <a:pt x="22868" y="71435"/>
                  </a:lnTo>
                  <a:lnTo>
                    <a:pt x="22683" y="71264"/>
                  </a:lnTo>
                  <a:lnTo>
                    <a:pt x="22513" y="71093"/>
                  </a:lnTo>
                  <a:lnTo>
                    <a:pt x="22228" y="70866"/>
                  </a:lnTo>
                  <a:lnTo>
                    <a:pt x="21374" y="70183"/>
                  </a:lnTo>
                  <a:lnTo>
                    <a:pt x="20207" y="69244"/>
                  </a:lnTo>
                  <a:lnTo>
                    <a:pt x="18756" y="68077"/>
                  </a:lnTo>
                  <a:lnTo>
                    <a:pt x="17959" y="67408"/>
                  </a:lnTo>
                  <a:lnTo>
                    <a:pt x="17105" y="66696"/>
                  </a:lnTo>
                  <a:lnTo>
                    <a:pt x="16209" y="65942"/>
                  </a:lnTo>
                  <a:lnTo>
                    <a:pt x="15298" y="65131"/>
                  </a:lnTo>
                  <a:lnTo>
                    <a:pt x="14345" y="64292"/>
                  </a:lnTo>
                  <a:lnTo>
                    <a:pt x="13391" y="63424"/>
                  </a:lnTo>
                  <a:lnTo>
                    <a:pt x="12409" y="62513"/>
                  </a:lnTo>
                  <a:lnTo>
                    <a:pt x="11442" y="61559"/>
                  </a:lnTo>
                  <a:lnTo>
                    <a:pt x="10460" y="60592"/>
                  </a:lnTo>
                  <a:lnTo>
                    <a:pt x="9507" y="59596"/>
                  </a:lnTo>
                  <a:lnTo>
                    <a:pt x="8553" y="58585"/>
                  </a:lnTo>
                  <a:lnTo>
                    <a:pt x="7642" y="57547"/>
                  </a:lnTo>
                  <a:lnTo>
                    <a:pt x="7187" y="57020"/>
                  </a:lnTo>
                  <a:lnTo>
                    <a:pt x="6760" y="56494"/>
                  </a:lnTo>
                  <a:lnTo>
                    <a:pt x="6333" y="55967"/>
                  </a:lnTo>
                  <a:lnTo>
                    <a:pt x="5906" y="55426"/>
                  </a:lnTo>
                  <a:lnTo>
                    <a:pt x="5508" y="54886"/>
                  </a:lnTo>
                  <a:lnTo>
                    <a:pt x="5110" y="54359"/>
                  </a:lnTo>
                  <a:lnTo>
                    <a:pt x="4725" y="53818"/>
                  </a:lnTo>
                  <a:lnTo>
                    <a:pt x="4370" y="53278"/>
                  </a:lnTo>
                  <a:lnTo>
                    <a:pt x="4014" y="52723"/>
                  </a:lnTo>
                  <a:lnTo>
                    <a:pt x="3687" y="52182"/>
                  </a:lnTo>
                  <a:lnTo>
                    <a:pt x="3359" y="51641"/>
                  </a:lnTo>
                  <a:lnTo>
                    <a:pt x="3060" y="51100"/>
                  </a:lnTo>
                  <a:lnTo>
                    <a:pt x="2790" y="50560"/>
                  </a:lnTo>
                  <a:lnTo>
                    <a:pt x="2520" y="50019"/>
                  </a:lnTo>
                  <a:lnTo>
                    <a:pt x="2278" y="49478"/>
                  </a:lnTo>
                  <a:lnTo>
                    <a:pt x="2064" y="48937"/>
                  </a:lnTo>
                  <a:lnTo>
                    <a:pt x="1865" y="48397"/>
                  </a:lnTo>
                  <a:lnTo>
                    <a:pt x="1694" y="47856"/>
                  </a:lnTo>
                  <a:lnTo>
                    <a:pt x="1552" y="47329"/>
                  </a:lnTo>
                  <a:lnTo>
                    <a:pt x="1424" y="46803"/>
                  </a:lnTo>
                  <a:lnTo>
                    <a:pt x="1324" y="46276"/>
                  </a:lnTo>
                  <a:lnTo>
                    <a:pt x="1253" y="45750"/>
                  </a:lnTo>
                  <a:lnTo>
                    <a:pt x="1211" y="45238"/>
                  </a:lnTo>
                  <a:lnTo>
                    <a:pt x="1196" y="44725"/>
                  </a:lnTo>
                  <a:lnTo>
                    <a:pt x="1196" y="4341"/>
                  </a:lnTo>
                  <a:lnTo>
                    <a:pt x="1211" y="4056"/>
                  </a:lnTo>
                  <a:lnTo>
                    <a:pt x="1239" y="3786"/>
                  </a:lnTo>
                  <a:lnTo>
                    <a:pt x="1310" y="3516"/>
                  </a:lnTo>
                  <a:lnTo>
                    <a:pt x="1381" y="3259"/>
                  </a:lnTo>
                  <a:lnTo>
                    <a:pt x="1495" y="3003"/>
                  </a:lnTo>
                  <a:lnTo>
                    <a:pt x="1609" y="2776"/>
                  </a:lnTo>
                  <a:lnTo>
                    <a:pt x="1751" y="2548"/>
                  </a:lnTo>
                  <a:lnTo>
                    <a:pt x="1922" y="2334"/>
                  </a:lnTo>
                  <a:lnTo>
                    <a:pt x="2036" y="2206"/>
                  </a:lnTo>
                  <a:lnTo>
                    <a:pt x="2150" y="2093"/>
                  </a:lnTo>
                  <a:lnTo>
                    <a:pt x="2278" y="1979"/>
                  </a:lnTo>
                  <a:lnTo>
                    <a:pt x="2406" y="1865"/>
                  </a:lnTo>
                  <a:lnTo>
                    <a:pt x="2534" y="1765"/>
                  </a:lnTo>
                  <a:lnTo>
                    <a:pt x="2676" y="1666"/>
                  </a:lnTo>
                  <a:lnTo>
                    <a:pt x="2833" y="1580"/>
                  </a:lnTo>
                  <a:lnTo>
                    <a:pt x="2975" y="1509"/>
                  </a:lnTo>
                  <a:lnTo>
                    <a:pt x="3132" y="1438"/>
                  </a:lnTo>
                  <a:lnTo>
                    <a:pt x="3302" y="1367"/>
                  </a:lnTo>
                  <a:lnTo>
                    <a:pt x="3459" y="1324"/>
                  </a:lnTo>
                  <a:lnTo>
                    <a:pt x="3630" y="1281"/>
                  </a:lnTo>
                  <a:lnTo>
                    <a:pt x="3800" y="1239"/>
                  </a:lnTo>
                  <a:lnTo>
                    <a:pt x="3985" y="1210"/>
                  </a:lnTo>
                  <a:lnTo>
                    <a:pt x="4156" y="1196"/>
                  </a:lnTo>
                  <a:close/>
                  <a:moveTo>
                    <a:pt x="4341" y="1"/>
                  </a:moveTo>
                  <a:lnTo>
                    <a:pt x="4113" y="15"/>
                  </a:lnTo>
                  <a:lnTo>
                    <a:pt x="3900" y="29"/>
                  </a:lnTo>
                  <a:lnTo>
                    <a:pt x="3687" y="58"/>
                  </a:lnTo>
                  <a:lnTo>
                    <a:pt x="3473" y="86"/>
                  </a:lnTo>
                  <a:lnTo>
                    <a:pt x="3260" y="143"/>
                  </a:lnTo>
                  <a:lnTo>
                    <a:pt x="3046" y="200"/>
                  </a:lnTo>
                  <a:lnTo>
                    <a:pt x="2847" y="271"/>
                  </a:lnTo>
                  <a:lnTo>
                    <a:pt x="2662" y="342"/>
                  </a:lnTo>
                  <a:lnTo>
                    <a:pt x="2463" y="428"/>
                  </a:lnTo>
                  <a:lnTo>
                    <a:pt x="2278" y="527"/>
                  </a:lnTo>
                  <a:lnTo>
                    <a:pt x="2093" y="627"/>
                  </a:lnTo>
                  <a:lnTo>
                    <a:pt x="1922" y="741"/>
                  </a:lnTo>
                  <a:lnTo>
                    <a:pt x="1751" y="869"/>
                  </a:lnTo>
                  <a:lnTo>
                    <a:pt x="1581" y="997"/>
                  </a:lnTo>
                  <a:lnTo>
                    <a:pt x="1424" y="1125"/>
                  </a:lnTo>
                  <a:lnTo>
                    <a:pt x="1282" y="1281"/>
                  </a:lnTo>
                  <a:lnTo>
                    <a:pt x="1125" y="1424"/>
                  </a:lnTo>
                  <a:lnTo>
                    <a:pt x="997" y="1580"/>
                  </a:lnTo>
                  <a:lnTo>
                    <a:pt x="869" y="1751"/>
                  </a:lnTo>
                  <a:lnTo>
                    <a:pt x="741" y="1922"/>
                  </a:lnTo>
                  <a:lnTo>
                    <a:pt x="627" y="2093"/>
                  </a:lnTo>
                  <a:lnTo>
                    <a:pt x="527" y="2278"/>
                  </a:lnTo>
                  <a:lnTo>
                    <a:pt x="428" y="2463"/>
                  </a:lnTo>
                  <a:lnTo>
                    <a:pt x="343" y="2648"/>
                  </a:lnTo>
                  <a:lnTo>
                    <a:pt x="271" y="2847"/>
                  </a:lnTo>
                  <a:lnTo>
                    <a:pt x="200" y="3046"/>
                  </a:lnTo>
                  <a:lnTo>
                    <a:pt x="143" y="3259"/>
                  </a:lnTo>
                  <a:lnTo>
                    <a:pt x="86" y="3473"/>
                  </a:lnTo>
                  <a:lnTo>
                    <a:pt x="58" y="3686"/>
                  </a:lnTo>
                  <a:lnTo>
                    <a:pt x="29" y="3900"/>
                  </a:lnTo>
                  <a:lnTo>
                    <a:pt x="15" y="4113"/>
                  </a:lnTo>
                  <a:lnTo>
                    <a:pt x="1" y="4341"/>
                  </a:lnTo>
                  <a:lnTo>
                    <a:pt x="1" y="44725"/>
                  </a:lnTo>
                  <a:lnTo>
                    <a:pt x="15" y="45152"/>
                  </a:lnTo>
                  <a:lnTo>
                    <a:pt x="44" y="45565"/>
                  </a:lnTo>
                  <a:lnTo>
                    <a:pt x="72" y="45992"/>
                  </a:lnTo>
                  <a:lnTo>
                    <a:pt x="143" y="46419"/>
                  </a:lnTo>
                  <a:lnTo>
                    <a:pt x="214" y="46846"/>
                  </a:lnTo>
                  <a:lnTo>
                    <a:pt x="300" y="47273"/>
                  </a:lnTo>
                  <a:lnTo>
                    <a:pt x="399" y="47699"/>
                  </a:lnTo>
                  <a:lnTo>
                    <a:pt x="527" y="48126"/>
                  </a:lnTo>
                  <a:lnTo>
                    <a:pt x="656" y="48553"/>
                  </a:lnTo>
                  <a:lnTo>
                    <a:pt x="798" y="48994"/>
                  </a:lnTo>
                  <a:lnTo>
                    <a:pt x="969" y="49421"/>
                  </a:lnTo>
                  <a:lnTo>
                    <a:pt x="1139" y="49862"/>
                  </a:lnTo>
                  <a:lnTo>
                    <a:pt x="1324" y="50289"/>
                  </a:lnTo>
                  <a:lnTo>
                    <a:pt x="1524" y="50730"/>
                  </a:lnTo>
                  <a:lnTo>
                    <a:pt x="1737" y="51172"/>
                  </a:lnTo>
                  <a:lnTo>
                    <a:pt x="1965" y="51598"/>
                  </a:lnTo>
                  <a:lnTo>
                    <a:pt x="2192" y="52040"/>
                  </a:lnTo>
                  <a:lnTo>
                    <a:pt x="2449" y="52481"/>
                  </a:lnTo>
                  <a:lnTo>
                    <a:pt x="2705" y="52908"/>
                  </a:lnTo>
                  <a:lnTo>
                    <a:pt x="2975" y="53349"/>
                  </a:lnTo>
                  <a:lnTo>
                    <a:pt x="3245" y="53790"/>
                  </a:lnTo>
                  <a:lnTo>
                    <a:pt x="3544" y="54217"/>
                  </a:lnTo>
                  <a:lnTo>
                    <a:pt x="4156" y="55099"/>
                  </a:lnTo>
                  <a:lnTo>
                    <a:pt x="4796" y="55967"/>
                  </a:lnTo>
                  <a:lnTo>
                    <a:pt x="5480" y="56835"/>
                  </a:lnTo>
                  <a:lnTo>
                    <a:pt x="6177" y="57703"/>
                  </a:lnTo>
                  <a:lnTo>
                    <a:pt x="6917" y="58557"/>
                  </a:lnTo>
                  <a:lnTo>
                    <a:pt x="7685" y="59411"/>
                  </a:lnTo>
                  <a:lnTo>
                    <a:pt x="8468" y="60250"/>
                  </a:lnTo>
                  <a:lnTo>
                    <a:pt x="9279" y="61090"/>
                  </a:lnTo>
                  <a:lnTo>
                    <a:pt x="10104" y="61929"/>
                  </a:lnTo>
                  <a:lnTo>
                    <a:pt x="10944" y="62741"/>
                  </a:lnTo>
                  <a:lnTo>
                    <a:pt x="11798" y="63552"/>
                  </a:lnTo>
                  <a:lnTo>
                    <a:pt x="12651" y="64363"/>
                  </a:lnTo>
                  <a:lnTo>
                    <a:pt x="13519" y="65145"/>
                  </a:lnTo>
                  <a:lnTo>
                    <a:pt x="14402" y="65928"/>
                  </a:lnTo>
                  <a:lnTo>
                    <a:pt x="15270" y="66682"/>
                  </a:lnTo>
                  <a:lnTo>
                    <a:pt x="16152" y="67436"/>
                  </a:lnTo>
                  <a:lnTo>
                    <a:pt x="17020" y="68162"/>
                  </a:lnTo>
                  <a:lnTo>
                    <a:pt x="18742" y="69585"/>
                  </a:lnTo>
                  <a:lnTo>
                    <a:pt x="20407" y="70937"/>
                  </a:lnTo>
                  <a:lnTo>
                    <a:pt x="21317" y="71663"/>
                  </a:lnTo>
                  <a:lnTo>
                    <a:pt x="21659" y="71933"/>
                  </a:lnTo>
                  <a:lnTo>
                    <a:pt x="21844" y="72104"/>
                  </a:lnTo>
                  <a:lnTo>
                    <a:pt x="22072" y="72317"/>
                  </a:lnTo>
                  <a:lnTo>
                    <a:pt x="22299" y="72516"/>
                  </a:lnTo>
                  <a:lnTo>
                    <a:pt x="22541" y="72701"/>
                  </a:lnTo>
                  <a:lnTo>
                    <a:pt x="22783" y="72872"/>
                  </a:lnTo>
                  <a:lnTo>
                    <a:pt x="23039" y="73043"/>
                  </a:lnTo>
                  <a:lnTo>
                    <a:pt x="23295" y="73185"/>
                  </a:lnTo>
                  <a:lnTo>
                    <a:pt x="23566" y="73328"/>
                  </a:lnTo>
                  <a:lnTo>
                    <a:pt x="23836" y="73441"/>
                  </a:lnTo>
                  <a:lnTo>
                    <a:pt x="24121" y="73555"/>
                  </a:lnTo>
                  <a:lnTo>
                    <a:pt x="24405" y="73655"/>
                  </a:lnTo>
                  <a:lnTo>
                    <a:pt x="24690" y="73726"/>
                  </a:lnTo>
                  <a:lnTo>
                    <a:pt x="24989" y="73797"/>
                  </a:lnTo>
                  <a:lnTo>
                    <a:pt x="25288" y="73840"/>
                  </a:lnTo>
                  <a:lnTo>
                    <a:pt x="25586" y="73883"/>
                  </a:lnTo>
                  <a:lnTo>
                    <a:pt x="25885" y="73911"/>
                  </a:lnTo>
                  <a:lnTo>
                    <a:pt x="26511" y="73911"/>
                  </a:lnTo>
                  <a:lnTo>
                    <a:pt x="26810" y="73883"/>
                  </a:lnTo>
                  <a:lnTo>
                    <a:pt x="27109" y="73840"/>
                  </a:lnTo>
                  <a:lnTo>
                    <a:pt x="27408" y="73797"/>
                  </a:lnTo>
                  <a:lnTo>
                    <a:pt x="27707" y="73726"/>
                  </a:lnTo>
                  <a:lnTo>
                    <a:pt x="27991" y="73655"/>
                  </a:lnTo>
                  <a:lnTo>
                    <a:pt x="28276" y="73555"/>
                  </a:lnTo>
                  <a:lnTo>
                    <a:pt x="28560" y="73441"/>
                  </a:lnTo>
                  <a:lnTo>
                    <a:pt x="28831" y="73328"/>
                  </a:lnTo>
                  <a:lnTo>
                    <a:pt x="29101" y="73185"/>
                  </a:lnTo>
                  <a:lnTo>
                    <a:pt x="29357" y="73043"/>
                  </a:lnTo>
                  <a:lnTo>
                    <a:pt x="29613" y="72886"/>
                  </a:lnTo>
                  <a:lnTo>
                    <a:pt x="29855" y="72716"/>
                  </a:lnTo>
                  <a:lnTo>
                    <a:pt x="30097" y="72516"/>
                  </a:lnTo>
                  <a:lnTo>
                    <a:pt x="30325" y="72317"/>
                  </a:lnTo>
                  <a:lnTo>
                    <a:pt x="30553" y="72118"/>
                  </a:lnTo>
                  <a:lnTo>
                    <a:pt x="30681" y="71976"/>
                  </a:lnTo>
                  <a:lnTo>
                    <a:pt x="30866" y="71819"/>
                  </a:lnTo>
                  <a:lnTo>
                    <a:pt x="31164" y="71563"/>
                  </a:lnTo>
                  <a:lnTo>
                    <a:pt x="32018" y="70880"/>
                  </a:lnTo>
                  <a:lnTo>
                    <a:pt x="33029" y="70055"/>
                  </a:lnTo>
                  <a:lnTo>
                    <a:pt x="34252" y="69044"/>
                  </a:lnTo>
                  <a:lnTo>
                    <a:pt x="35633" y="67878"/>
                  </a:lnTo>
                  <a:lnTo>
                    <a:pt x="37155" y="66568"/>
                  </a:lnTo>
                  <a:lnTo>
                    <a:pt x="37938" y="65857"/>
                  </a:lnTo>
                  <a:lnTo>
                    <a:pt x="38763" y="65131"/>
                  </a:lnTo>
                  <a:lnTo>
                    <a:pt x="39589" y="64363"/>
                  </a:lnTo>
                  <a:lnTo>
                    <a:pt x="40428" y="63566"/>
                  </a:lnTo>
                  <a:lnTo>
                    <a:pt x="41268" y="62755"/>
                  </a:lnTo>
                  <a:lnTo>
                    <a:pt x="42107" y="61915"/>
                  </a:lnTo>
                  <a:lnTo>
                    <a:pt x="42933" y="61061"/>
                  </a:lnTo>
                  <a:lnTo>
                    <a:pt x="43758" y="60179"/>
                  </a:lnTo>
                  <a:lnTo>
                    <a:pt x="44270" y="59624"/>
                  </a:lnTo>
                  <a:lnTo>
                    <a:pt x="44768" y="59069"/>
                  </a:lnTo>
                  <a:lnTo>
                    <a:pt x="45252" y="58528"/>
                  </a:lnTo>
                  <a:lnTo>
                    <a:pt x="45707" y="57973"/>
                  </a:lnTo>
                  <a:lnTo>
                    <a:pt x="46149" y="57447"/>
                  </a:lnTo>
                  <a:lnTo>
                    <a:pt x="46590" y="56906"/>
                  </a:lnTo>
                  <a:lnTo>
                    <a:pt x="47002" y="56380"/>
                  </a:lnTo>
                  <a:lnTo>
                    <a:pt x="47401" y="55853"/>
                  </a:lnTo>
                  <a:lnTo>
                    <a:pt x="47785" y="55327"/>
                  </a:lnTo>
                  <a:lnTo>
                    <a:pt x="48141" y="54814"/>
                  </a:lnTo>
                  <a:lnTo>
                    <a:pt x="48496" y="54302"/>
                  </a:lnTo>
                  <a:lnTo>
                    <a:pt x="48824" y="53804"/>
                  </a:lnTo>
                  <a:lnTo>
                    <a:pt x="49151" y="53292"/>
                  </a:lnTo>
                  <a:lnTo>
                    <a:pt x="49450" y="52794"/>
                  </a:lnTo>
                  <a:lnTo>
                    <a:pt x="49734" y="52310"/>
                  </a:lnTo>
                  <a:lnTo>
                    <a:pt x="50005" y="51826"/>
                  </a:lnTo>
                  <a:lnTo>
                    <a:pt x="50261" y="51342"/>
                  </a:lnTo>
                  <a:lnTo>
                    <a:pt x="50489" y="50859"/>
                  </a:lnTo>
                  <a:lnTo>
                    <a:pt x="50716" y="50389"/>
                  </a:lnTo>
                  <a:lnTo>
                    <a:pt x="50916" y="49919"/>
                  </a:lnTo>
                  <a:lnTo>
                    <a:pt x="51101" y="49464"/>
                  </a:lnTo>
                  <a:lnTo>
                    <a:pt x="51271" y="49009"/>
                  </a:lnTo>
                  <a:lnTo>
                    <a:pt x="51428" y="48553"/>
                  </a:lnTo>
                  <a:lnTo>
                    <a:pt x="51570" y="48112"/>
                  </a:lnTo>
                  <a:lnTo>
                    <a:pt x="51698" y="47671"/>
                  </a:lnTo>
                  <a:lnTo>
                    <a:pt x="51798" y="47230"/>
                  </a:lnTo>
                  <a:lnTo>
                    <a:pt x="51897" y="46803"/>
                  </a:lnTo>
                  <a:lnTo>
                    <a:pt x="51969" y="46376"/>
                  </a:lnTo>
                  <a:lnTo>
                    <a:pt x="52025" y="45949"/>
                  </a:lnTo>
                  <a:lnTo>
                    <a:pt x="52068" y="45537"/>
                  </a:lnTo>
                  <a:lnTo>
                    <a:pt x="52082" y="45138"/>
                  </a:lnTo>
                  <a:lnTo>
                    <a:pt x="52097" y="44725"/>
                  </a:lnTo>
                  <a:lnTo>
                    <a:pt x="52097" y="4341"/>
                  </a:lnTo>
                  <a:lnTo>
                    <a:pt x="52097" y="4113"/>
                  </a:lnTo>
                  <a:lnTo>
                    <a:pt x="52068" y="3900"/>
                  </a:lnTo>
                  <a:lnTo>
                    <a:pt x="52040" y="3686"/>
                  </a:lnTo>
                  <a:lnTo>
                    <a:pt x="52011" y="3473"/>
                  </a:lnTo>
                  <a:lnTo>
                    <a:pt x="51954" y="3259"/>
                  </a:lnTo>
                  <a:lnTo>
                    <a:pt x="51897" y="3046"/>
                  </a:lnTo>
                  <a:lnTo>
                    <a:pt x="51826" y="2847"/>
                  </a:lnTo>
                  <a:lnTo>
                    <a:pt x="51755" y="2648"/>
                  </a:lnTo>
                  <a:lnTo>
                    <a:pt x="51670" y="2463"/>
                  </a:lnTo>
                  <a:lnTo>
                    <a:pt x="51570" y="2278"/>
                  </a:lnTo>
                  <a:lnTo>
                    <a:pt x="51471" y="2093"/>
                  </a:lnTo>
                  <a:lnTo>
                    <a:pt x="51357" y="1922"/>
                  </a:lnTo>
                  <a:lnTo>
                    <a:pt x="51229" y="1751"/>
                  </a:lnTo>
                  <a:lnTo>
                    <a:pt x="51101" y="1580"/>
                  </a:lnTo>
                  <a:lnTo>
                    <a:pt x="50972" y="1424"/>
                  </a:lnTo>
                  <a:lnTo>
                    <a:pt x="50830" y="1281"/>
                  </a:lnTo>
                  <a:lnTo>
                    <a:pt x="50674" y="1125"/>
                  </a:lnTo>
                  <a:lnTo>
                    <a:pt x="50517" y="997"/>
                  </a:lnTo>
                  <a:lnTo>
                    <a:pt x="50346" y="869"/>
                  </a:lnTo>
                  <a:lnTo>
                    <a:pt x="50176" y="741"/>
                  </a:lnTo>
                  <a:lnTo>
                    <a:pt x="50005" y="627"/>
                  </a:lnTo>
                  <a:lnTo>
                    <a:pt x="49820" y="527"/>
                  </a:lnTo>
                  <a:lnTo>
                    <a:pt x="49635" y="428"/>
                  </a:lnTo>
                  <a:lnTo>
                    <a:pt x="49450" y="342"/>
                  </a:lnTo>
                  <a:lnTo>
                    <a:pt x="49251" y="271"/>
                  </a:lnTo>
                  <a:lnTo>
                    <a:pt x="49051" y="200"/>
                  </a:lnTo>
                  <a:lnTo>
                    <a:pt x="48838" y="143"/>
                  </a:lnTo>
                  <a:lnTo>
                    <a:pt x="48625" y="86"/>
                  </a:lnTo>
                  <a:lnTo>
                    <a:pt x="48411" y="58"/>
                  </a:lnTo>
                  <a:lnTo>
                    <a:pt x="48198" y="29"/>
                  </a:lnTo>
                  <a:lnTo>
                    <a:pt x="47984" y="15"/>
                  </a:lnTo>
                  <a:lnTo>
                    <a:pt x="47757" y="1"/>
                  </a:lnTo>
                  <a:close/>
                </a:path>
              </a:pathLst>
            </a:custGeom>
            <a:solidFill>
              <a:srgbClr val="2776EA">
                <a:alpha val="37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0"/>
            <p:cNvSpPr/>
            <p:nvPr/>
          </p:nvSpPr>
          <p:spPr>
            <a:xfrm>
              <a:off x="3605738" y="1773103"/>
              <a:ext cx="1931827" cy="2757474"/>
            </a:xfrm>
            <a:custGeom>
              <a:avLst/>
              <a:gdLst/>
              <a:ahLst/>
              <a:cxnLst/>
              <a:rect l="l" t="t" r="r" b="b"/>
              <a:pathLst>
                <a:path w="45181" h="64491" extrusionOk="0">
                  <a:moveTo>
                    <a:pt x="41808" y="1196"/>
                  </a:moveTo>
                  <a:lnTo>
                    <a:pt x="42022" y="1210"/>
                  </a:lnTo>
                  <a:lnTo>
                    <a:pt x="42249" y="1239"/>
                  </a:lnTo>
                  <a:lnTo>
                    <a:pt x="42449" y="1296"/>
                  </a:lnTo>
                  <a:lnTo>
                    <a:pt x="42648" y="1367"/>
                  </a:lnTo>
                  <a:lnTo>
                    <a:pt x="42847" y="1467"/>
                  </a:lnTo>
                  <a:lnTo>
                    <a:pt x="43018" y="1566"/>
                  </a:lnTo>
                  <a:lnTo>
                    <a:pt x="43189" y="1694"/>
                  </a:lnTo>
                  <a:lnTo>
                    <a:pt x="43345" y="1837"/>
                  </a:lnTo>
                  <a:lnTo>
                    <a:pt x="43487" y="1993"/>
                  </a:lnTo>
                  <a:lnTo>
                    <a:pt x="43615" y="2164"/>
                  </a:lnTo>
                  <a:lnTo>
                    <a:pt x="43729" y="2349"/>
                  </a:lnTo>
                  <a:lnTo>
                    <a:pt x="43815" y="2534"/>
                  </a:lnTo>
                  <a:lnTo>
                    <a:pt x="43886" y="2733"/>
                  </a:lnTo>
                  <a:lnTo>
                    <a:pt x="43943" y="2946"/>
                  </a:lnTo>
                  <a:lnTo>
                    <a:pt x="43985" y="3160"/>
                  </a:lnTo>
                  <a:lnTo>
                    <a:pt x="43985" y="3388"/>
                  </a:lnTo>
                  <a:lnTo>
                    <a:pt x="43985" y="39119"/>
                  </a:lnTo>
                  <a:lnTo>
                    <a:pt x="43985" y="39503"/>
                  </a:lnTo>
                  <a:lnTo>
                    <a:pt x="43957" y="39873"/>
                  </a:lnTo>
                  <a:lnTo>
                    <a:pt x="43900" y="40257"/>
                  </a:lnTo>
                  <a:lnTo>
                    <a:pt x="43843" y="40642"/>
                  </a:lnTo>
                  <a:lnTo>
                    <a:pt x="43758" y="41026"/>
                  </a:lnTo>
                  <a:lnTo>
                    <a:pt x="43672" y="41424"/>
                  </a:lnTo>
                  <a:lnTo>
                    <a:pt x="43559" y="41808"/>
                  </a:lnTo>
                  <a:lnTo>
                    <a:pt x="43430" y="42207"/>
                  </a:lnTo>
                  <a:lnTo>
                    <a:pt x="43288" y="42605"/>
                  </a:lnTo>
                  <a:lnTo>
                    <a:pt x="43132" y="43004"/>
                  </a:lnTo>
                  <a:lnTo>
                    <a:pt x="42961" y="43402"/>
                  </a:lnTo>
                  <a:lnTo>
                    <a:pt x="42776" y="43801"/>
                  </a:lnTo>
                  <a:lnTo>
                    <a:pt x="42577" y="44199"/>
                  </a:lnTo>
                  <a:lnTo>
                    <a:pt x="42363" y="44612"/>
                  </a:lnTo>
                  <a:lnTo>
                    <a:pt x="42136" y="45010"/>
                  </a:lnTo>
                  <a:lnTo>
                    <a:pt x="41908" y="45409"/>
                  </a:lnTo>
                  <a:lnTo>
                    <a:pt x="41666" y="45821"/>
                  </a:lnTo>
                  <a:lnTo>
                    <a:pt x="41410" y="46220"/>
                  </a:lnTo>
                  <a:lnTo>
                    <a:pt x="40869" y="47031"/>
                  </a:lnTo>
                  <a:lnTo>
                    <a:pt x="40286" y="47828"/>
                  </a:lnTo>
                  <a:lnTo>
                    <a:pt x="39674" y="48639"/>
                  </a:lnTo>
                  <a:lnTo>
                    <a:pt x="39048" y="49421"/>
                  </a:lnTo>
                  <a:lnTo>
                    <a:pt x="38379" y="50204"/>
                  </a:lnTo>
                  <a:lnTo>
                    <a:pt x="37696" y="50987"/>
                  </a:lnTo>
                  <a:lnTo>
                    <a:pt x="36999" y="51755"/>
                  </a:lnTo>
                  <a:lnTo>
                    <a:pt x="36287" y="52495"/>
                  </a:lnTo>
                  <a:lnTo>
                    <a:pt x="35576" y="53235"/>
                  </a:lnTo>
                  <a:lnTo>
                    <a:pt x="34850" y="53947"/>
                  </a:lnTo>
                  <a:lnTo>
                    <a:pt x="34124" y="54658"/>
                  </a:lnTo>
                  <a:lnTo>
                    <a:pt x="33398" y="55327"/>
                  </a:lnTo>
                  <a:lnTo>
                    <a:pt x="32687" y="55996"/>
                  </a:lnTo>
                  <a:lnTo>
                    <a:pt x="31990" y="56622"/>
                  </a:lnTo>
                  <a:lnTo>
                    <a:pt x="31307" y="57234"/>
                  </a:lnTo>
                  <a:lnTo>
                    <a:pt x="29983" y="58372"/>
                  </a:lnTo>
                  <a:lnTo>
                    <a:pt x="28788" y="59382"/>
                  </a:lnTo>
                  <a:lnTo>
                    <a:pt x="27721" y="60250"/>
                  </a:lnTo>
                  <a:lnTo>
                    <a:pt x="26824" y="60976"/>
                  </a:lnTo>
                  <a:lnTo>
                    <a:pt x="25985" y="61673"/>
                  </a:lnTo>
                  <a:lnTo>
                    <a:pt x="25714" y="61901"/>
                  </a:lnTo>
                  <a:lnTo>
                    <a:pt x="25529" y="62072"/>
                  </a:lnTo>
                  <a:lnTo>
                    <a:pt x="25401" y="62186"/>
                  </a:lnTo>
                  <a:lnTo>
                    <a:pt x="25273" y="62314"/>
                  </a:lnTo>
                  <a:lnTo>
                    <a:pt x="25131" y="62442"/>
                  </a:lnTo>
                  <a:lnTo>
                    <a:pt x="24974" y="62556"/>
                  </a:lnTo>
                  <a:lnTo>
                    <a:pt x="24832" y="62669"/>
                  </a:lnTo>
                  <a:lnTo>
                    <a:pt x="24675" y="62769"/>
                  </a:lnTo>
                  <a:lnTo>
                    <a:pt x="24505" y="62854"/>
                  </a:lnTo>
                  <a:lnTo>
                    <a:pt x="24348" y="62940"/>
                  </a:lnTo>
                  <a:lnTo>
                    <a:pt x="24177" y="63011"/>
                  </a:lnTo>
                  <a:lnTo>
                    <a:pt x="24007" y="63082"/>
                  </a:lnTo>
                  <a:lnTo>
                    <a:pt x="23822" y="63139"/>
                  </a:lnTo>
                  <a:lnTo>
                    <a:pt x="23651" y="63182"/>
                  </a:lnTo>
                  <a:lnTo>
                    <a:pt x="23466" y="63224"/>
                  </a:lnTo>
                  <a:lnTo>
                    <a:pt x="23281" y="63253"/>
                  </a:lnTo>
                  <a:lnTo>
                    <a:pt x="23096" y="63281"/>
                  </a:lnTo>
                  <a:lnTo>
                    <a:pt x="22911" y="63296"/>
                  </a:lnTo>
                  <a:lnTo>
                    <a:pt x="22527" y="63296"/>
                  </a:lnTo>
                  <a:lnTo>
                    <a:pt x="22342" y="63281"/>
                  </a:lnTo>
                  <a:lnTo>
                    <a:pt x="22157" y="63253"/>
                  </a:lnTo>
                  <a:lnTo>
                    <a:pt x="21972" y="63224"/>
                  </a:lnTo>
                  <a:lnTo>
                    <a:pt x="21787" y="63182"/>
                  </a:lnTo>
                  <a:lnTo>
                    <a:pt x="21616" y="63139"/>
                  </a:lnTo>
                  <a:lnTo>
                    <a:pt x="21445" y="63082"/>
                  </a:lnTo>
                  <a:lnTo>
                    <a:pt x="21275" y="63011"/>
                  </a:lnTo>
                  <a:lnTo>
                    <a:pt x="21104" y="62940"/>
                  </a:lnTo>
                  <a:lnTo>
                    <a:pt x="20933" y="62854"/>
                  </a:lnTo>
                  <a:lnTo>
                    <a:pt x="20777" y="62755"/>
                  </a:lnTo>
                  <a:lnTo>
                    <a:pt x="20620" y="62655"/>
                  </a:lnTo>
                  <a:lnTo>
                    <a:pt x="20463" y="62556"/>
                  </a:lnTo>
                  <a:lnTo>
                    <a:pt x="20321" y="62442"/>
                  </a:lnTo>
                  <a:lnTo>
                    <a:pt x="20179" y="62314"/>
                  </a:lnTo>
                  <a:lnTo>
                    <a:pt x="20037" y="62186"/>
                  </a:lnTo>
                  <a:lnTo>
                    <a:pt x="19852" y="62015"/>
                  </a:lnTo>
                  <a:lnTo>
                    <a:pt x="19581" y="61787"/>
                  </a:lnTo>
                  <a:lnTo>
                    <a:pt x="18628" y="61019"/>
                  </a:lnTo>
                  <a:lnTo>
                    <a:pt x="17717" y="60293"/>
                  </a:lnTo>
                  <a:lnTo>
                    <a:pt x="16636" y="59425"/>
                  </a:lnTo>
                  <a:lnTo>
                    <a:pt x="15426" y="58415"/>
                  </a:lnTo>
                  <a:lnTo>
                    <a:pt x="14088" y="57276"/>
                  </a:lnTo>
                  <a:lnTo>
                    <a:pt x="13391" y="56664"/>
                  </a:lnTo>
                  <a:lnTo>
                    <a:pt x="12680" y="56038"/>
                  </a:lnTo>
                  <a:lnTo>
                    <a:pt x="11954" y="55370"/>
                  </a:lnTo>
                  <a:lnTo>
                    <a:pt x="11214" y="54701"/>
                  </a:lnTo>
                  <a:lnTo>
                    <a:pt x="10488" y="53989"/>
                  </a:lnTo>
                  <a:lnTo>
                    <a:pt x="9748" y="53278"/>
                  </a:lnTo>
                  <a:lnTo>
                    <a:pt x="9023" y="52538"/>
                  </a:lnTo>
                  <a:lnTo>
                    <a:pt x="8297" y="51784"/>
                  </a:lnTo>
                  <a:lnTo>
                    <a:pt x="7585" y="51015"/>
                  </a:lnTo>
                  <a:lnTo>
                    <a:pt x="6888" y="50247"/>
                  </a:lnTo>
                  <a:lnTo>
                    <a:pt x="6219" y="49464"/>
                  </a:lnTo>
                  <a:lnTo>
                    <a:pt x="5579" y="48667"/>
                  </a:lnTo>
                  <a:lnTo>
                    <a:pt x="4953" y="47870"/>
                  </a:lnTo>
                  <a:lnTo>
                    <a:pt x="4369" y="47059"/>
                  </a:lnTo>
                  <a:lnTo>
                    <a:pt x="3814" y="46248"/>
                  </a:lnTo>
                  <a:lnTo>
                    <a:pt x="3558" y="45850"/>
                  </a:lnTo>
                  <a:lnTo>
                    <a:pt x="3316" y="45437"/>
                  </a:lnTo>
                  <a:lnTo>
                    <a:pt x="3075" y="45039"/>
                  </a:lnTo>
                  <a:lnTo>
                    <a:pt x="2847" y="44626"/>
                  </a:lnTo>
                  <a:lnTo>
                    <a:pt x="2633" y="44227"/>
                  </a:lnTo>
                  <a:lnTo>
                    <a:pt x="2434" y="43829"/>
                  </a:lnTo>
                  <a:lnTo>
                    <a:pt x="2249" y="43416"/>
                  </a:lnTo>
                  <a:lnTo>
                    <a:pt x="2078" y="43018"/>
                  </a:lnTo>
                  <a:lnTo>
                    <a:pt x="1908" y="42619"/>
                  </a:lnTo>
                  <a:lnTo>
                    <a:pt x="1765" y="42221"/>
                  </a:lnTo>
                  <a:lnTo>
                    <a:pt x="1637" y="41823"/>
                  </a:lnTo>
                  <a:lnTo>
                    <a:pt x="1523" y="41438"/>
                  </a:lnTo>
                  <a:lnTo>
                    <a:pt x="1424" y="41040"/>
                  </a:lnTo>
                  <a:lnTo>
                    <a:pt x="1338" y="40656"/>
                  </a:lnTo>
                  <a:lnTo>
                    <a:pt x="1282" y="40272"/>
                  </a:lnTo>
                  <a:lnTo>
                    <a:pt x="1225" y="39887"/>
                  </a:lnTo>
                  <a:lnTo>
                    <a:pt x="1210" y="39503"/>
                  </a:lnTo>
                  <a:lnTo>
                    <a:pt x="1196" y="39119"/>
                  </a:lnTo>
                  <a:lnTo>
                    <a:pt x="1196" y="3388"/>
                  </a:lnTo>
                  <a:lnTo>
                    <a:pt x="1210" y="3160"/>
                  </a:lnTo>
                  <a:lnTo>
                    <a:pt x="1239" y="2946"/>
                  </a:lnTo>
                  <a:lnTo>
                    <a:pt x="1296" y="2733"/>
                  </a:lnTo>
                  <a:lnTo>
                    <a:pt x="1367" y="2534"/>
                  </a:lnTo>
                  <a:lnTo>
                    <a:pt x="1452" y="2349"/>
                  </a:lnTo>
                  <a:lnTo>
                    <a:pt x="1566" y="2164"/>
                  </a:lnTo>
                  <a:lnTo>
                    <a:pt x="1694" y="1993"/>
                  </a:lnTo>
                  <a:lnTo>
                    <a:pt x="1837" y="1837"/>
                  </a:lnTo>
                  <a:lnTo>
                    <a:pt x="1993" y="1694"/>
                  </a:lnTo>
                  <a:lnTo>
                    <a:pt x="2164" y="1566"/>
                  </a:lnTo>
                  <a:lnTo>
                    <a:pt x="2335" y="1467"/>
                  </a:lnTo>
                  <a:lnTo>
                    <a:pt x="2534" y="1367"/>
                  </a:lnTo>
                  <a:lnTo>
                    <a:pt x="2733" y="1296"/>
                  </a:lnTo>
                  <a:lnTo>
                    <a:pt x="2946" y="1239"/>
                  </a:lnTo>
                  <a:lnTo>
                    <a:pt x="3160" y="1210"/>
                  </a:lnTo>
                  <a:lnTo>
                    <a:pt x="3388" y="1196"/>
                  </a:lnTo>
                  <a:close/>
                  <a:moveTo>
                    <a:pt x="3203" y="1"/>
                  </a:moveTo>
                  <a:lnTo>
                    <a:pt x="3032" y="15"/>
                  </a:lnTo>
                  <a:lnTo>
                    <a:pt x="2861" y="44"/>
                  </a:lnTo>
                  <a:lnTo>
                    <a:pt x="2705" y="72"/>
                  </a:lnTo>
                  <a:lnTo>
                    <a:pt x="2377" y="157"/>
                  </a:lnTo>
                  <a:lnTo>
                    <a:pt x="2064" y="271"/>
                  </a:lnTo>
                  <a:lnTo>
                    <a:pt x="1765" y="414"/>
                  </a:lnTo>
                  <a:lnTo>
                    <a:pt x="1495" y="584"/>
                  </a:lnTo>
                  <a:lnTo>
                    <a:pt x="1239" y="769"/>
                  </a:lnTo>
                  <a:lnTo>
                    <a:pt x="997" y="997"/>
                  </a:lnTo>
                  <a:lnTo>
                    <a:pt x="769" y="1239"/>
                  </a:lnTo>
                  <a:lnTo>
                    <a:pt x="584" y="1495"/>
                  </a:lnTo>
                  <a:lnTo>
                    <a:pt x="414" y="1780"/>
                  </a:lnTo>
                  <a:lnTo>
                    <a:pt x="271" y="2064"/>
                  </a:lnTo>
                  <a:lnTo>
                    <a:pt x="157" y="2377"/>
                  </a:lnTo>
                  <a:lnTo>
                    <a:pt x="72" y="2705"/>
                  </a:lnTo>
                  <a:lnTo>
                    <a:pt x="44" y="2875"/>
                  </a:lnTo>
                  <a:lnTo>
                    <a:pt x="15" y="3032"/>
                  </a:lnTo>
                  <a:lnTo>
                    <a:pt x="1" y="3217"/>
                  </a:lnTo>
                  <a:lnTo>
                    <a:pt x="1" y="3388"/>
                  </a:lnTo>
                  <a:lnTo>
                    <a:pt x="1" y="39119"/>
                  </a:lnTo>
                  <a:lnTo>
                    <a:pt x="15" y="39532"/>
                  </a:lnTo>
                  <a:lnTo>
                    <a:pt x="44" y="39930"/>
                  </a:lnTo>
                  <a:lnTo>
                    <a:pt x="86" y="40343"/>
                  </a:lnTo>
                  <a:lnTo>
                    <a:pt x="157" y="40755"/>
                  </a:lnTo>
                  <a:lnTo>
                    <a:pt x="243" y="41168"/>
                  </a:lnTo>
                  <a:lnTo>
                    <a:pt x="342" y="41581"/>
                  </a:lnTo>
                  <a:lnTo>
                    <a:pt x="456" y="42008"/>
                  </a:lnTo>
                  <a:lnTo>
                    <a:pt x="584" y="42420"/>
                  </a:lnTo>
                  <a:lnTo>
                    <a:pt x="741" y="42847"/>
                  </a:lnTo>
                  <a:lnTo>
                    <a:pt x="897" y="43274"/>
                  </a:lnTo>
                  <a:lnTo>
                    <a:pt x="1082" y="43687"/>
                  </a:lnTo>
                  <a:lnTo>
                    <a:pt x="1267" y="44114"/>
                  </a:lnTo>
                  <a:lnTo>
                    <a:pt x="1481" y="44541"/>
                  </a:lnTo>
                  <a:lnTo>
                    <a:pt x="1694" y="44967"/>
                  </a:lnTo>
                  <a:lnTo>
                    <a:pt x="1936" y="45394"/>
                  </a:lnTo>
                  <a:lnTo>
                    <a:pt x="2178" y="45821"/>
                  </a:lnTo>
                  <a:lnTo>
                    <a:pt x="2434" y="46234"/>
                  </a:lnTo>
                  <a:lnTo>
                    <a:pt x="2690" y="46661"/>
                  </a:lnTo>
                  <a:lnTo>
                    <a:pt x="2975" y="47088"/>
                  </a:lnTo>
                  <a:lnTo>
                    <a:pt x="3260" y="47515"/>
                  </a:lnTo>
                  <a:lnTo>
                    <a:pt x="3857" y="48354"/>
                  </a:lnTo>
                  <a:lnTo>
                    <a:pt x="4498" y="49194"/>
                  </a:lnTo>
                  <a:lnTo>
                    <a:pt x="5152" y="50019"/>
                  </a:lnTo>
                  <a:lnTo>
                    <a:pt x="5849" y="50830"/>
                  </a:lnTo>
                  <a:lnTo>
                    <a:pt x="6561" y="51641"/>
                  </a:lnTo>
                  <a:lnTo>
                    <a:pt x="7287" y="52438"/>
                  </a:lnTo>
                  <a:lnTo>
                    <a:pt x="8027" y="53221"/>
                  </a:lnTo>
                  <a:lnTo>
                    <a:pt x="8781" y="53975"/>
                  </a:lnTo>
                  <a:lnTo>
                    <a:pt x="9535" y="54715"/>
                  </a:lnTo>
                  <a:lnTo>
                    <a:pt x="10289" y="55441"/>
                  </a:lnTo>
                  <a:lnTo>
                    <a:pt x="11029" y="56152"/>
                  </a:lnTo>
                  <a:lnTo>
                    <a:pt x="11783" y="56821"/>
                  </a:lnTo>
                  <a:lnTo>
                    <a:pt x="12509" y="57476"/>
                  </a:lnTo>
                  <a:lnTo>
                    <a:pt x="13220" y="58102"/>
                  </a:lnTo>
                  <a:lnTo>
                    <a:pt x="14586" y="59269"/>
                  </a:lnTo>
                  <a:lnTo>
                    <a:pt x="15853" y="60307"/>
                  </a:lnTo>
                  <a:lnTo>
                    <a:pt x="16963" y="61218"/>
                  </a:lnTo>
                  <a:lnTo>
                    <a:pt x="17888" y="61958"/>
                  </a:lnTo>
                  <a:lnTo>
                    <a:pt x="18727" y="62627"/>
                  </a:lnTo>
                  <a:lnTo>
                    <a:pt x="19026" y="62869"/>
                  </a:lnTo>
                  <a:lnTo>
                    <a:pt x="19197" y="63025"/>
                  </a:lnTo>
                  <a:lnTo>
                    <a:pt x="19368" y="63196"/>
                  </a:lnTo>
                  <a:lnTo>
                    <a:pt x="19567" y="63367"/>
                  </a:lnTo>
                  <a:lnTo>
                    <a:pt x="19752" y="63509"/>
                  </a:lnTo>
                  <a:lnTo>
                    <a:pt x="19951" y="63651"/>
                  </a:lnTo>
                  <a:lnTo>
                    <a:pt x="20165" y="63779"/>
                  </a:lnTo>
                  <a:lnTo>
                    <a:pt x="20378" y="63907"/>
                  </a:lnTo>
                  <a:lnTo>
                    <a:pt x="20592" y="64007"/>
                  </a:lnTo>
                  <a:lnTo>
                    <a:pt x="20805" y="64107"/>
                  </a:lnTo>
                  <a:lnTo>
                    <a:pt x="21033" y="64206"/>
                  </a:lnTo>
                  <a:lnTo>
                    <a:pt x="21260" y="64277"/>
                  </a:lnTo>
                  <a:lnTo>
                    <a:pt x="21502" y="64349"/>
                  </a:lnTo>
                  <a:lnTo>
                    <a:pt x="21744" y="64391"/>
                  </a:lnTo>
                  <a:lnTo>
                    <a:pt x="21986" y="64434"/>
                  </a:lnTo>
                  <a:lnTo>
                    <a:pt x="22228" y="64462"/>
                  </a:lnTo>
                  <a:lnTo>
                    <a:pt x="22470" y="64491"/>
                  </a:lnTo>
                  <a:lnTo>
                    <a:pt x="22968" y="64491"/>
                  </a:lnTo>
                  <a:lnTo>
                    <a:pt x="23224" y="64462"/>
                  </a:lnTo>
                  <a:lnTo>
                    <a:pt x="23466" y="64434"/>
                  </a:lnTo>
                  <a:lnTo>
                    <a:pt x="23708" y="64391"/>
                  </a:lnTo>
                  <a:lnTo>
                    <a:pt x="23936" y="64349"/>
                  </a:lnTo>
                  <a:lnTo>
                    <a:pt x="24177" y="64277"/>
                  </a:lnTo>
                  <a:lnTo>
                    <a:pt x="24405" y="64206"/>
                  </a:lnTo>
                  <a:lnTo>
                    <a:pt x="24633" y="64121"/>
                  </a:lnTo>
                  <a:lnTo>
                    <a:pt x="24860" y="64021"/>
                  </a:lnTo>
                  <a:lnTo>
                    <a:pt x="25074" y="63907"/>
                  </a:lnTo>
                  <a:lnTo>
                    <a:pt x="25287" y="63794"/>
                  </a:lnTo>
                  <a:lnTo>
                    <a:pt x="25487" y="63651"/>
                  </a:lnTo>
                  <a:lnTo>
                    <a:pt x="25686" y="63523"/>
                  </a:lnTo>
                  <a:lnTo>
                    <a:pt x="25885" y="63367"/>
                  </a:lnTo>
                  <a:lnTo>
                    <a:pt x="26070" y="63210"/>
                  </a:lnTo>
                  <a:lnTo>
                    <a:pt x="26241" y="63039"/>
                  </a:lnTo>
                  <a:lnTo>
                    <a:pt x="26369" y="62911"/>
                  </a:lnTo>
                  <a:lnTo>
                    <a:pt x="26525" y="62769"/>
                  </a:lnTo>
                  <a:lnTo>
                    <a:pt x="26796" y="62541"/>
                  </a:lnTo>
                  <a:lnTo>
                    <a:pt x="27578" y="61901"/>
                  </a:lnTo>
                  <a:lnTo>
                    <a:pt x="28489" y="61161"/>
                  </a:lnTo>
                  <a:lnTo>
                    <a:pt x="29585" y="60265"/>
                  </a:lnTo>
                  <a:lnTo>
                    <a:pt x="30823" y="59226"/>
                  </a:lnTo>
                  <a:lnTo>
                    <a:pt x="32160" y="58059"/>
                  </a:lnTo>
                  <a:lnTo>
                    <a:pt x="32872" y="57433"/>
                  </a:lnTo>
                  <a:lnTo>
                    <a:pt x="33598" y="56778"/>
                  </a:lnTo>
                  <a:lnTo>
                    <a:pt x="34323" y="56095"/>
                  </a:lnTo>
                  <a:lnTo>
                    <a:pt x="35063" y="55398"/>
                  </a:lnTo>
                  <a:lnTo>
                    <a:pt x="35803" y="54672"/>
                  </a:lnTo>
                  <a:lnTo>
                    <a:pt x="36543" y="53932"/>
                  </a:lnTo>
                  <a:lnTo>
                    <a:pt x="37283" y="53164"/>
                  </a:lnTo>
                  <a:lnTo>
                    <a:pt x="38009" y="52395"/>
                  </a:lnTo>
                  <a:lnTo>
                    <a:pt x="38735" y="51599"/>
                  </a:lnTo>
                  <a:lnTo>
                    <a:pt x="39432" y="50802"/>
                  </a:lnTo>
                  <a:lnTo>
                    <a:pt x="40101" y="49976"/>
                  </a:lnTo>
                  <a:lnTo>
                    <a:pt x="40755" y="49151"/>
                  </a:lnTo>
                  <a:lnTo>
                    <a:pt x="41381" y="48311"/>
                  </a:lnTo>
                  <a:lnTo>
                    <a:pt x="41979" y="47472"/>
                  </a:lnTo>
                  <a:lnTo>
                    <a:pt x="42264" y="47059"/>
                  </a:lnTo>
                  <a:lnTo>
                    <a:pt x="42534" y="46632"/>
                  </a:lnTo>
                  <a:lnTo>
                    <a:pt x="42790" y="46205"/>
                  </a:lnTo>
                  <a:lnTo>
                    <a:pt x="43046" y="45793"/>
                  </a:lnTo>
                  <a:lnTo>
                    <a:pt x="43288" y="45366"/>
                  </a:lnTo>
                  <a:lnTo>
                    <a:pt x="43516" y="44939"/>
                  </a:lnTo>
                  <a:lnTo>
                    <a:pt x="43729" y="44512"/>
                  </a:lnTo>
                  <a:lnTo>
                    <a:pt x="43929" y="44099"/>
                  </a:lnTo>
                  <a:lnTo>
                    <a:pt x="44114" y="43673"/>
                  </a:lnTo>
                  <a:lnTo>
                    <a:pt x="44299" y="43246"/>
                  </a:lnTo>
                  <a:lnTo>
                    <a:pt x="44455" y="42833"/>
                  </a:lnTo>
                  <a:lnTo>
                    <a:pt x="44612" y="42406"/>
                  </a:lnTo>
                  <a:lnTo>
                    <a:pt x="44740" y="41993"/>
                  </a:lnTo>
                  <a:lnTo>
                    <a:pt x="44853" y="41566"/>
                  </a:lnTo>
                  <a:lnTo>
                    <a:pt x="44953" y="41154"/>
                  </a:lnTo>
                  <a:lnTo>
                    <a:pt x="45038" y="40741"/>
                  </a:lnTo>
                  <a:lnTo>
                    <a:pt x="45095" y="40343"/>
                  </a:lnTo>
                  <a:lnTo>
                    <a:pt x="45138" y="39930"/>
                  </a:lnTo>
                  <a:lnTo>
                    <a:pt x="45167" y="39532"/>
                  </a:lnTo>
                  <a:lnTo>
                    <a:pt x="45181" y="39119"/>
                  </a:lnTo>
                  <a:lnTo>
                    <a:pt x="45181" y="3388"/>
                  </a:lnTo>
                  <a:lnTo>
                    <a:pt x="45181" y="3217"/>
                  </a:lnTo>
                  <a:lnTo>
                    <a:pt x="45167" y="3032"/>
                  </a:lnTo>
                  <a:lnTo>
                    <a:pt x="45138" y="2875"/>
                  </a:lnTo>
                  <a:lnTo>
                    <a:pt x="45110" y="2705"/>
                  </a:lnTo>
                  <a:lnTo>
                    <a:pt x="45024" y="2377"/>
                  </a:lnTo>
                  <a:lnTo>
                    <a:pt x="44910" y="2064"/>
                  </a:lnTo>
                  <a:lnTo>
                    <a:pt x="44768" y="1780"/>
                  </a:lnTo>
                  <a:lnTo>
                    <a:pt x="44597" y="1495"/>
                  </a:lnTo>
                  <a:lnTo>
                    <a:pt x="44412" y="1239"/>
                  </a:lnTo>
                  <a:lnTo>
                    <a:pt x="44185" y="997"/>
                  </a:lnTo>
                  <a:lnTo>
                    <a:pt x="43957" y="769"/>
                  </a:lnTo>
                  <a:lnTo>
                    <a:pt x="43687" y="584"/>
                  </a:lnTo>
                  <a:lnTo>
                    <a:pt x="43416" y="414"/>
                  </a:lnTo>
                  <a:lnTo>
                    <a:pt x="43117" y="271"/>
                  </a:lnTo>
                  <a:lnTo>
                    <a:pt x="42804" y="157"/>
                  </a:lnTo>
                  <a:lnTo>
                    <a:pt x="42477" y="72"/>
                  </a:lnTo>
                  <a:lnTo>
                    <a:pt x="42321" y="44"/>
                  </a:lnTo>
                  <a:lnTo>
                    <a:pt x="42150" y="15"/>
                  </a:lnTo>
                  <a:lnTo>
                    <a:pt x="41979" y="1"/>
                  </a:lnTo>
                  <a:close/>
                </a:path>
              </a:pathLst>
            </a:custGeom>
            <a:solidFill>
              <a:srgbClr val="2776EA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0"/>
            <p:cNvSpPr/>
            <p:nvPr/>
          </p:nvSpPr>
          <p:spPr>
            <a:xfrm>
              <a:off x="4100416" y="1183543"/>
              <a:ext cx="278095" cy="620625"/>
            </a:xfrm>
            <a:custGeom>
              <a:avLst/>
              <a:gdLst/>
              <a:ahLst/>
              <a:cxnLst/>
              <a:rect l="l" t="t" r="r" b="b"/>
              <a:pathLst>
                <a:path w="6504" h="14515" extrusionOk="0">
                  <a:moveTo>
                    <a:pt x="840" y="0"/>
                  </a:moveTo>
                  <a:lnTo>
                    <a:pt x="1" y="854"/>
                  </a:lnTo>
                  <a:lnTo>
                    <a:pt x="5309" y="6162"/>
                  </a:lnTo>
                  <a:lnTo>
                    <a:pt x="5309" y="14515"/>
                  </a:lnTo>
                  <a:lnTo>
                    <a:pt x="6504" y="14515"/>
                  </a:lnTo>
                  <a:lnTo>
                    <a:pt x="6504" y="5664"/>
                  </a:lnTo>
                  <a:lnTo>
                    <a:pt x="8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0"/>
            <p:cNvSpPr/>
            <p:nvPr/>
          </p:nvSpPr>
          <p:spPr>
            <a:xfrm>
              <a:off x="4136333" y="1502952"/>
              <a:ext cx="51138" cy="301227"/>
            </a:xfrm>
            <a:custGeom>
              <a:avLst/>
              <a:gdLst/>
              <a:ahLst/>
              <a:cxnLst/>
              <a:rect l="l" t="t" r="r" b="b"/>
              <a:pathLst>
                <a:path w="1196" h="7045" extrusionOk="0">
                  <a:moveTo>
                    <a:pt x="0" y="1"/>
                  </a:moveTo>
                  <a:lnTo>
                    <a:pt x="0" y="7045"/>
                  </a:lnTo>
                  <a:lnTo>
                    <a:pt x="1196" y="7045"/>
                  </a:lnTo>
                  <a:lnTo>
                    <a:pt x="119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0"/>
            <p:cNvSpPr/>
            <p:nvPr/>
          </p:nvSpPr>
          <p:spPr>
            <a:xfrm>
              <a:off x="4620663" y="1052700"/>
              <a:ext cx="254364" cy="751463"/>
            </a:xfrm>
            <a:custGeom>
              <a:avLst/>
              <a:gdLst/>
              <a:ahLst/>
              <a:cxnLst/>
              <a:rect l="l" t="t" r="r" b="b"/>
              <a:pathLst>
                <a:path w="5949" h="17575" extrusionOk="0">
                  <a:moveTo>
                    <a:pt x="5109" y="1"/>
                  </a:moveTo>
                  <a:lnTo>
                    <a:pt x="0" y="5123"/>
                  </a:lnTo>
                  <a:lnTo>
                    <a:pt x="0" y="17575"/>
                  </a:lnTo>
                  <a:lnTo>
                    <a:pt x="1181" y="17575"/>
                  </a:lnTo>
                  <a:lnTo>
                    <a:pt x="1181" y="5607"/>
                  </a:lnTo>
                  <a:lnTo>
                    <a:pt x="5948" y="854"/>
                  </a:lnTo>
                  <a:lnTo>
                    <a:pt x="51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0"/>
            <p:cNvSpPr/>
            <p:nvPr/>
          </p:nvSpPr>
          <p:spPr>
            <a:xfrm>
              <a:off x="4786781" y="1215142"/>
              <a:ext cx="247651" cy="589027"/>
            </a:xfrm>
            <a:custGeom>
              <a:avLst/>
              <a:gdLst/>
              <a:ahLst/>
              <a:cxnLst/>
              <a:rect l="l" t="t" r="r" b="b"/>
              <a:pathLst>
                <a:path w="5792" h="13776" extrusionOk="0">
                  <a:moveTo>
                    <a:pt x="4952" y="1"/>
                  </a:moveTo>
                  <a:lnTo>
                    <a:pt x="0" y="4953"/>
                  </a:lnTo>
                  <a:lnTo>
                    <a:pt x="0" y="13776"/>
                  </a:lnTo>
                  <a:lnTo>
                    <a:pt x="1195" y="13776"/>
                  </a:lnTo>
                  <a:lnTo>
                    <a:pt x="1195" y="5451"/>
                  </a:lnTo>
                  <a:lnTo>
                    <a:pt x="5792" y="855"/>
                  </a:lnTo>
                  <a:lnTo>
                    <a:pt x="49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0"/>
            <p:cNvSpPr/>
            <p:nvPr/>
          </p:nvSpPr>
          <p:spPr>
            <a:xfrm>
              <a:off x="4954097" y="1502952"/>
              <a:ext cx="51138" cy="301227"/>
            </a:xfrm>
            <a:custGeom>
              <a:avLst/>
              <a:gdLst/>
              <a:ahLst/>
              <a:cxnLst/>
              <a:rect l="l" t="t" r="r" b="b"/>
              <a:pathLst>
                <a:path w="1196" h="7045" extrusionOk="0">
                  <a:moveTo>
                    <a:pt x="0" y="1"/>
                  </a:moveTo>
                  <a:lnTo>
                    <a:pt x="0" y="7045"/>
                  </a:lnTo>
                  <a:lnTo>
                    <a:pt x="1196" y="7045"/>
                  </a:lnTo>
                  <a:lnTo>
                    <a:pt x="119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0"/>
            <p:cNvSpPr/>
            <p:nvPr/>
          </p:nvSpPr>
          <p:spPr>
            <a:xfrm>
              <a:off x="4935240" y="1173195"/>
              <a:ext cx="145461" cy="145461"/>
            </a:xfrm>
            <a:custGeom>
              <a:avLst/>
              <a:gdLst/>
              <a:ahLst/>
              <a:cxnLst/>
              <a:rect l="l" t="t" r="r" b="b"/>
              <a:pathLst>
                <a:path w="3402" h="3402" extrusionOk="0">
                  <a:moveTo>
                    <a:pt x="1523" y="0"/>
                  </a:moveTo>
                  <a:lnTo>
                    <a:pt x="1352" y="29"/>
                  </a:lnTo>
                  <a:lnTo>
                    <a:pt x="1195" y="71"/>
                  </a:lnTo>
                  <a:lnTo>
                    <a:pt x="1039" y="128"/>
                  </a:lnTo>
                  <a:lnTo>
                    <a:pt x="882" y="199"/>
                  </a:lnTo>
                  <a:lnTo>
                    <a:pt x="740" y="285"/>
                  </a:lnTo>
                  <a:lnTo>
                    <a:pt x="612" y="384"/>
                  </a:lnTo>
                  <a:lnTo>
                    <a:pt x="498" y="498"/>
                  </a:lnTo>
                  <a:lnTo>
                    <a:pt x="384" y="612"/>
                  </a:lnTo>
                  <a:lnTo>
                    <a:pt x="285" y="740"/>
                  </a:lnTo>
                  <a:lnTo>
                    <a:pt x="199" y="882"/>
                  </a:lnTo>
                  <a:lnTo>
                    <a:pt x="128" y="1039"/>
                  </a:lnTo>
                  <a:lnTo>
                    <a:pt x="71" y="1195"/>
                  </a:lnTo>
                  <a:lnTo>
                    <a:pt x="29" y="1352"/>
                  </a:lnTo>
                  <a:lnTo>
                    <a:pt x="0" y="1523"/>
                  </a:lnTo>
                  <a:lnTo>
                    <a:pt x="0" y="1693"/>
                  </a:lnTo>
                  <a:lnTo>
                    <a:pt x="0" y="1878"/>
                  </a:lnTo>
                  <a:lnTo>
                    <a:pt x="29" y="2035"/>
                  </a:lnTo>
                  <a:lnTo>
                    <a:pt x="71" y="2206"/>
                  </a:lnTo>
                  <a:lnTo>
                    <a:pt x="128" y="2362"/>
                  </a:lnTo>
                  <a:lnTo>
                    <a:pt x="199" y="2505"/>
                  </a:lnTo>
                  <a:lnTo>
                    <a:pt x="285" y="2647"/>
                  </a:lnTo>
                  <a:lnTo>
                    <a:pt x="384" y="2775"/>
                  </a:lnTo>
                  <a:lnTo>
                    <a:pt x="498" y="2903"/>
                  </a:lnTo>
                  <a:lnTo>
                    <a:pt x="612" y="3017"/>
                  </a:lnTo>
                  <a:lnTo>
                    <a:pt x="740" y="3102"/>
                  </a:lnTo>
                  <a:lnTo>
                    <a:pt x="882" y="3188"/>
                  </a:lnTo>
                  <a:lnTo>
                    <a:pt x="1039" y="3259"/>
                  </a:lnTo>
                  <a:lnTo>
                    <a:pt x="1195" y="3330"/>
                  </a:lnTo>
                  <a:lnTo>
                    <a:pt x="1352" y="3358"/>
                  </a:lnTo>
                  <a:lnTo>
                    <a:pt x="1523" y="3387"/>
                  </a:lnTo>
                  <a:lnTo>
                    <a:pt x="1694" y="3401"/>
                  </a:lnTo>
                  <a:lnTo>
                    <a:pt x="1879" y="3387"/>
                  </a:lnTo>
                  <a:lnTo>
                    <a:pt x="2035" y="3358"/>
                  </a:lnTo>
                  <a:lnTo>
                    <a:pt x="2206" y="3330"/>
                  </a:lnTo>
                  <a:lnTo>
                    <a:pt x="2362" y="3259"/>
                  </a:lnTo>
                  <a:lnTo>
                    <a:pt x="2505" y="3188"/>
                  </a:lnTo>
                  <a:lnTo>
                    <a:pt x="2647" y="3102"/>
                  </a:lnTo>
                  <a:lnTo>
                    <a:pt x="2775" y="3017"/>
                  </a:lnTo>
                  <a:lnTo>
                    <a:pt x="2903" y="2903"/>
                  </a:lnTo>
                  <a:lnTo>
                    <a:pt x="3017" y="2775"/>
                  </a:lnTo>
                  <a:lnTo>
                    <a:pt x="3102" y="2647"/>
                  </a:lnTo>
                  <a:lnTo>
                    <a:pt x="3188" y="2505"/>
                  </a:lnTo>
                  <a:lnTo>
                    <a:pt x="3259" y="2362"/>
                  </a:lnTo>
                  <a:lnTo>
                    <a:pt x="3330" y="2206"/>
                  </a:lnTo>
                  <a:lnTo>
                    <a:pt x="3358" y="2035"/>
                  </a:lnTo>
                  <a:lnTo>
                    <a:pt x="3387" y="1878"/>
                  </a:lnTo>
                  <a:lnTo>
                    <a:pt x="3401" y="1693"/>
                  </a:lnTo>
                  <a:lnTo>
                    <a:pt x="3387" y="1523"/>
                  </a:lnTo>
                  <a:lnTo>
                    <a:pt x="3358" y="1352"/>
                  </a:lnTo>
                  <a:lnTo>
                    <a:pt x="3330" y="1195"/>
                  </a:lnTo>
                  <a:lnTo>
                    <a:pt x="3259" y="1039"/>
                  </a:lnTo>
                  <a:lnTo>
                    <a:pt x="3188" y="882"/>
                  </a:lnTo>
                  <a:lnTo>
                    <a:pt x="3102" y="740"/>
                  </a:lnTo>
                  <a:lnTo>
                    <a:pt x="3017" y="612"/>
                  </a:lnTo>
                  <a:lnTo>
                    <a:pt x="2903" y="498"/>
                  </a:lnTo>
                  <a:lnTo>
                    <a:pt x="2775" y="384"/>
                  </a:lnTo>
                  <a:lnTo>
                    <a:pt x="2647" y="285"/>
                  </a:lnTo>
                  <a:lnTo>
                    <a:pt x="2505" y="199"/>
                  </a:lnTo>
                  <a:lnTo>
                    <a:pt x="2362" y="128"/>
                  </a:lnTo>
                  <a:lnTo>
                    <a:pt x="2206" y="71"/>
                  </a:lnTo>
                  <a:lnTo>
                    <a:pt x="2035" y="29"/>
                  </a:lnTo>
                  <a:lnTo>
                    <a:pt x="18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0"/>
            <p:cNvSpPr/>
            <p:nvPr/>
          </p:nvSpPr>
          <p:spPr>
            <a:xfrm>
              <a:off x="4774595" y="1012550"/>
              <a:ext cx="145461" cy="145461"/>
            </a:xfrm>
            <a:custGeom>
              <a:avLst/>
              <a:gdLst/>
              <a:ahLst/>
              <a:cxnLst/>
              <a:rect l="l" t="t" r="r" b="b"/>
              <a:pathLst>
                <a:path w="3402" h="3402" extrusionOk="0">
                  <a:moveTo>
                    <a:pt x="1708" y="0"/>
                  </a:moveTo>
                  <a:lnTo>
                    <a:pt x="1523" y="15"/>
                  </a:lnTo>
                  <a:lnTo>
                    <a:pt x="1352" y="29"/>
                  </a:lnTo>
                  <a:lnTo>
                    <a:pt x="1196" y="72"/>
                  </a:lnTo>
                  <a:lnTo>
                    <a:pt x="1039" y="128"/>
                  </a:lnTo>
                  <a:lnTo>
                    <a:pt x="897" y="200"/>
                  </a:lnTo>
                  <a:lnTo>
                    <a:pt x="755" y="285"/>
                  </a:lnTo>
                  <a:lnTo>
                    <a:pt x="612" y="385"/>
                  </a:lnTo>
                  <a:lnTo>
                    <a:pt x="499" y="498"/>
                  </a:lnTo>
                  <a:lnTo>
                    <a:pt x="385" y="612"/>
                  </a:lnTo>
                  <a:lnTo>
                    <a:pt x="285" y="755"/>
                  </a:lnTo>
                  <a:lnTo>
                    <a:pt x="200" y="897"/>
                  </a:lnTo>
                  <a:lnTo>
                    <a:pt x="129" y="1039"/>
                  </a:lnTo>
                  <a:lnTo>
                    <a:pt x="72" y="1196"/>
                  </a:lnTo>
                  <a:lnTo>
                    <a:pt x="29" y="1352"/>
                  </a:lnTo>
                  <a:lnTo>
                    <a:pt x="15" y="1523"/>
                  </a:lnTo>
                  <a:lnTo>
                    <a:pt x="0" y="1708"/>
                  </a:lnTo>
                  <a:lnTo>
                    <a:pt x="15" y="1879"/>
                  </a:lnTo>
                  <a:lnTo>
                    <a:pt x="29" y="2050"/>
                  </a:lnTo>
                  <a:lnTo>
                    <a:pt x="72" y="2206"/>
                  </a:lnTo>
                  <a:lnTo>
                    <a:pt x="129" y="2363"/>
                  </a:lnTo>
                  <a:lnTo>
                    <a:pt x="200" y="2519"/>
                  </a:lnTo>
                  <a:lnTo>
                    <a:pt x="285" y="2647"/>
                  </a:lnTo>
                  <a:lnTo>
                    <a:pt x="385" y="2789"/>
                  </a:lnTo>
                  <a:lnTo>
                    <a:pt x="499" y="2903"/>
                  </a:lnTo>
                  <a:lnTo>
                    <a:pt x="612" y="3017"/>
                  </a:lnTo>
                  <a:lnTo>
                    <a:pt x="755" y="3117"/>
                  </a:lnTo>
                  <a:lnTo>
                    <a:pt x="897" y="3202"/>
                  </a:lnTo>
                  <a:lnTo>
                    <a:pt x="1039" y="3273"/>
                  </a:lnTo>
                  <a:lnTo>
                    <a:pt x="1196" y="3330"/>
                  </a:lnTo>
                  <a:lnTo>
                    <a:pt x="1352" y="3373"/>
                  </a:lnTo>
                  <a:lnTo>
                    <a:pt x="1523" y="3387"/>
                  </a:lnTo>
                  <a:lnTo>
                    <a:pt x="1708" y="3401"/>
                  </a:lnTo>
                  <a:lnTo>
                    <a:pt x="1879" y="3387"/>
                  </a:lnTo>
                  <a:lnTo>
                    <a:pt x="2050" y="3373"/>
                  </a:lnTo>
                  <a:lnTo>
                    <a:pt x="2206" y="3330"/>
                  </a:lnTo>
                  <a:lnTo>
                    <a:pt x="2363" y="3273"/>
                  </a:lnTo>
                  <a:lnTo>
                    <a:pt x="2519" y="3202"/>
                  </a:lnTo>
                  <a:lnTo>
                    <a:pt x="2647" y="3117"/>
                  </a:lnTo>
                  <a:lnTo>
                    <a:pt x="2790" y="3017"/>
                  </a:lnTo>
                  <a:lnTo>
                    <a:pt x="2903" y="2903"/>
                  </a:lnTo>
                  <a:lnTo>
                    <a:pt x="3017" y="2789"/>
                  </a:lnTo>
                  <a:lnTo>
                    <a:pt x="3117" y="2647"/>
                  </a:lnTo>
                  <a:lnTo>
                    <a:pt x="3202" y="2519"/>
                  </a:lnTo>
                  <a:lnTo>
                    <a:pt x="3273" y="2363"/>
                  </a:lnTo>
                  <a:lnTo>
                    <a:pt x="3330" y="2206"/>
                  </a:lnTo>
                  <a:lnTo>
                    <a:pt x="3373" y="2050"/>
                  </a:lnTo>
                  <a:lnTo>
                    <a:pt x="3387" y="1879"/>
                  </a:lnTo>
                  <a:lnTo>
                    <a:pt x="3401" y="1708"/>
                  </a:lnTo>
                  <a:lnTo>
                    <a:pt x="3387" y="1523"/>
                  </a:lnTo>
                  <a:lnTo>
                    <a:pt x="3373" y="1352"/>
                  </a:lnTo>
                  <a:lnTo>
                    <a:pt x="3330" y="1196"/>
                  </a:lnTo>
                  <a:lnTo>
                    <a:pt x="3273" y="1039"/>
                  </a:lnTo>
                  <a:lnTo>
                    <a:pt x="3202" y="897"/>
                  </a:lnTo>
                  <a:lnTo>
                    <a:pt x="3117" y="755"/>
                  </a:lnTo>
                  <a:lnTo>
                    <a:pt x="3017" y="612"/>
                  </a:lnTo>
                  <a:lnTo>
                    <a:pt x="2903" y="498"/>
                  </a:lnTo>
                  <a:lnTo>
                    <a:pt x="2790" y="385"/>
                  </a:lnTo>
                  <a:lnTo>
                    <a:pt x="2647" y="285"/>
                  </a:lnTo>
                  <a:lnTo>
                    <a:pt x="2519" y="200"/>
                  </a:lnTo>
                  <a:lnTo>
                    <a:pt x="2363" y="128"/>
                  </a:lnTo>
                  <a:lnTo>
                    <a:pt x="2206" y="72"/>
                  </a:lnTo>
                  <a:lnTo>
                    <a:pt x="2050" y="29"/>
                  </a:lnTo>
                  <a:lnTo>
                    <a:pt x="1879" y="15"/>
                  </a:lnTo>
                  <a:lnTo>
                    <a:pt x="17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>
              <a:off x="4062702" y="1161009"/>
              <a:ext cx="145461" cy="145461"/>
            </a:xfrm>
            <a:custGeom>
              <a:avLst/>
              <a:gdLst/>
              <a:ahLst/>
              <a:cxnLst/>
              <a:rect l="l" t="t" r="r" b="b"/>
              <a:pathLst>
                <a:path w="3402" h="3402" extrusionOk="0">
                  <a:moveTo>
                    <a:pt x="1537" y="1"/>
                  </a:moveTo>
                  <a:lnTo>
                    <a:pt x="1367" y="29"/>
                  </a:lnTo>
                  <a:lnTo>
                    <a:pt x="1196" y="72"/>
                  </a:lnTo>
                  <a:lnTo>
                    <a:pt x="1039" y="129"/>
                  </a:lnTo>
                  <a:lnTo>
                    <a:pt x="897" y="200"/>
                  </a:lnTo>
                  <a:lnTo>
                    <a:pt x="755" y="285"/>
                  </a:lnTo>
                  <a:lnTo>
                    <a:pt x="627" y="385"/>
                  </a:lnTo>
                  <a:lnTo>
                    <a:pt x="499" y="499"/>
                  </a:lnTo>
                  <a:lnTo>
                    <a:pt x="399" y="612"/>
                  </a:lnTo>
                  <a:lnTo>
                    <a:pt x="299" y="740"/>
                  </a:lnTo>
                  <a:lnTo>
                    <a:pt x="214" y="883"/>
                  </a:lnTo>
                  <a:lnTo>
                    <a:pt x="143" y="1039"/>
                  </a:lnTo>
                  <a:lnTo>
                    <a:pt x="86" y="1196"/>
                  </a:lnTo>
                  <a:lnTo>
                    <a:pt x="43" y="1352"/>
                  </a:lnTo>
                  <a:lnTo>
                    <a:pt x="15" y="1523"/>
                  </a:lnTo>
                  <a:lnTo>
                    <a:pt x="1" y="1694"/>
                  </a:lnTo>
                  <a:lnTo>
                    <a:pt x="15" y="1865"/>
                  </a:lnTo>
                  <a:lnTo>
                    <a:pt x="43" y="2035"/>
                  </a:lnTo>
                  <a:lnTo>
                    <a:pt x="86" y="2206"/>
                  </a:lnTo>
                  <a:lnTo>
                    <a:pt x="143" y="2363"/>
                  </a:lnTo>
                  <a:lnTo>
                    <a:pt x="214" y="2505"/>
                  </a:lnTo>
                  <a:lnTo>
                    <a:pt x="299" y="2647"/>
                  </a:lnTo>
                  <a:lnTo>
                    <a:pt x="399" y="2775"/>
                  </a:lnTo>
                  <a:lnTo>
                    <a:pt x="499" y="2903"/>
                  </a:lnTo>
                  <a:lnTo>
                    <a:pt x="627" y="3003"/>
                  </a:lnTo>
                  <a:lnTo>
                    <a:pt x="755" y="3103"/>
                  </a:lnTo>
                  <a:lnTo>
                    <a:pt x="897" y="3188"/>
                  </a:lnTo>
                  <a:lnTo>
                    <a:pt x="1039" y="3259"/>
                  </a:lnTo>
                  <a:lnTo>
                    <a:pt x="1196" y="3316"/>
                  </a:lnTo>
                  <a:lnTo>
                    <a:pt x="1367" y="3359"/>
                  </a:lnTo>
                  <a:lnTo>
                    <a:pt x="1537" y="3387"/>
                  </a:lnTo>
                  <a:lnTo>
                    <a:pt x="1708" y="3401"/>
                  </a:lnTo>
                  <a:lnTo>
                    <a:pt x="1879" y="3387"/>
                  </a:lnTo>
                  <a:lnTo>
                    <a:pt x="2050" y="3359"/>
                  </a:lnTo>
                  <a:lnTo>
                    <a:pt x="2206" y="3316"/>
                  </a:lnTo>
                  <a:lnTo>
                    <a:pt x="2363" y="3259"/>
                  </a:lnTo>
                  <a:lnTo>
                    <a:pt x="2519" y="3188"/>
                  </a:lnTo>
                  <a:lnTo>
                    <a:pt x="2661" y="3103"/>
                  </a:lnTo>
                  <a:lnTo>
                    <a:pt x="2790" y="3003"/>
                  </a:lnTo>
                  <a:lnTo>
                    <a:pt x="2903" y="2903"/>
                  </a:lnTo>
                  <a:lnTo>
                    <a:pt x="3017" y="2775"/>
                  </a:lnTo>
                  <a:lnTo>
                    <a:pt x="3117" y="2647"/>
                  </a:lnTo>
                  <a:lnTo>
                    <a:pt x="3202" y="2505"/>
                  </a:lnTo>
                  <a:lnTo>
                    <a:pt x="3273" y="2363"/>
                  </a:lnTo>
                  <a:lnTo>
                    <a:pt x="3330" y="2206"/>
                  </a:lnTo>
                  <a:lnTo>
                    <a:pt x="3373" y="2035"/>
                  </a:lnTo>
                  <a:lnTo>
                    <a:pt x="3401" y="1865"/>
                  </a:lnTo>
                  <a:lnTo>
                    <a:pt x="3401" y="1694"/>
                  </a:lnTo>
                  <a:lnTo>
                    <a:pt x="3401" y="1523"/>
                  </a:lnTo>
                  <a:lnTo>
                    <a:pt x="3373" y="1352"/>
                  </a:lnTo>
                  <a:lnTo>
                    <a:pt x="3330" y="1196"/>
                  </a:lnTo>
                  <a:lnTo>
                    <a:pt x="3273" y="1039"/>
                  </a:lnTo>
                  <a:lnTo>
                    <a:pt x="3202" y="883"/>
                  </a:lnTo>
                  <a:lnTo>
                    <a:pt x="3117" y="740"/>
                  </a:lnTo>
                  <a:lnTo>
                    <a:pt x="3017" y="612"/>
                  </a:lnTo>
                  <a:lnTo>
                    <a:pt x="2903" y="499"/>
                  </a:lnTo>
                  <a:lnTo>
                    <a:pt x="2790" y="385"/>
                  </a:lnTo>
                  <a:lnTo>
                    <a:pt x="2661" y="285"/>
                  </a:lnTo>
                  <a:lnTo>
                    <a:pt x="2519" y="200"/>
                  </a:lnTo>
                  <a:lnTo>
                    <a:pt x="2363" y="129"/>
                  </a:lnTo>
                  <a:lnTo>
                    <a:pt x="2206" y="72"/>
                  </a:lnTo>
                  <a:lnTo>
                    <a:pt x="2050" y="29"/>
                  </a:lnTo>
                  <a:lnTo>
                    <a:pt x="18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0"/>
            <p:cNvSpPr/>
            <p:nvPr/>
          </p:nvSpPr>
          <p:spPr>
            <a:xfrm>
              <a:off x="5512058" y="2002208"/>
              <a:ext cx="620625" cy="278095"/>
            </a:xfrm>
            <a:custGeom>
              <a:avLst/>
              <a:gdLst/>
              <a:ahLst/>
              <a:cxnLst/>
              <a:rect l="l" t="t" r="r" b="b"/>
              <a:pathLst>
                <a:path w="14515" h="6504" extrusionOk="0">
                  <a:moveTo>
                    <a:pt x="13675" y="0"/>
                  </a:moveTo>
                  <a:lnTo>
                    <a:pt x="8367" y="5308"/>
                  </a:lnTo>
                  <a:lnTo>
                    <a:pt x="0" y="5308"/>
                  </a:lnTo>
                  <a:lnTo>
                    <a:pt x="0" y="6503"/>
                  </a:lnTo>
                  <a:lnTo>
                    <a:pt x="8865" y="6503"/>
                  </a:lnTo>
                  <a:lnTo>
                    <a:pt x="14515" y="840"/>
                  </a:lnTo>
                  <a:lnTo>
                    <a:pt x="1367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0"/>
            <p:cNvSpPr/>
            <p:nvPr/>
          </p:nvSpPr>
          <p:spPr>
            <a:xfrm>
              <a:off x="5512058" y="2038083"/>
              <a:ext cx="301184" cy="51181"/>
            </a:xfrm>
            <a:custGeom>
              <a:avLst/>
              <a:gdLst/>
              <a:ahLst/>
              <a:cxnLst/>
              <a:rect l="l" t="t" r="r" b="b"/>
              <a:pathLst>
                <a:path w="7044" h="1197" extrusionOk="0">
                  <a:moveTo>
                    <a:pt x="0" y="1"/>
                  </a:moveTo>
                  <a:lnTo>
                    <a:pt x="0" y="1196"/>
                  </a:lnTo>
                  <a:lnTo>
                    <a:pt x="7044" y="1196"/>
                  </a:lnTo>
                  <a:lnTo>
                    <a:pt x="70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0"/>
            <p:cNvSpPr/>
            <p:nvPr/>
          </p:nvSpPr>
          <p:spPr>
            <a:xfrm>
              <a:off x="5512058" y="2522413"/>
              <a:ext cx="751463" cy="254364"/>
            </a:xfrm>
            <a:custGeom>
              <a:avLst/>
              <a:gdLst/>
              <a:ahLst/>
              <a:cxnLst/>
              <a:rect l="l" t="t" r="r" b="b"/>
              <a:pathLst>
                <a:path w="17575" h="5949" extrusionOk="0">
                  <a:moveTo>
                    <a:pt x="0" y="1"/>
                  </a:moveTo>
                  <a:lnTo>
                    <a:pt x="0" y="1182"/>
                  </a:lnTo>
                  <a:lnTo>
                    <a:pt x="11967" y="1182"/>
                  </a:lnTo>
                  <a:lnTo>
                    <a:pt x="16734" y="5949"/>
                  </a:lnTo>
                  <a:lnTo>
                    <a:pt x="17574" y="5109"/>
                  </a:lnTo>
                  <a:lnTo>
                    <a:pt x="1246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0"/>
            <p:cNvSpPr/>
            <p:nvPr/>
          </p:nvSpPr>
          <p:spPr>
            <a:xfrm>
              <a:off x="5512058" y="2688532"/>
              <a:ext cx="588985" cy="248293"/>
            </a:xfrm>
            <a:custGeom>
              <a:avLst/>
              <a:gdLst/>
              <a:ahLst/>
              <a:cxnLst/>
              <a:rect l="l" t="t" r="r" b="b"/>
              <a:pathLst>
                <a:path w="13775" h="5807" extrusionOk="0">
                  <a:moveTo>
                    <a:pt x="0" y="1"/>
                  </a:moveTo>
                  <a:lnTo>
                    <a:pt x="0" y="1196"/>
                  </a:lnTo>
                  <a:lnTo>
                    <a:pt x="8325" y="1196"/>
                  </a:lnTo>
                  <a:lnTo>
                    <a:pt x="12935" y="5806"/>
                  </a:lnTo>
                  <a:lnTo>
                    <a:pt x="13775" y="4953"/>
                  </a:lnTo>
                  <a:lnTo>
                    <a:pt x="882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0"/>
            <p:cNvSpPr/>
            <p:nvPr/>
          </p:nvSpPr>
          <p:spPr>
            <a:xfrm>
              <a:off x="5512058" y="2855848"/>
              <a:ext cx="301184" cy="51181"/>
            </a:xfrm>
            <a:custGeom>
              <a:avLst/>
              <a:gdLst/>
              <a:ahLst/>
              <a:cxnLst/>
              <a:rect l="l" t="t" r="r" b="b"/>
              <a:pathLst>
                <a:path w="7044" h="1197" extrusionOk="0">
                  <a:moveTo>
                    <a:pt x="0" y="1"/>
                  </a:moveTo>
                  <a:lnTo>
                    <a:pt x="0" y="1196"/>
                  </a:lnTo>
                  <a:lnTo>
                    <a:pt x="7044" y="1196"/>
                  </a:lnTo>
                  <a:lnTo>
                    <a:pt x="70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0"/>
            <p:cNvSpPr/>
            <p:nvPr/>
          </p:nvSpPr>
          <p:spPr>
            <a:xfrm>
              <a:off x="5998184" y="2836991"/>
              <a:ext cx="145461" cy="145461"/>
            </a:xfrm>
            <a:custGeom>
              <a:avLst/>
              <a:gdLst/>
              <a:ahLst/>
              <a:cxnLst/>
              <a:rect l="l" t="t" r="r" b="b"/>
              <a:pathLst>
                <a:path w="3402" h="3402" extrusionOk="0">
                  <a:moveTo>
                    <a:pt x="1523" y="1"/>
                  </a:moveTo>
                  <a:lnTo>
                    <a:pt x="1353" y="29"/>
                  </a:lnTo>
                  <a:lnTo>
                    <a:pt x="1196" y="72"/>
                  </a:lnTo>
                  <a:lnTo>
                    <a:pt x="1040" y="129"/>
                  </a:lnTo>
                  <a:lnTo>
                    <a:pt x="883" y="200"/>
                  </a:lnTo>
                  <a:lnTo>
                    <a:pt x="741" y="285"/>
                  </a:lnTo>
                  <a:lnTo>
                    <a:pt x="613" y="385"/>
                  </a:lnTo>
                  <a:lnTo>
                    <a:pt x="499" y="499"/>
                  </a:lnTo>
                  <a:lnTo>
                    <a:pt x="385" y="613"/>
                  </a:lnTo>
                  <a:lnTo>
                    <a:pt x="285" y="755"/>
                  </a:lnTo>
                  <a:lnTo>
                    <a:pt x="200" y="883"/>
                  </a:lnTo>
                  <a:lnTo>
                    <a:pt x="129" y="1040"/>
                  </a:lnTo>
                  <a:lnTo>
                    <a:pt x="72" y="1196"/>
                  </a:lnTo>
                  <a:lnTo>
                    <a:pt x="29" y="1353"/>
                  </a:lnTo>
                  <a:lnTo>
                    <a:pt x="1" y="1523"/>
                  </a:lnTo>
                  <a:lnTo>
                    <a:pt x="1" y="1694"/>
                  </a:lnTo>
                  <a:lnTo>
                    <a:pt x="1" y="1879"/>
                  </a:lnTo>
                  <a:lnTo>
                    <a:pt x="29" y="2050"/>
                  </a:lnTo>
                  <a:lnTo>
                    <a:pt x="72" y="2206"/>
                  </a:lnTo>
                  <a:lnTo>
                    <a:pt x="129" y="2363"/>
                  </a:lnTo>
                  <a:lnTo>
                    <a:pt x="200" y="2505"/>
                  </a:lnTo>
                  <a:lnTo>
                    <a:pt x="285" y="2648"/>
                  </a:lnTo>
                  <a:lnTo>
                    <a:pt x="385" y="2776"/>
                  </a:lnTo>
                  <a:lnTo>
                    <a:pt x="499" y="2904"/>
                  </a:lnTo>
                  <a:lnTo>
                    <a:pt x="613" y="3017"/>
                  </a:lnTo>
                  <a:lnTo>
                    <a:pt x="741" y="3117"/>
                  </a:lnTo>
                  <a:lnTo>
                    <a:pt x="883" y="3202"/>
                  </a:lnTo>
                  <a:lnTo>
                    <a:pt x="1040" y="3274"/>
                  </a:lnTo>
                  <a:lnTo>
                    <a:pt x="1196" y="3331"/>
                  </a:lnTo>
                  <a:lnTo>
                    <a:pt x="1353" y="3373"/>
                  </a:lnTo>
                  <a:lnTo>
                    <a:pt x="1523" y="3387"/>
                  </a:lnTo>
                  <a:lnTo>
                    <a:pt x="1694" y="3402"/>
                  </a:lnTo>
                  <a:lnTo>
                    <a:pt x="1865" y="3387"/>
                  </a:lnTo>
                  <a:lnTo>
                    <a:pt x="2036" y="3373"/>
                  </a:lnTo>
                  <a:lnTo>
                    <a:pt x="2206" y="3331"/>
                  </a:lnTo>
                  <a:lnTo>
                    <a:pt x="2363" y="3274"/>
                  </a:lnTo>
                  <a:lnTo>
                    <a:pt x="2505" y="3202"/>
                  </a:lnTo>
                  <a:lnTo>
                    <a:pt x="2648" y="3117"/>
                  </a:lnTo>
                  <a:lnTo>
                    <a:pt x="2776" y="3017"/>
                  </a:lnTo>
                  <a:lnTo>
                    <a:pt x="2904" y="2904"/>
                  </a:lnTo>
                  <a:lnTo>
                    <a:pt x="3003" y="2776"/>
                  </a:lnTo>
                  <a:lnTo>
                    <a:pt x="3103" y="2648"/>
                  </a:lnTo>
                  <a:lnTo>
                    <a:pt x="3188" y="2505"/>
                  </a:lnTo>
                  <a:lnTo>
                    <a:pt x="3259" y="2363"/>
                  </a:lnTo>
                  <a:lnTo>
                    <a:pt x="3316" y="2206"/>
                  </a:lnTo>
                  <a:lnTo>
                    <a:pt x="3359" y="2050"/>
                  </a:lnTo>
                  <a:lnTo>
                    <a:pt x="3388" y="1879"/>
                  </a:lnTo>
                  <a:lnTo>
                    <a:pt x="3402" y="1694"/>
                  </a:lnTo>
                  <a:lnTo>
                    <a:pt x="3388" y="1523"/>
                  </a:lnTo>
                  <a:lnTo>
                    <a:pt x="3359" y="1353"/>
                  </a:lnTo>
                  <a:lnTo>
                    <a:pt x="3316" y="1196"/>
                  </a:lnTo>
                  <a:lnTo>
                    <a:pt x="3259" y="1040"/>
                  </a:lnTo>
                  <a:lnTo>
                    <a:pt x="3188" y="883"/>
                  </a:lnTo>
                  <a:lnTo>
                    <a:pt x="3103" y="755"/>
                  </a:lnTo>
                  <a:lnTo>
                    <a:pt x="3003" y="613"/>
                  </a:lnTo>
                  <a:lnTo>
                    <a:pt x="2904" y="499"/>
                  </a:lnTo>
                  <a:lnTo>
                    <a:pt x="2776" y="385"/>
                  </a:lnTo>
                  <a:lnTo>
                    <a:pt x="2648" y="285"/>
                  </a:lnTo>
                  <a:lnTo>
                    <a:pt x="2505" y="200"/>
                  </a:lnTo>
                  <a:lnTo>
                    <a:pt x="2363" y="129"/>
                  </a:lnTo>
                  <a:lnTo>
                    <a:pt x="2206" y="72"/>
                  </a:lnTo>
                  <a:lnTo>
                    <a:pt x="2036" y="29"/>
                  </a:lnTo>
                  <a:lnTo>
                    <a:pt x="186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0"/>
            <p:cNvSpPr/>
            <p:nvPr/>
          </p:nvSpPr>
          <p:spPr>
            <a:xfrm>
              <a:off x="6158230" y="2676388"/>
              <a:ext cx="146060" cy="145418"/>
            </a:xfrm>
            <a:custGeom>
              <a:avLst/>
              <a:gdLst/>
              <a:ahLst/>
              <a:cxnLst/>
              <a:rect l="l" t="t" r="r" b="b"/>
              <a:pathLst>
                <a:path w="3416" h="3401" extrusionOk="0">
                  <a:moveTo>
                    <a:pt x="1708" y="0"/>
                  </a:moveTo>
                  <a:lnTo>
                    <a:pt x="1537" y="14"/>
                  </a:lnTo>
                  <a:lnTo>
                    <a:pt x="1366" y="43"/>
                  </a:lnTo>
                  <a:lnTo>
                    <a:pt x="1196" y="71"/>
                  </a:lnTo>
                  <a:lnTo>
                    <a:pt x="1039" y="128"/>
                  </a:lnTo>
                  <a:lnTo>
                    <a:pt x="897" y="213"/>
                  </a:lnTo>
                  <a:lnTo>
                    <a:pt x="754" y="285"/>
                  </a:lnTo>
                  <a:lnTo>
                    <a:pt x="626" y="384"/>
                  </a:lnTo>
                  <a:lnTo>
                    <a:pt x="498" y="498"/>
                  </a:lnTo>
                  <a:lnTo>
                    <a:pt x="399" y="626"/>
                  </a:lnTo>
                  <a:lnTo>
                    <a:pt x="299" y="754"/>
                  </a:lnTo>
                  <a:lnTo>
                    <a:pt x="214" y="897"/>
                  </a:lnTo>
                  <a:lnTo>
                    <a:pt x="143" y="1039"/>
                  </a:lnTo>
                  <a:lnTo>
                    <a:pt x="86" y="1195"/>
                  </a:lnTo>
                  <a:lnTo>
                    <a:pt x="43" y="1366"/>
                  </a:lnTo>
                  <a:lnTo>
                    <a:pt x="14" y="1523"/>
                  </a:lnTo>
                  <a:lnTo>
                    <a:pt x="0" y="1708"/>
                  </a:lnTo>
                  <a:lnTo>
                    <a:pt x="14" y="1878"/>
                  </a:lnTo>
                  <a:lnTo>
                    <a:pt x="43" y="2049"/>
                  </a:lnTo>
                  <a:lnTo>
                    <a:pt x="86" y="2206"/>
                  </a:lnTo>
                  <a:lnTo>
                    <a:pt x="143" y="2362"/>
                  </a:lnTo>
                  <a:lnTo>
                    <a:pt x="214" y="2519"/>
                  </a:lnTo>
                  <a:lnTo>
                    <a:pt x="299" y="2661"/>
                  </a:lnTo>
                  <a:lnTo>
                    <a:pt x="399" y="2789"/>
                  </a:lnTo>
                  <a:lnTo>
                    <a:pt x="498" y="2903"/>
                  </a:lnTo>
                  <a:lnTo>
                    <a:pt x="626" y="3017"/>
                  </a:lnTo>
                  <a:lnTo>
                    <a:pt x="754" y="3116"/>
                  </a:lnTo>
                  <a:lnTo>
                    <a:pt x="897" y="3202"/>
                  </a:lnTo>
                  <a:lnTo>
                    <a:pt x="1039" y="3273"/>
                  </a:lnTo>
                  <a:lnTo>
                    <a:pt x="1196" y="3330"/>
                  </a:lnTo>
                  <a:lnTo>
                    <a:pt x="1366" y="3373"/>
                  </a:lnTo>
                  <a:lnTo>
                    <a:pt x="1537" y="3401"/>
                  </a:lnTo>
                  <a:lnTo>
                    <a:pt x="1879" y="3401"/>
                  </a:lnTo>
                  <a:lnTo>
                    <a:pt x="2049" y="3373"/>
                  </a:lnTo>
                  <a:lnTo>
                    <a:pt x="2220" y="3330"/>
                  </a:lnTo>
                  <a:lnTo>
                    <a:pt x="2377" y="3273"/>
                  </a:lnTo>
                  <a:lnTo>
                    <a:pt x="2519" y="3202"/>
                  </a:lnTo>
                  <a:lnTo>
                    <a:pt x="2661" y="3116"/>
                  </a:lnTo>
                  <a:lnTo>
                    <a:pt x="2789" y="3017"/>
                  </a:lnTo>
                  <a:lnTo>
                    <a:pt x="2917" y="2903"/>
                  </a:lnTo>
                  <a:lnTo>
                    <a:pt x="3017" y="2789"/>
                  </a:lnTo>
                  <a:lnTo>
                    <a:pt x="3117" y="2661"/>
                  </a:lnTo>
                  <a:lnTo>
                    <a:pt x="3202" y="2519"/>
                  </a:lnTo>
                  <a:lnTo>
                    <a:pt x="3273" y="2362"/>
                  </a:lnTo>
                  <a:lnTo>
                    <a:pt x="3330" y="2206"/>
                  </a:lnTo>
                  <a:lnTo>
                    <a:pt x="3373" y="2049"/>
                  </a:lnTo>
                  <a:lnTo>
                    <a:pt x="3401" y="1878"/>
                  </a:lnTo>
                  <a:lnTo>
                    <a:pt x="3415" y="1708"/>
                  </a:lnTo>
                  <a:lnTo>
                    <a:pt x="3401" y="1523"/>
                  </a:lnTo>
                  <a:lnTo>
                    <a:pt x="3373" y="1366"/>
                  </a:lnTo>
                  <a:lnTo>
                    <a:pt x="3330" y="1195"/>
                  </a:lnTo>
                  <a:lnTo>
                    <a:pt x="3273" y="1039"/>
                  </a:lnTo>
                  <a:lnTo>
                    <a:pt x="3202" y="897"/>
                  </a:lnTo>
                  <a:lnTo>
                    <a:pt x="3117" y="754"/>
                  </a:lnTo>
                  <a:lnTo>
                    <a:pt x="3017" y="626"/>
                  </a:lnTo>
                  <a:lnTo>
                    <a:pt x="2917" y="498"/>
                  </a:lnTo>
                  <a:lnTo>
                    <a:pt x="2789" y="384"/>
                  </a:lnTo>
                  <a:lnTo>
                    <a:pt x="2661" y="285"/>
                  </a:lnTo>
                  <a:lnTo>
                    <a:pt x="2519" y="213"/>
                  </a:lnTo>
                  <a:lnTo>
                    <a:pt x="2377" y="128"/>
                  </a:lnTo>
                  <a:lnTo>
                    <a:pt x="2220" y="71"/>
                  </a:lnTo>
                  <a:lnTo>
                    <a:pt x="2049" y="43"/>
                  </a:lnTo>
                  <a:lnTo>
                    <a:pt x="1879" y="14"/>
                  </a:lnTo>
                  <a:lnTo>
                    <a:pt x="17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0"/>
            <p:cNvSpPr/>
            <p:nvPr/>
          </p:nvSpPr>
          <p:spPr>
            <a:xfrm>
              <a:off x="6010370" y="1964494"/>
              <a:ext cx="145461" cy="146060"/>
            </a:xfrm>
            <a:custGeom>
              <a:avLst/>
              <a:gdLst/>
              <a:ahLst/>
              <a:cxnLst/>
              <a:rect l="l" t="t" r="r" b="b"/>
              <a:pathLst>
                <a:path w="3402" h="3416" extrusionOk="0">
                  <a:moveTo>
                    <a:pt x="1694" y="0"/>
                  </a:moveTo>
                  <a:lnTo>
                    <a:pt x="1523" y="14"/>
                  </a:lnTo>
                  <a:lnTo>
                    <a:pt x="1352" y="43"/>
                  </a:lnTo>
                  <a:lnTo>
                    <a:pt x="1196" y="85"/>
                  </a:lnTo>
                  <a:lnTo>
                    <a:pt x="1039" y="142"/>
                  </a:lnTo>
                  <a:lnTo>
                    <a:pt x="883" y="213"/>
                  </a:lnTo>
                  <a:lnTo>
                    <a:pt x="755" y="299"/>
                  </a:lnTo>
                  <a:lnTo>
                    <a:pt x="612" y="398"/>
                  </a:lnTo>
                  <a:lnTo>
                    <a:pt x="498" y="498"/>
                  </a:lnTo>
                  <a:lnTo>
                    <a:pt x="385" y="626"/>
                  </a:lnTo>
                  <a:lnTo>
                    <a:pt x="285" y="754"/>
                  </a:lnTo>
                  <a:lnTo>
                    <a:pt x="200" y="897"/>
                  </a:lnTo>
                  <a:lnTo>
                    <a:pt x="128" y="1039"/>
                  </a:lnTo>
                  <a:lnTo>
                    <a:pt x="72" y="1195"/>
                  </a:lnTo>
                  <a:lnTo>
                    <a:pt x="29" y="1366"/>
                  </a:lnTo>
                  <a:lnTo>
                    <a:pt x="0" y="1537"/>
                  </a:lnTo>
                  <a:lnTo>
                    <a:pt x="0" y="1708"/>
                  </a:lnTo>
                  <a:lnTo>
                    <a:pt x="0" y="1878"/>
                  </a:lnTo>
                  <a:lnTo>
                    <a:pt x="29" y="2049"/>
                  </a:lnTo>
                  <a:lnTo>
                    <a:pt x="72" y="2220"/>
                  </a:lnTo>
                  <a:lnTo>
                    <a:pt x="128" y="2376"/>
                  </a:lnTo>
                  <a:lnTo>
                    <a:pt x="200" y="2519"/>
                  </a:lnTo>
                  <a:lnTo>
                    <a:pt x="285" y="2661"/>
                  </a:lnTo>
                  <a:lnTo>
                    <a:pt x="385" y="2789"/>
                  </a:lnTo>
                  <a:lnTo>
                    <a:pt x="498" y="2917"/>
                  </a:lnTo>
                  <a:lnTo>
                    <a:pt x="612" y="3017"/>
                  </a:lnTo>
                  <a:lnTo>
                    <a:pt x="755" y="3116"/>
                  </a:lnTo>
                  <a:lnTo>
                    <a:pt x="883" y="3202"/>
                  </a:lnTo>
                  <a:lnTo>
                    <a:pt x="1039" y="3273"/>
                  </a:lnTo>
                  <a:lnTo>
                    <a:pt x="1196" y="3330"/>
                  </a:lnTo>
                  <a:lnTo>
                    <a:pt x="1352" y="3373"/>
                  </a:lnTo>
                  <a:lnTo>
                    <a:pt x="1523" y="3401"/>
                  </a:lnTo>
                  <a:lnTo>
                    <a:pt x="1694" y="3415"/>
                  </a:lnTo>
                  <a:lnTo>
                    <a:pt x="1879" y="3401"/>
                  </a:lnTo>
                  <a:lnTo>
                    <a:pt x="2035" y="3373"/>
                  </a:lnTo>
                  <a:lnTo>
                    <a:pt x="2206" y="3330"/>
                  </a:lnTo>
                  <a:lnTo>
                    <a:pt x="2363" y="3273"/>
                  </a:lnTo>
                  <a:lnTo>
                    <a:pt x="2505" y="3202"/>
                  </a:lnTo>
                  <a:lnTo>
                    <a:pt x="2647" y="3116"/>
                  </a:lnTo>
                  <a:lnTo>
                    <a:pt x="2775" y="3017"/>
                  </a:lnTo>
                  <a:lnTo>
                    <a:pt x="2903" y="2917"/>
                  </a:lnTo>
                  <a:lnTo>
                    <a:pt x="3017" y="2789"/>
                  </a:lnTo>
                  <a:lnTo>
                    <a:pt x="3117" y="2661"/>
                  </a:lnTo>
                  <a:lnTo>
                    <a:pt x="3202" y="2519"/>
                  </a:lnTo>
                  <a:lnTo>
                    <a:pt x="3273" y="2376"/>
                  </a:lnTo>
                  <a:lnTo>
                    <a:pt x="3330" y="2220"/>
                  </a:lnTo>
                  <a:lnTo>
                    <a:pt x="3373" y="2049"/>
                  </a:lnTo>
                  <a:lnTo>
                    <a:pt x="3387" y="1878"/>
                  </a:lnTo>
                  <a:lnTo>
                    <a:pt x="3401" y="1708"/>
                  </a:lnTo>
                  <a:lnTo>
                    <a:pt x="3387" y="1537"/>
                  </a:lnTo>
                  <a:lnTo>
                    <a:pt x="3373" y="1366"/>
                  </a:lnTo>
                  <a:lnTo>
                    <a:pt x="3330" y="1195"/>
                  </a:lnTo>
                  <a:lnTo>
                    <a:pt x="3273" y="1039"/>
                  </a:lnTo>
                  <a:lnTo>
                    <a:pt x="3202" y="897"/>
                  </a:lnTo>
                  <a:lnTo>
                    <a:pt x="3117" y="754"/>
                  </a:lnTo>
                  <a:lnTo>
                    <a:pt x="3017" y="626"/>
                  </a:lnTo>
                  <a:lnTo>
                    <a:pt x="2903" y="498"/>
                  </a:lnTo>
                  <a:lnTo>
                    <a:pt x="2775" y="398"/>
                  </a:lnTo>
                  <a:lnTo>
                    <a:pt x="2647" y="299"/>
                  </a:lnTo>
                  <a:lnTo>
                    <a:pt x="2505" y="213"/>
                  </a:lnTo>
                  <a:lnTo>
                    <a:pt x="2363" y="142"/>
                  </a:lnTo>
                  <a:lnTo>
                    <a:pt x="2206" y="85"/>
                  </a:lnTo>
                  <a:lnTo>
                    <a:pt x="2035" y="43"/>
                  </a:lnTo>
                  <a:lnTo>
                    <a:pt x="1879" y="14"/>
                  </a:lnTo>
                  <a:lnTo>
                    <a:pt x="169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0"/>
            <p:cNvSpPr/>
            <p:nvPr/>
          </p:nvSpPr>
          <p:spPr>
            <a:xfrm>
              <a:off x="3010705" y="2412008"/>
              <a:ext cx="620625" cy="278095"/>
            </a:xfrm>
            <a:custGeom>
              <a:avLst/>
              <a:gdLst/>
              <a:ahLst/>
              <a:cxnLst/>
              <a:rect l="l" t="t" r="r" b="b"/>
              <a:pathLst>
                <a:path w="14515" h="6504" extrusionOk="0">
                  <a:moveTo>
                    <a:pt x="840" y="0"/>
                  </a:moveTo>
                  <a:lnTo>
                    <a:pt x="0" y="840"/>
                  </a:lnTo>
                  <a:lnTo>
                    <a:pt x="5664" y="6503"/>
                  </a:lnTo>
                  <a:lnTo>
                    <a:pt x="14515" y="6503"/>
                  </a:lnTo>
                  <a:lnTo>
                    <a:pt x="14515" y="5308"/>
                  </a:lnTo>
                  <a:lnTo>
                    <a:pt x="6147" y="5308"/>
                  </a:lnTo>
                  <a:lnTo>
                    <a:pt x="84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0"/>
            <p:cNvSpPr/>
            <p:nvPr/>
          </p:nvSpPr>
          <p:spPr>
            <a:xfrm>
              <a:off x="3330114" y="2447883"/>
              <a:ext cx="301227" cy="51181"/>
            </a:xfrm>
            <a:custGeom>
              <a:avLst/>
              <a:gdLst/>
              <a:ahLst/>
              <a:cxnLst/>
              <a:rect l="l" t="t" r="r" b="b"/>
              <a:pathLst>
                <a:path w="7045" h="1197" extrusionOk="0">
                  <a:moveTo>
                    <a:pt x="1" y="1"/>
                  </a:moveTo>
                  <a:lnTo>
                    <a:pt x="1" y="1196"/>
                  </a:lnTo>
                  <a:lnTo>
                    <a:pt x="7045" y="1196"/>
                  </a:lnTo>
                  <a:lnTo>
                    <a:pt x="70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0"/>
            <p:cNvSpPr/>
            <p:nvPr/>
          </p:nvSpPr>
          <p:spPr>
            <a:xfrm>
              <a:off x="2879863" y="2932213"/>
              <a:ext cx="751463" cy="254364"/>
            </a:xfrm>
            <a:custGeom>
              <a:avLst/>
              <a:gdLst/>
              <a:ahLst/>
              <a:cxnLst/>
              <a:rect l="l" t="t" r="r" b="b"/>
              <a:pathLst>
                <a:path w="17575" h="5949" extrusionOk="0">
                  <a:moveTo>
                    <a:pt x="5109" y="1"/>
                  </a:moveTo>
                  <a:lnTo>
                    <a:pt x="1" y="5109"/>
                  </a:lnTo>
                  <a:lnTo>
                    <a:pt x="840" y="5949"/>
                  </a:lnTo>
                  <a:lnTo>
                    <a:pt x="5607" y="1182"/>
                  </a:lnTo>
                  <a:lnTo>
                    <a:pt x="17575" y="1182"/>
                  </a:lnTo>
                  <a:lnTo>
                    <a:pt x="1757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0"/>
            <p:cNvSpPr/>
            <p:nvPr/>
          </p:nvSpPr>
          <p:spPr>
            <a:xfrm>
              <a:off x="3042304" y="3098332"/>
              <a:ext cx="589027" cy="248293"/>
            </a:xfrm>
            <a:custGeom>
              <a:avLst/>
              <a:gdLst/>
              <a:ahLst/>
              <a:cxnLst/>
              <a:rect l="l" t="t" r="r" b="b"/>
              <a:pathLst>
                <a:path w="13776" h="5807" extrusionOk="0">
                  <a:moveTo>
                    <a:pt x="4953" y="1"/>
                  </a:moveTo>
                  <a:lnTo>
                    <a:pt x="1" y="4953"/>
                  </a:lnTo>
                  <a:lnTo>
                    <a:pt x="841" y="5806"/>
                  </a:lnTo>
                  <a:lnTo>
                    <a:pt x="5451" y="1196"/>
                  </a:lnTo>
                  <a:lnTo>
                    <a:pt x="13776" y="1196"/>
                  </a:lnTo>
                  <a:lnTo>
                    <a:pt x="1377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0"/>
            <p:cNvSpPr/>
            <p:nvPr/>
          </p:nvSpPr>
          <p:spPr>
            <a:xfrm>
              <a:off x="3330114" y="3265648"/>
              <a:ext cx="301227" cy="51181"/>
            </a:xfrm>
            <a:custGeom>
              <a:avLst/>
              <a:gdLst/>
              <a:ahLst/>
              <a:cxnLst/>
              <a:rect l="l" t="t" r="r" b="b"/>
              <a:pathLst>
                <a:path w="7045" h="1197" extrusionOk="0">
                  <a:moveTo>
                    <a:pt x="1" y="1"/>
                  </a:moveTo>
                  <a:lnTo>
                    <a:pt x="1" y="1196"/>
                  </a:lnTo>
                  <a:lnTo>
                    <a:pt x="7045" y="1196"/>
                  </a:lnTo>
                  <a:lnTo>
                    <a:pt x="70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0"/>
            <p:cNvSpPr/>
            <p:nvPr/>
          </p:nvSpPr>
          <p:spPr>
            <a:xfrm>
              <a:off x="2999716" y="3246791"/>
              <a:ext cx="146102" cy="145461"/>
            </a:xfrm>
            <a:custGeom>
              <a:avLst/>
              <a:gdLst/>
              <a:ahLst/>
              <a:cxnLst/>
              <a:rect l="l" t="t" r="r" b="b"/>
              <a:pathLst>
                <a:path w="3417" h="3402" extrusionOk="0">
                  <a:moveTo>
                    <a:pt x="1538" y="1"/>
                  </a:moveTo>
                  <a:lnTo>
                    <a:pt x="1367" y="29"/>
                  </a:lnTo>
                  <a:lnTo>
                    <a:pt x="1196" y="72"/>
                  </a:lnTo>
                  <a:lnTo>
                    <a:pt x="1040" y="129"/>
                  </a:lnTo>
                  <a:lnTo>
                    <a:pt x="897" y="200"/>
                  </a:lnTo>
                  <a:lnTo>
                    <a:pt x="755" y="285"/>
                  </a:lnTo>
                  <a:lnTo>
                    <a:pt x="627" y="385"/>
                  </a:lnTo>
                  <a:lnTo>
                    <a:pt x="499" y="499"/>
                  </a:lnTo>
                  <a:lnTo>
                    <a:pt x="399" y="613"/>
                  </a:lnTo>
                  <a:lnTo>
                    <a:pt x="300" y="755"/>
                  </a:lnTo>
                  <a:lnTo>
                    <a:pt x="214" y="883"/>
                  </a:lnTo>
                  <a:lnTo>
                    <a:pt x="143" y="1040"/>
                  </a:lnTo>
                  <a:lnTo>
                    <a:pt x="86" y="1196"/>
                  </a:lnTo>
                  <a:lnTo>
                    <a:pt x="44" y="1353"/>
                  </a:lnTo>
                  <a:lnTo>
                    <a:pt x="15" y="1523"/>
                  </a:lnTo>
                  <a:lnTo>
                    <a:pt x="1" y="1694"/>
                  </a:lnTo>
                  <a:lnTo>
                    <a:pt x="15" y="1879"/>
                  </a:lnTo>
                  <a:lnTo>
                    <a:pt x="44" y="2050"/>
                  </a:lnTo>
                  <a:lnTo>
                    <a:pt x="86" y="2206"/>
                  </a:lnTo>
                  <a:lnTo>
                    <a:pt x="143" y="2363"/>
                  </a:lnTo>
                  <a:lnTo>
                    <a:pt x="214" y="2505"/>
                  </a:lnTo>
                  <a:lnTo>
                    <a:pt x="300" y="2648"/>
                  </a:lnTo>
                  <a:lnTo>
                    <a:pt x="399" y="2776"/>
                  </a:lnTo>
                  <a:lnTo>
                    <a:pt x="499" y="2904"/>
                  </a:lnTo>
                  <a:lnTo>
                    <a:pt x="627" y="3017"/>
                  </a:lnTo>
                  <a:lnTo>
                    <a:pt x="755" y="3117"/>
                  </a:lnTo>
                  <a:lnTo>
                    <a:pt x="897" y="3202"/>
                  </a:lnTo>
                  <a:lnTo>
                    <a:pt x="1040" y="3274"/>
                  </a:lnTo>
                  <a:lnTo>
                    <a:pt x="1196" y="3331"/>
                  </a:lnTo>
                  <a:lnTo>
                    <a:pt x="1367" y="3373"/>
                  </a:lnTo>
                  <a:lnTo>
                    <a:pt x="1538" y="3387"/>
                  </a:lnTo>
                  <a:lnTo>
                    <a:pt x="1708" y="3402"/>
                  </a:lnTo>
                  <a:lnTo>
                    <a:pt x="1879" y="3387"/>
                  </a:lnTo>
                  <a:lnTo>
                    <a:pt x="2050" y="3373"/>
                  </a:lnTo>
                  <a:lnTo>
                    <a:pt x="2221" y="3331"/>
                  </a:lnTo>
                  <a:lnTo>
                    <a:pt x="2377" y="3274"/>
                  </a:lnTo>
                  <a:lnTo>
                    <a:pt x="2520" y="3202"/>
                  </a:lnTo>
                  <a:lnTo>
                    <a:pt x="2662" y="3117"/>
                  </a:lnTo>
                  <a:lnTo>
                    <a:pt x="2790" y="3017"/>
                  </a:lnTo>
                  <a:lnTo>
                    <a:pt x="2918" y="2904"/>
                  </a:lnTo>
                  <a:lnTo>
                    <a:pt x="3018" y="2776"/>
                  </a:lnTo>
                  <a:lnTo>
                    <a:pt x="3117" y="2648"/>
                  </a:lnTo>
                  <a:lnTo>
                    <a:pt x="3203" y="2505"/>
                  </a:lnTo>
                  <a:lnTo>
                    <a:pt x="3274" y="2363"/>
                  </a:lnTo>
                  <a:lnTo>
                    <a:pt x="3331" y="2206"/>
                  </a:lnTo>
                  <a:lnTo>
                    <a:pt x="3373" y="2050"/>
                  </a:lnTo>
                  <a:lnTo>
                    <a:pt x="3402" y="1879"/>
                  </a:lnTo>
                  <a:lnTo>
                    <a:pt x="3416" y="1694"/>
                  </a:lnTo>
                  <a:lnTo>
                    <a:pt x="3402" y="1523"/>
                  </a:lnTo>
                  <a:lnTo>
                    <a:pt x="3373" y="1353"/>
                  </a:lnTo>
                  <a:lnTo>
                    <a:pt x="3331" y="1196"/>
                  </a:lnTo>
                  <a:lnTo>
                    <a:pt x="3274" y="1040"/>
                  </a:lnTo>
                  <a:lnTo>
                    <a:pt x="3203" y="883"/>
                  </a:lnTo>
                  <a:lnTo>
                    <a:pt x="3117" y="755"/>
                  </a:lnTo>
                  <a:lnTo>
                    <a:pt x="3018" y="613"/>
                  </a:lnTo>
                  <a:lnTo>
                    <a:pt x="2918" y="499"/>
                  </a:lnTo>
                  <a:lnTo>
                    <a:pt x="2790" y="385"/>
                  </a:lnTo>
                  <a:lnTo>
                    <a:pt x="2662" y="285"/>
                  </a:lnTo>
                  <a:lnTo>
                    <a:pt x="2520" y="200"/>
                  </a:lnTo>
                  <a:lnTo>
                    <a:pt x="2377" y="129"/>
                  </a:lnTo>
                  <a:lnTo>
                    <a:pt x="2221" y="72"/>
                  </a:lnTo>
                  <a:lnTo>
                    <a:pt x="2050" y="29"/>
                  </a:lnTo>
                  <a:lnTo>
                    <a:pt x="187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0"/>
            <p:cNvSpPr/>
            <p:nvPr/>
          </p:nvSpPr>
          <p:spPr>
            <a:xfrm>
              <a:off x="2839712" y="3086188"/>
              <a:ext cx="145461" cy="145418"/>
            </a:xfrm>
            <a:custGeom>
              <a:avLst/>
              <a:gdLst/>
              <a:ahLst/>
              <a:cxnLst/>
              <a:rect l="l" t="t" r="r" b="b"/>
              <a:pathLst>
                <a:path w="3402" h="3401" extrusionOk="0">
                  <a:moveTo>
                    <a:pt x="1694" y="0"/>
                  </a:moveTo>
                  <a:lnTo>
                    <a:pt x="1523" y="14"/>
                  </a:lnTo>
                  <a:lnTo>
                    <a:pt x="1352" y="43"/>
                  </a:lnTo>
                  <a:lnTo>
                    <a:pt x="1196" y="71"/>
                  </a:lnTo>
                  <a:lnTo>
                    <a:pt x="1039" y="128"/>
                  </a:lnTo>
                  <a:lnTo>
                    <a:pt x="883" y="213"/>
                  </a:lnTo>
                  <a:lnTo>
                    <a:pt x="740" y="285"/>
                  </a:lnTo>
                  <a:lnTo>
                    <a:pt x="612" y="384"/>
                  </a:lnTo>
                  <a:lnTo>
                    <a:pt x="498" y="498"/>
                  </a:lnTo>
                  <a:lnTo>
                    <a:pt x="385" y="626"/>
                  </a:lnTo>
                  <a:lnTo>
                    <a:pt x="285" y="754"/>
                  </a:lnTo>
                  <a:lnTo>
                    <a:pt x="200" y="897"/>
                  </a:lnTo>
                  <a:lnTo>
                    <a:pt x="128" y="1039"/>
                  </a:lnTo>
                  <a:lnTo>
                    <a:pt x="72" y="1195"/>
                  </a:lnTo>
                  <a:lnTo>
                    <a:pt x="29" y="1366"/>
                  </a:lnTo>
                  <a:lnTo>
                    <a:pt x="0" y="1523"/>
                  </a:lnTo>
                  <a:lnTo>
                    <a:pt x="0" y="1708"/>
                  </a:lnTo>
                  <a:lnTo>
                    <a:pt x="0" y="1878"/>
                  </a:lnTo>
                  <a:lnTo>
                    <a:pt x="29" y="2049"/>
                  </a:lnTo>
                  <a:lnTo>
                    <a:pt x="72" y="2206"/>
                  </a:lnTo>
                  <a:lnTo>
                    <a:pt x="128" y="2362"/>
                  </a:lnTo>
                  <a:lnTo>
                    <a:pt x="200" y="2519"/>
                  </a:lnTo>
                  <a:lnTo>
                    <a:pt x="285" y="2661"/>
                  </a:lnTo>
                  <a:lnTo>
                    <a:pt x="385" y="2789"/>
                  </a:lnTo>
                  <a:lnTo>
                    <a:pt x="498" y="2903"/>
                  </a:lnTo>
                  <a:lnTo>
                    <a:pt x="612" y="3017"/>
                  </a:lnTo>
                  <a:lnTo>
                    <a:pt x="740" y="3116"/>
                  </a:lnTo>
                  <a:lnTo>
                    <a:pt x="883" y="3202"/>
                  </a:lnTo>
                  <a:lnTo>
                    <a:pt x="1039" y="3273"/>
                  </a:lnTo>
                  <a:lnTo>
                    <a:pt x="1196" y="3330"/>
                  </a:lnTo>
                  <a:lnTo>
                    <a:pt x="1352" y="3373"/>
                  </a:lnTo>
                  <a:lnTo>
                    <a:pt x="1523" y="3401"/>
                  </a:lnTo>
                  <a:lnTo>
                    <a:pt x="1865" y="3401"/>
                  </a:lnTo>
                  <a:lnTo>
                    <a:pt x="2035" y="3373"/>
                  </a:lnTo>
                  <a:lnTo>
                    <a:pt x="2206" y="3330"/>
                  </a:lnTo>
                  <a:lnTo>
                    <a:pt x="2363" y="3273"/>
                  </a:lnTo>
                  <a:lnTo>
                    <a:pt x="2505" y="3202"/>
                  </a:lnTo>
                  <a:lnTo>
                    <a:pt x="2647" y="3116"/>
                  </a:lnTo>
                  <a:lnTo>
                    <a:pt x="2775" y="3017"/>
                  </a:lnTo>
                  <a:lnTo>
                    <a:pt x="2903" y="2903"/>
                  </a:lnTo>
                  <a:lnTo>
                    <a:pt x="3003" y="2789"/>
                  </a:lnTo>
                  <a:lnTo>
                    <a:pt x="3103" y="2661"/>
                  </a:lnTo>
                  <a:lnTo>
                    <a:pt x="3188" y="2519"/>
                  </a:lnTo>
                  <a:lnTo>
                    <a:pt x="3259" y="2362"/>
                  </a:lnTo>
                  <a:lnTo>
                    <a:pt x="3316" y="2206"/>
                  </a:lnTo>
                  <a:lnTo>
                    <a:pt x="3359" y="2049"/>
                  </a:lnTo>
                  <a:lnTo>
                    <a:pt x="3387" y="1878"/>
                  </a:lnTo>
                  <a:lnTo>
                    <a:pt x="3401" y="1708"/>
                  </a:lnTo>
                  <a:lnTo>
                    <a:pt x="3387" y="1523"/>
                  </a:lnTo>
                  <a:lnTo>
                    <a:pt x="3359" y="1366"/>
                  </a:lnTo>
                  <a:lnTo>
                    <a:pt x="3316" y="1195"/>
                  </a:lnTo>
                  <a:lnTo>
                    <a:pt x="3259" y="1039"/>
                  </a:lnTo>
                  <a:lnTo>
                    <a:pt x="3188" y="897"/>
                  </a:lnTo>
                  <a:lnTo>
                    <a:pt x="3103" y="754"/>
                  </a:lnTo>
                  <a:lnTo>
                    <a:pt x="3003" y="626"/>
                  </a:lnTo>
                  <a:lnTo>
                    <a:pt x="2903" y="498"/>
                  </a:lnTo>
                  <a:lnTo>
                    <a:pt x="2775" y="384"/>
                  </a:lnTo>
                  <a:lnTo>
                    <a:pt x="2647" y="285"/>
                  </a:lnTo>
                  <a:lnTo>
                    <a:pt x="2505" y="213"/>
                  </a:lnTo>
                  <a:lnTo>
                    <a:pt x="2363" y="128"/>
                  </a:lnTo>
                  <a:lnTo>
                    <a:pt x="2206" y="71"/>
                  </a:lnTo>
                  <a:lnTo>
                    <a:pt x="2035" y="43"/>
                  </a:lnTo>
                  <a:lnTo>
                    <a:pt x="1865" y="14"/>
                  </a:lnTo>
                  <a:lnTo>
                    <a:pt x="169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0"/>
            <p:cNvSpPr/>
            <p:nvPr/>
          </p:nvSpPr>
          <p:spPr>
            <a:xfrm>
              <a:off x="2987573" y="2374294"/>
              <a:ext cx="145461" cy="146060"/>
            </a:xfrm>
            <a:custGeom>
              <a:avLst/>
              <a:gdLst/>
              <a:ahLst/>
              <a:cxnLst/>
              <a:rect l="l" t="t" r="r" b="b"/>
              <a:pathLst>
                <a:path w="3402" h="3416" extrusionOk="0">
                  <a:moveTo>
                    <a:pt x="1708" y="0"/>
                  </a:moveTo>
                  <a:lnTo>
                    <a:pt x="1537" y="14"/>
                  </a:lnTo>
                  <a:lnTo>
                    <a:pt x="1366" y="43"/>
                  </a:lnTo>
                  <a:lnTo>
                    <a:pt x="1196" y="85"/>
                  </a:lnTo>
                  <a:lnTo>
                    <a:pt x="1039" y="142"/>
                  </a:lnTo>
                  <a:lnTo>
                    <a:pt x="897" y="213"/>
                  </a:lnTo>
                  <a:lnTo>
                    <a:pt x="754" y="299"/>
                  </a:lnTo>
                  <a:lnTo>
                    <a:pt x="626" y="398"/>
                  </a:lnTo>
                  <a:lnTo>
                    <a:pt x="498" y="498"/>
                  </a:lnTo>
                  <a:lnTo>
                    <a:pt x="384" y="626"/>
                  </a:lnTo>
                  <a:lnTo>
                    <a:pt x="299" y="754"/>
                  </a:lnTo>
                  <a:lnTo>
                    <a:pt x="214" y="897"/>
                  </a:lnTo>
                  <a:lnTo>
                    <a:pt x="143" y="1039"/>
                  </a:lnTo>
                  <a:lnTo>
                    <a:pt x="86" y="1195"/>
                  </a:lnTo>
                  <a:lnTo>
                    <a:pt x="43" y="1366"/>
                  </a:lnTo>
                  <a:lnTo>
                    <a:pt x="15" y="1537"/>
                  </a:lnTo>
                  <a:lnTo>
                    <a:pt x="0" y="1708"/>
                  </a:lnTo>
                  <a:lnTo>
                    <a:pt x="15" y="1878"/>
                  </a:lnTo>
                  <a:lnTo>
                    <a:pt x="43" y="2049"/>
                  </a:lnTo>
                  <a:lnTo>
                    <a:pt x="86" y="2220"/>
                  </a:lnTo>
                  <a:lnTo>
                    <a:pt x="143" y="2376"/>
                  </a:lnTo>
                  <a:lnTo>
                    <a:pt x="214" y="2519"/>
                  </a:lnTo>
                  <a:lnTo>
                    <a:pt x="299" y="2661"/>
                  </a:lnTo>
                  <a:lnTo>
                    <a:pt x="384" y="2789"/>
                  </a:lnTo>
                  <a:lnTo>
                    <a:pt x="498" y="2917"/>
                  </a:lnTo>
                  <a:lnTo>
                    <a:pt x="626" y="3017"/>
                  </a:lnTo>
                  <a:lnTo>
                    <a:pt x="754" y="3116"/>
                  </a:lnTo>
                  <a:lnTo>
                    <a:pt x="897" y="3202"/>
                  </a:lnTo>
                  <a:lnTo>
                    <a:pt x="1039" y="3273"/>
                  </a:lnTo>
                  <a:lnTo>
                    <a:pt x="1196" y="3330"/>
                  </a:lnTo>
                  <a:lnTo>
                    <a:pt x="1366" y="3373"/>
                  </a:lnTo>
                  <a:lnTo>
                    <a:pt x="1537" y="3401"/>
                  </a:lnTo>
                  <a:lnTo>
                    <a:pt x="1708" y="3415"/>
                  </a:lnTo>
                  <a:lnTo>
                    <a:pt x="1879" y="3401"/>
                  </a:lnTo>
                  <a:lnTo>
                    <a:pt x="2049" y="3373"/>
                  </a:lnTo>
                  <a:lnTo>
                    <a:pt x="2206" y="3330"/>
                  </a:lnTo>
                  <a:lnTo>
                    <a:pt x="2362" y="3273"/>
                  </a:lnTo>
                  <a:lnTo>
                    <a:pt x="2519" y="3202"/>
                  </a:lnTo>
                  <a:lnTo>
                    <a:pt x="2661" y="3116"/>
                  </a:lnTo>
                  <a:lnTo>
                    <a:pt x="2789" y="3017"/>
                  </a:lnTo>
                  <a:lnTo>
                    <a:pt x="2903" y="2917"/>
                  </a:lnTo>
                  <a:lnTo>
                    <a:pt x="3017" y="2789"/>
                  </a:lnTo>
                  <a:lnTo>
                    <a:pt x="3117" y="2661"/>
                  </a:lnTo>
                  <a:lnTo>
                    <a:pt x="3202" y="2519"/>
                  </a:lnTo>
                  <a:lnTo>
                    <a:pt x="3273" y="2376"/>
                  </a:lnTo>
                  <a:lnTo>
                    <a:pt x="3330" y="2220"/>
                  </a:lnTo>
                  <a:lnTo>
                    <a:pt x="3373" y="2049"/>
                  </a:lnTo>
                  <a:lnTo>
                    <a:pt x="3401" y="1878"/>
                  </a:lnTo>
                  <a:lnTo>
                    <a:pt x="3401" y="1708"/>
                  </a:lnTo>
                  <a:lnTo>
                    <a:pt x="3401" y="1537"/>
                  </a:lnTo>
                  <a:lnTo>
                    <a:pt x="3373" y="1366"/>
                  </a:lnTo>
                  <a:lnTo>
                    <a:pt x="3330" y="1195"/>
                  </a:lnTo>
                  <a:lnTo>
                    <a:pt x="3273" y="1039"/>
                  </a:lnTo>
                  <a:lnTo>
                    <a:pt x="3202" y="897"/>
                  </a:lnTo>
                  <a:lnTo>
                    <a:pt x="3117" y="754"/>
                  </a:lnTo>
                  <a:lnTo>
                    <a:pt x="3017" y="626"/>
                  </a:lnTo>
                  <a:lnTo>
                    <a:pt x="2903" y="498"/>
                  </a:lnTo>
                  <a:lnTo>
                    <a:pt x="2789" y="398"/>
                  </a:lnTo>
                  <a:lnTo>
                    <a:pt x="2661" y="299"/>
                  </a:lnTo>
                  <a:lnTo>
                    <a:pt x="2519" y="213"/>
                  </a:lnTo>
                  <a:lnTo>
                    <a:pt x="2362" y="142"/>
                  </a:lnTo>
                  <a:lnTo>
                    <a:pt x="2206" y="85"/>
                  </a:lnTo>
                  <a:lnTo>
                    <a:pt x="2049" y="43"/>
                  </a:lnTo>
                  <a:lnTo>
                    <a:pt x="1879" y="14"/>
                  </a:lnTo>
                  <a:lnTo>
                    <a:pt x="170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0"/>
            <p:cNvSpPr/>
            <p:nvPr/>
          </p:nvSpPr>
          <p:spPr>
            <a:xfrm>
              <a:off x="4011527" y="1180122"/>
              <a:ext cx="247800" cy="2478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61" name="Google Shape;561;p20"/>
            <p:cNvSpPr/>
            <p:nvPr/>
          </p:nvSpPr>
          <p:spPr>
            <a:xfrm>
              <a:off x="4179310" y="3452475"/>
              <a:ext cx="784800" cy="7848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2" name="Google Shape;562;p20"/>
            <p:cNvGrpSpPr/>
            <p:nvPr/>
          </p:nvGrpSpPr>
          <p:grpSpPr>
            <a:xfrm>
              <a:off x="4333697" y="3608632"/>
              <a:ext cx="472142" cy="472112"/>
              <a:chOff x="-44512325" y="3176075"/>
              <a:chExt cx="300900" cy="300900"/>
            </a:xfrm>
          </p:grpSpPr>
          <p:sp>
            <p:nvSpPr>
              <p:cNvPr id="563" name="Google Shape;563;p20"/>
              <p:cNvSpPr/>
              <p:nvPr/>
            </p:nvSpPr>
            <p:spPr>
              <a:xfrm>
                <a:off x="-44512325" y="3176075"/>
                <a:ext cx="300900" cy="300900"/>
              </a:xfrm>
              <a:custGeom>
                <a:avLst/>
                <a:gdLst/>
                <a:ahLst/>
                <a:cxnLst/>
                <a:rect l="l" t="t" r="r" b="b"/>
                <a:pathLst>
                  <a:path w="12036" h="12036" extrusionOk="0">
                    <a:moveTo>
                      <a:pt x="3246" y="2868"/>
                    </a:moveTo>
                    <a:cubicBezTo>
                      <a:pt x="3435" y="2868"/>
                      <a:pt x="3592" y="3025"/>
                      <a:pt x="3592" y="3246"/>
                    </a:cubicBezTo>
                    <a:cubicBezTo>
                      <a:pt x="3592" y="3435"/>
                      <a:pt x="3435" y="3592"/>
                      <a:pt x="3246" y="3592"/>
                    </a:cubicBezTo>
                    <a:cubicBezTo>
                      <a:pt x="3057" y="3592"/>
                      <a:pt x="2899" y="3435"/>
                      <a:pt x="2899" y="3246"/>
                    </a:cubicBezTo>
                    <a:cubicBezTo>
                      <a:pt x="2899" y="3025"/>
                      <a:pt x="3057" y="2868"/>
                      <a:pt x="3246" y="2868"/>
                    </a:cubicBezTo>
                    <a:close/>
                    <a:moveTo>
                      <a:pt x="8854" y="2868"/>
                    </a:moveTo>
                    <a:cubicBezTo>
                      <a:pt x="9043" y="2868"/>
                      <a:pt x="9200" y="3025"/>
                      <a:pt x="9200" y="3246"/>
                    </a:cubicBezTo>
                    <a:cubicBezTo>
                      <a:pt x="9200" y="3435"/>
                      <a:pt x="9043" y="3592"/>
                      <a:pt x="8854" y="3592"/>
                    </a:cubicBezTo>
                    <a:cubicBezTo>
                      <a:pt x="8665" y="3592"/>
                      <a:pt x="8507" y="3435"/>
                      <a:pt x="8507" y="3246"/>
                    </a:cubicBezTo>
                    <a:cubicBezTo>
                      <a:pt x="8507" y="3025"/>
                      <a:pt x="8665" y="2868"/>
                      <a:pt x="8854" y="2868"/>
                    </a:cubicBezTo>
                    <a:close/>
                    <a:moveTo>
                      <a:pt x="6774" y="3277"/>
                    </a:moveTo>
                    <a:cubicBezTo>
                      <a:pt x="6963" y="3277"/>
                      <a:pt x="7121" y="3435"/>
                      <a:pt x="7121" y="3624"/>
                    </a:cubicBezTo>
                    <a:lnTo>
                      <a:pt x="7121" y="3876"/>
                    </a:lnTo>
                    <a:cubicBezTo>
                      <a:pt x="7247" y="3907"/>
                      <a:pt x="7341" y="3970"/>
                      <a:pt x="7467" y="4065"/>
                    </a:cubicBezTo>
                    <a:lnTo>
                      <a:pt x="7656" y="3939"/>
                    </a:lnTo>
                    <a:cubicBezTo>
                      <a:pt x="7706" y="3919"/>
                      <a:pt x="7766" y="3908"/>
                      <a:pt x="7825" y="3908"/>
                    </a:cubicBezTo>
                    <a:cubicBezTo>
                      <a:pt x="7955" y="3908"/>
                      <a:pt x="8086" y="3957"/>
                      <a:pt x="8129" y="4065"/>
                    </a:cubicBezTo>
                    <a:lnTo>
                      <a:pt x="8854" y="5294"/>
                    </a:lnTo>
                    <a:cubicBezTo>
                      <a:pt x="8917" y="5451"/>
                      <a:pt x="8885" y="5672"/>
                      <a:pt x="8728" y="5735"/>
                    </a:cubicBezTo>
                    <a:lnTo>
                      <a:pt x="8539" y="5861"/>
                    </a:lnTo>
                    <a:lnTo>
                      <a:pt x="8539" y="6270"/>
                    </a:lnTo>
                    <a:lnTo>
                      <a:pt x="8728" y="6396"/>
                    </a:lnTo>
                    <a:cubicBezTo>
                      <a:pt x="8885" y="6459"/>
                      <a:pt x="8980" y="6711"/>
                      <a:pt x="8854" y="6869"/>
                    </a:cubicBezTo>
                    <a:lnTo>
                      <a:pt x="8129" y="8066"/>
                    </a:lnTo>
                    <a:cubicBezTo>
                      <a:pt x="8043" y="8174"/>
                      <a:pt x="7927" y="8222"/>
                      <a:pt x="7812" y="8222"/>
                    </a:cubicBezTo>
                    <a:cubicBezTo>
                      <a:pt x="7759" y="8222"/>
                      <a:pt x="7706" y="8212"/>
                      <a:pt x="7656" y="8192"/>
                    </a:cubicBezTo>
                    <a:lnTo>
                      <a:pt x="7467" y="8066"/>
                    </a:lnTo>
                    <a:cubicBezTo>
                      <a:pt x="7341" y="8160"/>
                      <a:pt x="7215" y="8223"/>
                      <a:pt x="7121" y="8255"/>
                    </a:cubicBezTo>
                    <a:lnTo>
                      <a:pt x="7121" y="8507"/>
                    </a:lnTo>
                    <a:cubicBezTo>
                      <a:pt x="7121" y="8696"/>
                      <a:pt x="6963" y="8854"/>
                      <a:pt x="6774" y="8854"/>
                    </a:cubicBezTo>
                    <a:lnTo>
                      <a:pt x="5357" y="8854"/>
                    </a:lnTo>
                    <a:cubicBezTo>
                      <a:pt x="5136" y="8854"/>
                      <a:pt x="4978" y="8696"/>
                      <a:pt x="4978" y="8507"/>
                    </a:cubicBezTo>
                    <a:lnTo>
                      <a:pt x="4978" y="8255"/>
                    </a:lnTo>
                    <a:cubicBezTo>
                      <a:pt x="4884" y="8223"/>
                      <a:pt x="4758" y="8160"/>
                      <a:pt x="4632" y="8066"/>
                    </a:cubicBezTo>
                    <a:lnTo>
                      <a:pt x="4443" y="8192"/>
                    </a:lnTo>
                    <a:cubicBezTo>
                      <a:pt x="4393" y="8212"/>
                      <a:pt x="4334" y="8222"/>
                      <a:pt x="4274" y="8222"/>
                    </a:cubicBezTo>
                    <a:cubicBezTo>
                      <a:pt x="4145" y="8222"/>
                      <a:pt x="4013" y="8174"/>
                      <a:pt x="3970" y="8066"/>
                    </a:cubicBezTo>
                    <a:lnTo>
                      <a:pt x="3246" y="6869"/>
                    </a:lnTo>
                    <a:cubicBezTo>
                      <a:pt x="3183" y="6680"/>
                      <a:pt x="3214" y="6459"/>
                      <a:pt x="3372" y="6396"/>
                    </a:cubicBezTo>
                    <a:lnTo>
                      <a:pt x="3561" y="6270"/>
                    </a:lnTo>
                    <a:lnTo>
                      <a:pt x="3561" y="5861"/>
                    </a:lnTo>
                    <a:lnTo>
                      <a:pt x="3372" y="5735"/>
                    </a:lnTo>
                    <a:cubicBezTo>
                      <a:pt x="3214" y="5672"/>
                      <a:pt x="3151" y="5420"/>
                      <a:pt x="3246" y="5294"/>
                    </a:cubicBezTo>
                    <a:lnTo>
                      <a:pt x="3970" y="4065"/>
                    </a:lnTo>
                    <a:cubicBezTo>
                      <a:pt x="4013" y="3958"/>
                      <a:pt x="4142" y="3880"/>
                      <a:pt x="4270" y="3880"/>
                    </a:cubicBezTo>
                    <a:cubicBezTo>
                      <a:pt x="4331" y="3880"/>
                      <a:pt x="4392" y="3898"/>
                      <a:pt x="4443" y="3939"/>
                    </a:cubicBezTo>
                    <a:lnTo>
                      <a:pt x="4632" y="4065"/>
                    </a:lnTo>
                    <a:cubicBezTo>
                      <a:pt x="4758" y="3970"/>
                      <a:pt x="4884" y="3907"/>
                      <a:pt x="4978" y="3876"/>
                    </a:cubicBezTo>
                    <a:lnTo>
                      <a:pt x="4978" y="3624"/>
                    </a:lnTo>
                    <a:cubicBezTo>
                      <a:pt x="4978" y="3435"/>
                      <a:pt x="5136" y="3277"/>
                      <a:pt x="5357" y="3277"/>
                    </a:cubicBezTo>
                    <a:close/>
                    <a:moveTo>
                      <a:pt x="3246" y="8475"/>
                    </a:moveTo>
                    <a:cubicBezTo>
                      <a:pt x="3435" y="8475"/>
                      <a:pt x="3592" y="8633"/>
                      <a:pt x="3592" y="8822"/>
                    </a:cubicBezTo>
                    <a:cubicBezTo>
                      <a:pt x="3592" y="9043"/>
                      <a:pt x="3435" y="9169"/>
                      <a:pt x="3246" y="9169"/>
                    </a:cubicBezTo>
                    <a:cubicBezTo>
                      <a:pt x="3057" y="9169"/>
                      <a:pt x="2899" y="9011"/>
                      <a:pt x="2899" y="8822"/>
                    </a:cubicBezTo>
                    <a:cubicBezTo>
                      <a:pt x="2899" y="8633"/>
                      <a:pt x="3057" y="8475"/>
                      <a:pt x="3246" y="8475"/>
                    </a:cubicBezTo>
                    <a:close/>
                    <a:moveTo>
                      <a:pt x="8854" y="8475"/>
                    </a:moveTo>
                    <a:cubicBezTo>
                      <a:pt x="9043" y="8475"/>
                      <a:pt x="9200" y="8633"/>
                      <a:pt x="9200" y="8822"/>
                    </a:cubicBezTo>
                    <a:cubicBezTo>
                      <a:pt x="9200" y="9043"/>
                      <a:pt x="9043" y="9169"/>
                      <a:pt x="8854" y="9169"/>
                    </a:cubicBezTo>
                    <a:cubicBezTo>
                      <a:pt x="8665" y="9169"/>
                      <a:pt x="8507" y="9011"/>
                      <a:pt x="8507" y="8822"/>
                    </a:cubicBezTo>
                    <a:cubicBezTo>
                      <a:pt x="8507" y="8633"/>
                      <a:pt x="8665" y="8475"/>
                      <a:pt x="8854" y="8475"/>
                    </a:cubicBezTo>
                    <a:close/>
                    <a:moveTo>
                      <a:pt x="3183" y="1"/>
                    </a:moveTo>
                    <a:cubicBezTo>
                      <a:pt x="2994" y="1"/>
                      <a:pt x="2836" y="158"/>
                      <a:pt x="2836" y="347"/>
                    </a:cubicBezTo>
                    <a:lnTo>
                      <a:pt x="2836" y="1418"/>
                    </a:lnTo>
                    <a:lnTo>
                      <a:pt x="2458" y="1418"/>
                    </a:lnTo>
                    <a:cubicBezTo>
                      <a:pt x="1891" y="1418"/>
                      <a:pt x="1418" y="1891"/>
                      <a:pt x="1418" y="2490"/>
                    </a:cubicBezTo>
                    <a:lnTo>
                      <a:pt x="1418" y="2836"/>
                    </a:lnTo>
                    <a:lnTo>
                      <a:pt x="347" y="2836"/>
                    </a:lnTo>
                    <a:cubicBezTo>
                      <a:pt x="158" y="2836"/>
                      <a:pt x="1" y="2994"/>
                      <a:pt x="1" y="3183"/>
                    </a:cubicBezTo>
                    <a:cubicBezTo>
                      <a:pt x="1" y="3372"/>
                      <a:pt x="158" y="3529"/>
                      <a:pt x="347" y="3529"/>
                    </a:cubicBezTo>
                    <a:lnTo>
                      <a:pt x="1418" y="3529"/>
                    </a:lnTo>
                    <a:lnTo>
                      <a:pt x="1418" y="4254"/>
                    </a:lnTo>
                    <a:lnTo>
                      <a:pt x="347" y="4254"/>
                    </a:lnTo>
                    <a:cubicBezTo>
                      <a:pt x="158" y="4254"/>
                      <a:pt x="1" y="4411"/>
                      <a:pt x="1" y="4600"/>
                    </a:cubicBezTo>
                    <a:cubicBezTo>
                      <a:pt x="1" y="4821"/>
                      <a:pt x="158" y="4978"/>
                      <a:pt x="347" y="4978"/>
                    </a:cubicBezTo>
                    <a:lnTo>
                      <a:pt x="1418" y="4978"/>
                    </a:lnTo>
                    <a:lnTo>
                      <a:pt x="1418" y="5672"/>
                    </a:lnTo>
                    <a:lnTo>
                      <a:pt x="347" y="5672"/>
                    </a:lnTo>
                    <a:cubicBezTo>
                      <a:pt x="158" y="5672"/>
                      <a:pt x="1" y="5829"/>
                      <a:pt x="1" y="6018"/>
                    </a:cubicBezTo>
                    <a:cubicBezTo>
                      <a:pt x="1" y="6239"/>
                      <a:pt x="158" y="6396"/>
                      <a:pt x="347" y="6396"/>
                    </a:cubicBezTo>
                    <a:lnTo>
                      <a:pt x="1418" y="6396"/>
                    </a:lnTo>
                    <a:lnTo>
                      <a:pt x="1418" y="7089"/>
                    </a:lnTo>
                    <a:lnTo>
                      <a:pt x="347" y="7089"/>
                    </a:lnTo>
                    <a:cubicBezTo>
                      <a:pt x="158" y="7089"/>
                      <a:pt x="1" y="7247"/>
                      <a:pt x="1" y="7436"/>
                    </a:cubicBezTo>
                    <a:cubicBezTo>
                      <a:pt x="1" y="7656"/>
                      <a:pt x="158" y="7814"/>
                      <a:pt x="347" y="7814"/>
                    </a:cubicBezTo>
                    <a:lnTo>
                      <a:pt x="1418" y="7814"/>
                    </a:lnTo>
                    <a:lnTo>
                      <a:pt x="1418" y="8507"/>
                    </a:lnTo>
                    <a:lnTo>
                      <a:pt x="347" y="8507"/>
                    </a:lnTo>
                    <a:cubicBezTo>
                      <a:pt x="158" y="8507"/>
                      <a:pt x="1" y="8665"/>
                      <a:pt x="1" y="8854"/>
                    </a:cubicBezTo>
                    <a:cubicBezTo>
                      <a:pt x="1" y="9074"/>
                      <a:pt x="158" y="9232"/>
                      <a:pt x="347" y="9232"/>
                    </a:cubicBezTo>
                    <a:lnTo>
                      <a:pt x="1418" y="9232"/>
                    </a:lnTo>
                    <a:lnTo>
                      <a:pt x="1418" y="9578"/>
                    </a:lnTo>
                    <a:cubicBezTo>
                      <a:pt x="1418" y="10177"/>
                      <a:pt x="1891" y="10618"/>
                      <a:pt x="2458" y="10618"/>
                    </a:cubicBezTo>
                    <a:lnTo>
                      <a:pt x="2836" y="10618"/>
                    </a:lnTo>
                    <a:lnTo>
                      <a:pt x="2836" y="11689"/>
                    </a:lnTo>
                    <a:cubicBezTo>
                      <a:pt x="2836" y="11878"/>
                      <a:pt x="2994" y="12036"/>
                      <a:pt x="3183" y="12036"/>
                    </a:cubicBezTo>
                    <a:cubicBezTo>
                      <a:pt x="3372" y="12036"/>
                      <a:pt x="3529" y="11878"/>
                      <a:pt x="3529" y="11689"/>
                    </a:cubicBezTo>
                    <a:lnTo>
                      <a:pt x="3529" y="10618"/>
                    </a:lnTo>
                    <a:lnTo>
                      <a:pt x="4254" y="10618"/>
                    </a:lnTo>
                    <a:lnTo>
                      <a:pt x="4254" y="11689"/>
                    </a:lnTo>
                    <a:cubicBezTo>
                      <a:pt x="4254" y="11878"/>
                      <a:pt x="4411" y="12036"/>
                      <a:pt x="4600" y="12036"/>
                    </a:cubicBezTo>
                    <a:cubicBezTo>
                      <a:pt x="4789" y="12036"/>
                      <a:pt x="4947" y="11878"/>
                      <a:pt x="4947" y="11689"/>
                    </a:cubicBezTo>
                    <a:lnTo>
                      <a:pt x="4947" y="10618"/>
                    </a:lnTo>
                    <a:lnTo>
                      <a:pt x="5672" y="10618"/>
                    </a:lnTo>
                    <a:lnTo>
                      <a:pt x="5672" y="11689"/>
                    </a:lnTo>
                    <a:cubicBezTo>
                      <a:pt x="5672" y="11878"/>
                      <a:pt x="5829" y="12036"/>
                      <a:pt x="6018" y="12036"/>
                    </a:cubicBezTo>
                    <a:cubicBezTo>
                      <a:pt x="6207" y="12036"/>
                      <a:pt x="6365" y="11878"/>
                      <a:pt x="6365" y="11689"/>
                    </a:cubicBezTo>
                    <a:lnTo>
                      <a:pt x="6365" y="10618"/>
                    </a:lnTo>
                    <a:lnTo>
                      <a:pt x="7089" y="10618"/>
                    </a:lnTo>
                    <a:lnTo>
                      <a:pt x="7089" y="11689"/>
                    </a:lnTo>
                    <a:cubicBezTo>
                      <a:pt x="7089" y="11878"/>
                      <a:pt x="7247" y="12036"/>
                      <a:pt x="7436" y="12036"/>
                    </a:cubicBezTo>
                    <a:cubicBezTo>
                      <a:pt x="7625" y="12036"/>
                      <a:pt x="7782" y="11878"/>
                      <a:pt x="7782" y="11689"/>
                    </a:cubicBezTo>
                    <a:lnTo>
                      <a:pt x="7782" y="10618"/>
                    </a:lnTo>
                    <a:lnTo>
                      <a:pt x="8507" y="10618"/>
                    </a:lnTo>
                    <a:lnTo>
                      <a:pt x="8507" y="11689"/>
                    </a:lnTo>
                    <a:cubicBezTo>
                      <a:pt x="8507" y="11878"/>
                      <a:pt x="8665" y="12036"/>
                      <a:pt x="8854" y="12036"/>
                    </a:cubicBezTo>
                    <a:cubicBezTo>
                      <a:pt x="9043" y="12036"/>
                      <a:pt x="9200" y="11878"/>
                      <a:pt x="9200" y="11689"/>
                    </a:cubicBezTo>
                    <a:lnTo>
                      <a:pt x="9200" y="10618"/>
                    </a:lnTo>
                    <a:lnTo>
                      <a:pt x="9547" y="10618"/>
                    </a:lnTo>
                    <a:cubicBezTo>
                      <a:pt x="10145" y="10618"/>
                      <a:pt x="10618" y="10177"/>
                      <a:pt x="10618" y="9578"/>
                    </a:cubicBezTo>
                    <a:lnTo>
                      <a:pt x="10618" y="9232"/>
                    </a:lnTo>
                    <a:lnTo>
                      <a:pt x="11689" y="9232"/>
                    </a:lnTo>
                    <a:cubicBezTo>
                      <a:pt x="11878" y="9232"/>
                      <a:pt x="12036" y="9074"/>
                      <a:pt x="12036" y="8854"/>
                    </a:cubicBezTo>
                    <a:cubicBezTo>
                      <a:pt x="12036" y="8665"/>
                      <a:pt x="11878" y="8507"/>
                      <a:pt x="11689" y="8507"/>
                    </a:cubicBezTo>
                    <a:lnTo>
                      <a:pt x="10618" y="8507"/>
                    </a:lnTo>
                    <a:lnTo>
                      <a:pt x="10618" y="7814"/>
                    </a:lnTo>
                    <a:lnTo>
                      <a:pt x="11689" y="7814"/>
                    </a:lnTo>
                    <a:cubicBezTo>
                      <a:pt x="11878" y="7814"/>
                      <a:pt x="12036" y="7656"/>
                      <a:pt x="12036" y="7436"/>
                    </a:cubicBezTo>
                    <a:cubicBezTo>
                      <a:pt x="12036" y="7247"/>
                      <a:pt x="11878" y="7089"/>
                      <a:pt x="11689" y="7089"/>
                    </a:cubicBezTo>
                    <a:lnTo>
                      <a:pt x="10618" y="7089"/>
                    </a:lnTo>
                    <a:lnTo>
                      <a:pt x="10618" y="6396"/>
                    </a:lnTo>
                    <a:lnTo>
                      <a:pt x="11689" y="6396"/>
                    </a:lnTo>
                    <a:cubicBezTo>
                      <a:pt x="11878" y="6396"/>
                      <a:pt x="12036" y="6239"/>
                      <a:pt x="12036" y="6018"/>
                    </a:cubicBezTo>
                    <a:cubicBezTo>
                      <a:pt x="12036" y="5829"/>
                      <a:pt x="11878" y="5672"/>
                      <a:pt x="11689" y="5672"/>
                    </a:cubicBezTo>
                    <a:lnTo>
                      <a:pt x="10618" y="5672"/>
                    </a:lnTo>
                    <a:lnTo>
                      <a:pt x="10618" y="4978"/>
                    </a:lnTo>
                    <a:lnTo>
                      <a:pt x="11689" y="4978"/>
                    </a:lnTo>
                    <a:cubicBezTo>
                      <a:pt x="11878" y="4978"/>
                      <a:pt x="12036" y="4821"/>
                      <a:pt x="12036" y="4600"/>
                    </a:cubicBezTo>
                    <a:cubicBezTo>
                      <a:pt x="12036" y="4411"/>
                      <a:pt x="11878" y="4254"/>
                      <a:pt x="11689" y="4254"/>
                    </a:cubicBezTo>
                    <a:lnTo>
                      <a:pt x="10618" y="4254"/>
                    </a:lnTo>
                    <a:lnTo>
                      <a:pt x="10618" y="3529"/>
                    </a:lnTo>
                    <a:lnTo>
                      <a:pt x="11689" y="3529"/>
                    </a:lnTo>
                    <a:cubicBezTo>
                      <a:pt x="11878" y="3529"/>
                      <a:pt x="12036" y="3372"/>
                      <a:pt x="12036" y="3183"/>
                    </a:cubicBezTo>
                    <a:cubicBezTo>
                      <a:pt x="12036" y="2994"/>
                      <a:pt x="11878" y="2836"/>
                      <a:pt x="11689" y="2836"/>
                    </a:cubicBezTo>
                    <a:lnTo>
                      <a:pt x="10618" y="2836"/>
                    </a:lnTo>
                    <a:lnTo>
                      <a:pt x="10618" y="2490"/>
                    </a:lnTo>
                    <a:cubicBezTo>
                      <a:pt x="10618" y="1891"/>
                      <a:pt x="10145" y="1418"/>
                      <a:pt x="9547" y="1418"/>
                    </a:cubicBezTo>
                    <a:lnTo>
                      <a:pt x="9200" y="1418"/>
                    </a:lnTo>
                    <a:lnTo>
                      <a:pt x="9200" y="347"/>
                    </a:lnTo>
                    <a:cubicBezTo>
                      <a:pt x="9200" y="158"/>
                      <a:pt x="9043" y="1"/>
                      <a:pt x="8854" y="1"/>
                    </a:cubicBezTo>
                    <a:cubicBezTo>
                      <a:pt x="8665" y="1"/>
                      <a:pt x="8507" y="158"/>
                      <a:pt x="8507" y="347"/>
                    </a:cubicBezTo>
                    <a:lnTo>
                      <a:pt x="8507" y="1418"/>
                    </a:lnTo>
                    <a:lnTo>
                      <a:pt x="7782" y="1418"/>
                    </a:lnTo>
                    <a:lnTo>
                      <a:pt x="7782" y="347"/>
                    </a:lnTo>
                    <a:cubicBezTo>
                      <a:pt x="7782" y="158"/>
                      <a:pt x="7625" y="1"/>
                      <a:pt x="7436" y="1"/>
                    </a:cubicBezTo>
                    <a:cubicBezTo>
                      <a:pt x="7247" y="1"/>
                      <a:pt x="7089" y="158"/>
                      <a:pt x="7089" y="347"/>
                    </a:cubicBezTo>
                    <a:lnTo>
                      <a:pt x="7089" y="1418"/>
                    </a:lnTo>
                    <a:lnTo>
                      <a:pt x="6365" y="1418"/>
                    </a:lnTo>
                    <a:lnTo>
                      <a:pt x="6365" y="347"/>
                    </a:lnTo>
                    <a:cubicBezTo>
                      <a:pt x="6365" y="158"/>
                      <a:pt x="6207" y="1"/>
                      <a:pt x="6018" y="1"/>
                    </a:cubicBezTo>
                    <a:cubicBezTo>
                      <a:pt x="5829" y="1"/>
                      <a:pt x="5672" y="158"/>
                      <a:pt x="5672" y="347"/>
                    </a:cubicBezTo>
                    <a:lnTo>
                      <a:pt x="5672" y="1418"/>
                    </a:lnTo>
                    <a:lnTo>
                      <a:pt x="4947" y="1418"/>
                    </a:lnTo>
                    <a:lnTo>
                      <a:pt x="4947" y="347"/>
                    </a:lnTo>
                    <a:cubicBezTo>
                      <a:pt x="4947" y="158"/>
                      <a:pt x="4789" y="1"/>
                      <a:pt x="4600" y="1"/>
                    </a:cubicBezTo>
                    <a:cubicBezTo>
                      <a:pt x="4411" y="1"/>
                      <a:pt x="4254" y="158"/>
                      <a:pt x="4254" y="347"/>
                    </a:cubicBezTo>
                    <a:lnTo>
                      <a:pt x="4254" y="1418"/>
                    </a:lnTo>
                    <a:lnTo>
                      <a:pt x="3529" y="1418"/>
                    </a:lnTo>
                    <a:lnTo>
                      <a:pt x="3529" y="347"/>
                    </a:lnTo>
                    <a:cubicBezTo>
                      <a:pt x="3529" y="158"/>
                      <a:pt x="3372" y="1"/>
                      <a:pt x="318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0"/>
              <p:cNvSpPr/>
              <p:nvPr/>
            </p:nvSpPr>
            <p:spPr>
              <a:xfrm>
                <a:off x="-44369750" y="3317850"/>
                <a:ext cx="173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6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0" y="568"/>
                      <a:pt x="158" y="725"/>
                      <a:pt x="347" y="725"/>
                    </a:cubicBezTo>
                    <a:cubicBezTo>
                      <a:pt x="536" y="725"/>
                      <a:pt x="693" y="568"/>
                      <a:pt x="693" y="347"/>
                    </a:cubicBezTo>
                    <a:cubicBezTo>
                      <a:pt x="693" y="158"/>
                      <a:pt x="536" y="1"/>
                      <a:pt x="3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20"/>
              <p:cNvSpPr/>
              <p:nvPr/>
            </p:nvSpPr>
            <p:spPr>
              <a:xfrm>
                <a:off x="-44411500" y="3275325"/>
                <a:ext cx="100825" cy="1024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096" extrusionOk="0">
                    <a:moveTo>
                      <a:pt x="2017" y="1008"/>
                    </a:moveTo>
                    <a:cubicBezTo>
                      <a:pt x="2615" y="1008"/>
                      <a:pt x="3088" y="1481"/>
                      <a:pt x="3088" y="2048"/>
                    </a:cubicBezTo>
                    <a:cubicBezTo>
                      <a:pt x="3088" y="2647"/>
                      <a:pt x="2615" y="3119"/>
                      <a:pt x="2017" y="3119"/>
                    </a:cubicBezTo>
                    <a:cubicBezTo>
                      <a:pt x="1418" y="3119"/>
                      <a:pt x="945" y="2647"/>
                      <a:pt x="945" y="2048"/>
                    </a:cubicBezTo>
                    <a:cubicBezTo>
                      <a:pt x="945" y="1481"/>
                      <a:pt x="1418" y="1008"/>
                      <a:pt x="2017" y="1008"/>
                    </a:cubicBezTo>
                    <a:close/>
                    <a:moveTo>
                      <a:pt x="1670" y="0"/>
                    </a:moveTo>
                    <a:lnTo>
                      <a:pt x="1670" y="126"/>
                    </a:lnTo>
                    <a:cubicBezTo>
                      <a:pt x="1670" y="284"/>
                      <a:pt x="1576" y="410"/>
                      <a:pt x="1418" y="441"/>
                    </a:cubicBezTo>
                    <a:cubicBezTo>
                      <a:pt x="1229" y="536"/>
                      <a:pt x="1040" y="630"/>
                      <a:pt x="882" y="756"/>
                    </a:cubicBezTo>
                    <a:cubicBezTo>
                      <a:pt x="809" y="811"/>
                      <a:pt x="725" y="845"/>
                      <a:pt x="643" y="845"/>
                    </a:cubicBezTo>
                    <a:cubicBezTo>
                      <a:pt x="584" y="845"/>
                      <a:pt x="526" y="828"/>
                      <a:pt x="473" y="788"/>
                    </a:cubicBezTo>
                    <a:lnTo>
                      <a:pt x="347" y="725"/>
                    </a:lnTo>
                    <a:lnTo>
                      <a:pt x="0" y="1324"/>
                    </a:lnTo>
                    <a:lnTo>
                      <a:pt x="126" y="1387"/>
                    </a:lnTo>
                    <a:cubicBezTo>
                      <a:pt x="252" y="1481"/>
                      <a:pt x="315" y="1639"/>
                      <a:pt x="284" y="1733"/>
                    </a:cubicBezTo>
                    <a:cubicBezTo>
                      <a:pt x="252" y="1985"/>
                      <a:pt x="252" y="2143"/>
                      <a:pt x="284" y="2363"/>
                    </a:cubicBezTo>
                    <a:cubicBezTo>
                      <a:pt x="315" y="2521"/>
                      <a:pt x="252" y="2647"/>
                      <a:pt x="126" y="2741"/>
                    </a:cubicBezTo>
                    <a:lnTo>
                      <a:pt x="0" y="2804"/>
                    </a:lnTo>
                    <a:lnTo>
                      <a:pt x="347" y="3403"/>
                    </a:lnTo>
                    <a:lnTo>
                      <a:pt x="473" y="3308"/>
                    </a:lnTo>
                    <a:cubicBezTo>
                      <a:pt x="518" y="3286"/>
                      <a:pt x="566" y="3276"/>
                      <a:pt x="616" y="3276"/>
                    </a:cubicBezTo>
                    <a:cubicBezTo>
                      <a:pt x="707" y="3276"/>
                      <a:pt x="801" y="3310"/>
                      <a:pt x="882" y="3371"/>
                    </a:cubicBezTo>
                    <a:cubicBezTo>
                      <a:pt x="1040" y="3529"/>
                      <a:pt x="1229" y="3592"/>
                      <a:pt x="1418" y="3686"/>
                    </a:cubicBezTo>
                    <a:cubicBezTo>
                      <a:pt x="1576" y="3718"/>
                      <a:pt x="1670" y="3875"/>
                      <a:pt x="1670" y="4001"/>
                    </a:cubicBezTo>
                    <a:lnTo>
                      <a:pt x="1670" y="4096"/>
                    </a:lnTo>
                    <a:lnTo>
                      <a:pt x="2363" y="4096"/>
                    </a:lnTo>
                    <a:lnTo>
                      <a:pt x="2363" y="4001"/>
                    </a:lnTo>
                    <a:cubicBezTo>
                      <a:pt x="2363" y="3844"/>
                      <a:pt x="2458" y="3718"/>
                      <a:pt x="2615" y="3686"/>
                    </a:cubicBezTo>
                    <a:cubicBezTo>
                      <a:pt x="2804" y="3592"/>
                      <a:pt x="2993" y="3466"/>
                      <a:pt x="3151" y="3371"/>
                    </a:cubicBezTo>
                    <a:cubicBezTo>
                      <a:pt x="3232" y="3310"/>
                      <a:pt x="3327" y="3276"/>
                      <a:pt x="3417" y="3276"/>
                    </a:cubicBezTo>
                    <a:cubicBezTo>
                      <a:pt x="3467" y="3276"/>
                      <a:pt x="3516" y="3286"/>
                      <a:pt x="3560" y="3308"/>
                    </a:cubicBezTo>
                    <a:lnTo>
                      <a:pt x="3686" y="3403"/>
                    </a:lnTo>
                    <a:lnTo>
                      <a:pt x="4033" y="2804"/>
                    </a:lnTo>
                    <a:lnTo>
                      <a:pt x="3907" y="2741"/>
                    </a:lnTo>
                    <a:cubicBezTo>
                      <a:pt x="3781" y="2647"/>
                      <a:pt x="3718" y="2489"/>
                      <a:pt x="3749" y="2363"/>
                    </a:cubicBezTo>
                    <a:cubicBezTo>
                      <a:pt x="3781" y="2143"/>
                      <a:pt x="3781" y="1985"/>
                      <a:pt x="3749" y="1733"/>
                    </a:cubicBezTo>
                    <a:cubicBezTo>
                      <a:pt x="3718" y="1576"/>
                      <a:pt x="3781" y="1481"/>
                      <a:pt x="3907" y="1387"/>
                    </a:cubicBezTo>
                    <a:lnTo>
                      <a:pt x="4033" y="1324"/>
                    </a:lnTo>
                    <a:lnTo>
                      <a:pt x="3686" y="725"/>
                    </a:lnTo>
                    <a:lnTo>
                      <a:pt x="3560" y="788"/>
                    </a:lnTo>
                    <a:cubicBezTo>
                      <a:pt x="3502" y="832"/>
                      <a:pt x="3437" y="855"/>
                      <a:pt x="3371" y="855"/>
                    </a:cubicBezTo>
                    <a:cubicBezTo>
                      <a:pt x="3295" y="855"/>
                      <a:pt x="3218" y="824"/>
                      <a:pt x="3151" y="756"/>
                    </a:cubicBezTo>
                    <a:cubicBezTo>
                      <a:pt x="2993" y="599"/>
                      <a:pt x="2804" y="536"/>
                      <a:pt x="2615" y="441"/>
                    </a:cubicBezTo>
                    <a:cubicBezTo>
                      <a:pt x="2458" y="410"/>
                      <a:pt x="2363" y="252"/>
                      <a:pt x="2363" y="126"/>
                    </a:cubicBezTo>
                    <a:lnTo>
                      <a:pt x="236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6" name="Google Shape;566;p20"/>
          <p:cNvGrpSpPr/>
          <p:nvPr/>
        </p:nvGrpSpPr>
        <p:grpSpPr>
          <a:xfrm>
            <a:off x="6949580" y="3042675"/>
            <a:ext cx="1734600" cy="1684132"/>
            <a:chOff x="6949580" y="3042675"/>
            <a:chExt cx="1734600" cy="1684132"/>
          </a:xfrm>
        </p:grpSpPr>
        <p:sp>
          <p:nvSpPr>
            <p:cNvPr id="567" name="Google Shape;567;p20"/>
            <p:cNvSpPr/>
            <p:nvPr/>
          </p:nvSpPr>
          <p:spPr>
            <a:xfrm>
              <a:off x="7514630" y="3042675"/>
              <a:ext cx="604500" cy="60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68" name="Google Shape;568;p20"/>
            <p:cNvSpPr txBox="1"/>
            <p:nvPr/>
          </p:nvSpPr>
          <p:spPr>
            <a:xfrm>
              <a:off x="6949580" y="3791397"/>
              <a:ext cx="17346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Mars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69" name="Google Shape;569;p20"/>
            <p:cNvSpPr txBox="1"/>
            <p:nvPr/>
          </p:nvSpPr>
          <p:spPr>
            <a:xfrm>
              <a:off x="7054580" y="4137907"/>
              <a:ext cx="1524600" cy="58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70" name="Google Shape;570;p20"/>
          <p:cNvGrpSpPr/>
          <p:nvPr/>
        </p:nvGrpSpPr>
        <p:grpSpPr>
          <a:xfrm>
            <a:off x="6949580" y="1001783"/>
            <a:ext cx="1734600" cy="1729392"/>
            <a:chOff x="6949580" y="1001783"/>
            <a:chExt cx="1734600" cy="1729392"/>
          </a:xfrm>
        </p:grpSpPr>
        <p:sp>
          <p:nvSpPr>
            <p:cNvPr id="571" name="Google Shape;571;p20"/>
            <p:cNvSpPr/>
            <p:nvPr/>
          </p:nvSpPr>
          <p:spPr>
            <a:xfrm>
              <a:off x="7514630" y="1001783"/>
              <a:ext cx="604500" cy="60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72" name="Google Shape;572;p20"/>
            <p:cNvSpPr txBox="1"/>
            <p:nvPr/>
          </p:nvSpPr>
          <p:spPr>
            <a:xfrm>
              <a:off x="6949580" y="1784975"/>
              <a:ext cx="17346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Venus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73" name="Google Shape;573;p20"/>
            <p:cNvSpPr txBox="1"/>
            <p:nvPr/>
          </p:nvSpPr>
          <p:spPr>
            <a:xfrm>
              <a:off x="7054580" y="2142275"/>
              <a:ext cx="1524600" cy="58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Venus has a beautiful name, but it’s hot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74" name="Google Shape;574;p20"/>
          <p:cNvGrpSpPr/>
          <p:nvPr/>
        </p:nvGrpSpPr>
        <p:grpSpPr>
          <a:xfrm>
            <a:off x="456753" y="1001783"/>
            <a:ext cx="1734600" cy="1729392"/>
            <a:chOff x="456753" y="1001783"/>
            <a:chExt cx="1734600" cy="1729392"/>
          </a:xfrm>
        </p:grpSpPr>
        <p:sp>
          <p:nvSpPr>
            <p:cNvPr id="575" name="Google Shape;575;p20"/>
            <p:cNvSpPr/>
            <p:nvPr/>
          </p:nvSpPr>
          <p:spPr>
            <a:xfrm>
              <a:off x="1021803" y="1001783"/>
              <a:ext cx="604500" cy="60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76" name="Google Shape;576;p20"/>
            <p:cNvSpPr txBox="1"/>
            <p:nvPr/>
          </p:nvSpPr>
          <p:spPr>
            <a:xfrm>
              <a:off x="456753" y="1784975"/>
              <a:ext cx="17346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Mercury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77" name="Google Shape;577;p20"/>
            <p:cNvSpPr txBox="1"/>
            <p:nvPr/>
          </p:nvSpPr>
          <p:spPr>
            <a:xfrm>
              <a:off x="561753" y="2142275"/>
              <a:ext cx="1524600" cy="58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78" name="Google Shape;578;p20"/>
          <p:cNvGrpSpPr/>
          <p:nvPr/>
        </p:nvGrpSpPr>
        <p:grpSpPr>
          <a:xfrm>
            <a:off x="456753" y="3042675"/>
            <a:ext cx="1734600" cy="1684132"/>
            <a:chOff x="456753" y="3042675"/>
            <a:chExt cx="1734600" cy="1684132"/>
          </a:xfrm>
        </p:grpSpPr>
        <p:sp>
          <p:nvSpPr>
            <p:cNvPr id="579" name="Google Shape;579;p20"/>
            <p:cNvSpPr/>
            <p:nvPr/>
          </p:nvSpPr>
          <p:spPr>
            <a:xfrm>
              <a:off x="1021803" y="3042675"/>
              <a:ext cx="604500" cy="604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80" name="Google Shape;580;p20"/>
            <p:cNvSpPr txBox="1"/>
            <p:nvPr/>
          </p:nvSpPr>
          <p:spPr>
            <a:xfrm>
              <a:off x="456753" y="3791397"/>
              <a:ext cx="17346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Earth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581" name="Google Shape;581;p20"/>
            <p:cNvSpPr txBox="1"/>
            <p:nvPr/>
          </p:nvSpPr>
          <p:spPr>
            <a:xfrm>
              <a:off x="561753" y="4137907"/>
              <a:ext cx="1524600" cy="58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The Earth is the third planet from the Sun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582" name="Google Shape;582;p20"/>
          <p:cNvCxnSpPr>
            <a:stCxn id="560" idx="2"/>
            <a:endCxn id="575" idx="6"/>
          </p:cNvCxnSpPr>
          <p:nvPr/>
        </p:nvCxnSpPr>
        <p:spPr>
          <a:xfrm flipH="1">
            <a:off x="1626227" y="1304022"/>
            <a:ext cx="2385300" cy="6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583" name="Google Shape;583;p20"/>
          <p:cNvCxnSpPr>
            <a:stCxn id="579" idx="6"/>
            <a:endCxn id="530" idx="2"/>
          </p:cNvCxnSpPr>
          <p:nvPr/>
        </p:nvCxnSpPr>
        <p:spPr>
          <a:xfrm rot="10800000" flipH="1">
            <a:off x="1626303" y="3158925"/>
            <a:ext cx="1162200" cy="186000"/>
          </a:xfrm>
          <a:prstGeom prst="bentConnector3">
            <a:avLst>
              <a:gd name="adj1" fmla="val 5000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84" name="Google Shape;584;p20"/>
          <p:cNvCxnSpPr>
            <a:stCxn id="571" idx="2"/>
            <a:endCxn id="531" idx="6"/>
          </p:cNvCxnSpPr>
          <p:nvPr/>
        </p:nvCxnSpPr>
        <p:spPr>
          <a:xfrm flipH="1">
            <a:off x="6194930" y="1304033"/>
            <a:ext cx="1319700" cy="733500"/>
          </a:xfrm>
          <a:prstGeom prst="bentConnector3">
            <a:avLst>
              <a:gd name="adj1" fmla="val 5000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85" name="Google Shape;585;p20"/>
          <p:cNvCxnSpPr>
            <a:stCxn id="567" idx="2"/>
            <a:endCxn id="561" idx="6"/>
          </p:cNvCxnSpPr>
          <p:nvPr/>
        </p:nvCxnSpPr>
        <p:spPr>
          <a:xfrm flipH="1">
            <a:off x="4964030" y="3344925"/>
            <a:ext cx="2550600" cy="5001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0" name="Google Shape;590;p21"/>
          <p:cNvGrpSpPr/>
          <p:nvPr/>
        </p:nvGrpSpPr>
        <p:grpSpPr>
          <a:xfrm>
            <a:off x="457200" y="1036100"/>
            <a:ext cx="2912362" cy="1211700"/>
            <a:chOff x="457200" y="1036100"/>
            <a:chExt cx="2912362" cy="1211700"/>
          </a:xfrm>
        </p:grpSpPr>
        <p:sp>
          <p:nvSpPr>
            <p:cNvPr id="591" name="Google Shape;591;p21"/>
            <p:cNvSpPr/>
            <p:nvPr/>
          </p:nvSpPr>
          <p:spPr>
            <a:xfrm>
              <a:off x="457200" y="1036100"/>
              <a:ext cx="2628900" cy="1211700"/>
            </a:xfrm>
            <a:prstGeom prst="roundRect">
              <a:avLst>
                <a:gd name="adj" fmla="val 50000"/>
              </a:avLst>
            </a:prstGeom>
            <a:solidFill>
              <a:srgbClr val="2776EA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1"/>
            <p:cNvSpPr/>
            <p:nvPr/>
          </p:nvSpPr>
          <p:spPr>
            <a:xfrm>
              <a:off x="2765062" y="1311425"/>
              <a:ext cx="604500" cy="60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593" name="Google Shape;593;p2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grpSp>
        <p:nvGrpSpPr>
          <p:cNvPr id="594" name="Google Shape;594;p21"/>
          <p:cNvGrpSpPr/>
          <p:nvPr/>
        </p:nvGrpSpPr>
        <p:grpSpPr>
          <a:xfrm>
            <a:off x="6705578" y="1030908"/>
            <a:ext cx="1981191" cy="3701042"/>
            <a:chOff x="4572000" y="1208850"/>
            <a:chExt cx="1885951" cy="3523124"/>
          </a:xfrm>
        </p:grpSpPr>
        <p:sp>
          <p:nvSpPr>
            <p:cNvPr id="595" name="Google Shape;595;p21"/>
            <p:cNvSpPr/>
            <p:nvPr/>
          </p:nvSpPr>
          <p:spPr>
            <a:xfrm>
              <a:off x="5987719" y="3093832"/>
              <a:ext cx="119074" cy="819540"/>
            </a:xfrm>
            <a:custGeom>
              <a:avLst/>
              <a:gdLst/>
              <a:ahLst/>
              <a:cxnLst/>
              <a:rect l="l" t="t" r="r" b="b"/>
              <a:pathLst>
                <a:path w="3672" h="25273" extrusionOk="0">
                  <a:moveTo>
                    <a:pt x="313" y="0"/>
                  </a:moveTo>
                  <a:lnTo>
                    <a:pt x="0" y="25230"/>
                  </a:lnTo>
                  <a:lnTo>
                    <a:pt x="3344" y="25273"/>
                  </a:lnTo>
                  <a:lnTo>
                    <a:pt x="3672" y="43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rgbClr val="727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1"/>
            <p:cNvSpPr/>
            <p:nvPr/>
          </p:nvSpPr>
          <p:spPr>
            <a:xfrm>
              <a:off x="5803596" y="3038900"/>
              <a:ext cx="120014" cy="872170"/>
            </a:xfrm>
            <a:custGeom>
              <a:avLst/>
              <a:gdLst/>
              <a:ahLst/>
              <a:cxnLst/>
              <a:rect l="l" t="t" r="r" b="b"/>
              <a:pathLst>
                <a:path w="3701" h="26896" extrusionOk="0">
                  <a:moveTo>
                    <a:pt x="342" y="1"/>
                  </a:moveTo>
                  <a:lnTo>
                    <a:pt x="1" y="26853"/>
                  </a:lnTo>
                  <a:lnTo>
                    <a:pt x="3359" y="26895"/>
                  </a:lnTo>
                  <a:lnTo>
                    <a:pt x="3700" y="44"/>
                  </a:lnTo>
                  <a:lnTo>
                    <a:pt x="342" y="1"/>
                  </a:lnTo>
                  <a:close/>
                </a:path>
              </a:pathLst>
            </a:custGeom>
            <a:solidFill>
              <a:srgbClr val="727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1"/>
            <p:cNvSpPr/>
            <p:nvPr/>
          </p:nvSpPr>
          <p:spPr>
            <a:xfrm>
              <a:off x="5669768" y="2404422"/>
              <a:ext cx="257053" cy="311045"/>
            </a:xfrm>
            <a:custGeom>
              <a:avLst/>
              <a:gdLst/>
              <a:ahLst/>
              <a:cxnLst/>
              <a:rect l="l" t="t" r="r" b="b"/>
              <a:pathLst>
                <a:path w="7927" h="9592" extrusionOk="0">
                  <a:moveTo>
                    <a:pt x="2804" y="1"/>
                  </a:moveTo>
                  <a:lnTo>
                    <a:pt x="1" y="1851"/>
                  </a:lnTo>
                  <a:lnTo>
                    <a:pt x="5124" y="9592"/>
                  </a:lnTo>
                  <a:lnTo>
                    <a:pt x="7927" y="7742"/>
                  </a:lnTo>
                  <a:lnTo>
                    <a:pt x="2804" y="1"/>
                  </a:lnTo>
                  <a:close/>
                </a:path>
              </a:pathLst>
            </a:custGeom>
            <a:solidFill>
              <a:srgbClr val="727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1"/>
            <p:cNvSpPr/>
            <p:nvPr/>
          </p:nvSpPr>
          <p:spPr>
            <a:xfrm>
              <a:off x="5505976" y="2490258"/>
              <a:ext cx="267203" cy="326739"/>
            </a:xfrm>
            <a:custGeom>
              <a:avLst/>
              <a:gdLst/>
              <a:ahLst/>
              <a:cxnLst/>
              <a:rect l="l" t="t" r="r" b="b"/>
              <a:pathLst>
                <a:path w="8240" h="10076" extrusionOk="0">
                  <a:moveTo>
                    <a:pt x="2789" y="1"/>
                  </a:moveTo>
                  <a:lnTo>
                    <a:pt x="0" y="1850"/>
                  </a:lnTo>
                  <a:lnTo>
                    <a:pt x="5436" y="10075"/>
                  </a:lnTo>
                  <a:lnTo>
                    <a:pt x="8239" y="8225"/>
                  </a:lnTo>
                  <a:lnTo>
                    <a:pt x="2789" y="1"/>
                  </a:lnTo>
                  <a:close/>
                </a:path>
              </a:pathLst>
            </a:custGeom>
            <a:solidFill>
              <a:srgbClr val="727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1"/>
            <p:cNvSpPr/>
            <p:nvPr/>
          </p:nvSpPr>
          <p:spPr>
            <a:xfrm>
              <a:off x="5247562" y="2038055"/>
              <a:ext cx="546825" cy="546825"/>
            </a:xfrm>
            <a:custGeom>
              <a:avLst/>
              <a:gdLst/>
              <a:ahLst/>
              <a:cxnLst/>
              <a:rect l="l" t="t" r="r" b="b"/>
              <a:pathLst>
                <a:path w="16863" h="16863" extrusionOk="0">
                  <a:moveTo>
                    <a:pt x="8510" y="0"/>
                  </a:moveTo>
                  <a:lnTo>
                    <a:pt x="8097" y="14"/>
                  </a:lnTo>
                  <a:lnTo>
                    <a:pt x="7699" y="29"/>
                  </a:lnTo>
                  <a:lnTo>
                    <a:pt x="7286" y="86"/>
                  </a:lnTo>
                  <a:lnTo>
                    <a:pt x="6888" y="142"/>
                  </a:lnTo>
                  <a:lnTo>
                    <a:pt x="6489" y="228"/>
                  </a:lnTo>
                  <a:lnTo>
                    <a:pt x="6091" y="327"/>
                  </a:lnTo>
                  <a:lnTo>
                    <a:pt x="5692" y="456"/>
                  </a:lnTo>
                  <a:lnTo>
                    <a:pt x="5294" y="612"/>
                  </a:lnTo>
                  <a:lnTo>
                    <a:pt x="4910" y="769"/>
                  </a:lnTo>
                  <a:lnTo>
                    <a:pt x="4526" y="968"/>
                  </a:lnTo>
                  <a:lnTo>
                    <a:pt x="4156" y="1167"/>
                  </a:lnTo>
                  <a:lnTo>
                    <a:pt x="3786" y="1395"/>
                  </a:lnTo>
                  <a:lnTo>
                    <a:pt x="3430" y="1651"/>
                  </a:lnTo>
                  <a:lnTo>
                    <a:pt x="3088" y="1907"/>
                  </a:lnTo>
                  <a:lnTo>
                    <a:pt x="2775" y="2192"/>
                  </a:lnTo>
                  <a:lnTo>
                    <a:pt x="2462" y="2476"/>
                  </a:lnTo>
                  <a:lnTo>
                    <a:pt x="2178" y="2789"/>
                  </a:lnTo>
                  <a:lnTo>
                    <a:pt x="1907" y="3102"/>
                  </a:lnTo>
                  <a:lnTo>
                    <a:pt x="1651" y="3430"/>
                  </a:lnTo>
                  <a:lnTo>
                    <a:pt x="1409" y="3757"/>
                  </a:lnTo>
                  <a:lnTo>
                    <a:pt x="1196" y="4113"/>
                  </a:lnTo>
                  <a:lnTo>
                    <a:pt x="997" y="4468"/>
                  </a:lnTo>
                  <a:lnTo>
                    <a:pt x="812" y="4824"/>
                  </a:lnTo>
                  <a:lnTo>
                    <a:pt x="655" y="5194"/>
                  </a:lnTo>
                  <a:lnTo>
                    <a:pt x="499" y="5578"/>
                  </a:lnTo>
                  <a:lnTo>
                    <a:pt x="370" y="5963"/>
                  </a:lnTo>
                  <a:lnTo>
                    <a:pt x="271" y="6347"/>
                  </a:lnTo>
                  <a:lnTo>
                    <a:pt x="171" y="6745"/>
                  </a:lnTo>
                  <a:lnTo>
                    <a:pt x="100" y="7144"/>
                  </a:lnTo>
                  <a:lnTo>
                    <a:pt x="57" y="7542"/>
                  </a:lnTo>
                  <a:lnTo>
                    <a:pt x="15" y="7955"/>
                  </a:lnTo>
                  <a:lnTo>
                    <a:pt x="0" y="8353"/>
                  </a:lnTo>
                  <a:lnTo>
                    <a:pt x="15" y="8766"/>
                  </a:lnTo>
                  <a:lnTo>
                    <a:pt x="43" y="9164"/>
                  </a:lnTo>
                  <a:lnTo>
                    <a:pt x="86" y="9577"/>
                  </a:lnTo>
                  <a:lnTo>
                    <a:pt x="143" y="9975"/>
                  </a:lnTo>
                  <a:lnTo>
                    <a:pt x="228" y="10374"/>
                  </a:lnTo>
                  <a:lnTo>
                    <a:pt x="342" y="10786"/>
                  </a:lnTo>
                  <a:lnTo>
                    <a:pt x="470" y="11171"/>
                  </a:lnTo>
                  <a:lnTo>
                    <a:pt x="612" y="11569"/>
                  </a:lnTo>
                  <a:lnTo>
                    <a:pt x="783" y="11953"/>
                  </a:lnTo>
                  <a:lnTo>
                    <a:pt x="968" y="12338"/>
                  </a:lnTo>
                  <a:lnTo>
                    <a:pt x="1182" y="12708"/>
                  </a:lnTo>
                  <a:lnTo>
                    <a:pt x="1409" y="13078"/>
                  </a:lnTo>
                  <a:lnTo>
                    <a:pt x="1651" y="13433"/>
                  </a:lnTo>
                  <a:lnTo>
                    <a:pt x="1922" y="13775"/>
                  </a:lnTo>
                  <a:lnTo>
                    <a:pt x="2192" y="14102"/>
                  </a:lnTo>
                  <a:lnTo>
                    <a:pt x="2491" y="14401"/>
                  </a:lnTo>
                  <a:lnTo>
                    <a:pt x="2790" y="14685"/>
                  </a:lnTo>
                  <a:lnTo>
                    <a:pt x="3103" y="14956"/>
                  </a:lnTo>
                  <a:lnTo>
                    <a:pt x="3430" y="15212"/>
                  </a:lnTo>
                  <a:lnTo>
                    <a:pt x="3771" y="15454"/>
                  </a:lnTo>
                  <a:lnTo>
                    <a:pt x="4113" y="15667"/>
                  </a:lnTo>
                  <a:lnTo>
                    <a:pt x="4469" y="15867"/>
                  </a:lnTo>
                  <a:lnTo>
                    <a:pt x="4839" y="16052"/>
                  </a:lnTo>
                  <a:lnTo>
                    <a:pt x="5209" y="16222"/>
                  </a:lnTo>
                  <a:lnTo>
                    <a:pt x="5579" y="16365"/>
                  </a:lnTo>
                  <a:lnTo>
                    <a:pt x="5963" y="16493"/>
                  </a:lnTo>
                  <a:lnTo>
                    <a:pt x="6361" y="16592"/>
                  </a:lnTo>
                  <a:lnTo>
                    <a:pt x="6745" y="16692"/>
                  </a:lnTo>
                  <a:lnTo>
                    <a:pt x="7144" y="16763"/>
                  </a:lnTo>
                  <a:lnTo>
                    <a:pt x="7557" y="16806"/>
                  </a:lnTo>
                  <a:lnTo>
                    <a:pt x="7955" y="16848"/>
                  </a:lnTo>
                  <a:lnTo>
                    <a:pt x="8353" y="16863"/>
                  </a:lnTo>
                  <a:lnTo>
                    <a:pt x="8766" y="16848"/>
                  </a:lnTo>
                  <a:lnTo>
                    <a:pt x="9179" y="16834"/>
                  </a:lnTo>
                  <a:lnTo>
                    <a:pt x="9577" y="16777"/>
                  </a:lnTo>
                  <a:lnTo>
                    <a:pt x="9976" y="16720"/>
                  </a:lnTo>
                  <a:lnTo>
                    <a:pt x="10388" y="16635"/>
                  </a:lnTo>
                  <a:lnTo>
                    <a:pt x="10787" y="16521"/>
                  </a:lnTo>
                  <a:lnTo>
                    <a:pt x="11185" y="16407"/>
                  </a:lnTo>
                  <a:lnTo>
                    <a:pt x="11569" y="16251"/>
                  </a:lnTo>
                  <a:lnTo>
                    <a:pt x="11954" y="16094"/>
                  </a:lnTo>
                  <a:lnTo>
                    <a:pt x="12338" y="15895"/>
                  </a:lnTo>
                  <a:lnTo>
                    <a:pt x="12722" y="15696"/>
                  </a:lnTo>
                  <a:lnTo>
                    <a:pt x="13078" y="15454"/>
                  </a:lnTo>
                  <a:lnTo>
                    <a:pt x="13434" y="15212"/>
                  </a:lnTo>
                  <a:lnTo>
                    <a:pt x="13775" y="14956"/>
                  </a:lnTo>
                  <a:lnTo>
                    <a:pt x="14102" y="14671"/>
                  </a:lnTo>
                  <a:lnTo>
                    <a:pt x="14401" y="14387"/>
                  </a:lnTo>
                  <a:lnTo>
                    <a:pt x="14700" y="14074"/>
                  </a:lnTo>
                  <a:lnTo>
                    <a:pt x="14970" y="13761"/>
                  </a:lnTo>
                  <a:lnTo>
                    <a:pt x="15212" y="13433"/>
                  </a:lnTo>
                  <a:lnTo>
                    <a:pt x="15454" y="13092"/>
                  </a:lnTo>
                  <a:lnTo>
                    <a:pt x="15668" y="12750"/>
                  </a:lnTo>
                  <a:lnTo>
                    <a:pt x="15867" y="12394"/>
                  </a:lnTo>
                  <a:lnTo>
                    <a:pt x="16052" y="12039"/>
                  </a:lnTo>
                  <a:lnTo>
                    <a:pt x="16223" y="11655"/>
                  </a:lnTo>
                  <a:lnTo>
                    <a:pt x="16365" y="11285"/>
                  </a:lnTo>
                  <a:lnTo>
                    <a:pt x="16493" y="10900"/>
                  </a:lnTo>
                  <a:lnTo>
                    <a:pt x="16607" y="10502"/>
                  </a:lnTo>
                  <a:lnTo>
                    <a:pt x="16692" y="10118"/>
                  </a:lnTo>
                  <a:lnTo>
                    <a:pt x="16763" y="9719"/>
                  </a:lnTo>
                  <a:lnTo>
                    <a:pt x="16820" y="9321"/>
                  </a:lnTo>
                  <a:lnTo>
                    <a:pt x="16849" y="8908"/>
                  </a:lnTo>
                  <a:lnTo>
                    <a:pt x="16863" y="8510"/>
                  </a:lnTo>
                  <a:lnTo>
                    <a:pt x="16863" y="8097"/>
                  </a:lnTo>
                  <a:lnTo>
                    <a:pt x="16834" y="7699"/>
                  </a:lnTo>
                  <a:lnTo>
                    <a:pt x="16792" y="7286"/>
                  </a:lnTo>
                  <a:lnTo>
                    <a:pt x="16721" y="6887"/>
                  </a:lnTo>
                  <a:lnTo>
                    <a:pt x="16635" y="6475"/>
                  </a:lnTo>
                  <a:lnTo>
                    <a:pt x="16536" y="6076"/>
                  </a:lnTo>
                  <a:lnTo>
                    <a:pt x="16408" y="5678"/>
                  </a:lnTo>
                  <a:lnTo>
                    <a:pt x="16265" y="5294"/>
                  </a:lnTo>
                  <a:lnTo>
                    <a:pt x="16094" y="4910"/>
                  </a:lnTo>
                  <a:lnTo>
                    <a:pt x="15910" y="4525"/>
                  </a:lnTo>
                  <a:lnTo>
                    <a:pt x="15696" y="4155"/>
                  </a:lnTo>
                  <a:lnTo>
                    <a:pt x="15468" y="3785"/>
                  </a:lnTo>
                  <a:lnTo>
                    <a:pt x="15212" y="3430"/>
                  </a:lnTo>
                  <a:lnTo>
                    <a:pt x="14956" y="3088"/>
                  </a:lnTo>
                  <a:lnTo>
                    <a:pt x="14672" y="2761"/>
                  </a:lnTo>
                  <a:lnTo>
                    <a:pt x="14387" y="2462"/>
                  </a:lnTo>
                  <a:lnTo>
                    <a:pt x="14088" y="2177"/>
                  </a:lnTo>
                  <a:lnTo>
                    <a:pt x="13761" y="1907"/>
                  </a:lnTo>
                  <a:lnTo>
                    <a:pt x="13434" y="1651"/>
                  </a:lnTo>
                  <a:lnTo>
                    <a:pt x="13106" y="1409"/>
                  </a:lnTo>
                  <a:lnTo>
                    <a:pt x="12750" y="1196"/>
                  </a:lnTo>
                  <a:lnTo>
                    <a:pt x="12395" y="996"/>
                  </a:lnTo>
                  <a:lnTo>
                    <a:pt x="12039" y="811"/>
                  </a:lnTo>
                  <a:lnTo>
                    <a:pt x="11669" y="641"/>
                  </a:lnTo>
                  <a:lnTo>
                    <a:pt x="11285" y="498"/>
                  </a:lnTo>
                  <a:lnTo>
                    <a:pt x="10901" y="370"/>
                  </a:lnTo>
                  <a:lnTo>
                    <a:pt x="10516" y="256"/>
                  </a:lnTo>
                  <a:lnTo>
                    <a:pt x="10118" y="171"/>
                  </a:lnTo>
                  <a:lnTo>
                    <a:pt x="9720" y="100"/>
                  </a:lnTo>
                  <a:lnTo>
                    <a:pt x="9321" y="43"/>
                  </a:lnTo>
                  <a:lnTo>
                    <a:pt x="8908" y="14"/>
                  </a:lnTo>
                  <a:lnTo>
                    <a:pt x="851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1"/>
            <p:cNvSpPr/>
            <p:nvPr/>
          </p:nvSpPr>
          <p:spPr>
            <a:xfrm>
              <a:off x="5653165" y="2630539"/>
              <a:ext cx="546825" cy="546825"/>
            </a:xfrm>
            <a:custGeom>
              <a:avLst/>
              <a:gdLst/>
              <a:ahLst/>
              <a:cxnLst/>
              <a:rect l="l" t="t" r="r" b="b"/>
              <a:pathLst>
                <a:path w="16863" h="16863" extrusionOk="0">
                  <a:moveTo>
                    <a:pt x="8097" y="0"/>
                  </a:moveTo>
                  <a:lnTo>
                    <a:pt x="7699" y="29"/>
                  </a:lnTo>
                  <a:lnTo>
                    <a:pt x="7286" y="72"/>
                  </a:lnTo>
                  <a:lnTo>
                    <a:pt x="6888" y="143"/>
                  </a:lnTo>
                  <a:lnTo>
                    <a:pt x="6489" y="228"/>
                  </a:lnTo>
                  <a:lnTo>
                    <a:pt x="6091" y="328"/>
                  </a:lnTo>
                  <a:lnTo>
                    <a:pt x="5693" y="456"/>
                  </a:lnTo>
                  <a:lnTo>
                    <a:pt x="5294" y="598"/>
                  </a:lnTo>
                  <a:lnTo>
                    <a:pt x="4910" y="769"/>
                  </a:lnTo>
                  <a:lnTo>
                    <a:pt x="4526" y="954"/>
                  </a:lnTo>
                  <a:lnTo>
                    <a:pt x="4156" y="1167"/>
                  </a:lnTo>
                  <a:lnTo>
                    <a:pt x="3786" y="1395"/>
                  </a:lnTo>
                  <a:lnTo>
                    <a:pt x="3430" y="1651"/>
                  </a:lnTo>
                  <a:lnTo>
                    <a:pt x="3088" y="1907"/>
                  </a:lnTo>
                  <a:lnTo>
                    <a:pt x="2775" y="2192"/>
                  </a:lnTo>
                  <a:lnTo>
                    <a:pt x="2462" y="2476"/>
                  </a:lnTo>
                  <a:lnTo>
                    <a:pt x="2178" y="2775"/>
                  </a:lnTo>
                  <a:lnTo>
                    <a:pt x="1907" y="3103"/>
                  </a:lnTo>
                  <a:lnTo>
                    <a:pt x="1651" y="3430"/>
                  </a:lnTo>
                  <a:lnTo>
                    <a:pt x="1409" y="3757"/>
                  </a:lnTo>
                  <a:lnTo>
                    <a:pt x="1196" y="4113"/>
                  </a:lnTo>
                  <a:lnTo>
                    <a:pt x="997" y="4469"/>
                  </a:lnTo>
                  <a:lnTo>
                    <a:pt x="812" y="4824"/>
                  </a:lnTo>
                  <a:lnTo>
                    <a:pt x="655" y="5194"/>
                  </a:lnTo>
                  <a:lnTo>
                    <a:pt x="499" y="5579"/>
                  </a:lnTo>
                  <a:lnTo>
                    <a:pt x="371" y="5963"/>
                  </a:lnTo>
                  <a:lnTo>
                    <a:pt x="271" y="6347"/>
                  </a:lnTo>
                  <a:lnTo>
                    <a:pt x="171" y="6745"/>
                  </a:lnTo>
                  <a:lnTo>
                    <a:pt x="100" y="7144"/>
                  </a:lnTo>
                  <a:lnTo>
                    <a:pt x="57" y="7542"/>
                  </a:lnTo>
                  <a:lnTo>
                    <a:pt x="15" y="7955"/>
                  </a:lnTo>
                  <a:lnTo>
                    <a:pt x="1" y="8353"/>
                  </a:lnTo>
                  <a:lnTo>
                    <a:pt x="15" y="8766"/>
                  </a:lnTo>
                  <a:lnTo>
                    <a:pt x="43" y="9165"/>
                  </a:lnTo>
                  <a:lnTo>
                    <a:pt x="86" y="9577"/>
                  </a:lnTo>
                  <a:lnTo>
                    <a:pt x="143" y="9976"/>
                  </a:lnTo>
                  <a:lnTo>
                    <a:pt x="228" y="10374"/>
                  </a:lnTo>
                  <a:lnTo>
                    <a:pt x="342" y="10772"/>
                  </a:lnTo>
                  <a:lnTo>
                    <a:pt x="470" y="11171"/>
                  </a:lnTo>
                  <a:lnTo>
                    <a:pt x="612" y="11569"/>
                  </a:lnTo>
                  <a:lnTo>
                    <a:pt x="783" y="11954"/>
                  </a:lnTo>
                  <a:lnTo>
                    <a:pt x="968" y="12338"/>
                  </a:lnTo>
                  <a:lnTo>
                    <a:pt x="1182" y="12708"/>
                  </a:lnTo>
                  <a:lnTo>
                    <a:pt x="1409" y="13078"/>
                  </a:lnTo>
                  <a:lnTo>
                    <a:pt x="1651" y="13433"/>
                  </a:lnTo>
                  <a:lnTo>
                    <a:pt x="1922" y="13775"/>
                  </a:lnTo>
                  <a:lnTo>
                    <a:pt x="2192" y="14088"/>
                  </a:lnTo>
                  <a:lnTo>
                    <a:pt x="2491" y="14401"/>
                  </a:lnTo>
                  <a:lnTo>
                    <a:pt x="2790" y="14686"/>
                  </a:lnTo>
                  <a:lnTo>
                    <a:pt x="3103" y="14956"/>
                  </a:lnTo>
                  <a:lnTo>
                    <a:pt x="3430" y="15212"/>
                  </a:lnTo>
                  <a:lnTo>
                    <a:pt x="3771" y="15454"/>
                  </a:lnTo>
                  <a:lnTo>
                    <a:pt x="4113" y="15668"/>
                  </a:lnTo>
                  <a:lnTo>
                    <a:pt x="4469" y="15867"/>
                  </a:lnTo>
                  <a:lnTo>
                    <a:pt x="4839" y="16052"/>
                  </a:lnTo>
                  <a:lnTo>
                    <a:pt x="5209" y="16208"/>
                  </a:lnTo>
                  <a:lnTo>
                    <a:pt x="5579" y="16365"/>
                  </a:lnTo>
                  <a:lnTo>
                    <a:pt x="5963" y="16493"/>
                  </a:lnTo>
                  <a:lnTo>
                    <a:pt x="6361" y="16593"/>
                  </a:lnTo>
                  <a:lnTo>
                    <a:pt x="6746" y="16692"/>
                  </a:lnTo>
                  <a:lnTo>
                    <a:pt x="7144" y="16763"/>
                  </a:lnTo>
                  <a:lnTo>
                    <a:pt x="7557" y="16806"/>
                  </a:lnTo>
                  <a:lnTo>
                    <a:pt x="7955" y="16849"/>
                  </a:lnTo>
                  <a:lnTo>
                    <a:pt x="8354" y="16863"/>
                  </a:lnTo>
                  <a:lnTo>
                    <a:pt x="8766" y="16849"/>
                  </a:lnTo>
                  <a:lnTo>
                    <a:pt x="9179" y="16820"/>
                  </a:lnTo>
                  <a:lnTo>
                    <a:pt x="9577" y="16778"/>
                  </a:lnTo>
                  <a:lnTo>
                    <a:pt x="9976" y="16721"/>
                  </a:lnTo>
                  <a:lnTo>
                    <a:pt x="10388" y="16635"/>
                  </a:lnTo>
                  <a:lnTo>
                    <a:pt x="10787" y="16521"/>
                  </a:lnTo>
                  <a:lnTo>
                    <a:pt x="11185" y="16393"/>
                  </a:lnTo>
                  <a:lnTo>
                    <a:pt x="11569" y="16251"/>
                  </a:lnTo>
                  <a:lnTo>
                    <a:pt x="11954" y="16080"/>
                  </a:lnTo>
                  <a:lnTo>
                    <a:pt x="12338" y="15895"/>
                  </a:lnTo>
                  <a:lnTo>
                    <a:pt x="12722" y="15682"/>
                  </a:lnTo>
                  <a:lnTo>
                    <a:pt x="13078" y="15454"/>
                  </a:lnTo>
                  <a:lnTo>
                    <a:pt x="13434" y="15212"/>
                  </a:lnTo>
                  <a:lnTo>
                    <a:pt x="13775" y="14942"/>
                  </a:lnTo>
                  <a:lnTo>
                    <a:pt x="14102" y="14671"/>
                  </a:lnTo>
                  <a:lnTo>
                    <a:pt x="14401" y="14373"/>
                  </a:lnTo>
                  <a:lnTo>
                    <a:pt x="14700" y="14074"/>
                  </a:lnTo>
                  <a:lnTo>
                    <a:pt x="14970" y="13761"/>
                  </a:lnTo>
                  <a:lnTo>
                    <a:pt x="15212" y="13433"/>
                  </a:lnTo>
                  <a:lnTo>
                    <a:pt x="15454" y="13092"/>
                  </a:lnTo>
                  <a:lnTo>
                    <a:pt x="15668" y="12750"/>
                  </a:lnTo>
                  <a:lnTo>
                    <a:pt x="15867" y="12395"/>
                  </a:lnTo>
                  <a:lnTo>
                    <a:pt x="16052" y="12025"/>
                  </a:lnTo>
                  <a:lnTo>
                    <a:pt x="16223" y="11655"/>
                  </a:lnTo>
                  <a:lnTo>
                    <a:pt x="16365" y="11285"/>
                  </a:lnTo>
                  <a:lnTo>
                    <a:pt x="16493" y="10901"/>
                  </a:lnTo>
                  <a:lnTo>
                    <a:pt x="16607" y="10502"/>
                  </a:lnTo>
                  <a:lnTo>
                    <a:pt x="16692" y="10118"/>
                  </a:lnTo>
                  <a:lnTo>
                    <a:pt x="16763" y="9719"/>
                  </a:lnTo>
                  <a:lnTo>
                    <a:pt x="16820" y="9307"/>
                  </a:lnTo>
                  <a:lnTo>
                    <a:pt x="16849" y="8908"/>
                  </a:lnTo>
                  <a:lnTo>
                    <a:pt x="16863" y="8510"/>
                  </a:lnTo>
                  <a:lnTo>
                    <a:pt x="16863" y="8097"/>
                  </a:lnTo>
                  <a:lnTo>
                    <a:pt x="16835" y="7685"/>
                  </a:lnTo>
                  <a:lnTo>
                    <a:pt x="16792" y="7286"/>
                  </a:lnTo>
                  <a:lnTo>
                    <a:pt x="16721" y="6888"/>
                  </a:lnTo>
                  <a:lnTo>
                    <a:pt x="16635" y="6475"/>
                  </a:lnTo>
                  <a:lnTo>
                    <a:pt x="16536" y="6077"/>
                  </a:lnTo>
                  <a:lnTo>
                    <a:pt x="16408" y="5678"/>
                  </a:lnTo>
                  <a:lnTo>
                    <a:pt x="16265" y="5294"/>
                  </a:lnTo>
                  <a:lnTo>
                    <a:pt x="16095" y="4910"/>
                  </a:lnTo>
                  <a:lnTo>
                    <a:pt x="15910" y="4526"/>
                  </a:lnTo>
                  <a:lnTo>
                    <a:pt x="15696" y="4141"/>
                  </a:lnTo>
                  <a:lnTo>
                    <a:pt x="15468" y="3786"/>
                  </a:lnTo>
                  <a:lnTo>
                    <a:pt x="15212" y="3430"/>
                  </a:lnTo>
                  <a:lnTo>
                    <a:pt x="14956" y="3088"/>
                  </a:lnTo>
                  <a:lnTo>
                    <a:pt x="14672" y="2761"/>
                  </a:lnTo>
                  <a:lnTo>
                    <a:pt x="14387" y="2462"/>
                  </a:lnTo>
                  <a:lnTo>
                    <a:pt x="14088" y="2163"/>
                  </a:lnTo>
                  <a:lnTo>
                    <a:pt x="13761" y="1893"/>
                  </a:lnTo>
                  <a:lnTo>
                    <a:pt x="13434" y="1651"/>
                  </a:lnTo>
                  <a:lnTo>
                    <a:pt x="13106" y="1409"/>
                  </a:lnTo>
                  <a:lnTo>
                    <a:pt x="12751" y="1196"/>
                  </a:lnTo>
                  <a:lnTo>
                    <a:pt x="12395" y="997"/>
                  </a:lnTo>
                  <a:lnTo>
                    <a:pt x="12039" y="812"/>
                  </a:lnTo>
                  <a:lnTo>
                    <a:pt x="11669" y="641"/>
                  </a:lnTo>
                  <a:lnTo>
                    <a:pt x="11285" y="498"/>
                  </a:lnTo>
                  <a:lnTo>
                    <a:pt x="10901" y="370"/>
                  </a:lnTo>
                  <a:lnTo>
                    <a:pt x="10516" y="257"/>
                  </a:lnTo>
                  <a:lnTo>
                    <a:pt x="10118" y="171"/>
                  </a:lnTo>
                  <a:lnTo>
                    <a:pt x="9720" y="100"/>
                  </a:lnTo>
                  <a:lnTo>
                    <a:pt x="9321" y="43"/>
                  </a:lnTo>
                  <a:lnTo>
                    <a:pt x="8908" y="15"/>
                  </a:lnTo>
                  <a:lnTo>
                    <a:pt x="8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1"/>
            <p:cNvSpPr/>
            <p:nvPr/>
          </p:nvSpPr>
          <p:spPr>
            <a:xfrm>
              <a:off x="4572000" y="1208850"/>
              <a:ext cx="1126888" cy="1125461"/>
            </a:xfrm>
            <a:custGeom>
              <a:avLst/>
              <a:gdLst/>
              <a:ahLst/>
              <a:cxnLst/>
              <a:rect l="l" t="t" r="r" b="b"/>
              <a:pathLst>
                <a:path w="34751" h="34707" extrusionOk="0">
                  <a:moveTo>
                    <a:pt x="18201" y="0"/>
                  </a:moveTo>
                  <a:lnTo>
                    <a:pt x="17931" y="28"/>
                  </a:lnTo>
                  <a:lnTo>
                    <a:pt x="17660" y="71"/>
                  </a:lnTo>
                  <a:lnTo>
                    <a:pt x="17404" y="157"/>
                  </a:lnTo>
                  <a:lnTo>
                    <a:pt x="17148" y="256"/>
                  </a:lnTo>
                  <a:lnTo>
                    <a:pt x="16920" y="370"/>
                  </a:lnTo>
                  <a:lnTo>
                    <a:pt x="16693" y="527"/>
                  </a:lnTo>
                  <a:lnTo>
                    <a:pt x="16493" y="683"/>
                  </a:lnTo>
                  <a:lnTo>
                    <a:pt x="16294" y="868"/>
                  </a:lnTo>
                  <a:lnTo>
                    <a:pt x="16123" y="1067"/>
                  </a:lnTo>
                  <a:lnTo>
                    <a:pt x="15967" y="1295"/>
                  </a:lnTo>
                  <a:lnTo>
                    <a:pt x="15839" y="1523"/>
                  </a:lnTo>
                  <a:lnTo>
                    <a:pt x="15725" y="1765"/>
                  </a:lnTo>
                  <a:lnTo>
                    <a:pt x="15640" y="2035"/>
                  </a:lnTo>
                  <a:lnTo>
                    <a:pt x="15583" y="2305"/>
                  </a:lnTo>
                  <a:lnTo>
                    <a:pt x="15554" y="2590"/>
                  </a:lnTo>
                  <a:lnTo>
                    <a:pt x="15554" y="2860"/>
                  </a:lnTo>
                  <a:lnTo>
                    <a:pt x="15568" y="3145"/>
                  </a:lnTo>
                  <a:lnTo>
                    <a:pt x="15625" y="3415"/>
                  </a:lnTo>
                  <a:lnTo>
                    <a:pt x="15696" y="3671"/>
                  </a:lnTo>
                  <a:lnTo>
                    <a:pt x="15796" y="3913"/>
                  </a:lnTo>
                  <a:lnTo>
                    <a:pt x="15924" y="4155"/>
                  </a:lnTo>
                  <a:lnTo>
                    <a:pt x="16066" y="4383"/>
                  </a:lnTo>
                  <a:lnTo>
                    <a:pt x="16237" y="4582"/>
                  </a:lnTo>
                  <a:lnTo>
                    <a:pt x="16422" y="4781"/>
                  </a:lnTo>
                  <a:lnTo>
                    <a:pt x="16621" y="4952"/>
                  </a:lnTo>
                  <a:lnTo>
                    <a:pt x="16835" y="5094"/>
                  </a:lnTo>
                  <a:lnTo>
                    <a:pt x="17077" y="5237"/>
                  </a:lnTo>
                  <a:lnTo>
                    <a:pt x="17319" y="5336"/>
                  </a:lnTo>
                  <a:lnTo>
                    <a:pt x="17575" y="5422"/>
                  </a:lnTo>
                  <a:lnTo>
                    <a:pt x="17845" y="5493"/>
                  </a:lnTo>
                  <a:lnTo>
                    <a:pt x="18130" y="5521"/>
                  </a:lnTo>
                  <a:lnTo>
                    <a:pt x="18486" y="5550"/>
                  </a:lnTo>
                  <a:lnTo>
                    <a:pt x="18827" y="5578"/>
                  </a:lnTo>
                  <a:lnTo>
                    <a:pt x="19169" y="5635"/>
                  </a:lnTo>
                  <a:lnTo>
                    <a:pt x="19510" y="5692"/>
                  </a:lnTo>
                  <a:lnTo>
                    <a:pt x="19852" y="5749"/>
                  </a:lnTo>
                  <a:lnTo>
                    <a:pt x="20193" y="5834"/>
                  </a:lnTo>
                  <a:lnTo>
                    <a:pt x="20520" y="5920"/>
                  </a:lnTo>
                  <a:lnTo>
                    <a:pt x="20848" y="6005"/>
                  </a:lnTo>
                  <a:lnTo>
                    <a:pt x="21175" y="6105"/>
                  </a:lnTo>
                  <a:lnTo>
                    <a:pt x="21488" y="6218"/>
                  </a:lnTo>
                  <a:lnTo>
                    <a:pt x="21801" y="6347"/>
                  </a:lnTo>
                  <a:lnTo>
                    <a:pt x="22114" y="6475"/>
                  </a:lnTo>
                  <a:lnTo>
                    <a:pt x="22427" y="6617"/>
                  </a:lnTo>
                  <a:lnTo>
                    <a:pt x="22726" y="6759"/>
                  </a:lnTo>
                  <a:lnTo>
                    <a:pt x="23025" y="6916"/>
                  </a:lnTo>
                  <a:lnTo>
                    <a:pt x="23324" y="7087"/>
                  </a:lnTo>
                  <a:lnTo>
                    <a:pt x="23608" y="7257"/>
                  </a:lnTo>
                  <a:lnTo>
                    <a:pt x="23893" y="7442"/>
                  </a:lnTo>
                  <a:lnTo>
                    <a:pt x="24178" y="7627"/>
                  </a:lnTo>
                  <a:lnTo>
                    <a:pt x="24448" y="7826"/>
                  </a:lnTo>
                  <a:lnTo>
                    <a:pt x="24718" y="8026"/>
                  </a:lnTo>
                  <a:lnTo>
                    <a:pt x="24989" y="8253"/>
                  </a:lnTo>
                  <a:lnTo>
                    <a:pt x="25245" y="8467"/>
                  </a:lnTo>
                  <a:lnTo>
                    <a:pt x="25487" y="8694"/>
                  </a:lnTo>
                  <a:lnTo>
                    <a:pt x="25729" y="8936"/>
                  </a:lnTo>
                  <a:lnTo>
                    <a:pt x="25970" y="9178"/>
                  </a:lnTo>
                  <a:lnTo>
                    <a:pt x="26198" y="9434"/>
                  </a:lnTo>
                  <a:lnTo>
                    <a:pt x="26426" y="9691"/>
                  </a:lnTo>
                  <a:lnTo>
                    <a:pt x="26654" y="9961"/>
                  </a:lnTo>
                  <a:lnTo>
                    <a:pt x="26853" y="10231"/>
                  </a:lnTo>
                  <a:lnTo>
                    <a:pt x="27066" y="10516"/>
                  </a:lnTo>
                  <a:lnTo>
                    <a:pt x="27265" y="10801"/>
                  </a:lnTo>
                  <a:lnTo>
                    <a:pt x="27578" y="11327"/>
                  </a:lnTo>
                  <a:lnTo>
                    <a:pt x="27877" y="11854"/>
                  </a:lnTo>
                  <a:lnTo>
                    <a:pt x="28133" y="12380"/>
                  </a:lnTo>
                  <a:lnTo>
                    <a:pt x="28375" y="12935"/>
                  </a:lnTo>
                  <a:lnTo>
                    <a:pt x="28575" y="13476"/>
                  </a:lnTo>
                  <a:lnTo>
                    <a:pt x="28760" y="14031"/>
                  </a:lnTo>
                  <a:lnTo>
                    <a:pt x="28902" y="14600"/>
                  </a:lnTo>
                  <a:lnTo>
                    <a:pt x="29030" y="15169"/>
                  </a:lnTo>
                  <a:lnTo>
                    <a:pt x="29115" y="15738"/>
                  </a:lnTo>
                  <a:lnTo>
                    <a:pt x="29172" y="16308"/>
                  </a:lnTo>
                  <a:lnTo>
                    <a:pt x="29215" y="16877"/>
                  </a:lnTo>
                  <a:lnTo>
                    <a:pt x="29215" y="17446"/>
                  </a:lnTo>
                  <a:lnTo>
                    <a:pt x="29201" y="18015"/>
                  </a:lnTo>
                  <a:lnTo>
                    <a:pt x="29158" y="18584"/>
                  </a:lnTo>
                  <a:lnTo>
                    <a:pt x="29087" y="19139"/>
                  </a:lnTo>
                  <a:lnTo>
                    <a:pt x="28987" y="19708"/>
                  </a:lnTo>
                  <a:lnTo>
                    <a:pt x="28859" y="20263"/>
                  </a:lnTo>
                  <a:lnTo>
                    <a:pt x="28703" y="20804"/>
                  </a:lnTo>
                  <a:lnTo>
                    <a:pt x="28518" y="21345"/>
                  </a:lnTo>
                  <a:lnTo>
                    <a:pt x="28318" y="21886"/>
                  </a:lnTo>
                  <a:lnTo>
                    <a:pt x="28091" y="22398"/>
                  </a:lnTo>
                  <a:lnTo>
                    <a:pt x="27835" y="22910"/>
                  </a:lnTo>
                  <a:lnTo>
                    <a:pt x="27550" y="23408"/>
                  </a:lnTo>
                  <a:lnTo>
                    <a:pt x="27237" y="23906"/>
                  </a:lnTo>
                  <a:lnTo>
                    <a:pt x="26910" y="24376"/>
                  </a:lnTo>
                  <a:lnTo>
                    <a:pt x="26554" y="24831"/>
                  </a:lnTo>
                  <a:lnTo>
                    <a:pt x="26170" y="25272"/>
                  </a:lnTo>
                  <a:lnTo>
                    <a:pt x="25771" y="25699"/>
                  </a:lnTo>
                  <a:lnTo>
                    <a:pt x="25344" y="26112"/>
                  </a:lnTo>
                  <a:lnTo>
                    <a:pt x="24889" y="26496"/>
                  </a:lnTo>
                  <a:lnTo>
                    <a:pt x="24419" y="26866"/>
                  </a:lnTo>
                  <a:lnTo>
                    <a:pt x="23921" y="27222"/>
                  </a:lnTo>
                  <a:lnTo>
                    <a:pt x="23395" y="27549"/>
                  </a:lnTo>
                  <a:lnTo>
                    <a:pt x="22868" y="27834"/>
                  </a:lnTo>
                  <a:lnTo>
                    <a:pt x="22342" y="28104"/>
                  </a:lnTo>
                  <a:lnTo>
                    <a:pt x="21787" y="28332"/>
                  </a:lnTo>
                  <a:lnTo>
                    <a:pt x="21246" y="28545"/>
                  </a:lnTo>
                  <a:lnTo>
                    <a:pt x="20691" y="28716"/>
                  </a:lnTo>
                  <a:lnTo>
                    <a:pt x="20122" y="28858"/>
                  </a:lnTo>
                  <a:lnTo>
                    <a:pt x="19553" y="28986"/>
                  </a:lnTo>
                  <a:lnTo>
                    <a:pt x="18984" y="29072"/>
                  </a:lnTo>
                  <a:lnTo>
                    <a:pt x="18414" y="29143"/>
                  </a:lnTo>
                  <a:lnTo>
                    <a:pt x="17845" y="29171"/>
                  </a:lnTo>
                  <a:lnTo>
                    <a:pt x="17276" y="29186"/>
                  </a:lnTo>
                  <a:lnTo>
                    <a:pt x="16707" y="29157"/>
                  </a:lnTo>
                  <a:lnTo>
                    <a:pt x="16138" y="29114"/>
                  </a:lnTo>
                  <a:lnTo>
                    <a:pt x="15583" y="29043"/>
                  </a:lnTo>
                  <a:lnTo>
                    <a:pt x="15013" y="28944"/>
                  </a:lnTo>
                  <a:lnTo>
                    <a:pt x="14458" y="28816"/>
                  </a:lnTo>
                  <a:lnTo>
                    <a:pt x="13918" y="28659"/>
                  </a:lnTo>
                  <a:lnTo>
                    <a:pt x="13377" y="28488"/>
                  </a:lnTo>
                  <a:lnTo>
                    <a:pt x="12836" y="28275"/>
                  </a:lnTo>
                  <a:lnTo>
                    <a:pt x="12324" y="28047"/>
                  </a:lnTo>
                  <a:lnTo>
                    <a:pt x="11812" y="27791"/>
                  </a:lnTo>
                  <a:lnTo>
                    <a:pt x="11314" y="27506"/>
                  </a:lnTo>
                  <a:lnTo>
                    <a:pt x="10816" y="27208"/>
                  </a:lnTo>
                  <a:lnTo>
                    <a:pt x="10346" y="26866"/>
                  </a:lnTo>
                  <a:lnTo>
                    <a:pt x="9891" y="26510"/>
                  </a:lnTo>
                  <a:lnTo>
                    <a:pt x="9450" y="26140"/>
                  </a:lnTo>
                  <a:lnTo>
                    <a:pt x="9023" y="25728"/>
                  </a:lnTo>
                  <a:lnTo>
                    <a:pt x="8610" y="25301"/>
                  </a:lnTo>
                  <a:lnTo>
                    <a:pt x="8226" y="24845"/>
                  </a:lnTo>
                  <a:lnTo>
                    <a:pt x="7856" y="24376"/>
                  </a:lnTo>
                  <a:lnTo>
                    <a:pt x="7500" y="23878"/>
                  </a:lnTo>
                  <a:lnTo>
                    <a:pt x="7301" y="23565"/>
                  </a:lnTo>
                  <a:lnTo>
                    <a:pt x="7116" y="23252"/>
                  </a:lnTo>
                  <a:lnTo>
                    <a:pt x="6931" y="22924"/>
                  </a:lnTo>
                  <a:lnTo>
                    <a:pt x="6774" y="22597"/>
                  </a:lnTo>
                  <a:lnTo>
                    <a:pt x="6618" y="22270"/>
                  </a:lnTo>
                  <a:lnTo>
                    <a:pt x="6461" y="21943"/>
                  </a:lnTo>
                  <a:lnTo>
                    <a:pt x="6333" y="21615"/>
                  </a:lnTo>
                  <a:lnTo>
                    <a:pt x="6205" y="21274"/>
                  </a:lnTo>
                  <a:lnTo>
                    <a:pt x="6091" y="20932"/>
                  </a:lnTo>
                  <a:lnTo>
                    <a:pt x="5992" y="20576"/>
                  </a:lnTo>
                  <a:lnTo>
                    <a:pt x="5892" y="20235"/>
                  </a:lnTo>
                  <a:lnTo>
                    <a:pt x="5807" y="19893"/>
                  </a:lnTo>
                  <a:lnTo>
                    <a:pt x="5736" y="19538"/>
                  </a:lnTo>
                  <a:lnTo>
                    <a:pt x="5679" y="19182"/>
                  </a:lnTo>
                  <a:lnTo>
                    <a:pt x="5636" y="18826"/>
                  </a:lnTo>
                  <a:lnTo>
                    <a:pt x="5593" y="18470"/>
                  </a:lnTo>
                  <a:lnTo>
                    <a:pt x="5565" y="18115"/>
                  </a:lnTo>
                  <a:lnTo>
                    <a:pt x="5536" y="17759"/>
                  </a:lnTo>
                  <a:lnTo>
                    <a:pt x="5536" y="17403"/>
                  </a:lnTo>
                  <a:lnTo>
                    <a:pt x="5536" y="17033"/>
                  </a:lnTo>
                  <a:lnTo>
                    <a:pt x="5551" y="16677"/>
                  </a:lnTo>
                  <a:lnTo>
                    <a:pt x="5579" y="16322"/>
                  </a:lnTo>
                  <a:lnTo>
                    <a:pt x="5622" y="15966"/>
                  </a:lnTo>
                  <a:lnTo>
                    <a:pt x="5664" y="15610"/>
                  </a:lnTo>
                  <a:lnTo>
                    <a:pt x="5721" y="15254"/>
                  </a:lnTo>
                  <a:lnTo>
                    <a:pt x="5792" y="14899"/>
                  </a:lnTo>
                  <a:lnTo>
                    <a:pt x="5878" y="14543"/>
                  </a:lnTo>
                  <a:lnTo>
                    <a:pt x="5963" y="14187"/>
                  </a:lnTo>
                  <a:lnTo>
                    <a:pt x="6063" y="13831"/>
                  </a:lnTo>
                  <a:lnTo>
                    <a:pt x="6177" y="13490"/>
                  </a:lnTo>
                  <a:lnTo>
                    <a:pt x="6305" y="13148"/>
                  </a:lnTo>
                  <a:lnTo>
                    <a:pt x="6447" y="12793"/>
                  </a:lnTo>
                  <a:lnTo>
                    <a:pt x="6532" y="12537"/>
                  </a:lnTo>
                  <a:lnTo>
                    <a:pt x="6604" y="12266"/>
                  </a:lnTo>
                  <a:lnTo>
                    <a:pt x="6646" y="11996"/>
                  </a:lnTo>
                  <a:lnTo>
                    <a:pt x="6646" y="11725"/>
                  </a:lnTo>
                  <a:lnTo>
                    <a:pt x="6632" y="11455"/>
                  </a:lnTo>
                  <a:lnTo>
                    <a:pt x="6589" y="11185"/>
                  </a:lnTo>
                  <a:lnTo>
                    <a:pt x="6532" y="10929"/>
                  </a:lnTo>
                  <a:lnTo>
                    <a:pt x="6433" y="10687"/>
                  </a:lnTo>
                  <a:lnTo>
                    <a:pt x="6333" y="10445"/>
                  </a:lnTo>
                  <a:lnTo>
                    <a:pt x="6191" y="10217"/>
                  </a:lnTo>
                  <a:lnTo>
                    <a:pt x="6034" y="10004"/>
                  </a:lnTo>
                  <a:lnTo>
                    <a:pt x="5849" y="9804"/>
                  </a:lnTo>
                  <a:lnTo>
                    <a:pt x="5650" y="9619"/>
                  </a:lnTo>
                  <a:lnTo>
                    <a:pt x="5437" y="9449"/>
                  </a:lnTo>
                  <a:lnTo>
                    <a:pt x="5195" y="9306"/>
                  </a:lnTo>
                  <a:lnTo>
                    <a:pt x="4939" y="9193"/>
                  </a:lnTo>
                  <a:lnTo>
                    <a:pt x="4683" y="9093"/>
                  </a:lnTo>
                  <a:lnTo>
                    <a:pt x="4412" y="9022"/>
                  </a:lnTo>
                  <a:lnTo>
                    <a:pt x="4142" y="8993"/>
                  </a:lnTo>
                  <a:lnTo>
                    <a:pt x="3871" y="8979"/>
                  </a:lnTo>
                  <a:lnTo>
                    <a:pt x="3601" y="8993"/>
                  </a:lnTo>
                  <a:lnTo>
                    <a:pt x="3331" y="9036"/>
                  </a:lnTo>
                  <a:lnTo>
                    <a:pt x="3075" y="9093"/>
                  </a:lnTo>
                  <a:lnTo>
                    <a:pt x="2833" y="9193"/>
                  </a:lnTo>
                  <a:lnTo>
                    <a:pt x="2591" y="9306"/>
                  </a:lnTo>
                  <a:lnTo>
                    <a:pt x="2363" y="9434"/>
                  </a:lnTo>
                  <a:lnTo>
                    <a:pt x="2150" y="9591"/>
                  </a:lnTo>
                  <a:lnTo>
                    <a:pt x="1950" y="9776"/>
                  </a:lnTo>
                  <a:lnTo>
                    <a:pt x="1765" y="9975"/>
                  </a:lnTo>
                  <a:lnTo>
                    <a:pt x="1595" y="10189"/>
                  </a:lnTo>
                  <a:lnTo>
                    <a:pt x="1452" y="10431"/>
                  </a:lnTo>
                  <a:lnTo>
                    <a:pt x="1339" y="10687"/>
                  </a:lnTo>
                  <a:lnTo>
                    <a:pt x="1139" y="11185"/>
                  </a:lnTo>
                  <a:lnTo>
                    <a:pt x="954" y="11697"/>
                  </a:lnTo>
                  <a:lnTo>
                    <a:pt x="784" y="12209"/>
                  </a:lnTo>
                  <a:lnTo>
                    <a:pt x="627" y="12722"/>
                  </a:lnTo>
                  <a:lnTo>
                    <a:pt x="499" y="13234"/>
                  </a:lnTo>
                  <a:lnTo>
                    <a:pt x="385" y="13760"/>
                  </a:lnTo>
                  <a:lnTo>
                    <a:pt x="286" y="14273"/>
                  </a:lnTo>
                  <a:lnTo>
                    <a:pt x="200" y="14799"/>
                  </a:lnTo>
                  <a:lnTo>
                    <a:pt x="129" y="15326"/>
                  </a:lnTo>
                  <a:lnTo>
                    <a:pt x="72" y="15852"/>
                  </a:lnTo>
                  <a:lnTo>
                    <a:pt x="29" y="16379"/>
                  </a:lnTo>
                  <a:lnTo>
                    <a:pt x="15" y="16905"/>
                  </a:lnTo>
                  <a:lnTo>
                    <a:pt x="1" y="17432"/>
                  </a:lnTo>
                  <a:lnTo>
                    <a:pt x="15" y="17958"/>
                  </a:lnTo>
                  <a:lnTo>
                    <a:pt x="44" y="18485"/>
                  </a:lnTo>
                  <a:lnTo>
                    <a:pt x="86" y="18997"/>
                  </a:lnTo>
                  <a:lnTo>
                    <a:pt x="143" y="19523"/>
                  </a:lnTo>
                  <a:lnTo>
                    <a:pt x="214" y="20050"/>
                  </a:lnTo>
                  <a:lnTo>
                    <a:pt x="314" y="20562"/>
                  </a:lnTo>
                  <a:lnTo>
                    <a:pt x="414" y="21075"/>
                  </a:lnTo>
                  <a:lnTo>
                    <a:pt x="542" y="21587"/>
                  </a:lnTo>
                  <a:lnTo>
                    <a:pt x="670" y="22099"/>
                  </a:lnTo>
                  <a:lnTo>
                    <a:pt x="826" y="22597"/>
                  </a:lnTo>
                  <a:lnTo>
                    <a:pt x="997" y="23109"/>
                  </a:lnTo>
                  <a:lnTo>
                    <a:pt x="1182" y="23607"/>
                  </a:lnTo>
                  <a:lnTo>
                    <a:pt x="1381" y="24091"/>
                  </a:lnTo>
                  <a:lnTo>
                    <a:pt x="1595" y="24575"/>
                  </a:lnTo>
                  <a:lnTo>
                    <a:pt x="1822" y="25059"/>
                  </a:lnTo>
                  <a:lnTo>
                    <a:pt x="2064" y="25543"/>
                  </a:lnTo>
                  <a:lnTo>
                    <a:pt x="2320" y="25998"/>
                  </a:lnTo>
                  <a:lnTo>
                    <a:pt x="2605" y="26468"/>
                  </a:lnTo>
                  <a:lnTo>
                    <a:pt x="2890" y="26923"/>
                  </a:lnTo>
                  <a:lnTo>
                    <a:pt x="3146" y="27293"/>
                  </a:lnTo>
                  <a:lnTo>
                    <a:pt x="3402" y="27649"/>
                  </a:lnTo>
                  <a:lnTo>
                    <a:pt x="3672" y="28005"/>
                  </a:lnTo>
                  <a:lnTo>
                    <a:pt x="3943" y="28346"/>
                  </a:lnTo>
                  <a:lnTo>
                    <a:pt x="4227" y="28688"/>
                  </a:lnTo>
                  <a:lnTo>
                    <a:pt x="4512" y="29015"/>
                  </a:lnTo>
                  <a:lnTo>
                    <a:pt x="4811" y="29328"/>
                  </a:lnTo>
                  <a:lnTo>
                    <a:pt x="5109" y="29641"/>
                  </a:lnTo>
                  <a:lnTo>
                    <a:pt x="5423" y="29940"/>
                  </a:lnTo>
                  <a:lnTo>
                    <a:pt x="5736" y="30239"/>
                  </a:lnTo>
                  <a:lnTo>
                    <a:pt x="6063" y="30523"/>
                  </a:lnTo>
                  <a:lnTo>
                    <a:pt x="6390" y="30794"/>
                  </a:lnTo>
                  <a:lnTo>
                    <a:pt x="6717" y="31064"/>
                  </a:lnTo>
                  <a:lnTo>
                    <a:pt x="7059" y="31320"/>
                  </a:lnTo>
                  <a:lnTo>
                    <a:pt x="7415" y="31562"/>
                  </a:lnTo>
                  <a:lnTo>
                    <a:pt x="7756" y="31804"/>
                  </a:lnTo>
                  <a:lnTo>
                    <a:pt x="8112" y="32032"/>
                  </a:lnTo>
                  <a:lnTo>
                    <a:pt x="8468" y="32259"/>
                  </a:lnTo>
                  <a:lnTo>
                    <a:pt x="8838" y="32458"/>
                  </a:lnTo>
                  <a:lnTo>
                    <a:pt x="9208" y="32672"/>
                  </a:lnTo>
                  <a:lnTo>
                    <a:pt x="9578" y="32857"/>
                  </a:lnTo>
                  <a:lnTo>
                    <a:pt x="9962" y="33042"/>
                  </a:lnTo>
                  <a:lnTo>
                    <a:pt x="10332" y="33213"/>
                  </a:lnTo>
                  <a:lnTo>
                    <a:pt x="10730" y="33383"/>
                  </a:lnTo>
                  <a:lnTo>
                    <a:pt x="11114" y="33540"/>
                  </a:lnTo>
                  <a:lnTo>
                    <a:pt x="11499" y="33682"/>
                  </a:lnTo>
                  <a:lnTo>
                    <a:pt x="11897" y="33810"/>
                  </a:lnTo>
                  <a:lnTo>
                    <a:pt x="12296" y="33938"/>
                  </a:lnTo>
                  <a:lnTo>
                    <a:pt x="12694" y="34066"/>
                  </a:lnTo>
                  <a:lnTo>
                    <a:pt x="13107" y="34166"/>
                  </a:lnTo>
                  <a:lnTo>
                    <a:pt x="13505" y="34266"/>
                  </a:lnTo>
                  <a:lnTo>
                    <a:pt x="13918" y="34351"/>
                  </a:lnTo>
                  <a:lnTo>
                    <a:pt x="14316" y="34436"/>
                  </a:lnTo>
                  <a:lnTo>
                    <a:pt x="14729" y="34508"/>
                  </a:lnTo>
                  <a:lnTo>
                    <a:pt x="15142" y="34565"/>
                  </a:lnTo>
                  <a:lnTo>
                    <a:pt x="15568" y="34607"/>
                  </a:lnTo>
                  <a:lnTo>
                    <a:pt x="15981" y="34650"/>
                  </a:lnTo>
                  <a:lnTo>
                    <a:pt x="16394" y="34678"/>
                  </a:lnTo>
                  <a:lnTo>
                    <a:pt x="16806" y="34693"/>
                  </a:lnTo>
                  <a:lnTo>
                    <a:pt x="17233" y="34707"/>
                  </a:lnTo>
                  <a:lnTo>
                    <a:pt x="17646" y="34707"/>
                  </a:lnTo>
                  <a:lnTo>
                    <a:pt x="18073" y="34693"/>
                  </a:lnTo>
                  <a:lnTo>
                    <a:pt x="18486" y="34678"/>
                  </a:lnTo>
                  <a:lnTo>
                    <a:pt x="18898" y="34636"/>
                  </a:lnTo>
                  <a:lnTo>
                    <a:pt x="19325" y="34607"/>
                  </a:lnTo>
                  <a:lnTo>
                    <a:pt x="19738" y="34550"/>
                  </a:lnTo>
                  <a:lnTo>
                    <a:pt x="20165" y="34493"/>
                  </a:lnTo>
                  <a:lnTo>
                    <a:pt x="20577" y="34422"/>
                  </a:lnTo>
                  <a:lnTo>
                    <a:pt x="20990" y="34337"/>
                  </a:lnTo>
                  <a:lnTo>
                    <a:pt x="21403" y="34237"/>
                  </a:lnTo>
                  <a:lnTo>
                    <a:pt x="21815" y="34138"/>
                  </a:lnTo>
                  <a:lnTo>
                    <a:pt x="22228" y="34024"/>
                  </a:lnTo>
                  <a:lnTo>
                    <a:pt x="22641" y="33896"/>
                  </a:lnTo>
                  <a:lnTo>
                    <a:pt x="23039" y="33768"/>
                  </a:lnTo>
                  <a:lnTo>
                    <a:pt x="23452" y="33625"/>
                  </a:lnTo>
                  <a:lnTo>
                    <a:pt x="23850" y="33469"/>
                  </a:lnTo>
                  <a:lnTo>
                    <a:pt x="24249" y="33298"/>
                  </a:lnTo>
                  <a:lnTo>
                    <a:pt x="24647" y="33127"/>
                  </a:lnTo>
                  <a:lnTo>
                    <a:pt x="25046" y="32928"/>
                  </a:lnTo>
                  <a:lnTo>
                    <a:pt x="25430" y="32729"/>
                  </a:lnTo>
                  <a:lnTo>
                    <a:pt x="25828" y="32530"/>
                  </a:lnTo>
                  <a:lnTo>
                    <a:pt x="26212" y="32302"/>
                  </a:lnTo>
                  <a:lnTo>
                    <a:pt x="26582" y="32074"/>
                  </a:lnTo>
                  <a:lnTo>
                    <a:pt x="26967" y="31832"/>
                  </a:lnTo>
                  <a:lnTo>
                    <a:pt x="27337" y="31576"/>
                  </a:lnTo>
                  <a:lnTo>
                    <a:pt x="27692" y="31320"/>
                  </a:lnTo>
                  <a:lnTo>
                    <a:pt x="28048" y="31050"/>
                  </a:lnTo>
                  <a:lnTo>
                    <a:pt x="28390" y="30779"/>
                  </a:lnTo>
                  <a:lnTo>
                    <a:pt x="28731" y="30495"/>
                  </a:lnTo>
                  <a:lnTo>
                    <a:pt x="29058" y="30210"/>
                  </a:lnTo>
                  <a:lnTo>
                    <a:pt x="29371" y="29911"/>
                  </a:lnTo>
                  <a:lnTo>
                    <a:pt x="29684" y="29612"/>
                  </a:lnTo>
                  <a:lnTo>
                    <a:pt x="29983" y="29299"/>
                  </a:lnTo>
                  <a:lnTo>
                    <a:pt x="30282" y="28986"/>
                  </a:lnTo>
                  <a:lnTo>
                    <a:pt x="30567" y="28659"/>
                  </a:lnTo>
                  <a:lnTo>
                    <a:pt x="30837" y="28332"/>
                  </a:lnTo>
                  <a:lnTo>
                    <a:pt x="31107" y="27990"/>
                  </a:lnTo>
                  <a:lnTo>
                    <a:pt x="31364" y="27663"/>
                  </a:lnTo>
                  <a:lnTo>
                    <a:pt x="31606" y="27307"/>
                  </a:lnTo>
                  <a:lnTo>
                    <a:pt x="31847" y="26966"/>
                  </a:lnTo>
                  <a:lnTo>
                    <a:pt x="32075" y="26610"/>
                  </a:lnTo>
                  <a:lnTo>
                    <a:pt x="32289" y="26254"/>
                  </a:lnTo>
                  <a:lnTo>
                    <a:pt x="32502" y="25884"/>
                  </a:lnTo>
                  <a:lnTo>
                    <a:pt x="32701" y="25514"/>
                  </a:lnTo>
                  <a:lnTo>
                    <a:pt x="32900" y="25144"/>
                  </a:lnTo>
                  <a:lnTo>
                    <a:pt x="33085" y="24760"/>
                  </a:lnTo>
                  <a:lnTo>
                    <a:pt x="33256" y="24376"/>
                  </a:lnTo>
                  <a:lnTo>
                    <a:pt x="33427" y="23992"/>
                  </a:lnTo>
                  <a:lnTo>
                    <a:pt x="33569" y="23607"/>
                  </a:lnTo>
                  <a:lnTo>
                    <a:pt x="33726" y="23223"/>
                  </a:lnTo>
                  <a:lnTo>
                    <a:pt x="33854" y="22825"/>
                  </a:lnTo>
                  <a:lnTo>
                    <a:pt x="33982" y="22426"/>
                  </a:lnTo>
                  <a:lnTo>
                    <a:pt x="34096" y="22028"/>
                  </a:lnTo>
                  <a:lnTo>
                    <a:pt x="34210" y="21615"/>
                  </a:lnTo>
                  <a:lnTo>
                    <a:pt x="34309" y="21217"/>
                  </a:lnTo>
                  <a:lnTo>
                    <a:pt x="34395" y="20804"/>
                  </a:lnTo>
                  <a:lnTo>
                    <a:pt x="34480" y="20406"/>
                  </a:lnTo>
                  <a:lnTo>
                    <a:pt x="34537" y="19993"/>
                  </a:lnTo>
                  <a:lnTo>
                    <a:pt x="34608" y="19580"/>
                  </a:lnTo>
                  <a:lnTo>
                    <a:pt x="34651" y="19153"/>
                  </a:lnTo>
                  <a:lnTo>
                    <a:pt x="34693" y="18741"/>
                  </a:lnTo>
                  <a:lnTo>
                    <a:pt x="34722" y="18328"/>
                  </a:lnTo>
                  <a:lnTo>
                    <a:pt x="34736" y="17915"/>
                  </a:lnTo>
                  <a:lnTo>
                    <a:pt x="34750" y="17489"/>
                  </a:lnTo>
                  <a:lnTo>
                    <a:pt x="34750" y="17076"/>
                  </a:lnTo>
                  <a:lnTo>
                    <a:pt x="34736" y="16649"/>
                  </a:lnTo>
                  <a:lnTo>
                    <a:pt x="34708" y="16236"/>
                  </a:lnTo>
                  <a:lnTo>
                    <a:pt x="34679" y="15824"/>
                  </a:lnTo>
                  <a:lnTo>
                    <a:pt x="34636" y="15397"/>
                  </a:lnTo>
                  <a:lnTo>
                    <a:pt x="34594" y="14984"/>
                  </a:lnTo>
                  <a:lnTo>
                    <a:pt x="34523" y="14557"/>
                  </a:lnTo>
                  <a:lnTo>
                    <a:pt x="34451" y="14145"/>
                  </a:lnTo>
                  <a:lnTo>
                    <a:pt x="34380" y="13732"/>
                  </a:lnTo>
                  <a:lnTo>
                    <a:pt x="34281" y="13319"/>
                  </a:lnTo>
                  <a:lnTo>
                    <a:pt x="34181" y="12907"/>
                  </a:lnTo>
                  <a:lnTo>
                    <a:pt x="34067" y="12494"/>
                  </a:lnTo>
                  <a:lnTo>
                    <a:pt x="33939" y="12081"/>
                  </a:lnTo>
                  <a:lnTo>
                    <a:pt x="33811" y="11683"/>
                  </a:lnTo>
                  <a:lnTo>
                    <a:pt x="33655" y="11270"/>
                  </a:lnTo>
                  <a:lnTo>
                    <a:pt x="33498" y="10872"/>
                  </a:lnTo>
                  <a:lnTo>
                    <a:pt x="33342" y="10473"/>
                  </a:lnTo>
                  <a:lnTo>
                    <a:pt x="33157" y="10075"/>
                  </a:lnTo>
                  <a:lnTo>
                    <a:pt x="32972" y="9676"/>
                  </a:lnTo>
                  <a:lnTo>
                    <a:pt x="32772" y="9292"/>
                  </a:lnTo>
                  <a:lnTo>
                    <a:pt x="32559" y="8894"/>
                  </a:lnTo>
                  <a:lnTo>
                    <a:pt x="32345" y="8510"/>
                  </a:lnTo>
                  <a:lnTo>
                    <a:pt x="32118" y="8140"/>
                  </a:lnTo>
                  <a:lnTo>
                    <a:pt x="31876" y="7755"/>
                  </a:lnTo>
                  <a:lnTo>
                    <a:pt x="31577" y="7328"/>
                  </a:lnTo>
                  <a:lnTo>
                    <a:pt x="31278" y="6916"/>
                  </a:lnTo>
                  <a:lnTo>
                    <a:pt x="30965" y="6517"/>
                  </a:lnTo>
                  <a:lnTo>
                    <a:pt x="30652" y="6119"/>
                  </a:lnTo>
                  <a:lnTo>
                    <a:pt x="30325" y="5749"/>
                  </a:lnTo>
                  <a:lnTo>
                    <a:pt x="29983" y="5379"/>
                  </a:lnTo>
                  <a:lnTo>
                    <a:pt x="29628" y="5009"/>
                  </a:lnTo>
                  <a:lnTo>
                    <a:pt x="29272" y="4667"/>
                  </a:lnTo>
                  <a:lnTo>
                    <a:pt x="28902" y="4326"/>
                  </a:lnTo>
                  <a:lnTo>
                    <a:pt x="28532" y="3999"/>
                  </a:lnTo>
                  <a:lnTo>
                    <a:pt x="28148" y="3686"/>
                  </a:lnTo>
                  <a:lnTo>
                    <a:pt x="27749" y="3387"/>
                  </a:lnTo>
                  <a:lnTo>
                    <a:pt x="27351" y="3102"/>
                  </a:lnTo>
                  <a:lnTo>
                    <a:pt x="26938" y="2818"/>
                  </a:lnTo>
                  <a:lnTo>
                    <a:pt x="26525" y="2547"/>
                  </a:lnTo>
                  <a:lnTo>
                    <a:pt x="26099" y="2291"/>
                  </a:lnTo>
                  <a:lnTo>
                    <a:pt x="25672" y="2049"/>
                  </a:lnTo>
                  <a:lnTo>
                    <a:pt x="25231" y="1821"/>
                  </a:lnTo>
                  <a:lnTo>
                    <a:pt x="24789" y="1608"/>
                  </a:lnTo>
                  <a:lnTo>
                    <a:pt x="24334" y="1409"/>
                  </a:lnTo>
                  <a:lnTo>
                    <a:pt x="23879" y="1210"/>
                  </a:lnTo>
                  <a:lnTo>
                    <a:pt x="23409" y="1039"/>
                  </a:lnTo>
                  <a:lnTo>
                    <a:pt x="22940" y="868"/>
                  </a:lnTo>
                  <a:lnTo>
                    <a:pt x="22470" y="726"/>
                  </a:lnTo>
                  <a:lnTo>
                    <a:pt x="21986" y="583"/>
                  </a:lnTo>
                  <a:lnTo>
                    <a:pt x="21502" y="455"/>
                  </a:lnTo>
                  <a:lnTo>
                    <a:pt x="21004" y="342"/>
                  </a:lnTo>
                  <a:lnTo>
                    <a:pt x="20506" y="256"/>
                  </a:lnTo>
                  <a:lnTo>
                    <a:pt x="20008" y="171"/>
                  </a:lnTo>
                  <a:lnTo>
                    <a:pt x="19510" y="100"/>
                  </a:lnTo>
                  <a:lnTo>
                    <a:pt x="18998" y="43"/>
                  </a:lnTo>
                  <a:lnTo>
                    <a:pt x="184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1"/>
            <p:cNvSpPr/>
            <p:nvPr/>
          </p:nvSpPr>
          <p:spPr>
            <a:xfrm>
              <a:off x="4625084" y="1394790"/>
              <a:ext cx="1099163" cy="964913"/>
            </a:xfrm>
            <a:custGeom>
              <a:avLst/>
              <a:gdLst/>
              <a:ahLst/>
              <a:cxnLst/>
              <a:rect l="l" t="t" r="r" b="b"/>
              <a:pathLst>
                <a:path w="33896" h="29756" extrusionOk="0">
                  <a:moveTo>
                    <a:pt x="27962" y="1"/>
                  </a:moveTo>
                  <a:lnTo>
                    <a:pt x="27621" y="15"/>
                  </a:lnTo>
                  <a:lnTo>
                    <a:pt x="27279" y="58"/>
                  </a:lnTo>
                  <a:lnTo>
                    <a:pt x="27108" y="86"/>
                  </a:lnTo>
                  <a:lnTo>
                    <a:pt x="26938" y="129"/>
                  </a:lnTo>
                  <a:lnTo>
                    <a:pt x="26767" y="186"/>
                  </a:lnTo>
                  <a:lnTo>
                    <a:pt x="26610" y="243"/>
                  </a:lnTo>
                  <a:lnTo>
                    <a:pt x="26440" y="314"/>
                  </a:lnTo>
                  <a:lnTo>
                    <a:pt x="26283" y="399"/>
                  </a:lnTo>
                  <a:lnTo>
                    <a:pt x="26126" y="484"/>
                  </a:lnTo>
                  <a:lnTo>
                    <a:pt x="25970" y="584"/>
                  </a:lnTo>
                  <a:lnTo>
                    <a:pt x="25813" y="684"/>
                  </a:lnTo>
                  <a:lnTo>
                    <a:pt x="25671" y="798"/>
                  </a:lnTo>
                  <a:lnTo>
                    <a:pt x="25543" y="911"/>
                  </a:lnTo>
                  <a:lnTo>
                    <a:pt x="25415" y="1039"/>
                  </a:lnTo>
                  <a:lnTo>
                    <a:pt x="25287" y="1168"/>
                  </a:lnTo>
                  <a:lnTo>
                    <a:pt x="25173" y="1296"/>
                  </a:lnTo>
                  <a:lnTo>
                    <a:pt x="25073" y="1438"/>
                  </a:lnTo>
                  <a:lnTo>
                    <a:pt x="24974" y="1580"/>
                  </a:lnTo>
                  <a:lnTo>
                    <a:pt x="24789" y="1879"/>
                  </a:lnTo>
                  <a:lnTo>
                    <a:pt x="24647" y="2192"/>
                  </a:lnTo>
                  <a:lnTo>
                    <a:pt x="24533" y="2505"/>
                  </a:lnTo>
                  <a:lnTo>
                    <a:pt x="24447" y="2832"/>
                  </a:lnTo>
                  <a:lnTo>
                    <a:pt x="24390" y="3174"/>
                  </a:lnTo>
                  <a:lnTo>
                    <a:pt x="24376" y="3515"/>
                  </a:lnTo>
                  <a:lnTo>
                    <a:pt x="24390" y="3857"/>
                  </a:lnTo>
                  <a:lnTo>
                    <a:pt x="24433" y="4198"/>
                  </a:lnTo>
                  <a:lnTo>
                    <a:pt x="24476" y="4369"/>
                  </a:lnTo>
                  <a:lnTo>
                    <a:pt x="24518" y="4540"/>
                  </a:lnTo>
                  <a:lnTo>
                    <a:pt x="24575" y="4711"/>
                  </a:lnTo>
                  <a:lnTo>
                    <a:pt x="24632" y="4867"/>
                  </a:lnTo>
                  <a:lnTo>
                    <a:pt x="24703" y="5038"/>
                  </a:lnTo>
                  <a:lnTo>
                    <a:pt x="24775" y="5195"/>
                  </a:lnTo>
                  <a:lnTo>
                    <a:pt x="24874" y="5351"/>
                  </a:lnTo>
                  <a:lnTo>
                    <a:pt x="24960" y="5508"/>
                  </a:lnTo>
                  <a:lnTo>
                    <a:pt x="25273" y="5991"/>
                  </a:lnTo>
                  <a:lnTo>
                    <a:pt x="25543" y="6475"/>
                  </a:lnTo>
                  <a:lnTo>
                    <a:pt x="25785" y="6988"/>
                  </a:lnTo>
                  <a:lnTo>
                    <a:pt x="25998" y="7486"/>
                  </a:lnTo>
                  <a:lnTo>
                    <a:pt x="26198" y="7998"/>
                  </a:lnTo>
                  <a:lnTo>
                    <a:pt x="26354" y="8524"/>
                  </a:lnTo>
                  <a:lnTo>
                    <a:pt x="26496" y="9051"/>
                  </a:lnTo>
                  <a:lnTo>
                    <a:pt x="26610" y="9577"/>
                  </a:lnTo>
                  <a:lnTo>
                    <a:pt x="26696" y="10104"/>
                  </a:lnTo>
                  <a:lnTo>
                    <a:pt x="26753" y="10630"/>
                  </a:lnTo>
                  <a:lnTo>
                    <a:pt x="26781" y="11171"/>
                  </a:lnTo>
                  <a:lnTo>
                    <a:pt x="26795" y="11698"/>
                  </a:lnTo>
                  <a:lnTo>
                    <a:pt x="26781" y="12238"/>
                  </a:lnTo>
                  <a:lnTo>
                    <a:pt x="26738" y="12765"/>
                  </a:lnTo>
                  <a:lnTo>
                    <a:pt x="26667" y="13291"/>
                  </a:lnTo>
                  <a:lnTo>
                    <a:pt x="26568" y="13818"/>
                  </a:lnTo>
                  <a:lnTo>
                    <a:pt x="26454" y="14330"/>
                  </a:lnTo>
                  <a:lnTo>
                    <a:pt x="26311" y="14842"/>
                  </a:lnTo>
                  <a:lnTo>
                    <a:pt x="26141" y="15341"/>
                  </a:lnTo>
                  <a:lnTo>
                    <a:pt x="25956" y="15839"/>
                  </a:lnTo>
                  <a:lnTo>
                    <a:pt x="25742" y="16337"/>
                  </a:lnTo>
                  <a:lnTo>
                    <a:pt x="25500" y="16806"/>
                  </a:lnTo>
                  <a:lnTo>
                    <a:pt x="25230" y="17276"/>
                  </a:lnTo>
                  <a:lnTo>
                    <a:pt x="24945" y="17731"/>
                  </a:lnTo>
                  <a:lnTo>
                    <a:pt x="24632" y="18172"/>
                  </a:lnTo>
                  <a:lnTo>
                    <a:pt x="24305" y="18599"/>
                  </a:lnTo>
                  <a:lnTo>
                    <a:pt x="23949" y="19012"/>
                  </a:lnTo>
                  <a:lnTo>
                    <a:pt x="23579" y="19410"/>
                  </a:lnTo>
                  <a:lnTo>
                    <a:pt x="23181" y="19795"/>
                  </a:lnTo>
                  <a:lnTo>
                    <a:pt x="22754" y="20150"/>
                  </a:lnTo>
                  <a:lnTo>
                    <a:pt x="22313" y="20506"/>
                  </a:lnTo>
                  <a:lnTo>
                    <a:pt x="21843" y="20833"/>
                  </a:lnTo>
                  <a:lnTo>
                    <a:pt x="21359" y="21132"/>
                  </a:lnTo>
                  <a:lnTo>
                    <a:pt x="20876" y="21402"/>
                  </a:lnTo>
                  <a:lnTo>
                    <a:pt x="20363" y="21644"/>
                  </a:lnTo>
                  <a:lnTo>
                    <a:pt x="19865" y="21872"/>
                  </a:lnTo>
                  <a:lnTo>
                    <a:pt x="19353" y="22057"/>
                  </a:lnTo>
                  <a:lnTo>
                    <a:pt x="18827" y="22228"/>
                  </a:lnTo>
                  <a:lnTo>
                    <a:pt x="18300" y="22356"/>
                  </a:lnTo>
                  <a:lnTo>
                    <a:pt x="17773" y="22470"/>
                  </a:lnTo>
                  <a:lnTo>
                    <a:pt x="17247" y="22555"/>
                  </a:lnTo>
                  <a:lnTo>
                    <a:pt x="16720" y="22612"/>
                  </a:lnTo>
                  <a:lnTo>
                    <a:pt x="16180" y="22655"/>
                  </a:lnTo>
                  <a:lnTo>
                    <a:pt x="15653" y="22655"/>
                  </a:lnTo>
                  <a:lnTo>
                    <a:pt x="15113" y="22640"/>
                  </a:lnTo>
                  <a:lnTo>
                    <a:pt x="14586" y="22598"/>
                  </a:lnTo>
                  <a:lnTo>
                    <a:pt x="14059" y="22527"/>
                  </a:lnTo>
                  <a:lnTo>
                    <a:pt x="13533" y="22427"/>
                  </a:lnTo>
                  <a:lnTo>
                    <a:pt x="13021" y="22313"/>
                  </a:lnTo>
                  <a:lnTo>
                    <a:pt x="12508" y="22171"/>
                  </a:lnTo>
                  <a:lnTo>
                    <a:pt x="12010" y="22000"/>
                  </a:lnTo>
                  <a:lnTo>
                    <a:pt x="11512" y="21815"/>
                  </a:lnTo>
                  <a:lnTo>
                    <a:pt x="11014" y="21602"/>
                  </a:lnTo>
                  <a:lnTo>
                    <a:pt x="10545" y="21360"/>
                  </a:lnTo>
                  <a:lnTo>
                    <a:pt x="10075" y="21089"/>
                  </a:lnTo>
                  <a:lnTo>
                    <a:pt x="9620" y="20805"/>
                  </a:lnTo>
                  <a:lnTo>
                    <a:pt x="9179" y="20506"/>
                  </a:lnTo>
                  <a:lnTo>
                    <a:pt x="8752" y="20164"/>
                  </a:lnTo>
                  <a:lnTo>
                    <a:pt x="8339" y="19809"/>
                  </a:lnTo>
                  <a:lnTo>
                    <a:pt x="7941" y="19439"/>
                  </a:lnTo>
                  <a:lnTo>
                    <a:pt x="7556" y="19040"/>
                  </a:lnTo>
                  <a:lnTo>
                    <a:pt x="7201" y="18613"/>
                  </a:lnTo>
                  <a:lnTo>
                    <a:pt x="6845" y="18172"/>
                  </a:lnTo>
                  <a:lnTo>
                    <a:pt x="6518" y="17703"/>
                  </a:lnTo>
                  <a:lnTo>
                    <a:pt x="6418" y="17560"/>
                  </a:lnTo>
                  <a:lnTo>
                    <a:pt x="6304" y="17418"/>
                  </a:lnTo>
                  <a:lnTo>
                    <a:pt x="6190" y="17276"/>
                  </a:lnTo>
                  <a:lnTo>
                    <a:pt x="6062" y="17148"/>
                  </a:lnTo>
                  <a:lnTo>
                    <a:pt x="5934" y="17020"/>
                  </a:lnTo>
                  <a:lnTo>
                    <a:pt x="5806" y="16906"/>
                  </a:lnTo>
                  <a:lnTo>
                    <a:pt x="5664" y="16806"/>
                  </a:lnTo>
                  <a:lnTo>
                    <a:pt x="5522" y="16707"/>
                  </a:lnTo>
                  <a:lnTo>
                    <a:pt x="5237" y="16522"/>
                  </a:lnTo>
                  <a:lnTo>
                    <a:pt x="4924" y="16379"/>
                  </a:lnTo>
                  <a:lnTo>
                    <a:pt x="4597" y="16265"/>
                  </a:lnTo>
                  <a:lnTo>
                    <a:pt x="4269" y="16180"/>
                  </a:lnTo>
                  <a:lnTo>
                    <a:pt x="3928" y="16137"/>
                  </a:lnTo>
                  <a:lnTo>
                    <a:pt x="3586" y="16109"/>
                  </a:lnTo>
                  <a:lnTo>
                    <a:pt x="3245" y="16123"/>
                  </a:lnTo>
                  <a:lnTo>
                    <a:pt x="2903" y="16166"/>
                  </a:lnTo>
                  <a:lnTo>
                    <a:pt x="2733" y="16209"/>
                  </a:lnTo>
                  <a:lnTo>
                    <a:pt x="2576" y="16251"/>
                  </a:lnTo>
                  <a:lnTo>
                    <a:pt x="2405" y="16308"/>
                  </a:lnTo>
                  <a:lnTo>
                    <a:pt x="2234" y="16365"/>
                  </a:lnTo>
                  <a:lnTo>
                    <a:pt x="2078" y="16436"/>
                  </a:lnTo>
                  <a:lnTo>
                    <a:pt x="1907" y="16522"/>
                  </a:lnTo>
                  <a:lnTo>
                    <a:pt x="1751" y="16607"/>
                  </a:lnTo>
                  <a:lnTo>
                    <a:pt x="1594" y="16707"/>
                  </a:lnTo>
                  <a:lnTo>
                    <a:pt x="1452" y="16806"/>
                  </a:lnTo>
                  <a:lnTo>
                    <a:pt x="1310" y="16920"/>
                  </a:lnTo>
                  <a:lnTo>
                    <a:pt x="1167" y="17034"/>
                  </a:lnTo>
                  <a:lnTo>
                    <a:pt x="1039" y="17162"/>
                  </a:lnTo>
                  <a:lnTo>
                    <a:pt x="925" y="17290"/>
                  </a:lnTo>
                  <a:lnTo>
                    <a:pt x="811" y="17418"/>
                  </a:lnTo>
                  <a:lnTo>
                    <a:pt x="698" y="17560"/>
                  </a:lnTo>
                  <a:lnTo>
                    <a:pt x="598" y="17703"/>
                  </a:lnTo>
                  <a:lnTo>
                    <a:pt x="427" y="17987"/>
                  </a:lnTo>
                  <a:lnTo>
                    <a:pt x="271" y="18300"/>
                  </a:lnTo>
                  <a:lnTo>
                    <a:pt x="157" y="18628"/>
                  </a:lnTo>
                  <a:lnTo>
                    <a:pt x="72" y="18955"/>
                  </a:lnTo>
                  <a:lnTo>
                    <a:pt x="29" y="19296"/>
                  </a:lnTo>
                  <a:lnTo>
                    <a:pt x="0" y="19638"/>
                  </a:lnTo>
                  <a:lnTo>
                    <a:pt x="15" y="19979"/>
                  </a:lnTo>
                  <a:lnTo>
                    <a:pt x="72" y="20321"/>
                  </a:lnTo>
                  <a:lnTo>
                    <a:pt x="100" y="20492"/>
                  </a:lnTo>
                  <a:lnTo>
                    <a:pt x="143" y="20648"/>
                  </a:lnTo>
                  <a:lnTo>
                    <a:pt x="200" y="20819"/>
                  </a:lnTo>
                  <a:lnTo>
                    <a:pt x="256" y="20990"/>
                  </a:lnTo>
                  <a:lnTo>
                    <a:pt x="328" y="21146"/>
                  </a:lnTo>
                  <a:lnTo>
                    <a:pt x="413" y="21317"/>
                  </a:lnTo>
                  <a:lnTo>
                    <a:pt x="498" y="21474"/>
                  </a:lnTo>
                  <a:lnTo>
                    <a:pt x="598" y="21630"/>
                  </a:lnTo>
                  <a:lnTo>
                    <a:pt x="854" y="22014"/>
                  </a:lnTo>
                  <a:lnTo>
                    <a:pt x="1125" y="22384"/>
                  </a:lnTo>
                  <a:lnTo>
                    <a:pt x="1409" y="22754"/>
                  </a:lnTo>
                  <a:lnTo>
                    <a:pt x="1694" y="23124"/>
                  </a:lnTo>
                  <a:lnTo>
                    <a:pt x="1993" y="23466"/>
                  </a:lnTo>
                  <a:lnTo>
                    <a:pt x="2291" y="23807"/>
                  </a:lnTo>
                  <a:lnTo>
                    <a:pt x="2604" y="24149"/>
                  </a:lnTo>
                  <a:lnTo>
                    <a:pt x="2917" y="24476"/>
                  </a:lnTo>
                  <a:lnTo>
                    <a:pt x="3245" y="24789"/>
                  </a:lnTo>
                  <a:lnTo>
                    <a:pt x="3572" y="25088"/>
                  </a:lnTo>
                  <a:lnTo>
                    <a:pt x="3914" y="25387"/>
                  </a:lnTo>
                  <a:lnTo>
                    <a:pt x="4255" y="25671"/>
                  </a:lnTo>
                  <a:lnTo>
                    <a:pt x="4597" y="25956"/>
                  </a:lnTo>
                  <a:lnTo>
                    <a:pt x="4952" y="26212"/>
                  </a:lnTo>
                  <a:lnTo>
                    <a:pt x="5322" y="26483"/>
                  </a:lnTo>
                  <a:lnTo>
                    <a:pt x="5678" y="26724"/>
                  </a:lnTo>
                  <a:lnTo>
                    <a:pt x="6062" y="26966"/>
                  </a:lnTo>
                  <a:lnTo>
                    <a:pt x="6432" y="27194"/>
                  </a:lnTo>
                  <a:lnTo>
                    <a:pt x="6816" y="27422"/>
                  </a:lnTo>
                  <a:lnTo>
                    <a:pt x="7201" y="27635"/>
                  </a:lnTo>
                  <a:lnTo>
                    <a:pt x="7585" y="27834"/>
                  </a:lnTo>
                  <a:lnTo>
                    <a:pt x="7983" y="28019"/>
                  </a:lnTo>
                  <a:lnTo>
                    <a:pt x="8382" y="28204"/>
                  </a:lnTo>
                  <a:lnTo>
                    <a:pt x="8780" y="28375"/>
                  </a:lnTo>
                  <a:lnTo>
                    <a:pt x="9193" y="28532"/>
                  </a:lnTo>
                  <a:lnTo>
                    <a:pt x="9606" y="28688"/>
                  </a:lnTo>
                  <a:lnTo>
                    <a:pt x="10018" y="28831"/>
                  </a:lnTo>
                  <a:lnTo>
                    <a:pt x="10431" y="28959"/>
                  </a:lnTo>
                  <a:lnTo>
                    <a:pt x="10844" y="29087"/>
                  </a:lnTo>
                  <a:lnTo>
                    <a:pt x="11270" y="29200"/>
                  </a:lnTo>
                  <a:lnTo>
                    <a:pt x="11697" y="29300"/>
                  </a:lnTo>
                  <a:lnTo>
                    <a:pt x="12124" y="29400"/>
                  </a:lnTo>
                  <a:lnTo>
                    <a:pt x="12551" y="29471"/>
                  </a:lnTo>
                  <a:lnTo>
                    <a:pt x="12978" y="29542"/>
                  </a:lnTo>
                  <a:lnTo>
                    <a:pt x="13405" y="29613"/>
                  </a:lnTo>
                  <a:lnTo>
                    <a:pt x="13846" y="29656"/>
                  </a:lnTo>
                  <a:lnTo>
                    <a:pt x="14273" y="29699"/>
                  </a:lnTo>
                  <a:lnTo>
                    <a:pt x="14714" y="29727"/>
                  </a:lnTo>
                  <a:lnTo>
                    <a:pt x="15155" y="29755"/>
                  </a:lnTo>
                  <a:lnTo>
                    <a:pt x="16464" y="29755"/>
                  </a:lnTo>
                  <a:lnTo>
                    <a:pt x="16905" y="29727"/>
                  </a:lnTo>
                  <a:lnTo>
                    <a:pt x="17332" y="29699"/>
                  </a:lnTo>
                  <a:lnTo>
                    <a:pt x="17773" y="29656"/>
                  </a:lnTo>
                  <a:lnTo>
                    <a:pt x="18215" y="29599"/>
                  </a:lnTo>
                  <a:lnTo>
                    <a:pt x="18642" y="29528"/>
                  </a:lnTo>
                  <a:lnTo>
                    <a:pt x="19083" y="29457"/>
                  </a:lnTo>
                  <a:lnTo>
                    <a:pt x="19524" y="29371"/>
                  </a:lnTo>
                  <a:lnTo>
                    <a:pt x="19951" y="29272"/>
                  </a:lnTo>
                  <a:lnTo>
                    <a:pt x="20378" y="29172"/>
                  </a:lnTo>
                  <a:lnTo>
                    <a:pt x="20819" y="29044"/>
                  </a:lnTo>
                  <a:lnTo>
                    <a:pt x="21246" y="28916"/>
                  </a:lnTo>
                  <a:lnTo>
                    <a:pt x="21658" y="28774"/>
                  </a:lnTo>
                  <a:lnTo>
                    <a:pt x="22085" y="28631"/>
                  </a:lnTo>
                  <a:lnTo>
                    <a:pt x="22512" y="28461"/>
                  </a:lnTo>
                  <a:lnTo>
                    <a:pt x="22925" y="28290"/>
                  </a:lnTo>
                  <a:lnTo>
                    <a:pt x="23337" y="28105"/>
                  </a:lnTo>
                  <a:lnTo>
                    <a:pt x="23750" y="27906"/>
                  </a:lnTo>
                  <a:lnTo>
                    <a:pt x="24163" y="27692"/>
                  </a:lnTo>
                  <a:lnTo>
                    <a:pt x="24575" y="27479"/>
                  </a:lnTo>
                  <a:lnTo>
                    <a:pt x="24974" y="27251"/>
                  </a:lnTo>
                  <a:lnTo>
                    <a:pt x="25372" y="27009"/>
                  </a:lnTo>
                  <a:lnTo>
                    <a:pt x="25756" y="26753"/>
                  </a:lnTo>
                  <a:lnTo>
                    <a:pt x="26155" y="26497"/>
                  </a:lnTo>
                  <a:lnTo>
                    <a:pt x="26525" y="26226"/>
                  </a:lnTo>
                  <a:lnTo>
                    <a:pt x="26895" y="25942"/>
                  </a:lnTo>
                  <a:lnTo>
                    <a:pt x="27251" y="25657"/>
                  </a:lnTo>
                  <a:lnTo>
                    <a:pt x="27606" y="25358"/>
                  </a:lnTo>
                  <a:lnTo>
                    <a:pt x="27948" y="25060"/>
                  </a:lnTo>
                  <a:lnTo>
                    <a:pt x="28289" y="24747"/>
                  </a:lnTo>
                  <a:lnTo>
                    <a:pt x="28602" y="24433"/>
                  </a:lnTo>
                  <a:lnTo>
                    <a:pt x="28916" y="24106"/>
                  </a:lnTo>
                  <a:lnTo>
                    <a:pt x="29229" y="23779"/>
                  </a:lnTo>
                  <a:lnTo>
                    <a:pt x="29527" y="23437"/>
                  </a:lnTo>
                  <a:lnTo>
                    <a:pt x="29812" y="23096"/>
                  </a:lnTo>
                  <a:lnTo>
                    <a:pt x="30082" y="22754"/>
                  </a:lnTo>
                  <a:lnTo>
                    <a:pt x="30353" y="22399"/>
                  </a:lnTo>
                  <a:lnTo>
                    <a:pt x="30609" y="22029"/>
                  </a:lnTo>
                  <a:lnTo>
                    <a:pt x="30865" y="21673"/>
                  </a:lnTo>
                  <a:lnTo>
                    <a:pt x="31107" y="21289"/>
                  </a:lnTo>
                  <a:lnTo>
                    <a:pt x="31335" y="20919"/>
                  </a:lnTo>
                  <a:lnTo>
                    <a:pt x="31562" y="20534"/>
                  </a:lnTo>
                  <a:lnTo>
                    <a:pt x="31761" y="20150"/>
                  </a:lnTo>
                  <a:lnTo>
                    <a:pt x="31961" y="19766"/>
                  </a:lnTo>
                  <a:lnTo>
                    <a:pt x="32160" y="19368"/>
                  </a:lnTo>
                  <a:lnTo>
                    <a:pt x="32345" y="18969"/>
                  </a:lnTo>
                  <a:lnTo>
                    <a:pt x="32516" y="18571"/>
                  </a:lnTo>
                  <a:lnTo>
                    <a:pt x="32672" y="18158"/>
                  </a:lnTo>
                  <a:lnTo>
                    <a:pt x="32829" y="17745"/>
                  </a:lnTo>
                  <a:lnTo>
                    <a:pt x="32971" y="17333"/>
                  </a:lnTo>
                  <a:lnTo>
                    <a:pt x="33099" y="16920"/>
                  </a:lnTo>
                  <a:lnTo>
                    <a:pt x="33227" y="16507"/>
                  </a:lnTo>
                  <a:lnTo>
                    <a:pt x="33341" y="16080"/>
                  </a:lnTo>
                  <a:lnTo>
                    <a:pt x="33441" y="15654"/>
                  </a:lnTo>
                  <a:lnTo>
                    <a:pt x="33526" y="15227"/>
                  </a:lnTo>
                  <a:lnTo>
                    <a:pt x="33611" y="14800"/>
                  </a:lnTo>
                  <a:lnTo>
                    <a:pt x="33683" y="14373"/>
                  </a:lnTo>
                  <a:lnTo>
                    <a:pt x="33754" y="13946"/>
                  </a:lnTo>
                  <a:lnTo>
                    <a:pt x="33796" y="13505"/>
                  </a:lnTo>
                  <a:lnTo>
                    <a:pt x="33839" y="13078"/>
                  </a:lnTo>
                  <a:lnTo>
                    <a:pt x="33868" y="12637"/>
                  </a:lnTo>
                  <a:lnTo>
                    <a:pt x="33896" y="12196"/>
                  </a:lnTo>
                  <a:lnTo>
                    <a:pt x="33896" y="11769"/>
                  </a:lnTo>
                  <a:lnTo>
                    <a:pt x="33896" y="11328"/>
                  </a:lnTo>
                  <a:lnTo>
                    <a:pt x="33882" y="10887"/>
                  </a:lnTo>
                  <a:lnTo>
                    <a:pt x="33868" y="10445"/>
                  </a:lnTo>
                  <a:lnTo>
                    <a:pt x="33839" y="10019"/>
                  </a:lnTo>
                  <a:lnTo>
                    <a:pt x="33796" y="9577"/>
                  </a:lnTo>
                  <a:lnTo>
                    <a:pt x="33739" y="9136"/>
                  </a:lnTo>
                  <a:lnTo>
                    <a:pt x="33668" y="8709"/>
                  </a:lnTo>
                  <a:lnTo>
                    <a:pt x="33597" y="8268"/>
                  </a:lnTo>
                  <a:lnTo>
                    <a:pt x="33512" y="7827"/>
                  </a:lnTo>
                  <a:lnTo>
                    <a:pt x="33412" y="7400"/>
                  </a:lnTo>
                  <a:lnTo>
                    <a:pt x="33298" y="6973"/>
                  </a:lnTo>
                  <a:lnTo>
                    <a:pt x="33184" y="6532"/>
                  </a:lnTo>
                  <a:lnTo>
                    <a:pt x="33056" y="6105"/>
                  </a:lnTo>
                  <a:lnTo>
                    <a:pt x="32914" y="5678"/>
                  </a:lnTo>
                  <a:lnTo>
                    <a:pt x="32758" y="5266"/>
                  </a:lnTo>
                  <a:lnTo>
                    <a:pt x="32601" y="4839"/>
                  </a:lnTo>
                  <a:lnTo>
                    <a:pt x="32430" y="4426"/>
                  </a:lnTo>
                  <a:lnTo>
                    <a:pt x="32245" y="4014"/>
                  </a:lnTo>
                  <a:lnTo>
                    <a:pt x="32046" y="3601"/>
                  </a:lnTo>
                  <a:lnTo>
                    <a:pt x="31833" y="3188"/>
                  </a:lnTo>
                  <a:lnTo>
                    <a:pt x="31619" y="2776"/>
                  </a:lnTo>
                  <a:lnTo>
                    <a:pt x="31392" y="2377"/>
                  </a:lnTo>
                  <a:lnTo>
                    <a:pt x="31150" y="1979"/>
                  </a:lnTo>
                  <a:lnTo>
                    <a:pt x="30893" y="1594"/>
                  </a:lnTo>
                  <a:lnTo>
                    <a:pt x="30794" y="1438"/>
                  </a:lnTo>
                  <a:lnTo>
                    <a:pt x="30680" y="1296"/>
                  </a:lnTo>
                  <a:lnTo>
                    <a:pt x="30566" y="1153"/>
                  </a:lnTo>
                  <a:lnTo>
                    <a:pt x="30438" y="1025"/>
                  </a:lnTo>
                  <a:lnTo>
                    <a:pt x="30310" y="911"/>
                  </a:lnTo>
                  <a:lnTo>
                    <a:pt x="30182" y="798"/>
                  </a:lnTo>
                  <a:lnTo>
                    <a:pt x="30040" y="684"/>
                  </a:lnTo>
                  <a:lnTo>
                    <a:pt x="29897" y="584"/>
                  </a:lnTo>
                  <a:lnTo>
                    <a:pt x="29599" y="413"/>
                  </a:lnTo>
                  <a:lnTo>
                    <a:pt x="29285" y="271"/>
                  </a:lnTo>
                  <a:lnTo>
                    <a:pt x="28972" y="157"/>
                  </a:lnTo>
                  <a:lnTo>
                    <a:pt x="28645" y="72"/>
                  </a:lnTo>
                  <a:lnTo>
                    <a:pt x="28304" y="15"/>
                  </a:lnTo>
                  <a:lnTo>
                    <a:pt x="2796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1"/>
            <p:cNvSpPr/>
            <p:nvPr/>
          </p:nvSpPr>
          <p:spPr>
            <a:xfrm>
              <a:off x="5651770" y="3750004"/>
              <a:ext cx="606362" cy="981970"/>
            </a:xfrm>
            <a:custGeom>
              <a:avLst/>
              <a:gdLst/>
              <a:ahLst/>
              <a:cxnLst/>
              <a:rect l="l" t="t" r="r" b="b"/>
              <a:pathLst>
                <a:path w="18699" h="30282" extrusionOk="0">
                  <a:moveTo>
                    <a:pt x="8880" y="0"/>
                  </a:moveTo>
                  <a:lnTo>
                    <a:pt x="8397" y="43"/>
                  </a:lnTo>
                  <a:lnTo>
                    <a:pt x="7927" y="100"/>
                  </a:lnTo>
                  <a:lnTo>
                    <a:pt x="7472" y="185"/>
                  </a:lnTo>
                  <a:lnTo>
                    <a:pt x="7016" y="285"/>
                  </a:lnTo>
                  <a:lnTo>
                    <a:pt x="6575" y="413"/>
                  </a:lnTo>
                  <a:lnTo>
                    <a:pt x="6148" y="569"/>
                  </a:lnTo>
                  <a:lnTo>
                    <a:pt x="5721" y="726"/>
                  </a:lnTo>
                  <a:lnTo>
                    <a:pt x="5309" y="911"/>
                  </a:lnTo>
                  <a:lnTo>
                    <a:pt x="4896" y="1124"/>
                  </a:lnTo>
                  <a:lnTo>
                    <a:pt x="4512" y="1352"/>
                  </a:lnTo>
                  <a:lnTo>
                    <a:pt x="4128" y="1594"/>
                  </a:lnTo>
                  <a:lnTo>
                    <a:pt x="3758" y="1850"/>
                  </a:lnTo>
                  <a:lnTo>
                    <a:pt x="3416" y="2135"/>
                  </a:lnTo>
                  <a:lnTo>
                    <a:pt x="3075" y="2419"/>
                  </a:lnTo>
                  <a:lnTo>
                    <a:pt x="2747" y="2732"/>
                  </a:lnTo>
                  <a:lnTo>
                    <a:pt x="2434" y="3060"/>
                  </a:lnTo>
                  <a:lnTo>
                    <a:pt x="2135" y="3401"/>
                  </a:lnTo>
                  <a:lnTo>
                    <a:pt x="1865" y="3757"/>
                  </a:lnTo>
                  <a:lnTo>
                    <a:pt x="1609" y="4113"/>
                  </a:lnTo>
                  <a:lnTo>
                    <a:pt x="1367" y="4497"/>
                  </a:lnTo>
                  <a:lnTo>
                    <a:pt x="1139" y="4881"/>
                  </a:lnTo>
                  <a:lnTo>
                    <a:pt x="926" y="5294"/>
                  </a:lnTo>
                  <a:lnTo>
                    <a:pt x="741" y="5706"/>
                  </a:lnTo>
                  <a:lnTo>
                    <a:pt x="570" y="6133"/>
                  </a:lnTo>
                  <a:lnTo>
                    <a:pt x="428" y="6560"/>
                  </a:lnTo>
                  <a:lnTo>
                    <a:pt x="300" y="7001"/>
                  </a:lnTo>
                  <a:lnTo>
                    <a:pt x="200" y="7457"/>
                  </a:lnTo>
                  <a:lnTo>
                    <a:pt x="115" y="7926"/>
                  </a:lnTo>
                  <a:lnTo>
                    <a:pt x="58" y="8382"/>
                  </a:lnTo>
                  <a:lnTo>
                    <a:pt x="15" y="8865"/>
                  </a:lnTo>
                  <a:lnTo>
                    <a:pt x="1" y="9349"/>
                  </a:lnTo>
                  <a:lnTo>
                    <a:pt x="1" y="20932"/>
                  </a:lnTo>
                  <a:lnTo>
                    <a:pt x="15" y="21416"/>
                  </a:lnTo>
                  <a:lnTo>
                    <a:pt x="58" y="21900"/>
                  </a:lnTo>
                  <a:lnTo>
                    <a:pt x="115" y="22355"/>
                  </a:lnTo>
                  <a:lnTo>
                    <a:pt x="200" y="22825"/>
                  </a:lnTo>
                  <a:lnTo>
                    <a:pt x="300" y="23280"/>
                  </a:lnTo>
                  <a:lnTo>
                    <a:pt x="428" y="23722"/>
                  </a:lnTo>
                  <a:lnTo>
                    <a:pt x="570" y="24148"/>
                  </a:lnTo>
                  <a:lnTo>
                    <a:pt x="741" y="24575"/>
                  </a:lnTo>
                  <a:lnTo>
                    <a:pt x="926" y="24988"/>
                  </a:lnTo>
                  <a:lnTo>
                    <a:pt x="1139" y="25386"/>
                  </a:lnTo>
                  <a:lnTo>
                    <a:pt x="1367" y="25785"/>
                  </a:lnTo>
                  <a:lnTo>
                    <a:pt x="1609" y="26169"/>
                  </a:lnTo>
                  <a:lnTo>
                    <a:pt x="1865" y="26525"/>
                  </a:lnTo>
                  <a:lnTo>
                    <a:pt x="2135" y="26881"/>
                  </a:lnTo>
                  <a:lnTo>
                    <a:pt x="2434" y="27222"/>
                  </a:lnTo>
                  <a:lnTo>
                    <a:pt x="2747" y="27549"/>
                  </a:lnTo>
                  <a:lnTo>
                    <a:pt x="3075" y="27862"/>
                  </a:lnTo>
                  <a:lnTo>
                    <a:pt x="3416" y="28147"/>
                  </a:lnTo>
                  <a:lnTo>
                    <a:pt x="3758" y="28432"/>
                  </a:lnTo>
                  <a:lnTo>
                    <a:pt x="4128" y="28688"/>
                  </a:lnTo>
                  <a:lnTo>
                    <a:pt x="4512" y="28930"/>
                  </a:lnTo>
                  <a:lnTo>
                    <a:pt x="4896" y="29157"/>
                  </a:lnTo>
                  <a:lnTo>
                    <a:pt x="5309" y="29371"/>
                  </a:lnTo>
                  <a:lnTo>
                    <a:pt x="5721" y="29556"/>
                  </a:lnTo>
                  <a:lnTo>
                    <a:pt x="6148" y="29712"/>
                  </a:lnTo>
                  <a:lnTo>
                    <a:pt x="6575" y="29869"/>
                  </a:lnTo>
                  <a:lnTo>
                    <a:pt x="7016" y="29997"/>
                  </a:lnTo>
                  <a:lnTo>
                    <a:pt x="7472" y="30097"/>
                  </a:lnTo>
                  <a:lnTo>
                    <a:pt x="7927" y="30182"/>
                  </a:lnTo>
                  <a:lnTo>
                    <a:pt x="8397" y="30239"/>
                  </a:lnTo>
                  <a:lnTo>
                    <a:pt x="8880" y="30267"/>
                  </a:lnTo>
                  <a:lnTo>
                    <a:pt x="9350" y="30282"/>
                  </a:lnTo>
                  <a:lnTo>
                    <a:pt x="9834" y="30267"/>
                  </a:lnTo>
                  <a:lnTo>
                    <a:pt x="10318" y="30239"/>
                  </a:lnTo>
                  <a:lnTo>
                    <a:pt x="10773" y="30182"/>
                  </a:lnTo>
                  <a:lnTo>
                    <a:pt x="11242" y="30097"/>
                  </a:lnTo>
                  <a:lnTo>
                    <a:pt x="11698" y="29997"/>
                  </a:lnTo>
                  <a:lnTo>
                    <a:pt x="12139" y="29869"/>
                  </a:lnTo>
                  <a:lnTo>
                    <a:pt x="12566" y="29712"/>
                  </a:lnTo>
                  <a:lnTo>
                    <a:pt x="12993" y="29556"/>
                  </a:lnTo>
                  <a:lnTo>
                    <a:pt x="13405" y="29371"/>
                  </a:lnTo>
                  <a:lnTo>
                    <a:pt x="13818" y="29157"/>
                  </a:lnTo>
                  <a:lnTo>
                    <a:pt x="14202" y="28930"/>
                  </a:lnTo>
                  <a:lnTo>
                    <a:pt x="14587" y="28688"/>
                  </a:lnTo>
                  <a:lnTo>
                    <a:pt x="14942" y="28432"/>
                  </a:lnTo>
                  <a:lnTo>
                    <a:pt x="15298" y="28147"/>
                  </a:lnTo>
                  <a:lnTo>
                    <a:pt x="15640" y="27862"/>
                  </a:lnTo>
                  <a:lnTo>
                    <a:pt x="15967" y="27549"/>
                  </a:lnTo>
                  <a:lnTo>
                    <a:pt x="16280" y="27222"/>
                  </a:lnTo>
                  <a:lnTo>
                    <a:pt x="16564" y="26881"/>
                  </a:lnTo>
                  <a:lnTo>
                    <a:pt x="16849" y="26525"/>
                  </a:lnTo>
                  <a:lnTo>
                    <a:pt x="17105" y="26169"/>
                  </a:lnTo>
                  <a:lnTo>
                    <a:pt x="17347" y="25785"/>
                  </a:lnTo>
                  <a:lnTo>
                    <a:pt x="17575" y="25386"/>
                  </a:lnTo>
                  <a:lnTo>
                    <a:pt x="17788" y="24988"/>
                  </a:lnTo>
                  <a:lnTo>
                    <a:pt x="17973" y="24575"/>
                  </a:lnTo>
                  <a:lnTo>
                    <a:pt x="18144" y="24148"/>
                  </a:lnTo>
                  <a:lnTo>
                    <a:pt x="18286" y="23722"/>
                  </a:lnTo>
                  <a:lnTo>
                    <a:pt x="18414" y="23280"/>
                  </a:lnTo>
                  <a:lnTo>
                    <a:pt x="18514" y="22825"/>
                  </a:lnTo>
                  <a:lnTo>
                    <a:pt x="18599" y="22355"/>
                  </a:lnTo>
                  <a:lnTo>
                    <a:pt x="18656" y="21900"/>
                  </a:lnTo>
                  <a:lnTo>
                    <a:pt x="18699" y="21416"/>
                  </a:lnTo>
                  <a:lnTo>
                    <a:pt x="18699" y="20932"/>
                  </a:lnTo>
                  <a:lnTo>
                    <a:pt x="18699" y="9349"/>
                  </a:lnTo>
                  <a:lnTo>
                    <a:pt x="18699" y="8865"/>
                  </a:lnTo>
                  <a:lnTo>
                    <a:pt x="18656" y="8382"/>
                  </a:lnTo>
                  <a:lnTo>
                    <a:pt x="18599" y="7926"/>
                  </a:lnTo>
                  <a:lnTo>
                    <a:pt x="18514" y="7457"/>
                  </a:lnTo>
                  <a:lnTo>
                    <a:pt x="18414" y="7001"/>
                  </a:lnTo>
                  <a:lnTo>
                    <a:pt x="18286" y="6560"/>
                  </a:lnTo>
                  <a:lnTo>
                    <a:pt x="18144" y="6133"/>
                  </a:lnTo>
                  <a:lnTo>
                    <a:pt x="17973" y="5706"/>
                  </a:lnTo>
                  <a:lnTo>
                    <a:pt x="17788" y="5294"/>
                  </a:lnTo>
                  <a:lnTo>
                    <a:pt x="17575" y="4881"/>
                  </a:lnTo>
                  <a:lnTo>
                    <a:pt x="17347" y="4497"/>
                  </a:lnTo>
                  <a:lnTo>
                    <a:pt x="17105" y="4113"/>
                  </a:lnTo>
                  <a:lnTo>
                    <a:pt x="16849" y="3757"/>
                  </a:lnTo>
                  <a:lnTo>
                    <a:pt x="16564" y="3401"/>
                  </a:lnTo>
                  <a:lnTo>
                    <a:pt x="16280" y="3060"/>
                  </a:lnTo>
                  <a:lnTo>
                    <a:pt x="15967" y="2732"/>
                  </a:lnTo>
                  <a:lnTo>
                    <a:pt x="15640" y="2419"/>
                  </a:lnTo>
                  <a:lnTo>
                    <a:pt x="15298" y="2135"/>
                  </a:lnTo>
                  <a:lnTo>
                    <a:pt x="14942" y="1850"/>
                  </a:lnTo>
                  <a:lnTo>
                    <a:pt x="14587" y="1594"/>
                  </a:lnTo>
                  <a:lnTo>
                    <a:pt x="14202" y="1352"/>
                  </a:lnTo>
                  <a:lnTo>
                    <a:pt x="13818" y="1124"/>
                  </a:lnTo>
                  <a:lnTo>
                    <a:pt x="13405" y="911"/>
                  </a:lnTo>
                  <a:lnTo>
                    <a:pt x="12993" y="726"/>
                  </a:lnTo>
                  <a:lnTo>
                    <a:pt x="12566" y="569"/>
                  </a:lnTo>
                  <a:lnTo>
                    <a:pt x="12139" y="413"/>
                  </a:lnTo>
                  <a:lnTo>
                    <a:pt x="11698" y="285"/>
                  </a:lnTo>
                  <a:lnTo>
                    <a:pt x="11242" y="185"/>
                  </a:lnTo>
                  <a:lnTo>
                    <a:pt x="10773" y="100"/>
                  </a:lnTo>
                  <a:lnTo>
                    <a:pt x="10318" y="43"/>
                  </a:lnTo>
                  <a:lnTo>
                    <a:pt x="98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1"/>
            <p:cNvSpPr/>
            <p:nvPr/>
          </p:nvSpPr>
          <p:spPr>
            <a:xfrm>
              <a:off x="5388751" y="4322642"/>
              <a:ext cx="1069200" cy="409332"/>
            </a:xfrm>
            <a:custGeom>
              <a:avLst/>
              <a:gdLst/>
              <a:ahLst/>
              <a:cxnLst/>
              <a:rect l="l" t="t" r="r" b="b"/>
              <a:pathLst>
                <a:path w="32972" h="12623" extrusionOk="0">
                  <a:moveTo>
                    <a:pt x="12637" y="1"/>
                  </a:moveTo>
                  <a:lnTo>
                    <a:pt x="11982" y="15"/>
                  </a:lnTo>
                  <a:lnTo>
                    <a:pt x="11342" y="58"/>
                  </a:lnTo>
                  <a:lnTo>
                    <a:pt x="10702" y="143"/>
                  </a:lnTo>
                  <a:lnTo>
                    <a:pt x="10090" y="257"/>
                  </a:lnTo>
                  <a:lnTo>
                    <a:pt x="9478" y="385"/>
                  </a:lnTo>
                  <a:lnTo>
                    <a:pt x="8880" y="556"/>
                  </a:lnTo>
                  <a:lnTo>
                    <a:pt x="8283" y="755"/>
                  </a:lnTo>
                  <a:lnTo>
                    <a:pt x="7713" y="982"/>
                  </a:lnTo>
                  <a:lnTo>
                    <a:pt x="7158" y="1239"/>
                  </a:lnTo>
                  <a:lnTo>
                    <a:pt x="6604" y="1523"/>
                  </a:lnTo>
                  <a:lnTo>
                    <a:pt x="6077" y="1822"/>
                  </a:lnTo>
                  <a:lnTo>
                    <a:pt x="5565" y="2149"/>
                  </a:lnTo>
                  <a:lnTo>
                    <a:pt x="5067" y="2505"/>
                  </a:lnTo>
                  <a:lnTo>
                    <a:pt x="4597" y="2875"/>
                  </a:lnTo>
                  <a:lnTo>
                    <a:pt x="4142" y="3273"/>
                  </a:lnTo>
                  <a:lnTo>
                    <a:pt x="3701" y="3700"/>
                  </a:lnTo>
                  <a:lnTo>
                    <a:pt x="3274" y="4127"/>
                  </a:lnTo>
                  <a:lnTo>
                    <a:pt x="2890" y="4597"/>
                  </a:lnTo>
                  <a:lnTo>
                    <a:pt x="2505" y="5066"/>
                  </a:lnTo>
                  <a:lnTo>
                    <a:pt x="2150" y="5564"/>
                  </a:lnTo>
                  <a:lnTo>
                    <a:pt x="1822" y="6077"/>
                  </a:lnTo>
                  <a:lnTo>
                    <a:pt x="1523" y="6603"/>
                  </a:lnTo>
                  <a:lnTo>
                    <a:pt x="1239" y="7144"/>
                  </a:lnTo>
                  <a:lnTo>
                    <a:pt x="997" y="7713"/>
                  </a:lnTo>
                  <a:lnTo>
                    <a:pt x="769" y="8282"/>
                  </a:lnTo>
                  <a:lnTo>
                    <a:pt x="570" y="8866"/>
                  </a:lnTo>
                  <a:lnTo>
                    <a:pt x="399" y="9464"/>
                  </a:lnTo>
                  <a:lnTo>
                    <a:pt x="257" y="10075"/>
                  </a:lnTo>
                  <a:lnTo>
                    <a:pt x="143" y="10702"/>
                  </a:lnTo>
                  <a:lnTo>
                    <a:pt x="58" y="11342"/>
                  </a:lnTo>
                  <a:lnTo>
                    <a:pt x="15" y="11982"/>
                  </a:lnTo>
                  <a:lnTo>
                    <a:pt x="1" y="12623"/>
                  </a:lnTo>
                  <a:lnTo>
                    <a:pt x="32972" y="12623"/>
                  </a:lnTo>
                  <a:lnTo>
                    <a:pt x="32957" y="11982"/>
                  </a:lnTo>
                  <a:lnTo>
                    <a:pt x="32915" y="11342"/>
                  </a:lnTo>
                  <a:lnTo>
                    <a:pt x="32829" y="10702"/>
                  </a:lnTo>
                  <a:lnTo>
                    <a:pt x="32715" y="10075"/>
                  </a:lnTo>
                  <a:lnTo>
                    <a:pt x="32573" y="9464"/>
                  </a:lnTo>
                  <a:lnTo>
                    <a:pt x="32402" y="8866"/>
                  </a:lnTo>
                  <a:lnTo>
                    <a:pt x="32203" y="8282"/>
                  </a:lnTo>
                  <a:lnTo>
                    <a:pt x="31990" y="7713"/>
                  </a:lnTo>
                  <a:lnTo>
                    <a:pt x="31734" y="7144"/>
                  </a:lnTo>
                  <a:lnTo>
                    <a:pt x="31449" y="6603"/>
                  </a:lnTo>
                  <a:lnTo>
                    <a:pt x="31150" y="6077"/>
                  </a:lnTo>
                  <a:lnTo>
                    <a:pt x="30823" y="5564"/>
                  </a:lnTo>
                  <a:lnTo>
                    <a:pt x="30467" y="5066"/>
                  </a:lnTo>
                  <a:lnTo>
                    <a:pt x="30097" y="4597"/>
                  </a:lnTo>
                  <a:lnTo>
                    <a:pt x="29699" y="4127"/>
                  </a:lnTo>
                  <a:lnTo>
                    <a:pt x="29272" y="3700"/>
                  </a:lnTo>
                  <a:lnTo>
                    <a:pt x="28831" y="3273"/>
                  </a:lnTo>
                  <a:lnTo>
                    <a:pt x="28375" y="2875"/>
                  </a:lnTo>
                  <a:lnTo>
                    <a:pt x="27906" y="2505"/>
                  </a:lnTo>
                  <a:lnTo>
                    <a:pt x="27408" y="2149"/>
                  </a:lnTo>
                  <a:lnTo>
                    <a:pt x="26895" y="1822"/>
                  </a:lnTo>
                  <a:lnTo>
                    <a:pt x="26369" y="1523"/>
                  </a:lnTo>
                  <a:lnTo>
                    <a:pt x="25814" y="1239"/>
                  </a:lnTo>
                  <a:lnTo>
                    <a:pt x="25259" y="982"/>
                  </a:lnTo>
                  <a:lnTo>
                    <a:pt x="24690" y="755"/>
                  </a:lnTo>
                  <a:lnTo>
                    <a:pt x="24106" y="556"/>
                  </a:lnTo>
                  <a:lnTo>
                    <a:pt x="23494" y="385"/>
                  </a:lnTo>
                  <a:lnTo>
                    <a:pt x="22883" y="257"/>
                  </a:lnTo>
                  <a:lnTo>
                    <a:pt x="22271" y="143"/>
                  </a:lnTo>
                  <a:lnTo>
                    <a:pt x="21630" y="58"/>
                  </a:lnTo>
                  <a:lnTo>
                    <a:pt x="20990" y="15"/>
                  </a:lnTo>
                  <a:lnTo>
                    <a:pt x="20350" y="1"/>
                  </a:lnTo>
                  <a:close/>
                </a:path>
              </a:pathLst>
            </a:custGeom>
            <a:solidFill>
              <a:srgbClr val="2119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1"/>
            <p:cNvSpPr/>
            <p:nvPr/>
          </p:nvSpPr>
          <p:spPr>
            <a:xfrm>
              <a:off x="5485190" y="2057414"/>
              <a:ext cx="650204" cy="2351999"/>
            </a:xfrm>
            <a:custGeom>
              <a:avLst/>
              <a:gdLst/>
              <a:ahLst/>
              <a:cxnLst/>
              <a:rect l="l" t="t" r="r" b="b"/>
              <a:pathLst>
                <a:path w="20051" h="72531" extrusionOk="0">
                  <a:moveTo>
                    <a:pt x="5081" y="1"/>
                  </a:moveTo>
                  <a:lnTo>
                    <a:pt x="6006" y="1111"/>
                  </a:lnTo>
                  <a:lnTo>
                    <a:pt x="6575" y="1125"/>
                  </a:lnTo>
                  <a:lnTo>
                    <a:pt x="6988" y="1139"/>
                  </a:lnTo>
                  <a:lnTo>
                    <a:pt x="7500" y="1168"/>
                  </a:lnTo>
                  <a:lnTo>
                    <a:pt x="8083" y="1225"/>
                  </a:lnTo>
                  <a:lnTo>
                    <a:pt x="8724" y="1310"/>
                  </a:lnTo>
                  <a:lnTo>
                    <a:pt x="9421" y="1438"/>
                  </a:lnTo>
                  <a:lnTo>
                    <a:pt x="9791" y="1523"/>
                  </a:lnTo>
                  <a:lnTo>
                    <a:pt x="10175" y="1623"/>
                  </a:lnTo>
                  <a:lnTo>
                    <a:pt x="10559" y="1723"/>
                  </a:lnTo>
                  <a:lnTo>
                    <a:pt x="10958" y="1837"/>
                  </a:lnTo>
                  <a:lnTo>
                    <a:pt x="11356" y="1979"/>
                  </a:lnTo>
                  <a:lnTo>
                    <a:pt x="11769" y="2121"/>
                  </a:lnTo>
                  <a:lnTo>
                    <a:pt x="12196" y="2292"/>
                  </a:lnTo>
                  <a:lnTo>
                    <a:pt x="12609" y="2477"/>
                  </a:lnTo>
                  <a:lnTo>
                    <a:pt x="13035" y="2676"/>
                  </a:lnTo>
                  <a:lnTo>
                    <a:pt x="13462" y="2890"/>
                  </a:lnTo>
                  <a:lnTo>
                    <a:pt x="13889" y="3131"/>
                  </a:lnTo>
                  <a:lnTo>
                    <a:pt x="14302" y="3402"/>
                  </a:lnTo>
                  <a:lnTo>
                    <a:pt x="14729" y="3672"/>
                  </a:lnTo>
                  <a:lnTo>
                    <a:pt x="15156" y="3985"/>
                  </a:lnTo>
                  <a:lnTo>
                    <a:pt x="15568" y="4313"/>
                  </a:lnTo>
                  <a:lnTo>
                    <a:pt x="15981" y="4654"/>
                  </a:lnTo>
                  <a:lnTo>
                    <a:pt x="16394" y="5038"/>
                  </a:lnTo>
                  <a:lnTo>
                    <a:pt x="16792" y="5437"/>
                  </a:lnTo>
                  <a:lnTo>
                    <a:pt x="16977" y="5650"/>
                  </a:lnTo>
                  <a:lnTo>
                    <a:pt x="17162" y="5864"/>
                  </a:lnTo>
                  <a:lnTo>
                    <a:pt x="17333" y="6091"/>
                  </a:lnTo>
                  <a:lnTo>
                    <a:pt x="17504" y="6319"/>
                  </a:lnTo>
                  <a:lnTo>
                    <a:pt x="17660" y="6561"/>
                  </a:lnTo>
                  <a:lnTo>
                    <a:pt x="17802" y="6803"/>
                  </a:lnTo>
                  <a:lnTo>
                    <a:pt x="17945" y="7045"/>
                  </a:lnTo>
                  <a:lnTo>
                    <a:pt x="18073" y="7301"/>
                  </a:lnTo>
                  <a:lnTo>
                    <a:pt x="18187" y="7557"/>
                  </a:lnTo>
                  <a:lnTo>
                    <a:pt x="18301" y="7827"/>
                  </a:lnTo>
                  <a:lnTo>
                    <a:pt x="18400" y="8098"/>
                  </a:lnTo>
                  <a:lnTo>
                    <a:pt x="18500" y="8382"/>
                  </a:lnTo>
                  <a:lnTo>
                    <a:pt x="18585" y="8653"/>
                  </a:lnTo>
                  <a:lnTo>
                    <a:pt x="18656" y="8951"/>
                  </a:lnTo>
                  <a:lnTo>
                    <a:pt x="18727" y="9236"/>
                  </a:lnTo>
                  <a:lnTo>
                    <a:pt x="18784" y="9535"/>
                  </a:lnTo>
                  <a:lnTo>
                    <a:pt x="18827" y="9848"/>
                  </a:lnTo>
                  <a:lnTo>
                    <a:pt x="18870" y="10147"/>
                  </a:lnTo>
                  <a:lnTo>
                    <a:pt x="18912" y="10474"/>
                  </a:lnTo>
                  <a:lnTo>
                    <a:pt x="18927" y="10787"/>
                  </a:lnTo>
                  <a:lnTo>
                    <a:pt x="18955" y="11442"/>
                  </a:lnTo>
                  <a:lnTo>
                    <a:pt x="18955" y="12111"/>
                  </a:lnTo>
                  <a:lnTo>
                    <a:pt x="18912" y="12808"/>
                  </a:lnTo>
                  <a:lnTo>
                    <a:pt x="18841" y="13505"/>
                  </a:lnTo>
                  <a:lnTo>
                    <a:pt x="18756" y="14231"/>
                  </a:lnTo>
                  <a:lnTo>
                    <a:pt x="18628" y="14971"/>
                  </a:lnTo>
                  <a:lnTo>
                    <a:pt x="18500" y="15568"/>
                  </a:lnTo>
                  <a:lnTo>
                    <a:pt x="18357" y="16166"/>
                  </a:lnTo>
                  <a:lnTo>
                    <a:pt x="18215" y="16764"/>
                  </a:lnTo>
                  <a:lnTo>
                    <a:pt x="18044" y="17347"/>
                  </a:lnTo>
                  <a:lnTo>
                    <a:pt x="17859" y="17931"/>
                  </a:lnTo>
                  <a:lnTo>
                    <a:pt x="17660" y="18514"/>
                  </a:lnTo>
                  <a:lnTo>
                    <a:pt x="17461" y="19097"/>
                  </a:lnTo>
                  <a:lnTo>
                    <a:pt x="17233" y="19681"/>
                  </a:lnTo>
                  <a:lnTo>
                    <a:pt x="17006" y="20250"/>
                  </a:lnTo>
                  <a:lnTo>
                    <a:pt x="16764" y="20819"/>
                  </a:lnTo>
                  <a:lnTo>
                    <a:pt x="16508" y="21388"/>
                  </a:lnTo>
                  <a:lnTo>
                    <a:pt x="16237" y="21958"/>
                  </a:lnTo>
                  <a:lnTo>
                    <a:pt x="15967" y="22527"/>
                  </a:lnTo>
                  <a:lnTo>
                    <a:pt x="15682" y="23082"/>
                  </a:lnTo>
                  <a:lnTo>
                    <a:pt x="15085" y="24206"/>
                  </a:lnTo>
                  <a:lnTo>
                    <a:pt x="14458" y="25316"/>
                  </a:lnTo>
                  <a:lnTo>
                    <a:pt x="13818" y="26412"/>
                  </a:lnTo>
                  <a:lnTo>
                    <a:pt x="13135" y="27507"/>
                  </a:lnTo>
                  <a:lnTo>
                    <a:pt x="12452" y="28589"/>
                  </a:lnTo>
                  <a:lnTo>
                    <a:pt x="11741" y="29670"/>
                  </a:lnTo>
                  <a:lnTo>
                    <a:pt x="11029" y="30752"/>
                  </a:lnTo>
                  <a:lnTo>
                    <a:pt x="9592" y="32872"/>
                  </a:lnTo>
                  <a:lnTo>
                    <a:pt x="8638" y="34281"/>
                  </a:lnTo>
                  <a:lnTo>
                    <a:pt x="7685" y="35690"/>
                  </a:lnTo>
                  <a:lnTo>
                    <a:pt x="6760" y="37113"/>
                  </a:lnTo>
                  <a:lnTo>
                    <a:pt x="5849" y="38550"/>
                  </a:lnTo>
                  <a:lnTo>
                    <a:pt x="5408" y="39261"/>
                  </a:lnTo>
                  <a:lnTo>
                    <a:pt x="4981" y="39987"/>
                  </a:lnTo>
                  <a:lnTo>
                    <a:pt x="4554" y="40727"/>
                  </a:lnTo>
                  <a:lnTo>
                    <a:pt x="4142" y="41453"/>
                  </a:lnTo>
                  <a:lnTo>
                    <a:pt x="3743" y="42193"/>
                  </a:lnTo>
                  <a:lnTo>
                    <a:pt x="3359" y="42933"/>
                  </a:lnTo>
                  <a:lnTo>
                    <a:pt x="2989" y="43673"/>
                  </a:lnTo>
                  <a:lnTo>
                    <a:pt x="2633" y="44427"/>
                  </a:lnTo>
                  <a:lnTo>
                    <a:pt x="2292" y="45181"/>
                  </a:lnTo>
                  <a:lnTo>
                    <a:pt x="1979" y="45949"/>
                  </a:lnTo>
                  <a:lnTo>
                    <a:pt x="1680" y="46703"/>
                  </a:lnTo>
                  <a:lnTo>
                    <a:pt x="1395" y="47486"/>
                  </a:lnTo>
                  <a:lnTo>
                    <a:pt x="1139" y="48255"/>
                  </a:lnTo>
                  <a:lnTo>
                    <a:pt x="912" y="49051"/>
                  </a:lnTo>
                  <a:lnTo>
                    <a:pt x="698" y="49834"/>
                  </a:lnTo>
                  <a:lnTo>
                    <a:pt x="513" y="50631"/>
                  </a:lnTo>
                  <a:lnTo>
                    <a:pt x="357" y="51442"/>
                  </a:lnTo>
                  <a:lnTo>
                    <a:pt x="229" y="52253"/>
                  </a:lnTo>
                  <a:lnTo>
                    <a:pt x="129" y="53079"/>
                  </a:lnTo>
                  <a:lnTo>
                    <a:pt x="58" y="53904"/>
                  </a:lnTo>
                  <a:lnTo>
                    <a:pt x="15" y="54729"/>
                  </a:lnTo>
                  <a:lnTo>
                    <a:pt x="1" y="55583"/>
                  </a:lnTo>
                  <a:lnTo>
                    <a:pt x="29" y="56423"/>
                  </a:lnTo>
                  <a:lnTo>
                    <a:pt x="58" y="56864"/>
                  </a:lnTo>
                  <a:lnTo>
                    <a:pt x="86" y="57291"/>
                  </a:lnTo>
                  <a:lnTo>
                    <a:pt x="143" y="57817"/>
                  </a:lnTo>
                  <a:lnTo>
                    <a:pt x="200" y="58329"/>
                  </a:lnTo>
                  <a:lnTo>
                    <a:pt x="271" y="58842"/>
                  </a:lnTo>
                  <a:lnTo>
                    <a:pt x="342" y="59340"/>
                  </a:lnTo>
                  <a:lnTo>
                    <a:pt x="428" y="59823"/>
                  </a:lnTo>
                  <a:lnTo>
                    <a:pt x="527" y="60293"/>
                  </a:lnTo>
                  <a:lnTo>
                    <a:pt x="627" y="60763"/>
                  </a:lnTo>
                  <a:lnTo>
                    <a:pt x="727" y="61218"/>
                  </a:lnTo>
                  <a:lnTo>
                    <a:pt x="840" y="61659"/>
                  </a:lnTo>
                  <a:lnTo>
                    <a:pt x="969" y="62086"/>
                  </a:lnTo>
                  <a:lnTo>
                    <a:pt x="1082" y="62513"/>
                  </a:lnTo>
                  <a:lnTo>
                    <a:pt x="1225" y="62911"/>
                  </a:lnTo>
                  <a:lnTo>
                    <a:pt x="1495" y="63708"/>
                  </a:lnTo>
                  <a:lnTo>
                    <a:pt x="1794" y="64462"/>
                  </a:lnTo>
                  <a:lnTo>
                    <a:pt x="2121" y="65174"/>
                  </a:lnTo>
                  <a:lnTo>
                    <a:pt x="2448" y="65843"/>
                  </a:lnTo>
                  <a:lnTo>
                    <a:pt x="2790" y="66483"/>
                  </a:lnTo>
                  <a:lnTo>
                    <a:pt x="3146" y="67081"/>
                  </a:lnTo>
                  <a:lnTo>
                    <a:pt x="3516" y="67650"/>
                  </a:lnTo>
                  <a:lnTo>
                    <a:pt x="3886" y="68176"/>
                  </a:lnTo>
                  <a:lnTo>
                    <a:pt x="4256" y="68675"/>
                  </a:lnTo>
                  <a:lnTo>
                    <a:pt x="4626" y="69130"/>
                  </a:lnTo>
                  <a:lnTo>
                    <a:pt x="4996" y="69557"/>
                  </a:lnTo>
                  <a:lnTo>
                    <a:pt x="5351" y="69955"/>
                  </a:lnTo>
                  <a:lnTo>
                    <a:pt x="5707" y="70311"/>
                  </a:lnTo>
                  <a:lnTo>
                    <a:pt x="6063" y="70652"/>
                  </a:lnTo>
                  <a:lnTo>
                    <a:pt x="6390" y="70951"/>
                  </a:lnTo>
                  <a:lnTo>
                    <a:pt x="6717" y="71222"/>
                  </a:lnTo>
                  <a:lnTo>
                    <a:pt x="7030" y="71464"/>
                  </a:lnTo>
                  <a:lnTo>
                    <a:pt x="7315" y="71691"/>
                  </a:lnTo>
                  <a:lnTo>
                    <a:pt x="7813" y="72047"/>
                  </a:lnTo>
                  <a:lnTo>
                    <a:pt x="8226" y="72303"/>
                  </a:lnTo>
                  <a:lnTo>
                    <a:pt x="8496" y="72460"/>
                  </a:lnTo>
                  <a:lnTo>
                    <a:pt x="8638" y="72531"/>
                  </a:lnTo>
                  <a:lnTo>
                    <a:pt x="9122" y="71535"/>
                  </a:lnTo>
                  <a:lnTo>
                    <a:pt x="9037" y="71478"/>
                  </a:lnTo>
                  <a:lnTo>
                    <a:pt x="8809" y="71350"/>
                  </a:lnTo>
                  <a:lnTo>
                    <a:pt x="8453" y="71122"/>
                  </a:lnTo>
                  <a:lnTo>
                    <a:pt x="7984" y="70795"/>
                  </a:lnTo>
                  <a:lnTo>
                    <a:pt x="7728" y="70581"/>
                  </a:lnTo>
                  <a:lnTo>
                    <a:pt x="7443" y="70354"/>
                  </a:lnTo>
                  <a:lnTo>
                    <a:pt x="7144" y="70098"/>
                  </a:lnTo>
                  <a:lnTo>
                    <a:pt x="6831" y="69813"/>
                  </a:lnTo>
                  <a:lnTo>
                    <a:pt x="6504" y="69500"/>
                  </a:lnTo>
                  <a:lnTo>
                    <a:pt x="6177" y="69158"/>
                  </a:lnTo>
                  <a:lnTo>
                    <a:pt x="5835" y="68788"/>
                  </a:lnTo>
                  <a:lnTo>
                    <a:pt x="5494" y="68376"/>
                  </a:lnTo>
                  <a:lnTo>
                    <a:pt x="5138" y="67949"/>
                  </a:lnTo>
                  <a:lnTo>
                    <a:pt x="4796" y="67479"/>
                  </a:lnTo>
                  <a:lnTo>
                    <a:pt x="4441" y="66981"/>
                  </a:lnTo>
                  <a:lnTo>
                    <a:pt x="4099" y="66440"/>
                  </a:lnTo>
                  <a:lnTo>
                    <a:pt x="3758" y="65871"/>
                  </a:lnTo>
                  <a:lnTo>
                    <a:pt x="3430" y="65274"/>
                  </a:lnTo>
                  <a:lnTo>
                    <a:pt x="3117" y="64633"/>
                  </a:lnTo>
                  <a:lnTo>
                    <a:pt x="2818" y="63964"/>
                  </a:lnTo>
                  <a:lnTo>
                    <a:pt x="2534" y="63253"/>
                  </a:lnTo>
                  <a:lnTo>
                    <a:pt x="2263" y="62499"/>
                  </a:lnTo>
                  <a:lnTo>
                    <a:pt x="2022" y="61716"/>
                  </a:lnTo>
                  <a:lnTo>
                    <a:pt x="1908" y="61318"/>
                  </a:lnTo>
                  <a:lnTo>
                    <a:pt x="1808" y="60891"/>
                  </a:lnTo>
                  <a:lnTo>
                    <a:pt x="1694" y="60464"/>
                  </a:lnTo>
                  <a:lnTo>
                    <a:pt x="1609" y="60023"/>
                  </a:lnTo>
                  <a:lnTo>
                    <a:pt x="1523" y="59582"/>
                  </a:lnTo>
                  <a:lnTo>
                    <a:pt x="1438" y="59126"/>
                  </a:lnTo>
                  <a:lnTo>
                    <a:pt x="1367" y="58657"/>
                  </a:lnTo>
                  <a:lnTo>
                    <a:pt x="1296" y="58173"/>
                  </a:lnTo>
                  <a:lnTo>
                    <a:pt x="1239" y="57689"/>
                  </a:lnTo>
                  <a:lnTo>
                    <a:pt x="1196" y="57191"/>
                  </a:lnTo>
                  <a:lnTo>
                    <a:pt x="1139" y="56366"/>
                  </a:lnTo>
                  <a:lnTo>
                    <a:pt x="1111" y="55555"/>
                  </a:lnTo>
                  <a:lnTo>
                    <a:pt x="1125" y="54743"/>
                  </a:lnTo>
                  <a:lnTo>
                    <a:pt x="1168" y="53932"/>
                  </a:lnTo>
                  <a:lnTo>
                    <a:pt x="1239" y="53150"/>
                  </a:lnTo>
                  <a:lnTo>
                    <a:pt x="1338" y="52353"/>
                  </a:lnTo>
                  <a:lnTo>
                    <a:pt x="1467" y="51570"/>
                  </a:lnTo>
                  <a:lnTo>
                    <a:pt x="1623" y="50787"/>
                  </a:lnTo>
                  <a:lnTo>
                    <a:pt x="1808" y="50019"/>
                  </a:lnTo>
                  <a:lnTo>
                    <a:pt x="2007" y="49265"/>
                  </a:lnTo>
                  <a:lnTo>
                    <a:pt x="2235" y="48496"/>
                  </a:lnTo>
                  <a:lnTo>
                    <a:pt x="2491" y="47742"/>
                  </a:lnTo>
                  <a:lnTo>
                    <a:pt x="2761" y="47002"/>
                  </a:lnTo>
                  <a:lnTo>
                    <a:pt x="3060" y="46248"/>
                  </a:lnTo>
                  <a:lnTo>
                    <a:pt x="3373" y="45508"/>
                  </a:lnTo>
                  <a:lnTo>
                    <a:pt x="3701" y="44782"/>
                  </a:lnTo>
                  <a:lnTo>
                    <a:pt x="4042" y="44042"/>
                  </a:lnTo>
                  <a:lnTo>
                    <a:pt x="4412" y="43317"/>
                  </a:lnTo>
                  <a:lnTo>
                    <a:pt x="4782" y="42605"/>
                  </a:lnTo>
                  <a:lnTo>
                    <a:pt x="5181" y="41880"/>
                  </a:lnTo>
                  <a:lnTo>
                    <a:pt x="5579" y="41168"/>
                  </a:lnTo>
                  <a:lnTo>
                    <a:pt x="5992" y="40457"/>
                  </a:lnTo>
                  <a:lnTo>
                    <a:pt x="6419" y="39745"/>
                  </a:lnTo>
                  <a:lnTo>
                    <a:pt x="6845" y="39048"/>
                  </a:lnTo>
                  <a:lnTo>
                    <a:pt x="7742" y="37639"/>
                  </a:lnTo>
                  <a:lnTo>
                    <a:pt x="8653" y="36259"/>
                  </a:lnTo>
                  <a:lnTo>
                    <a:pt x="9578" y="34878"/>
                  </a:lnTo>
                  <a:lnTo>
                    <a:pt x="10503" y="33498"/>
                  </a:lnTo>
                  <a:lnTo>
                    <a:pt x="11968" y="31335"/>
                  </a:lnTo>
                  <a:lnTo>
                    <a:pt x="12694" y="30239"/>
                  </a:lnTo>
                  <a:lnTo>
                    <a:pt x="13420" y="29144"/>
                  </a:lnTo>
                  <a:lnTo>
                    <a:pt x="14117" y="28034"/>
                  </a:lnTo>
                  <a:lnTo>
                    <a:pt x="14800" y="26924"/>
                  </a:lnTo>
                  <a:lnTo>
                    <a:pt x="15469" y="25800"/>
                  </a:lnTo>
                  <a:lnTo>
                    <a:pt x="16109" y="24676"/>
                  </a:lnTo>
                  <a:lnTo>
                    <a:pt x="16408" y="24106"/>
                  </a:lnTo>
                  <a:lnTo>
                    <a:pt x="16707" y="23523"/>
                  </a:lnTo>
                  <a:lnTo>
                    <a:pt x="16991" y="22954"/>
                  </a:lnTo>
                  <a:lnTo>
                    <a:pt x="17276" y="22370"/>
                  </a:lnTo>
                  <a:lnTo>
                    <a:pt x="17546" y="21787"/>
                  </a:lnTo>
                  <a:lnTo>
                    <a:pt x="17802" y="21203"/>
                  </a:lnTo>
                  <a:lnTo>
                    <a:pt x="18059" y="20620"/>
                  </a:lnTo>
                  <a:lnTo>
                    <a:pt x="18286" y="20037"/>
                  </a:lnTo>
                  <a:lnTo>
                    <a:pt x="18514" y="19439"/>
                  </a:lnTo>
                  <a:lnTo>
                    <a:pt x="18727" y="18841"/>
                  </a:lnTo>
                  <a:lnTo>
                    <a:pt x="18927" y="18244"/>
                  </a:lnTo>
                  <a:lnTo>
                    <a:pt x="19112" y="17632"/>
                  </a:lnTo>
                  <a:lnTo>
                    <a:pt x="19282" y="17034"/>
                  </a:lnTo>
                  <a:lnTo>
                    <a:pt x="19439" y="16422"/>
                  </a:lnTo>
                  <a:lnTo>
                    <a:pt x="19581" y="15810"/>
                  </a:lnTo>
                  <a:lnTo>
                    <a:pt x="19709" y="15184"/>
                  </a:lnTo>
                  <a:lnTo>
                    <a:pt x="19852" y="14387"/>
                  </a:lnTo>
                  <a:lnTo>
                    <a:pt x="19951" y="13590"/>
                  </a:lnTo>
                  <a:lnTo>
                    <a:pt x="20022" y="12822"/>
                  </a:lnTo>
                  <a:lnTo>
                    <a:pt x="20037" y="12452"/>
                  </a:lnTo>
                  <a:lnTo>
                    <a:pt x="20051" y="12082"/>
                  </a:lnTo>
                  <a:lnTo>
                    <a:pt x="20051" y="11712"/>
                  </a:lnTo>
                  <a:lnTo>
                    <a:pt x="20037" y="11356"/>
                  </a:lnTo>
                  <a:lnTo>
                    <a:pt x="20022" y="11001"/>
                  </a:lnTo>
                  <a:lnTo>
                    <a:pt x="19994" y="10645"/>
                  </a:lnTo>
                  <a:lnTo>
                    <a:pt x="19965" y="10303"/>
                  </a:lnTo>
                  <a:lnTo>
                    <a:pt x="19923" y="9962"/>
                  </a:lnTo>
                  <a:lnTo>
                    <a:pt x="19866" y="9620"/>
                  </a:lnTo>
                  <a:lnTo>
                    <a:pt x="19809" y="9293"/>
                  </a:lnTo>
                  <a:lnTo>
                    <a:pt x="19738" y="8966"/>
                  </a:lnTo>
                  <a:lnTo>
                    <a:pt x="19667" y="8653"/>
                  </a:lnTo>
                  <a:lnTo>
                    <a:pt x="19581" y="8340"/>
                  </a:lnTo>
                  <a:lnTo>
                    <a:pt x="19482" y="8027"/>
                  </a:lnTo>
                  <a:lnTo>
                    <a:pt x="19368" y="7728"/>
                  </a:lnTo>
                  <a:lnTo>
                    <a:pt x="19254" y="7415"/>
                  </a:lnTo>
                  <a:lnTo>
                    <a:pt x="19140" y="7130"/>
                  </a:lnTo>
                  <a:lnTo>
                    <a:pt x="19012" y="6831"/>
                  </a:lnTo>
                  <a:lnTo>
                    <a:pt x="18870" y="6561"/>
                  </a:lnTo>
                  <a:lnTo>
                    <a:pt x="18713" y="6276"/>
                  </a:lnTo>
                  <a:lnTo>
                    <a:pt x="18557" y="6006"/>
                  </a:lnTo>
                  <a:lnTo>
                    <a:pt x="18386" y="5736"/>
                  </a:lnTo>
                  <a:lnTo>
                    <a:pt x="18215" y="5465"/>
                  </a:lnTo>
                  <a:lnTo>
                    <a:pt x="18030" y="5209"/>
                  </a:lnTo>
                  <a:lnTo>
                    <a:pt x="17831" y="4967"/>
                  </a:lnTo>
                  <a:lnTo>
                    <a:pt x="17632" y="4711"/>
                  </a:lnTo>
                  <a:lnTo>
                    <a:pt x="17433" y="4498"/>
                  </a:lnTo>
                  <a:lnTo>
                    <a:pt x="17233" y="4270"/>
                  </a:lnTo>
                  <a:lnTo>
                    <a:pt x="17034" y="4071"/>
                  </a:lnTo>
                  <a:lnTo>
                    <a:pt x="16821" y="3857"/>
                  </a:lnTo>
                  <a:lnTo>
                    <a:pt x="16379" y="3473"/>
                  </a:lnTo>
                  <a:lnTo>
                    <a:pt x="15924" y="3117"/>
                  </a:lnTo>
                  <a:lnTo>
                    <a:pt x="15455" y="2790"/>
                  </a:lnTo>
                  <a:lnTo>
                    <a:pt x="14971" y="2477"/>
                  </a:lnTo>
                  <a:lnTo>
                    <a:pt x="14487" y="2192"/>
                  </a:lnTo>
                  <a:lnTo>
                    <a:pt x="13975" y="1922"/>
                  </a:lnTo>
                  <a:lnTo>
                    <a:pt x="13477" y="1694"/>
                  </a:lnTo>
                  <a:lnTo>
                    <a:pt x="12964" y="1467"/>
                  </a:lnTo>
                  <a:lnTo>
                    <a:pt x="12452" y="1267"/>
                  </a:lnTo>
                  <a:lnTo>
                    <a:pt x="11940" y="1082"/>
                  </a:lnTo>
                  <a:lnTo>
                    <a:pt x="11427" y="926"/>
                  </a:lnTo>
                  <a:lnTo>
                    <a:pt x="10929" y="783"/>
                  </a:lnTo>
                  <a:lnTo>
                    <a:pt x="10431" y="641"/>
                  </a:lnTo>
                  <a:lnTo>
                    <a:pt x="9933" y="527"/>
                  </a:lnTo>
                  <a:lnTo>
                    <a:pt x="9464" y="428"/>
                  </a:lnTo>
                  <a:lnTo>
                    <a:pt x="8994" y="342"/>
                  </a:lnTo>
                  <a:lnTo>
                    <a:pt x="8553" y="271"/>
                  </a:lnTo>
                  <a:lnTo>
                    <a:pt x="8112" y="214"/>
                  </a:lnTo>
                  <a:lnTo>
                    <a:pt x="7315" y="115"/>
                  </a:lnTo>
                  <a:lnTo>
                    <a:pt x="6604" y="44"/>
                  </a:lnTo>
                  <a:lnTo>
                    <a:pt x="6020" y="15"/>
                  </a:lnTo>
                  <a:lnTo>
                    <a:pt x="5551" y="1"/>
                  </a:lnTo>
                  <a:close/>
                </a:path>
              </a:pathLst>
            </a:custGeom>
            <a:solidFill>
              <a:srgbClr val="2119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6" name="Google Shape;606;p21"/>
          <p:cNvGrpSpPr/>
          <p:nvPr/>
        </p:nvGrpSpPr>
        <p:grpSpPr>
          <a:xfrm>
            <a:off x="4648173" y="1278038"/>
            <a:ext cx="2943277" cy="671250"/>
            <a:chOff x="4648173" y="1278038"/>
            <a:chExt cx="2943277" cy="671250"/>
          </a:xfrm>
        </p:grpSpPr>
        <p:sp>
          <p:nvSpPr>
            <p:cNvPr id="607" name="Google Shape;607;p21"/>
            <p:cNvSpPr/>
            <p:nvPr/>
          </p:nvSpPr>
          <p:spPr>
            <a:xfrm>
              <a:off x="6986950" y="1311425"/>
              <a:ext cx="604500" cy="60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608" name="Google Shape;608;p21"/>
            <p:cNvGrpSpPr/>
            <p:nvPr/>
          </p:nvGrpSpPr>
          <p:grpSpPr>
            <a:xfrm>
              <a:off x="4648173" y="1278038"/>
              <a:ext cx="1981204" cy="671250"/>
              <a:chOff x="6053048" y="700371"/>
              <a:chExt cx="1981204" cy="671250"/>
            </a:xfrm>
          </p:grpSpPr>
          <p:sp>
            <p:nvSpPr>
              <p:cNvPr id="609" name="Google Shape;609;p21"/>
              <p:cNvSpPr txBox="1"/>
              <p:nvPr/>
            </p:nvSpPr>
            <p:spPr>
              <a:xfrm>
                <a:off x="6053052" y="70037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Mars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610" name="Google Shape;610;p21"/>
              <p:cNvSpPr txBox="1"/>
              <p:nvPr/>
            </p:nvSpPr>
            <p:spPr>
              <a:xfrm>
                <a:off x="6053048" y="103982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Despite being red, Mars is a cold place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611" name="Google Shape;611;p21"/>
          <p:cNvGrpSpPr/>
          <p:nvPr/>
        </p:nvGrpSpPr>
        <p:grpSpPr>
          <a:xfrm>
            <a:off x="3251181" y="2203696"/>
            <a:ext cx="2943277" cy="671250"/>
            <a:chOff x="3486123" y="2444463"/>
            <a:chExt cx="2943277" cy="671250"/>
          </a:xfrm>
        </p:grpSpPr>
        <p:sp>
          <p:nvSpPr>
            <p:cNvPr id="612" name="Google Shape;612;p21"/>
            <p:cNvSpPr/>
            <p:nvPr/>
          </p:nvSpPr>
          <p:spPr>
            <a:xfrm>
              <a:off x="5824900" y="2477850"/>
              <a:ext cx="604500" cy="604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613" name="Google Shape;613;p21"/>
            <p:cNvGrpSpPr/>
            <p:nvPr/>
          </p:nvGrpSpPr>
          <p:grpSpPr>
            <a:xfrm>
              <a:off x="3486123" y="2444463"/>
              <a:ext cx="1981204" cy="671250"/>
              <a:chOff x="6053048" y="700371"/>
              <a:chExt cx="1981204" cy="671250"/>
            </a:xfrm>
          </p:grpSpPr>
          <p:sp>
            <p:nvSpPr>
              <p:cNvPr id="614" name="Google Shape;614;p21"/>
              <p:cNvSpPr txBox="1"/>
              <p:nvPr/>
            </p:nvSpPr>
            <p:spPr>
              <a:xfrm>
                <a:off x="6053052" y="70037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Venus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615" name="Google Shape;615;p21"/>
              <p:cNvSpPr txBox="1"/>
              <p:nvPr/>
            </p:nvSpPr>
            <p:spPr>
              <a:xfrm>
                <a:off x="6053048" y="103982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Venus has a beautiful name, but it’s hot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616" name="Google Shape;616;p21"/>
          <p:cNvGrpSpPr/>
          <p:nvPr/>
        </p:nvGrpSpPr>
        <p:grpSpPr>
          <a:xfrm>
            <a:off x="1854190" y="3129354"/>
            <a:ext cx="2943277" cy="671250"/>
            <a:chOff x="3486123" y="2444463"/>
            <a:chExt cx="2943277" cy="671250"/>
          </a:xfrm>
        </p:grpSpPr>
        <p:sp>
          <p:nvSpPr>
            <p:cNvPr id="617" name="Google Shape;617;p21"/>
            <p:cNvSpPr/>
            <p:nvPr/>
          </p:nvSpPr>
          <p:spPr>
            <a:xfrm>
              <a:off x="5824900" y="2477850"/>
              <a:ext cx="604500" cy="60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618" name="Google Shape;618;p21"/>
            <p:cNvGrpSpPr/>
            <p:nvPr/>
          </p:nvGrpSpPr>
          <p:grpSpPr>
            <a:xfrm>
              <a:off x="3486123" y="2444463"/>
              <a:ext cx="1981204" cy="671250"/>
              <a:chOff x="6053048" y="700371"/>
              <a:chExt cx="1981204" cy="671250"/>
            </a:xfrm>
          </p:grpSpPr>
          <p:sp>
            <p:nvSpPr>
              <p:cNvPr id="619" name="Google Shape;619;p21"/>
              <p:cNvSpPr txBox="1"/>
              <p:nvPr/>
            </p:nvSpPr>
            <p:spPr>
              <a:xfrm>
                <a:off x="6053052" y="70037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Mercury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620" name="Google Shape;620;p21"/>
              <p:cNvSpPr txBox="1"/>
              <p:nvPr/>
            </p:nvSpPr>
            <p:spPr>
              <a:xfrm>
                <a:off x="6053048" y="103982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Mercury is the closest planet to the Sun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621" name="Google Shape;621;p21"/>
          <p:cNvGrpSpPr/>
          <p:nvPr/>
        </p:nvGrpSpPr>
        <p:grpSpPr>
          <a:xfrm>
            <a:off x="457198" y="4055013"/>
            <a:ext cx="2943277" cy="671250"/>
            <a:chOff x="3486123" y="2444463"/>
            <a:chExt cx="2943277" cy="671250"/>
          </a:xfrm>
        </p:grpSpPr>
        <p:sp>
          <p:nvSpPr>
            <p:cNvPr id="622" name="Google Shape;622;p21"/>
            <p:cNvSpPr/>
            <p:nvPr/>
          </p:nvSpPr>
          <p:spPr>
            <a:xfrm>
              <a:off x="5824900" y="2477850"/>
              <a:ext cx="604500" cy="60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623" name="Google Shape;623;p21"/>
            <p:cNvGrpSpPr/>
            <p:nvPr/>
          </p:nvGrpSpPr>
          <p:grpSpPr>
            <a:xfrm>
              <a:off x="3486123" y="2444463"/>
              <a:ext cx="1981204" cy="671250"/>
              <a:chOff x="6053048" y="700371"/>
              <a:chExt cx="1981204" cy="671250"/>
            </a:xfrm>
          </p:grpSpPr>
          <p:sp>
            <p:nvSpPr>
              <p:cNvPr id="624" name="Google Shape;624;p21"/>
              <p:cNvSpPr txBox="1"/>
              <p:nvPr/>
            </p:nvSpPr>
            <p:spPr>
              <a:xfrm>
                <a:off x="6053052" y="70037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Earth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625" name="Google Shape;625;p21"/>
              <p:cNvSpPr txBox="1"/>
              <p:nvPr/>
            </p:nvSpPr>
            <p:spPr>
              <a:xfrm>
                <a:off x="6053048" y="103982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The Earth is the third planet from the Sun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cxnSp>
        <p:nvCxnSpPr>
          <p:cNvPr id="626" name="Google Shape;626;p21"/>
          <p:cNvCxnSpPr>
            <a:stCxn id="622" idx="6"/>
            <a:endCxn id="617" idx="4"/>
          </p:cNvCxnSpPr>
          <p:nvPr/>
        </p:nvCxnSpPr>
        <p:spPr>
          <a:xfrm rot="10800000" flipH="1">
            <a:off x="3400475" y="3767250"/>
            <a:ext cx="1094700" cy="6234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7" name="Google Shape;627;p21"/>
          <p:cNvCxnSpPr>
            <a:stCxn id="617" idx="6"/>
            <a:endCxn id="612" idx="4"/>
          </p:cNvCxnSpPr>
          <p:nvPr/>
        </p:nvCxnSpPr>
        <p:spPr>
          <a:xfrm rot="10800000" flipH="1">
            <a:off x="4797466" y="2841592"/>
            <a:ext cx="1094700" cy="6234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8" name="Google Shape;628;p21"/>
          <p:cNvCxnSpPr>
            <a:stCxn id="612" idx="6"/>
            <a:endCxn id="607" idx="4"/>
          </p:cNvCxnSpPr>
          <p:nvPr/>
        </p:nvCxnSpPr>
        <p:spPr>
          <a:xfrm rot="10800000" flipH="1">
            <a:off x="6194458" y="1915933"/>
            <a:ext cx="1094700" cy="6234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629" name="Google Shape;629;p21"/>
          <p:cNvGrpSpPr/>
          <p:nvPr/>
        </p:nvGrpSpPr>
        <p:grpSpPr>
          <a:xfrm>
            <a:off x="781048" y="1278038"/>
            <a:ext cx="1981204" cy="671250"/>
            <a:chOff x="6053048" y="700371"/>
            <a:chExt cx="1981204" cy="671250"/>
          </a:xfrm>
        </p:grpSpPr>
        <p:sp>
          <p:nvSpPr>
            <p:cNvPr id="630" name="Google Shape;630;p21"/>
            <p:cNvSpPr txBox="1"/>
            <p:nvPr/>
          </p:nvSpPr>
          <p:spPr>
            <a:xfrm>
              <a:off x="6053052" y="700371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Machine learning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631" name="Google Shape;631;p21"/>
            <p:cNvSpPr txBox="1"/>
            <p:nvPr/>
          </p:nvSpPr>
          <p:spPr>
            <a:xfrm>
              <a:off x="6053048" y="1039821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Saturn is the gas giant that has rings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32" name="Google Shape;632;p21"/>
          <p:cNvGrpSpPr/>
          <p:nvPr/>
        </p:nvGrpSpPr>
        <p:grpSpPr>
          <a:xfrm>
            <a:off x="2883438" y="1459989"/>
            <a:ext cx="367726" cy="307374"/>
            <a:chOff x="4794038" y="3489860"/>
            <a:chExt cx="367726" cy="307374"/>
          </a:xfrm>
        </p:grpSpPr>
        <p:sp>
          <p:nvSpPr>
            <p:cNvPr id="633" name="Google Shape;633;p21"/>
            <p:cNvSpPr/>
            <p:nvPr/>
          </p:nvSpPr>
          <p:spPr>
            <a:xfrm>
              <a:off x="4794038" y="3744242"/>
              <a:ext cx="367726" cy="52992"/>
            </a:xfrm>
            <a:custGeom>
              <a:avLst/>
              <a:gdLst/>
              <a:ahLst/>
              <a:cxnLst/>
              <a:rect l="l" t="t" r="r" b="b"/>
              <a:pathLst>
                <a:path w="10742" h="1548" extrusionOk="0">
                  <a:moveTo>
                    <a:pt x="191" y="0"/>
                  </a:moveTo>
                  <a:cubicBezTo>
                    <a:pt x="96" y="0"/>
                    <a:pt x="1" y="72"/>
                    <a:pt x="25" y="167"/>
                  </a:cubicBezTo>
                  <a:lnTo>
                    <a:pt x="25" y="857"/>
                  </a:lnTo>
                  <a:cubicBezTo>
                    <a:pt x="1" y="1238"/>
                    <a:pt x="311" y="1548"/>
                    <a:pt x="692" y="1548"/>
                  </a:cubicBezTo>
                  <a:lnTo>
                    <a:pt x="10051" y="1548"/>
                  </a:lnTo>
                  <a:cubicBezTo>
                    <a:pt x="10432" y="1548"/>
                    <a:pt x="10741" y="1238"/>
                    <a:pt x="10741" y="857"/>
                  </a:cubicBezTo>
                  <a:lnTo>
                    <a:pt x="10741" y="167"/>
                  </a:lnTo>
                  <a:cubicBezTo>
                    <a:pt x="10741" y="72"/>
                    <a:pt x="10646" y="0"/>
                    <a:pt x="10551" y="0"/>
                  </a:cubicBezTo>
                  <a:lnTo>
                    <a:pt x="6717" y="0"/>
                  </a:lnTo>
                  <a:lnTo>
                    <a:pt x="6574" y="357"/>
                  </a:lnTo>
                  <a:cubicBezTo>
                    <a:pt x="6526" y="429"/>
                    <a:pt x="6455" y="500"/>
                    <a:pt x="6359" y="500"/>
                  </a:cubicBezTo>
                  <a:lnTo>
                    <a:pt x="4407" y="500"/>
                  </a:lnTo>
                  <a:cubicBezTo>
                    <a:pt x="4311" y="500"/>
                    <a:pt x="4216" y="429"/>
                    <a:pt x="4192" y="357"/>
                  </a:cubicBezTo>
                  <a:lnTo>
                    <a:pt x="40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1"/>
            <p:cNvSpPr/>
            <p:nvPr/>
          </p:nvSpPr>
          <p:spPr>
            <a:xfrm>
              <a:off x="4929393" y="3629289"/>
              <a:ext cx="97049" cy="27728"/>
            </a:xfrm>
            <a:custGeom>
              <a:avLst/>
              <a:gdLst/>
              <a:ahLst/>
              <a:cxnLst/>
              <a:rect l="l" t="t" r="r" b="b"/>
              <a:pathLst>
                <a:path w="2835" h="810" extrusionOk="0">
                  <a:moveTo>
                    <a:pt x="0" y="0"/>
                  </a:moveTo>
                  <a:lnTo>
                    <a:pt x="0" y="453"/>
                  </a:lnTo>
                  <a:cubicBezTo>
                    <a:pt x="441" y="691"/>
                    <a:pt x="929" y="810"/>
                    <a:pt x="1417" y="810"/>
                  </a:cubicBezTo>
                  <a:cubicBezTo>
                    <a:pt x="1905" y="810"/>
                    <a:pt x="2394" y="691"/>
                    <a:pt x="2834" y="453"/>
                  </a:cubicBezTo>
                  <a:lnTo>
                    <a:pt x="2834" y="0"/>
                  </a:lnTo>
                  <a:lnTo>
                    <a:pt x="1548" y="477"/>
                  </a:lnTo>
                  <a:cubicBezTo>
                    <a:pt x="1524" y="500"/>
                    <a:pt x="1477" y="500"/>
                    <a:pt x="1429" y="500"/>
                  </a:cubicBezTo>
                  <a:cubicBezTo>
                    <a:pt x="1405" y="500"/>
                    <a:pt x="1358" y="500"/>
                    <a:pt x="1334" y="47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1"/>
            <p:cNvSpPr/>
            <p:nvPr/>
          </p:nvSpPr>
          <p:spPr>
            <a:xfrm>
              <a:off x="4900843" y="3566507"/>
              <a:ext cx="155758" cy="57921"/>
            </a:xfrm>
            <a:custGeom>
              <a:avLst/>
              <a:gdLst/>
              <a:ahLst/>
              <a:cxnLst/>
              <a:rect l="l" t="t" r="r" b="b"/>
              <a:pathLst>
                <a:path w="4550" h="1692" extrusionOk="0">
                  <a:moveTo>
                    <a:pt x="2287" y="1"/>
                  </a:moveTo>
                  <a:lnTo>
                    <a:pt x="1" y="858"/>
                  </a:lnTo>
                  <a:lnTo>
                    <a:pt x="2287" y="1691"/>
                  </a:lnTo>
                  <a:lnTo>
                    <a:pt x="4549" y="858"/>
                  </a:lnTo>
                  <a:lnTo>
                    <a:pt x="22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1"/>
            <p:cNvSpPr/>
            <p:nvPr/>
          </p:nvSpPr>
          <p:spPr>
            <a:xfrm>
              <a:off x="4809545" y="3489860"/>
              <a:ext cx="337532" cy="249521"/>
            </a:xfrm>
            <a:custGeom>
              <a:avLst/>
              <a:gdLst/>
              <a:ahLst/>
              <a:cxnLst/>
              <a:rect l="l" t="t" r="r" b="b"/>
              <a:pathLst>
                <a:path w="9860" h="7289" extrusionOk="0">
                  <a:moveTo>
                    <a:pt x="4942" y="1585"/>
                  </a:moveTo>
                  <a:cubicBezTo>
                    <a:pt x="4978" y="1585"/>
                    <a:pt x="5013" y="1597"/>
                    <a:pt x="5049" y="1620"/>
                  </a:cubicBezTo>
                  <a:lnTo>
                    <a:pt x="8240" y="2787"/>
                  </a:lnTo>
                  <a:cubicBezTo>
                    <a:pt x="8359" y="2835"/>
                    <a:pt x="8455" y="2954"/>
                    <a:pt x="8455" y="3073"/>
                  </a:cubicBezTo>
                  <a:cubicBezTo>
                    <a:pt x="8455" y="3216"/>
                    <a:pt x="8359" y="3335"/>
                    <a:pt x="8240" y="3383"/>
                  </a:cubicBezTo>
                  <a:lnTo>
                    <a:pt x="6978" y="3835"/>
                  </a:lnTo>
                  <a:lnTo>
                    <a:pt x="6978" y="4692"/>
                  </a:lnTo>
                  <a:cubicBezTo>
                    <a:pt x="6954" y="4788"/>
                    <a:pt x="6907" y="4883"/>
                    <a:pt x="6835" y="4954"/>
                  </a:cubicBezTo>
                  <a:cubicBezTo>
                    <a:pt x="6252" y="5324"/>
                    <a:pt x="5591" y="5508"/>
                    <a:pt x="4930" y="5508"/>
                  </a:cubicBezTo>
                  <a:cubicBezTo>
                    <a:pt x="4269" y="5508"/>
                    <a:pt x="3608" y="5324"/>
                    <a:pt x="3025" y="4954"/>
                  </a:cubicBezTo>
                  <a:cubicBezTo>
                    <a:pt x="2930" y="4883"/>
                    <a:pt x="2882" y="4788"/>
                    <a:pt x="2882" y="4692"/>
                  </a:cubicBezTo>
                  <a:lnTo>
                    <a:pt x="2882" y="3835"/>
                  </a:lnTo>
                  <a:lnTo>
                    <a:pt x="2572" y="3716"/>
                  </a:lnTo>
                  <a:lnTo>
                    <a:pt x="2572" y="4669"/>
                  </a:lnTo>
                  <a:cubicBezTo>
                    <a:pt x="2549" y="4859"/>
                    <a:pt x="2400" y="4954"/>
                    <a:pt x="2251" y="4954"/>
                  </a:cubicBezTo>
                  <a:cubicBezTo>
                    <a:pt x="2102" y="4954"/>
                    <a:pt x="1953" y="4859"/>
                    <a:pt x="1929" y="4669"/>
                  </a:cubicBezTo>
                  <a:lnTo>
                    <a:pt x="1929" y="3478"/>
                  </a:lnTo>
                  <a:lnTo>
                    <a:pt x="1644" y="3383"/>
                  </a:lnTo>
                  <a:cubicBezTo>
                    <a:pt x="1501" y="3335"/>
                    <a:pt x="1429" y="3216"/>
                    <a:pt x="1429" y="3073"/>
                  </a:cubicBezTo>
                  <a:cubicBezTo>
                    <a:pt x="1429" y="2954"/>
                    <a:pt x="1501" y="2835"/>
                    <a:pt x="1644" y="2787"/>
                  </a:cubicBezTo>
                  <a:lnTo>
                    <a:pt x="4835" y="1620"/>
                  </a:lnTo>
                  <a:cubicBezTo>
                    <a:pt x="4870" y="1597"/>
                    <a:pt x="4906" y="1585"/>
                    <a:pt x="4942" y="1585"/>
                  </a:cubicBezTo>
                  <a:close/>
                  <a:moveTo>
                    <a:pt x="905" y="1"/>
                  </a:moveTo>
                  <a:cubicBezTo>
                    <a:pt x="405" y="1"/>
                    <a:pt x="0" y="406"/>
                    <a:pt x="0" y="930"/>
                  </a:cubicBezTo>
                  <a:lnTo>
                    <a:pt x="0" y="6788"/>
                  </a:lnTo>
                  <a:lnTo>
                    <a:pt x="3596" y="6788"/>
                  </a:lnTo>
                  <a:cubicBezTo>
                    <a:pt x="3858" y="6788"/>
                    <a:pt x="4097" y="6931"/>
                    <a:pt x="4192" y="7169"/>
                  </a:cubicBezTo>
                  <a:lnTo>
                    <a:pt x="4168" y="7169"/>
                  </a:lnTo>
                  <a:lnTo>
                    <a:pt x="4216" y="7288"/>
                  </a:lnTo>
                  <a:lnTo>
                    <a:pt x="5644" y="7288"/>
                  </a:lnTo>
                  <a:lnTo>
                    <a:pt x="5692" y="7169"/>
                  </a:lnTo>
                  <a:cubicBezTo>
                    <a:pt x="5787" y="6931"/>
                    <a:pt x="6002" y="6788"/>
                    <a:pt x="6264" y="6788"/>
                  </a:cubicBezTo>
                  <a:lnTo>
                    <a:pt x="9860" y="6788"/>
                  </a:lnTo>
                  <a:lnTo>
                    <a:pt x="9860" y="930"/>
                  </a:lnTo>
                  <a:cubicBezTo>
                    <a:pt x="9860" y="406"/>
                    <a:pt x="9455" y="1"/>
                    <a:pt x="89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2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grpSp>
        <p:nvGrpSpPr>
          <p:cNvPr id="642" name="Google Shape;642;p22"/>
          <p:cNvGrpSpPr/>
          <p:nvPr/>
        </p:nvGrpSpPr>
        <p:grpSpPr>
          <a:xfrm>
            <a:off x="3213883" y="1981186"/>
            <a:ext cx="2716242" cy="2750745"/>
            <a:chOff x="457200" y="1485900"/>
            <a:chExt cx="3205384" cy="3246100"/>
          </a:xfrm>
        </p:grpSpPr>
        <p:sp>
          <p:nvSpPr>
            <p:cNvPr id="643" name="Google Shape;643;p22"/>
            <p:cNvSpPr/>
            <p:nvPr/>
          </p:nvSpPr>
          <p:spPr>
            <a:xfrm>
              <a:off x="457200" y="4516621"/>
              <a:ext cx="1920994" cy="173515"/>
            </a:xfrm>
            <a:custGeom>
              <a:avLst/>
              <a:gdLst/>
              <a:ahLst/>
              <a:cxnLst/>
              <a:rect l="l" t="t" r="r" b="b"/>
              <a:pathLst>
                <a:path w="47517" h="4292" extrusionOk="0">
                  <a:moveTo>
                    <a:pt x="23754" y="1"/>
                  </a:moveTo>
                  <a:lnTo>
                    <a:pt x="21330" y="10"/>
                  </a:lnTo>
                  <a:lnTo>
                    <a:pt x="18965" y="49"/>
                  </a:lnTo>
                  <a:lnTo>
                    <a:pt x="16695" y="97"/>
                  </a:lnTo>
                  <a:lnTo>
                    <a:pt x="14511" y="173"/>
                  </a:lnTo>
                  <a:lnTo>
                    <a:pt x="12432" y="259"/>
                  </a:lnTo>
                  <a:lnTo>
                    <a:pt x="11436" y="317"/>
                  </a:lnTo>
                  <a:lnTo>
                    <a:pt x="10469" y="365"/>
                  </a:lnTo>
                  <a:lnTo>
                    <a:pt x="9540" y="432"/>
                  </a:lnTo>
                  <a:lnTo>
                    <a:pt x="8639" y="489"/>
                  </a:lnTo>
                  <a:lnTo>
                    <a:pt x="7777" y="556"/>
                  </a:lnTo>
                  <a:lnTo>
                    <a:pt x="6954" y="633"/>
                  </a:lnTo>
                  <a:lnTo>
                    <a:pt x="6168" y="710"/>
                  </a:lnTo>
                  <a:lnTo>
                    <a:pt x="5421" y="786"/>
                  </a:lnTo>
                  <a:lnTo>
                    <a:pt x="4722" y="863"/>
                  </a:lnTo>
                  <a:lnTo>
                    <a:pt x="4052" y="949"/>
                  </a:lnTo>
                  <a:lnTo>
                    <a:pt x="3439" y="1035"/>
                  </a:lnTo>
                  <a:lnTo>
                    <a:pt x="2864" y="1121"/>
                  </a:lnTo>
                  <a:lnTo>
                    <a:pt x="2337" y="1217"/>
                  </a:lnTo>
                  <a:lnTo>
                    <a:pt x="1868" y="1313"/>
                  </a:lnTo>
                  <a:lnTo>
                    <a:pt x="1437" y="1409"/>
                  </a:lnTo>
                  <a:lnTo>
                    <a:pt x="1063" y="1514"/>
                  </a:lnTo>
                  <a:lnTo>
                    <a:pt x="747" y="1610"/>
                  </a:lnTo>
                  <a:lnTo>
                    <a:pt x="479" y="1715"/>
                  </a:lnTo>
                  <a:lnTo>
                    <a:pt x="364" y="1773"/>
                  </a:lnTo>
                  <a:lnTo>
                    <a:pt x="268" y="1821"/>
                  </a:lnTo>
                  <a:lnTo>
                    <a:pt x="192" y="1878"/>
                  </a:lnTo>
                  <a:lnTo>
                    <a:pt x="125" y="1926"/>
                  </a:lnTo>
                  <a:lnTo>
                    <a:pt x="67" y="1984"/>
                  </a:lnTo>
                  <a:lnTo>
                    <a:pt x="29" y="2041"/>
                  </a:lnTo>
                  <a:lnTo>
                    <a:pt x="10" y="2098"/>
                  </a:lnTo>
                  <a:lnTo>
                    <a:pt x="0" y="2146"/>
                  </a:lnTo>
                  <a:lnTo>
                    <a:pt x="10" y="2204"/>
                  </a:lnTo>
                  <a:lnTo>
                    <a:pt x="29" y="2261"/>
                  </a:lnTo>
                  <a:lnTo>
                    <a:pt x="67" y="2319"/>
                  </a:lnTo>
                  <a:lnTo>
                    <a:pt x="125" y="2367"/>
                  </a:lnTo>
                  <a:lnTo>
                    <a:pt x="192" y="2424"/>
                  </a:lnTo>
                  <a:lnTo>
                    <a:pt x="268" y="2472"/>
                  </a:lnTo>
                  <a:lnTo>
                    <a:pt x="364" y="2529"/>
                  </a:lnTo>
                  <a:lnTo>
                    <a:pt x="479" y="2577"/>
                  </a:lnTo>
                  <a:lnTo>
                    <a:pt x="747" y="2683"/>
                  </a:lnTo>
                  <a:lnTo>
                    <a:pt x="1063" y="2788"/>
                  </a:lnTo>
                  <a:lnTo>
                    <a:pt x="1437" y="2884"/>
                  </a:lnTo>
                  <a:lnTo>
                    <a:pt x="1868" y="2989"/>
                  </a:lnTo>
                  <a:lnTo>
                    <a:pt x="2337" y="3075"/>
                  </a:lnTo>
                  <a:lnTo>
                    <a:pt x="2864" y="3171"/>
                  </a:lnTo>
                  <a:lnTo>
                    <a:pt x="3439" y="3257"/>
                  </a:lnTo>
                  <a:lnTo>
                    <a:pt x="4052" y="3353"/>
                  </a:lnTo>
                  <a:lnTo>
                    <a:pt x="4722" y="3430"/>
                  </a:lnTo>
                  <a:lnTo>
                    <a:pt x="5421" y="3516"/>
                  </a:lnTo>
                  <a:lnTo>
                    <a:pt x="6168" y="3593"/>
                  </a:lnTo>
                  <a:lnTo>
                    <a:pt x="6954" y="3669"/>
                  </a:lnTo>
                  <a:lnTo>
                    <a:pt x="7777" y="3736"/>
                  </a:lnTo>
                  <a:lnTo>
                    <a:pt x="8639" y="3803"/>
                  </a:lnTo>
                  <a:lnTo>
                    <a:pt x="9540" y="3870"/>
                  </a:lnTo>
                  <a:lnTo>
                    <a:pt x="10469" y="3928"/>
                  </a:lnTo>
                  <a:lnTo>
                    <a:pt x="11436" y="3985"/>
                  </a:lnTo>
                  <a:lnTo>
                    <a:pt x="12432" y="4033"/>
                  </a:lnTo>
                  <a:lnTo>
                    <a:pt x="14511" y="4129"/>
                  </a:lnTo>
                  <a:lnTo>
                    <a:pt x="16695" y="4196"/>
                  </a:lnTo>
                  <a:lnTo>
                    <a:pt x="18965" y="4254"/>
                  </a:lnTo>
                  <a:lnTo>
                    <a:pt x="21330" y="4282"/>
                  </a:lnTo>
                  <a:lnTo>
                    <a:pt x="23754" y="4292"/>
                  </a:lnTo>
                  <a:lnTo>
                    <a:pt x="26187" y="4282"/>
                  </a:lnTo>
                  <a:lnTo>
                    <a:pt x="28543" y="4254"/>
                  </a:lnTo>
                  <a:lnTo>
                    <a:pt x="30822" y="4196"/>
                  </a:lnTo>
                  <a:lnTo>
                    <a:pt x="33006" y="4129"/>
                  </a:lnTo>
                  <a:lnTo>
                    <a:pt x="35085" y="4033"/>
                  </a:lnTo>
                  <a:lnTo>
                    <a:pt x="36071" y="3985"/>
                  </a:lnTo>
                  <a:lnTo>
                    <a:pt x="37038" y="3928"/>
                  </a:lnTo>
                  <a:lnTo>
                    <a:pt x="37968" y="3870"/>
                  </a:lnTo>
                  <a:lnTo>
                    <a:pt x="38868" y="3803"/>
                  </a:lnTo>
                  <a:lnTo>
                    <a:pt x="39730" y="3736"/>
                  </a:lnTo>
                  <a:lnTo>
                    <a:pt x="40554" y="3669"/>
                  </a:lnTo>
                  <a:lnTo>
                    <a:pt x="41339" y="3593"/>
                  </a:lnTo>
                  <a:lnTo>
                    <a:pt x="42086" y="3516"/>
                  </a:lnTo>
                  <a:lnTo>
                    <a:pt x="42795" y="3430"/>
                  </a:lnTo>
                  <a:lnTo>
                    <a:pt x="43456" y="3353"/>
                  </a:lnTo>
                  <a:lnTo>
                    <a:pt x="44078" y="3257"/>
                  </a:lnTo>
                  <a:lnTo>
                    <a:pt x="44643" y="3171"/>
                  </a:lnTo>
                  <a:lnTo>
                    <a:pt x="45170" y="3075"/>
                  </a:lnTo>
                  <a:lnTo>
                    <a:pt x="45649" y="2989"/>
                  </a:lnTo>
                  <a:lnTo>
                    <a:pt x="46071" y="2884"/>
                  </a:lnTo>
                  <a:lnTo>
                    <a:pt x="46444" y="2788"/>
                  </a:lnTo>
                  <a:lnTo>
                    <a:pt x="46770" y="2683"/>
                  </a:lnTo>
                  <a:lnTo>
                    <a:pt x="47028" y="2577"/>
                  </a:lnTo>
                  <a:lnTo>
                    <a:pt x="47143" y="2529"/>
                  </a:lnTo>
                  <a:lnTo>
                    <a:pt x="47239" y="2472"/>
                  </a:lnTo>
                  <a:lnTo>
                    <a:pt x="47325" y="2424"/>
                  </a:lnTo>
                  <a:lnTo>
                    <a:pt x="47392" y="2367"/>
                  </a:lnTo>
                  <a:lnTo>
                    <a:pt x="47450" y="2319"/>
                  </a:lnTo>
                  <a:lnTo>
                    <a:pt x="47488" y="2261"/>
                  </a:lnTo>
                  <a:lnTo>
                    <a:pt x="47507" y="2204"/>
                  </a:lnTo>
                  <a:lnTo>
                    <a:pt x="47517" y="2146"/>
                  </a:lnTo>
                  <a:lnTo>
                    <a:pt x="47507" y="2098"/>
                  </a:lnTo>
                  <a:lnTo>
                    <a:pt x="47488" y="2041"/>
                  </a:lnTo>
                  <a:lnTo>
                    <a:pt x="47450" y="1984"/>
                  </a:lnTo>
                  <a:lnTo>
                    <a:pt x="47392" y="1926"/>
                  </a:lnTo>
                  <a:lnTo>
                    <a:pt x="47325" y="1878"/>
                  </a:lnTo>
                  <a:lnTo>
                    <a:pt x="47239" y="1821"/>
                  </a:lnTo>
                  <a:lnTo>
                    <a:pt x="47143" y="1773"/>
                  </a:lnTo>
                  <a:lnTo>
                    <a:pt x="47028" y="1715"/>
                  </a:lnTo>
                  <a:lnTo>
                    <a:pt x="46770" y="1610"/>
                  </a:lnTo>
                  <a:lnTo>
                    <a:pt x="46444" y="1514"/>
                  </a:lnTo>
                  <a:lnTo>
                    <a:pt x="46071" y="1409"/>
                  </a:lnTo>
                  <a:lnTo>
                    <a:pt x="45649" y="1313"/>
                  </a:lnTo>
                  <a:lnTo>
                    <a:pt x="45170" y="1217"/>
                  </a:lnTo>
                  <a:lnTo>
                    <a:pt x="44643" y="1121"/>
                  </a:lnTo>
                  <a:lnTo>
                    <a:pt x="44078" y="1035"/>
                  </a:lnTo>
                  <a:lnTo>
                    <a:pt x="43456" y="949"/>
                  </a:lnTo>
                  <a:lnTo>
                    <a:pt x="42795" y="863"/>
                  </a:lnTo>
                  <a:lnTo>
                    <a:pt x="42086" y="786"/>
                  </a:lnTo>
                  <a:lnTo>
                    <a:pt x="41339" y="710"/>
                  </a:lnTo>
                  <a:lnTo>
                    <a:pt x="40554" y="633"/>
                  </a:lnTo>
                  <a:lnTo>
                    <a:pt x="39730" y="556"/>
                  </a:lnTo>
                  <a:lnTo>
                    <a:pt x="38868" y="489"/>
                  </a:lnTo>
                  <a:lnTo>
                    <a:pt x="37968" y="432"/>
                  </a:lnTo>
                  <a:lnTo>
                    <a:pt x="37038" y="365"/>
                  </a:lnTo>
                  <a:lnTo>
                    <a:pt x="36071" y="317"/>
                  </a:lnTo>
                  <a:lnTo>
                    <a:pt x="35085" y="259"/>
                  </a:lnTo>
                  <a:lnTo>
                    <a:pt x="33006" y="173"/>
                  </a:lnTo>
                  <a:lnTo>
                    <a:pt x="30822" y="97"/>
                  </a:lnTo>
                  <a:lnTo>
                    <a:pt x="28543" y="49"/>
                  </a:lnTo>
                  <a:lnTo>
                    <a:pt x="26187" y="10"/>
                  </a:lnTo>
                  <a:lnTo>
                    <a:pt x="23754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2"/>
            <p:cNvSpPr/>
            <p:nvPr/>
          </p:nvSpPr>
          <p:spPr>
            <a:xfrm>
              <a:off x="2360341" y="2998390"/>
              <a:ext cx="417454" cy="50373"/>
            </a:xfrm>
            <a:custGeom>
              <a:avLst/>
              <a:gdLst/>
              <a:ahLst/>
              <a:cxnLst/>
              <a:rect l="l" t="t" r="r" b="b"/>
              <a:pathLst>
                <a:path w="10326" h="1246" extrusionOk="0">
                  <a:moveTo>
                    <a:pt x="565" y="0"/>
                  </a:moveTo>
                  <a:lnTo>
                    <a:pt x="498" y="10"/>
                  </a:lnTo>
                  <a:lnTo>
                    <a:pt x="441" y="29"/>
                  </a:lnTo>
                  <a:lnTo>
                    <a:pt x="383" y="48"/>
                  </a:lnTo>
                  <a:lnTo>
                    <a:pt x="326" y="67"/>
                  </a:lnTo>
                  <a:lnTo>
                    <a:pt x="278" y="105"/>
                  </a:lnTo>
                  <a:lnTo>
                    <a:pt x="182" y="182"/>
                  </a:lnTo>
                  <a:lnTo>
                    <a:pt x="106" y="268"/>
                  </a:lnTo>
                  <a:lnTo>
                    <a:pt x="77" y="326"/>
                  </a:lnTo>
                  <a:lnTo>
                    <a:pt x="48" y="374"/>
                  </a:lnTo>
                  <a:lnTo>
                    <a:pt x="29" y="431"/>
                  </a:lnTo>
                  <a:lnTo>
                    <a:pt x="19" y="489"/>
                  </a:lnTo>
                  <a:lnTo>
                    <a:pt x="10" y="556"/>
                  </a:lnTo>
                  <a:lnTo>
                    <a:pt x="0" y="623"/>
                  </a:lnTo>
                  <a:lnTo>
                    <a:pt x="10" y="680"/>
                  </a:lnTo>
                  <a:lnTo>
                    <a:pt x="19" y="747"/>
                  </a:lnTo>
                  <a:lnTo>
                    <a:pt x="29" y="805"/>
                  </a:lnTo>
                  <a:lnTo>
                    <a:pt x="48" y="862"/>
                  </a:lnTo>
                  <a:lnTo>
                    <a:pt x="77" y="920"/>
                  </a:lnTo>
                  <a:lnTo>
                    <a:pt x="106" y="967"/>
                  </a:lnTo>
                  <a:lnTo>
                    <a:pt x="182" y="1063"/>
                  </a:lnTo>
                  <a:lnTo>
                    <a:pt x="278" y="1130"/>
                  </a:lnTo>
                  <a:lnTo>
                    <a:pt x="326" y="1169"/>
                  </a:lnTo>
                  <a:lnTo>
                    <a:pt x="383" y="1188"/>
                  </a:lnTo>
                  <a:lnTo>
                    <a:pt x="441" y="1216"/>
                  </a:lnTo>
                  <a:lnTo>
                    <a:pt x="498" y="1226"/>
                  </a:lnTo>
                  <a:lnTo>
                    <a:pt x="565" y="1236"/>
                  </a:lnTo>
                  <a:lnTo>
                    <a:pt x="623" y="1245"/>
                  </a:lnTo>
                  <a:lnTo>
                    <a:pt x="9703" y="1245"/>
                  </a:lnTo>
                  <a:lnTo>
                    <a:pt x="9770" y="1236"/>
                  </a:lnTo>
                  <a:lnTo>
                    <a:pt x="9837" y="1226"/>
                  </a:lnTo>
                  <a:lnTo>
                    <a:pt x="9894" y="1216"/>
                  </a:lnTo>
                  <a:lnTo>
                    <a:pt x="9952" y="1188"/>
                  </a:lnTo>
                  <a:lnTo>
                    <a:pt x="10000" y="1169"/>
                  </a:lnTo>
                  <a:lnTo>
                    <a:pt x="10057" y="1130"/>
                  </a:lnTo>
                  <a:lnTo>
                    <a:pt x="10144" y="1063"/>
                  </a:lnTo>
                  <a:lnTo>
                    <a:pt x="10220" y="967"/>
                  </a:lnTo>
                  <a:lnTo>
                    <a:pt x="10258" y="920"/>
                  </a:lnTo>
                  <a:lnTo>
                    <a:pt x="10278" y="862"/>
                  </a:lnTo>
                  <a:lnTo>
                    <a:pt x="10297" y="805"/>
                  </a:lnTo>
                  <a:lnTo>
                    <a:pt x="10316" y="747"/>
                  </a:lnTo>
                  <a:lnTo>
                    <a:pt x="10326" y="680"/>
                  </a:lnTo>
                  <a:lnTo>
                    <a:pt x="10326" y="623"/>
                  </a:lnTo>
                  <a:lnTo>
                    <a:pt x="10326" y="556"/>
                  </a:lnTo>
                  <a:lnTo>
                    <a:pt x="10316" y="489"/>
                  </a:lnTo>
                  <a:lnTo>
                    <a:pt x="10297" y="431"/>
                  </a:lnTo>
                  <a:lnTo>
                    <a:pt x="10278" y="374"/>
                  </a:lnTo>
                  <a:lnTo>
                    <a:pt x="10258" y="326"/>
                  </a:lnTo>
                  <a:lnTo>
                    <a:pt x="10220" y="268"/>
                  </a:lnTo>
                  <a:lnTo>
                    <a:pt x="10144" y="182"/>
                  </a:lnTo>
                  <a:lnTo>
                    <a:pt x="10057" y="105"/>
                  </a:lnTo>
                  <a:lnTo>
                    <a:pt x="10000" y="67"/>
                  </a:lnTo>
                  <a:lnTo>
                    <a:pt x="9952" y="48"/>
                  </a:lnTo>
                  <a:lnTo>
                    <a:pt x="9894" y="29"/>
                  </a:lnTo>
                  <a:lnTo>
                    <a:pt x="9837" y="10"/>
                  </a:lnTo>
                  <a:lnTo>
                    <a:pt x="9770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2"/>
            <p:cNvSpPr/>
            <p:nvPr/>
          </p:nvSpPr>
          <p:spPr>
            <a:xfrm>
              <a:off x="2623642" y="2998390"/>
              <a:ext cx="154150" cy="50373"/>
            </a:xfrm>
            <a:custGeom>
              <a:avLst/>
              <a:gdLst/>
              <a:ahLst/>
              <a:cxnLst/>
              <a:rect l="l" t="t" r="r" b="b"/>
              <a:pathLst>
                <a:path w="3813" h="1246" extrusionOk="0">
                  <a:moveTo>
                    <a:pt x="566" y="0"/>
                  </a:moveTo>
                  <a:lnTo>
                    <a:pt x="498" y="10"/>
                  </a:lnTo>
                  <a:lnTo>
                    <a:pt x="441" y="29"/>
                  </a:lnTo>
                  <a:lnTo>
                    <a:pt x="384" y="48"/>
                  </a:lnTo>
                  <a:lnTo>
                    <a:pt x="326" y="67"/>
                  </a:lnTo>
                  <a:lnTo>
                    <a:pt x="278" y="105"/>
                  </a:lnTo>
                  <a:lnTo>
                    <a:pt x="182" y="182"/>
                  </a:lnTo>
                  <a:lnTo>
                    <a:pt x="106" y="268"/>
                  </a:lnTo>
                  <a:lnTo>
                    <a:pt x="77" y="326"/>
                  </a:lnTo>
                  <a:lnTo>
                    <a:pt x="48" y="374"/>
                  </a:lnTo>
                  <a:lnTo>
                    <a:pt x="29" y="431"/>
                  </a:lnTo>
                  <a:lnTo>
                    <a:pt x="20" y="489"/>
                  </a:lnTo>
                  <a:lnTo>
                    <a:pt x="10" y="556"/>
                  </a:lnTo>
                  <a:lnTo>
                    <a:pt x="0" y="623"/>
                  </a:lnTo>
                  <a:lnTo>
                    <a:pt x="10" y="680"/>
                  </a:lnTo>
                  <a:lnTo>
                    <a:pt x="20" y="747"/>
                  </a:lnTo>
                  <a:lnTo>
                    <a:pt x="29" y="805"/>
                  </a:lnTo>
                  <a:lnTo>
                    <a:pt x="48" y="862"/>
                  </a:lnTo>
                  <a:lnTo>
                    <a:pt x="77" y="920"/>
                  </a:lnTo>
                  <a:lnTo>
                    <a:pt x="106" y="967"/>
                  </a:lnTo>
                  <a:lnTo>
                    <a:pt x="182" y="1063"/>
                  </a:lnTo>
                  <a:lnTo>
                    <a:pt x="278" y="1130"/>
                  </a:lnTo>
                  <a:lnTo>
                    <a:pt x="326" y="1169"/>
                  </a:lnTo>
                  <a:lnTo>
                    <a:pt x="384" y="1188"/>
                  </a:lnTo>
                  <a:lnTo>
                    <a:pt x="441" y="1216"/>
                  </a:lnTo>
                  <a:lnTo>
                    <a:pt x="498" y="1226"/>
                  </a:lnTo>
                  <a:lnTo>
                    <a:pt x="566" y="1236"/>
                  </a:lnTo>
                  <a:lnTo>
                    <a:pt x="623" y="1245"/>
                  </a:lnTo>
                  <a:lnTo>
                    <a:pt x="3190" y="1245"/>
                  </a:lnTo>
                  <a:lnTo>
                    <a:pt x="3257" y="1236"/>
                  </a:lnTo>
                  <a:lnTo>
                    <a:pt x="3324" y="1226"/>
                  </a:lnTo>
                  <a:lnTo>
                    <a:pt x="3381" y="1216"/>
                  </a:lnTo>
                  <a:lnTo>
                    <a:pt x="3439" y="1188"/>
                  </a:lnTo>
                  <a:lnTo>
                    <a:pt x="3487" y="1169"/>
                  </a:lnTo>
                  <a:lnTo>
                    <a:pt x="3544" y="1130"/>
                  </a:lnTo>
                  <a:lnTo>
                    <a:pt x="3631" y="1063"/>
                  </a:lnTo>
                  <a:lnTo>
                    <a:pt x="3707" y="967"/>
                  </a:lnTo>
                  <a:lnTo>
                    <a:pt x="3745" y="920"/>
                  </a:lnTo>
                  <a:lnTo>
                    <a:pt x="3765" y="862"/>
                  </a:lnTo>
                  <a:lnTo>
                    <a:pt x="3784" y="805"/>
                  </a:lnTo>
                  <a:lnTo>
                    <a:pt x="3803" y="747"/>
                  </a:lnTo>
                  <a:lnTo>
                    <a:pt x="3813" y="680"/>
                  </a:lnTo>
                  <a:lnTo>
                    <a:pt x="3813" y="623"/>
                  </a:lnTo>
                  <a:lnTo>
                    <a:pt x="3813" y="556"/>
                  </a:lnTo>
                  <a:lnTo>
                    <a:pt x="3803" y="489"/>
                  </a:lnTo>
                  <a:lnTo>
                    <a:pt x="3784" y="431"/>
                  </a:lnTo>
                  <a:lnTo>
                    <a:pt x="3765" y="374"/>
                  </a:lnTo>
                  <a:lnTo>
                    <a:pt x="3745" y="326"/>
                  </a:lnTo>
                  <a:lnTo>
                    <a:pt x="3707" y="268"/>
                  </a:lnTo>
                  <a:lnTo>
                    <a:pt x="3631" y="182"/>
                  </a:lnTo>
                  <a:lnTo>
                    <a:pt x="3544" y="105"/>
                  </a:lnTo>
                  <a:lnTo>
                    <a:pt x="3487" y="67"/>
                  </a:lnTo>
                  <a:lnTo>
                    <a:pt x="3439" y="48"/>
                  </a:lnTo>
                  <a:lnTo>
                    <a:pt x="3381" y="29"/>
                  </a:lnTo>
                  <a:lnTo>
                    <a:pt x="3324" y="10"/>
                  </a:lnTo>
                  <a:lnTo>
                    <a:pt x="32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2"/>
            <p:cNvSpPr/>
            <p:nvPr/>
          </p:nvSpPr>
          <p:spPr>
            <a:xfrm>
              <a:off x="2665443" y="2196079"/>
              <a:ext cx="84453" cy="111176"/>
            </a:xfrm>
            <a:custGeom>
              <a:avLst/>
              <a:gdLst/>
              <a:ahLst/>
              <a:cxnLst/>
              <a:rect l="l" t="t" r="r" b="b"/>
              <a:pathLst>
                <a:path w="2089" h="2750" extrusionOk="0">
                  <a:moveTo>
                    <a:pt x="1821" y="0"/>
                  </a:moveTo>
                  <a:lnTo>
                    <a:pt x="1754" y="19"/>
                  </a:lnTo>
                  <a:lnTo>
                    <a:pt x="1620" y="67"/>
                  </a:lnTo>
                  <a:lnTo>
                    <a:pt x="1466" y="144"/>
                  </a:lnTo>
                  <a:lnTo>
                    <a:pt x="1303" y="240"/>
                  </a:lnTo>
                  <a:lnTo>
                    <a:pt x="1141" y="345"/>
                  </a:lnTo>
                  <a:lnTo>
                    <a:pt x="968" y="470"/>
                  </a:lnTo>
                  <a:lnTo>
                    <a:pt x="643" y="719"/>
                  </a:lnTo>
                  <a:lnTo>
                    <a:pt x="374" y="948"/>
                  </a:lnTo>
                  <a:lnTo>
                    <a:pt x="116" y="1178"/>
                  </a:lnTo>
                  <a:lnTo>
                    <a:pt x="68" y="1303"/>
                  </a:lnTo>
                  <a:lnTo>
                    <a:pt x="30" y="1437"/>
                  </a:lnTo>
                  <a:lnTo>
                    <a:pt x="10" y="1571"/>
                  </a:lnTo>
                  <a:lnTo>
                    <a:pt x="1" y="1705"/>
                  </a:lnTo>
                  <a:lnTo>
                    <a:pt x="1" y="1839"/>
                  </a:lnTo>
                  <a:lnTo>
                    <a:pt x="10" y="1964"/>
                  </a:lnTo>
                  <a:lnTo>
                    <a:pt x="39" y="2088"/>
                  </a:lnTo>
                  <a:lnTo>
                    <a:pt x="68" y="2203"/>
                  </a:lnTo>
                  <a:lnTo>
                    <a:pt x="106" y="2318"/>
                  </a:lnTo>
                  <a:lnTo>
                    <a:pt x="164" y="2414"/>
                  </a:lnTo>
                  <a:lnTo>
                    <a:pt x="221" y="2510"/>
                  </a:lnTo>
                  <a:lnTo>
                    <a:pt x="288" y="2586"/>
                  </a:lnTo>
                  <a:lnTo>
                    <a:pt x="365" y="2653"/>
                  </a:lnTo>
                  <a:lnTo>
                    <a:pt x="441" y="2701"/>
                  </a:lnTo>
                  <a:lnTo>
                    <a:pt x="528" y="2730"/>
                  </a:lnTo>
                  <a:lnTo>
                    <a:pt x="623" y="2749"/>
                  </a:lnTo>
                  <a:lnTo>
                    <a:pt x="671" y="2749"/>
                  </a:lnTo>
                  <a:lnTo>
                    <a:pt x="729" y="2730"/>
                  </a:lnTo>
                  <a:lnTo>
                    <a:pt x="786" y="2701"/>
                  </a:lnTo>
                  <a:lnTo>
                    <a:pt x="844" y="2663"/>
                  </a:lnTo>
                  <a:lnTo>
                    <a:pt x="901" y="2615"/>
                  </a:lnTo>
                  <a:lnTo>
                    <a:pt x="968" y="2548"/>
                  </a:lnTo>
                  <a:lnTo>
                    <a:pt x="1102" y="2404"/>
                  </a:lnTo>
                  <a:lnTo>
                    <a:pt x="1236" y="2232"/>
                  </a:lnTo>
                  <a:lnTo>
                    <a:pt x="1371" y="2031"/>
                  </a:lnTo>
                  <a:lnTo>
                    <a:pt x="1505" y="1810"/>
                  </a:lnTo>
                  <a:lnTo>
                    <a:pt x="1629" y="1581"/>
                  </a:lnTo>
                  <a:lnTo>
                    <a:pt x="1754" y="1351"/>
                  </a:lnTo>
                  <a:lnTo>
                    <a:pt x="1859" y="1111"/>
                  </a:lnTo>
                  <a:lnTo>
                    <a:pt x="1945" y="891"/>
                  </a:lnTo>
                  <a:lnTo>
                    <a:pt x="2012" y="671"/>
                  </a:lnTo>
                  <a:lnTo>
                    <a:pt x="2060" y="479"/>
                  </a:lnTo>
                  <a:lnTo>
                    <a:pt x="2079" y="393"/>
                  </a:lnTo>
                  <a:lnTo>
                    <a:pt x="2089" y="307"/>
                  </a:lnTo>
                  <a:lnTo>
                    <a:pt x="2089" y="240"/>
                  </a:lnTo>
                  <a:lnTo>
                    <a:pt x="2079" y="173"/>
                  </a:lnTo>
                  <a:lnTo>
                    <a:pt x="2070" y="115"/>
                  </a:lnTo>
                  <a:lnTo>
                    <a:pt x="2041" y="77"/>
                  </a:lnTo>
                  <a:lnTo>
                    <a:pt x="2012" y="39"/>
                  </a:lnTo>
                  <a:lnTo>
                    <a:pt x="1974" y="19"/>
                  </a:lnTo>
                  <a:lnTo>
                    <a:pt x="1926" y="0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2"/>
            <p:cNvSpPr/>
            <p:nvPr/>
          </p:nvSpPr>
          <p:spPr>
            <a:xfrm>
              <a:off x="3148708" y="1685326"/>
              <a:ext cx="513874" cy="513874"/>
            </a:xfrm>
            <a:custGeom>
              <a:avLst/>
              <a:gdLst/>
              <a:ahLst/>
              <a:cxnLst/>
              <a:rect l="l" t="t" r="r" b="b"/>
              <a:pathLst>
                <a:path w="12711" h="12711" extrusionOk="0">
                  <a:moveTo>
                    <a:pt x="6025" y="1"/>
                  </a:moveTo>
                  <a:lnTo>
                    <a:pt x="5699" y="29"/>
                  </a:lnTo>
                  <a:lnTo>
                    <a:pt x="5383" y="68"/>
                  </a:lnTo>
                  <a:lnTo>
                    <a:pt x="5077" y="125"/>
                  </a:lnTo>
                  <a:lnTo>
                    <a:pt x="4761" y="192"/>
                  </a:lnTo>
                  <a:lnTo>
                    <a:pt x="4464" y="278"/>
                  </a:lnTo>
                  <a:lnTo>
                    <a:pt x="4167" y="384"/>
                  </a:lnTo>
                  <a:lnTo>
                    <a:pt x="3879" y="499"/>
                  </a:lnTo>
                  <a:lnTo>
                    <a:pt x="3602" y="623"/>
                  </a:lnTo>
                  <a:lnTo>
                    <a:pt x="3324" y="767"/>
                  </a:lnTo>
                  <a:lnTo>
                    <a:pt x="3056" y="920"/>
                  </a:lnTo>
                  <a:lnTo>
                    <a:pt x="2797" y="1083"/>
                  </a:lnTo>
                  <a:lnTo>
                    <a:pt x="2548" y="1255"/>
                  </a:lnTo>
                  <a:lnTo>
                    <a:pt x="2309" y="1447"/>
                  </a:lnTo>
                  <a:lnTo>
                    <a:pt x="2079" y="1648"/>
                  </a:lnTo>
                  <a:lnTo>
                    <a:pt x="1858" y="1859"/>
                  </a:lnTo>
                  <a:lnTo>
                    <a:pt x="1648" y="2079"/>
                  </a:lnTo>
                  <a:lnTo>
                    <a:pt x="1447" y="2309"/>
                  </a:lnTo>
                  <a:lnTo>
                    <a:pt x="1265" y="2548"/>
                  </a:lnTo>
                  <a:lnTo>
                    <a:pt x="1083" y="2797"/>
                  </a:lnTo>
                  <a:lnTo>
                    <a:pt x="920" y="3056"/>
                  </a:lnTo>
                  <a:lnTo>
                    <a:pt x="767" y="3324"/>
                  </a:lnTo>
                  <a:lnTo>
                    <a:pt x="623" y="3592"/>
                  </a:lnTo>
                  <a:lnTo>
                    <a:pt x="498" y="3880"/>
                  </a:lnTo>
                  <a:lnTo>
                    <a:pt x="383" y="4167"/>
                  </a:lnTo>
                  <a:lnTo>
                    <a:pt x="288" y="4464"/>
                  </a:lnTo>
                  <a:lnTo>
                    <a:pt x="201" y="4761"/>
                  </a:lnTo>
                  <a:lnTo>
                    <a:pt x="125" y="5068"/>
                  </a:lnTo>
                  <a:lnTo>
                    <a:pt x="67" y="5384"/>
                  </a:lnTo>
                  <a:lnTo>
                    <a:pt x="29" y="5700"/>
                  </a:lnTo>
                  <a:lnTo>
                    <a:pt x="10" y="6025"/>
                  </a:lnTo>
                  <a:lnTo>
                    <a:pt x="0" y="6351"/>
                  </a:lnTo>
                  <a:lnTo>
                    <a:pt x="10" y="6677"/>
                  </a:lnTo>
                  <a:lnTo>
                    <a:pt x="29" y="7002"/>
                  </a:lnTo>
                  <a:lnTo>
                    <a:pt x="67" y="7318"/>
                  </a:lnTo>
                  <a:lnTo>
                    <a:pt x="125" y="7634"/>
                  </a:lnTo>
                  <a:lnTo>
                    <a:pt x="201" y="7941"/>
                  </a:lnTo>
                  <a:lnTo>
                    <a:pt x="288" y="8238"/>
                  </a:lnTo>
                  <a:lnTo>
                    <a:pt x="383" y="8535"/>
                  </a:lnTo>
                  <a:lnTo>
                    <a:pt x="498" y="8822"/>
                  </a:lnTo>
                  <a:lnTo>
                    <a:pt x="623" y="9109"/>
                  </a:lnTo>
                  <a:lnTo>
                    <a:pt x="767" y="9378"/>
                  </a:lnTo>
                  <a:lnTo>
                    <a:pt x="920" y="9646"/>
                  </a:lnTo>
                  <a:lnTo>
                    <a:pt x="1083" y="9904"/>
                  </a:lnTo>
                  <a:lnTo>
                    <a:pt x="1265" y="10153"/>
                  </a:lnTo>
                  <a:lnTo>
                    <a:pt x="1447" y="10393"/>
                  </a:lnTo>
                  <a:lnTo>
                    <a:pt x="1648" y="10623"/>
                  </a:lnTo>
                  <a:lnTo>
                    <a:pt x="1858" y="10843"/>
                  </a:lnTo>
                  <a:lnTo>
                    <a:pt x="2079" y="11054"/>
                  </a:lnTo>
                  <a:lnTo>
                    <a:pt x="2309" y="11255"/>
                  </a:lnTo>
                  <a:lnTo>
                    <a:pt x="2548" y="11447"/>
                  </a:lnTo>
                  <a:lnTo>
                    <a:pt x="2797" y="11619"/>
                  </a:lnTo>
                  <a:lnTo>
                    <a:pt x="3056" y="11791"/>
                  </a:lnTo>
                  <a:lnTo>
                    <a:pt x="3324" y="11945"/>
                  </a:lnTo>
                  <a:lnTo>
                    <a:pt x="3602" y="12079"/>
                  </a:lnTo>
                  <a:lnTo>
                    <a:pt x="3879" y="12203"/>
                  </a:lnTo>
                  <a:lnTo>
                    <a:pt x="4167" y="12318"/>
                  </a:lnTo>
                  <a:lnTo>
                    <a:pt x="4464" y="12423"/>
                  </a:lnTo>
                  <a:lnTo>
                    <a:pt x="4761" y="12510"/>
                  </a:lnTo>
                  <a:lnTo>
                    <a:pt x="5077" y="12577"/>
                  </a:lnTo>
                  <a:lnTo>
                    <a:pt x="5383" y="12634"/>
                  </a:lnTo>
                  <a:lnTo>
                    <a:pt x="5699" y="12673"/>
                  </a:lnTo>
                  <a:lnTo>
                    <a:pt x="6025" y="12701"/>
                  </a:lnTo>
                  <a:lnTo>
                    <a:pt x="6351" y="12711"/>
                  </a:lnTo>
                  <a:lnTo>
                    <a:pt x="6676" y="12701"/>
                  </a:lnTo>
                  <a:lnTo>
                    <a:pt x="7002" y="12673"/>
                  </a:lnTo>
                  <a:lnTo>
                    <a:pt x="7318" y="12634"/>
                  </a:lnTo>
                  <a:lnTo>
                    <a:pt x="7634" y="12577"/>
                  </a:lnTo>
                  <a:lnTo>
                    <a:pt x="7941" y="12510"/>
                  </a:lnTo>
                  <a:lnTo>
                    <a:pt x="8247" y="12423"/>
                  </a:lnTo>
                  <a:lnTo>
                    <a:pt x="8534" y="12318"/>
                  </a:lnTo>
                  <a:lnTo>
                    <a:pt x="8831" y="12203"/>
                  </a:lnTo>
                  <a:lnTo>
                    <a:pt x="9109" y="12079"/>
                  </a:lnTo>
                  <a:lnTo>
                    <a:pt x="9387" y="11945"/>
                  </a:lnTo>
                  <a:lnTo>
                    <a:pt x="9645" y="11791"/>
                  </a:lnTo>
                  <a:lnTo>
                    <a:pt x="9904" y="11619"/>
                  </a:lnTo>
                  <a:lnTo>
                    <a:pt x="10153" y="11447"/>
                  </a:lnTo>
                  <a:lnTo>
                    <a:pt x="10393" y="11255"/>
                  </a:lnTo>
                  <a:lnTo>
                    <a:pt x="10622" y="11054"/>
                  </a:lnTo>
                  <a:lnTo>
                    <a:pt x="10843" y="10843"/>
                  </a:lnTo>
                  <a:lnTo>
                    <a:pt x="11053" y="10623"/>
                  </a:lnTo>
                  <a:lnTo>
                    <a:pt x="11255" y="10393"/>
                  </a:lnTo>
                  <a:lnTo>
                    <a:pt x="11446" y="10153"/>
                  </a:lnTo>
                  <a:lnTo>
                    <a:pt x="11619" y="9904"/>
                  </a:lnTo>
                  <a:lnTo>
                    <a:pt x="11791" y="9646"/>
                  </a:lnTo>
                  <a:lnTo>
                    <a:pt x="11944" y="9378"/>
                  </a:lnTo>
                  <a:lnTo>
                    <a:pt x="12078" y="9109"/>
                  </a:lnTo>
                  <a:lnTo>
                    <a:pt x="12212" y="8822"/>
                  </a:lnTo>
                  <a:lnTo>
                    <a:pt x="12327" y="8535"/>
                  </a:lnTo>
                  <a:lnTo>
                    <a:pt x="12423" y="8238"/>
                  </a:lnTo>
                  <a:lnTo>
                    <a:pt x="12509" y="7941"/>
                  </a:lnTo>
                  <a:lnTo>
                    <a:pt x="12576" y="7634"/>
                  </a:lnTo>
                  <a:lnTo>
                    <a:pt x="12634" y="7318"/>
                  </a:lnTo>
                  <a:lnTo>
                    <a:pt x="12672" y="7002"/>
                  </a:lnTo>
                  <a:lnTo>
                    <a:pt x="12701" y="6677"/>
                  </a:lnTo>
                  <a:lnTo>
                    <a:pt x="12710" y="6351"/>
                  </a:lnTo>
                  <a:lnTo>
                    <a:pt x="12701" y="6025"/>
                  </a:lnTo>
                  <a:lnTo>
                    <a:pt x="12672" y="5700"/>
                  </a:lnTo>
                  <a:lnTo>
                    <a:pt x="12634" y="5384"/>
                  </a:lnTo>
                  <a:lnTo>
                    <a:pt x="12576" y="5068"/>
                  </a:lnTo>
                  <a:lnTo>
                    <a:pt x="12509" y="4761"/>
                  </a:lnTo>
                  <a:lnTo>
                    <a:pt x="12423" y="4464"/>
                  </a:lnTo>
                  <a:lnTo>
                    <a:pt x="12327" y="4167"/>
                  </a:lnTo>
                  <a:lnTo>
                    <a:pt x="12212" y="3880"/>
                  </a:lnTo>
                  <a:lnTo>
                    <a:pt x="12078" y="3592"/>
                  </a:lnTo>
                  <a:lnTo>
                    <a:pt x="11944" y="3324"/>
                  </a:lnTo>
                  <a:lnTo>
                    <a:pt x="11791" y="3056"/>
                  </a:lnTo>
                  <a:lnTo>
                    <a:pt x="11619" y="2797"/>
                  </a:lnTo>
                  <a:lnTo>
                    <a:pt x="11446" y="2548"/>
                  </a:lnTo>
                  <a:lnTo>
                    <a:pt x="11255" y="2309"/>
                  </a:lnTo>
                  <a:lnTo>
                    <a:pt x="11053" y="2079"/>
                  </a:lnTo>
                  <a:lnTo>
                    <a:pt x="10843" y="1859"/>
                  </a:lnTo>
                  <a:lnTo>
                    <a:pt x="10622" y="1648"/>
                  </a:lnTo>
                  <a:lnTo>
                    <a:pt x="10393" y="1447"/>
                  </a:lnTo>
                  <a:lnTo>
                    <a:pt x="10153" y="1255"/>
                  </a:lnTo>
                  <a:lnTo>
                    <a:pt x="9904" y="1083"/>
                  </a:lnTo>
                  <a:lnTo>
                    <a:pt x="9645" y="920"/>
                  </a:lnTo>
                  <a:lnTo>
                    <a:pt x="9387" y="767"/>
                  </a:lnTo>
                  <a:lnTo>
                    <a:pt x="9109" y="623"/>
                  </a:lnTo>
                  <a:lnTo>
                    <a:pt x="8831" y="499"/>
                  </a:lnTo>
                  <a:lnTo>
                    <a:pt x="8534" y="384"/>
                  </a:lnTo>
                  <a:lnTo>
                    <a:pt x="8247" y="278"/>
                  </a:lnTo>
                  <a:lnTo>
                    <a:pt x="7941" y="192"/>
                  </a:lnTo>
                  <a:lnTo>
                    <a:pt x="7634" y="125"/>
                  </a:lnTo>
                  <a:lnTo>
                    <a:pt x="7318" y="68"/>
                  </a:lnTo>
                  <a:lnTo>
                    <a:pt x="7002" y="29"/>
                  </a:lnTo>
                  <a:lnTo>
                    <a:pt x="6676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2"/>
            <p:cNvSpPr/>
            <p:nvPr/>
          </p:nvSpPr>
          <p:spPr>
            <a:xfrm>
              <a:off x="1460840" y="4303652"/>
              <a:ext cx="374844" cy="292776"/>
            </a:xfrm>
            <a:custGeom>
              <a:avLst/>
              <a:gdLst/>
              <a:ahLst/>
              <a:cxnLst/>
              <a:rect l="l" t="t" r="r" b="b"/>
              <a:pathLst>
                <a:path w="9272" h="7242" extrusionOk="0">
                  <a:moveTo>
                    <a:pt x="7548" y="1"/>
                  </a:moveTo>
                  <a:lnTo>
                    <a:pt x="3228" y="5470"/>
                  </a:lnTo>
                  <a:lnTo>
                    <a:pt x="2759" y="5623"/>
                  </a:lnTo>
                  <a:lnTo>
                    <a:pt x="2280" y="5805"/>
                  </a:lnTo>
                  <a:lnTo>
                    <a:pt x="1715" y="6026"/>
                  </a:lnTo>
                  <a:lnTo>
                    <a:pt x="1428" y="6150"/>
                  </a:lnTo>
                  <a:lnTo>
                    <a:pt x="1140" y="6284"/>
                  </a:lnTo>
                  <a:lnTo>
                    <a:pt x="872" y="6418"/>
                  </a:lnTo>
                  <a:lnTo>
                    <a:pt x="623" y="6552"/>
                  </a:lnTo>
                  <a:lnTo>
                    <a:pt x="403" y="6686"/>
                  </a:lnTo>
                  <a:lnTo>
                    <a:pt x="307" y="6763"/>
                  </a:lnTo>
                  <a:lnTo>
                    <a:pt x="221" y="6830"/>
                  </a:lnTo>
                  <a:lnTo>
                    <a:pt x="154" y="6897"/>
                  </a:lnTo>
                  <a:lnTo>
                    <a:pt x="87" y="6964"/>
                  </a:lnTo>
                  <a:lnTo>
                    <a:pt x="39" y="7031"/>
                  </a:lnTo>
                  <a:lnTo>
                    <a:pt x="10" y="7089"/>
                  </a:lnTo>
                  <a:lnTo>
                    <a:pt x="0" y="7117"/>
                  </a:lnTo>
                  <a:lnTo>
                    <a:pt x="10" y="7146"/>
                  </a:lnTo>
                  <a:lnTo>
                    <a:pt x="29" y="7165"/>
                  </a:lnTo>
                  <a:lnTo>
                    <a:pt x="48" y="7184"/>
                  </a:lnTo>
                  <a:lnTo>
                    <a:pt x="87" y="7204"/>
                  </a:lnTo>
                  <a:lnTo>
                    <a:pt x="135" y="7223"/>
                  </a:lnTo>
                  <a:lnTo>
                    <a:pt x="249" y="7232"/>
                  </a:lnTo>
                  <a:lnTo>
                    <a:pt x="393" y="7242"/>
                  </a:lnTo>
                  <a:lnTo>
                    <a:pt x="566" y="7242"/>
                  </a:lnTo>
                  <a:lnTo>
                    <a:pt x="977" y="7223"/>
                  </a:lnTo>
                  <a:lnTo>
                    <a:pt x="1428" y="7194"/>
                  </a:lnTo>
                  <a:lnTo>
                    <a:pt x="1897" y="7146"/>
                  </a:lnTo>
                  <a:lnTo>
                    <a:pt x="2357" y="7108"/>
                  </a:lnTo>
                  <a:lnTo>
                    <a:pt x="2749" y="7089"/>
                  </a:lnTo>
                  <a:lnTo>
                    <a:pt x="3075" y="7089"/>
                  </a:lnTo>
                  <a:lnTo>
                    <a:pt x="3238" y="7079"/>
                  </a:lnTo>
                  <a:lnTo>
                    <a:pt x="3401" y="7070"/>
                  </a:lnTo>
                  <a:lnTo>
                    <a:pt x="3544" y="7041"/>
                  </a:lnTo>
                  <a:lnTo>
                    <a:pt x="3621" y="7022"/>
                  </a:lnTo>
                  <a:lnTo>
                    <a:pt x="3688" y="6993"/>
                  </a:lnTo>
                  <a:lnTo>
                    <a:pt x="3765" y="6964"/>
                  </a:lnTo>
                  <a:lnTo>
                    <a:pt x="3832" y="6926"/>
                  </a:lnTo>
                  <a:lnTo>
                    <a:pt x="3889" y="6878"/>
                  </a:lnTo>
                  <a:lnTo>
                    <a:pt x="3956" y="6830"/>
                  </a:lnTo>
                  <a:lnTo>
                    <a:pt x="9272" y="1667"/>
                  </a:lnTo>
                  <a:lnTo>
                    <a:pt x="7548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2"/>
            <p:cNvSpPr/>
            <p:nvPr/>
          </p:nvSpPr>
          <p:spPr>
            <a:xfrm>
              <a:off x="1460840" y="4527860"/>
              <a:ext cx="213376" cy="68565"/>
            </a:xfrm>
            <a:custGeom>
              <a:avLst/>
              <a:gdLst/>
              <a:ahLst/>
              <a:cxnLst/>
              <a:rect l="l" t="t" r="r" b="b"/>
              <a:pathLst>
                <a:path w="5278" h="1696" extrusionOk="0">
                  <a:moveTo>
                    <a:pt x="5278" y="1"/>
                  </a:moveTo>
                  <a:lnTo>
                    <a:pt x="5077" y="96"/>
                  </a:lnTo>
                  <a:lnTo>
                    <a:pt x="4876" y="192"/>
                  </a:lnTo>
                  <a:lnTo>
                    <a:pt x="4665" y="269"/>
                  </a:lnTo>
                  <a:lnTo>
                    <a:pt x="4435" y="336"/>
                  </a:lnTo>
                  <a:lnTo>
                    <a:pt x="4205" y="384"/>
                  </a:lnTo>
                  <a:lnTo>
                    <a:pt x="3956" y="422"/>
                  </a:lnTo>
                  <a:lnTo>
                    <a:pt x="3698" y="441"/>
                  </a:lnTo>
                  <a:lnTo>
                    <a:pt x="3439" y="451"/>
                  </a:lnTo>
                  <a:lnTo>
                    <a:pt x="3276" y="451"/>
                  </a:lnTo>
                  <a:lnTo>
                    <a:pt x="3113" y="441"/>
                  </a:lnTo>
                  <a:lnTo>
                    <a:pt x="2960" y="422"/>
                  </a:lnTo>
                  <a:lnTo>
                    <a:pt x="2807" y="403"/>
                  </a:lnTo>
                  <a:lnTo>
                    <a:pt x="2654" y="384"/>
                  </a:lnTo>
                  <a:lnTo>
                    <a:pt x="2510" y="355"/>
                  </a:lnTo>
                  <a:lnTo>
                    <a:pt x="2232" y="278"/>
                  </a:lnTo>
                  <a:lnTo>
                    <a:pt x="1887" y="412"/>
                  </a:lnTo>
                  <a:lnTo>
                    <a:pt x="1533" y="556"/>
                  </a:lnTo>
                  <a:lnTo>
                    <a:pt x="1179" y="719"/>
                  </a:lnTo>
                  <a:lnTo>
                    <a:pt x="853" y="882"/>
                  </a:lnTo>
                  <a:lnTo>
                    <a:pt x="546" y="1054"/>
                  </a:lnTo>
                  <a:lnTo>
                    <a:pt x="422" y="1131"/>
                  </a:lnTo>
                  <a:lnTo>
                    <a:pt x="297" y="1217"/>
                  </a:lnTo>
                  <a:lnTo>
                    <a:pt x="202" y="1303"/>
                  </a:lnTo>
                  <a:lnTo>
                    <a:pt x="115" y="1389"/>
                  </a:lnTo>
                  <a:lnTo>
                    <a:pt x="48" y="1466"/>
                  </a:lnTo>
                  <a:lnTo>
                    <a:pt x="10" y="1543"/>
                  </a:lnTo>
                  <a:lnTo>
                    <a:pt x="0" y="1571"/>
                  </a:lnTo>
                  <a:lnTo>
                    <a:pt x="10" y="1600"/>
                  </a:lnTo>
                  <a:lnTo>
                    <a:pt x="29" y="1619"/>
                  </a:lnTo>
                  <a:lnTo>
                    <a:pt x="48" y="1638"/>
                  </a:lnTo>
                  <a:lnTo>
                    <a:pt x="87" y="1658"/>
                  </a:lnTo>
                  <a:lnTo>
                    <a:pt x="135" y="1677"/>
                  </a:lnTo>
                  <a:lnTo>
                    <a:pt x="249" y="1686"/>
                  </a:lnTo>
                  <a:lnTo>
                    <a:pt x="393" y="1696"/>
                  </a:lnTo>
                  <a:lnTo>
                    <a:pt x="566" y="1696"/>
                  </a:lnTo>
                  <a:lnTo>
                    <a:pt x="977" y="1677"/>
                  </a:lnTo>
                  <a:lnTo>
                    <a:pt x="1428" y="1648"/>
                  </a:lnTo>
                  <a:lnTo>
                    <a:pt x="1897" y="1600"/>
                  </a:lnTo>
                  <a:lnTo>
                    <a:pt x="2357" y="1562"/>
                  </a:lnTo>
                  <a:lnTo>
                    <a:pt x="2749" y="1543"/>
                  </a:lnTo>
                  <a:lnTo>
                    <a:pt x="3104" y="1533"/>
                  </a:lnTo>
                  <a:lnTo>
                    <a:pt x="3295" y="1533"/>
                  </a:lnTo>
                  <a:lnTo>
                    <a:pt x="3487" y="1514"/>
                  </a:lnTo>
                  <a:lnTo>
                    <a:pt x="3678" y="1485"/>
                  </a:lnTo>
                  <a:lnTo>
                    <a:pt x="3765" y="1456"/>
                  </a:lnTo>
                  <a:lnTo>
                    <a:pt x="3851" y="1428"/>
                  </a:lnTo>
                  <a:lnTo>
                    <a:pt x="3927" y="1399"/>
                  </a:lnTo>
                  <a:lnTo>
                    <a:pt x="4004" y="1361"/>
                  </a:lnTo>
                  <a:lnTo>
                    <a:pt x="4071" y="1313"/>
                  </a:lnTo>
                  <a:lnTo>
                    <a:pt x="4138" y="1255"/>
                  </a:lnTo>
                  <a:lnTo>
                    <a:pt x="527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2"/>
            <p:cNvSpPr/>
            <p:nvPr/>
          </p:nvSpPr>
          <p:spPr>
            <a:xfrm>
              <a:off x="1728790" y="3425460"/>
              <a:ext cx="999449" cy="975071"/>
            </a:xfrm>
            <a:custGeom>
              <a:avLst/>
              <a:gdLst/>
              <a:ahLst/>
              <a:cxnLst/>
              <a:rect l="l" t="t" r="r" b="b"/>
              <a:pathLst>
                <a:path w="24722" h="24119" extrusionOk="0">
                  <a:moveTo>
                    <a:pt x="16063" y="1"/>
                  </a:moveTo>
                  <a:lnTo>
                    <a:pt x="15728" y="413"/>
                  </a:lnTo>
                  <a:lnTo>
                    <a:pt x="15364" y="872"/>
                  </a:lnTo>
                  <a:lnTo>
                    <a:pt x="14569" y="1916"/>
                  </a:lnTo>
                  <a:lnTo>
                    <a:pt x="13668" y="3104"/>
                  </a:lnTo>
                  <a:lnTo>
                    <a:pt x="12691" y="4426"/>
                  </a:lnTo>
                  <a:lnTo>
                    <a:pt x="11647" y="5843"/>
                  </a:lnTo>
                  <a:lnTo>
                    <a:pt x="10556" y="7347"/>
                  </a:lnTo>
                  <a:lnTo>
                    <a:pt x="8276" y="10508"/>
                  </a:lnTo>
                  <a:lnTo>
                    <a:pt x="5968" y="13717"/>
                  </a:lnTo>
                  <a:lnTo>
                    <a:pt x="3736" y="16801"/>
                  </a:lnTo>
                  <a:lnTo>
                    <a:pt x="2692" y="18247"/>
                  </a:lnTo>
                  <a:lnTo>
                    <a:pt x="1715" y="19588"/>
                  </a:lnTo>
                  <a:lnTo>
                    <a:pt x="815" y="20804"/>
                  </a:lnTo>
                  <a:lnTo>
                    <a:pt x="0" y="21877"/>
                  </a:lnTo>
                  <a:lnTo>
                    <a:pt x="125" y="22078"/>
                  </a:lnTo>
                  <a:lnTo>
                    <a:pt x="259" y="22270"/>
                  </a:lnTo>
                  <a:lnTo>
                    <a:pt x="393" y="22452"/>
                  </a:lnTo>
                  <a:lnTo>
                    <a:pt x="537" y="22634"/>
                  </a:lnTo>
                  <a:lnTo>
                    <a:pt x="681" y="22797"/>
                  </a:lnTo>
                  <a:lnTo>
                    <a:pt x="834" y="22959"/>
                  </a:lnTo>
                  <a:lnTo>
                    <a:pt x="997" y="23113"/>
                  </a:lnTo>
                  <a:lnTo>
                    <a:pt x="1159" y="23256"/>
                  </a:lnTo>
                  <a:lnTo>
                    <a:pt x="1332" y="23390"/>
                  </a:lnTo>
                  <a:lnTo>
                    <a:pt x="1514" y="23515"/>
                  </a:lnTo>
                  <a:lnTo>
                    <a:pt x="1696" y="23640"/>
                  </a:lnTo>
                  <a:lnTo>
                    <a:pt x="1887" y="23754"/>
                  </a:lnTo>
                  <a:lnTo>
                    <a:pt x="2079" y="23850"/>
                  </a:lnTo>
                  <a:lnTo>
                    <a:pt x="2280" y="23946"/>
                  </a:lnTo>
                  <a:lnTo>
                    <a:pt x="2491" y="24032"/>
                  </a:lnTo>
                  <a:lnTo>
                    <a:pt x="2701" y="24118"/>
                  </a:lnTo>
                  <a:lnTo>
                    <a:pt x="3573" y="23343"/>
                  </a:lnTo>
                  <a:lnTo>
                    <a:pt x="4742" y="22289"/>
                  </a:lnTo>
                  <a:lnTo>
                    <a:pt x="7749" y="19559"/>
                  </a:lnTo>
                  <a:lnTo>
                    <a:pt x="11341" y="16274"/>
                  </a:lnTo>
                  <a:lnTo>
                    <a:pt x="15134" y="12788"/>
                  </a:lnTo>
                  <a:lnTo>
                    <a:pt x="21819" y="6638"/>
                  </a:lnTo>
                  <a:lnTo>
                    <a:pt x="24722" y="3956"/>
                  </a:lnTo>
                  <a:lnTo>
                    <a:pt x="16063" y="1"/>
                  </a:lnTo>
                  <a:close/>
                </a:path>
              </a:pathLst>
            </a:custGeom>
            <a:solidFill>
              <a:srgbClr val="D2D8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2"/>
            <p:cNvSpPr/>
            <p:nvPr/>
          </p:nvSpPr>
          <p:spPr>
            <a:xfrm>
              <a:off x="3025971" y="3702707"/>
              <a:ext cx="60035" cy="868585"/>
            </a:xfrm>
            <a:custGeom>
              <a:avLst/>
              <a:gdLst/>
              <a:ahLst/>
              <a:cxnLst/>
              <a:rect l="l" t="t" r="r" b="b"/>
              <a:pathLst>
                <a:path w="1485" h="21485" extrusionOk="0">
                  <a:moveTo>
                    <a:pt x="0" y="1"/>
                  </a:moveTo>
                  <a:lnTo>
                    <a:pt x="0" y="21484"/>
                  </a:lnTo>
                  <a:lnTo>
                    <a:pt x="1485" y="21484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2"/>
            <p:cNvSpPr/>
            <p:nvPr/>
          </p:nvSpPr>
          <p:spPr>
            <a:xfrm>
              <a:off x="2769624" y="4502714"/>
              <a:ext cx="572736" cy="154514"/>
            </a:xfrm>
            <a:custGeom>
              <a:avLst/>
              <a:gdLst/>
              <a:ahLst/>
              <a:cxnLst/>
              <a:rect l="l" t="t" r="r" b="b"/>
              <a:pathLst>
                <a:path w="14167" h="3822" extrusionOk="0">
                  <a:moveTo>
                    <a:pt x="3630" y="0"/>
                  </a:moveTo>
                  <a:lnTo>
                    <a:pt x="3429" y="19"/>
                  </a:lnTo>
                  <a:lnTo>
                    <a:pt x="3247" y="38"/>
                  </a:lnTo>
                  <a:lnTo>
                    <a:pt x="3056" y="77"/>
                  </a:lnTo>
                  <a:lnTo>
                    <a:pt x="2874" y="115"/>
                  </a:lnTo>
                  <a:lnTo>
                    <a:pt x="2692" y="163"/>
                  </a:lnTo>
                  <a:lnTo>
                    <a:pt x="2510" y="230"/>
                  </a:lnTo>
                  <a:lnTo>
                    <a:pt x="2337" y="297"/>
                  </a:lnTo>
                  <a:lnTo>
                    <a:pt x="2165" y="374"/>
                  </a:lnTo>
                  <a:lnTo>
                    <a:pt x="2002" y="460"/>
                  </a:lnTo>
                  <a:lnTo>
                    <a:pt x="1839" y="546"/>
                  </a:lnTo>
                  <a:lnTo>
                    <a:pt x="1686" y="651"/>
                  </a:lnTo>
                  <a:lnTo>
                    <a:pt x="1533" y="757"/>
                  </a:lnTo>
                  <a:lnTo>
                    <a:pt x="1389" y="872"/>
                  </a:lnTo>
                  <a:lnTo>
                    <a:pt x="1255" y="987"/>
                  </a:lnTo>
                  <a:lnTo>
                    <a:pt x="1121" y="1121"/>
                  </a:lnTo>
                  <a:lnTo>
                    <a:pt x="996" y="1245"/>
                  </a:lnTo>
                  <a:lnTo>
                    <a:pt x="872" y="1389"/>
                  </a:lnTo>
                  <a:lnTo>
                    <a:pt x="757" y="1533"/>
                  </a:lnTo>
                  <a:lnTo>
                    <a:pt x="652" y="1686"/>
                  </a:lnTo>
                  <a:lnTo>
                    <a:pt x="556" y="1839"/>
                  </a:lnTo>
                  <a:lnTo>
                    <a:pt x="460" y="2002"/>
                  </a:lnTo>
                  <a:lnTo>
                    <a:pt x="374" y="2165"/>
                  </a:lnTo>
                  <a:lnTo>
                    <a:pt x="297" y="2337"/>
                  </a:lnTo>
                  <a:lnTo>
                    <a:pt x="230" y="2510"/>
                  </a:lnTo>
                  <a:lnTo>
                    <a:pt x="173" y="2682"/>
                  </a:lnTo>
                  <a:lnTo>
                    <a:pt x="115" y="2864"/>
                  </a:lnTo>
                  <a:lnTo>
                    <a:pt x="77" y="3046"/>
                  </a:lnTo>
                  <a:lnTo>
                    <a:pt x="39" y="3237"/>
                  </a:lnTo>
                  <a:lnTo>
                    <a:pt x="20" y="3429"/>
                  </a:lnTo>
                  <a:lnTo>
                    <a:pt x="0" y="3621"/>
                  </a:lnTo>
                  <a:lnTo>
                    <a:pt x="0" y="3822"/>
                  </a:lnTo>
                  <a:lnTo>
                    <a:pt x="1217" y="3822"/>
                  </a:lnTo>
                  <a:lnTo>
                    <a:pt x="1217" y="3688"/>
                  </a:lnTo>
                  <a:lnTo>
                    <a:pt x="1226" y="3554"/>
                  </a:lnTo>
                  <a:lnTo>
                    <a:pt x="1246" y="3419"/>
                  </a:lnTo>
                  <a:lnTo>
                    <a:pt x="1265" y="3295"/>
                  </a:lnTo>
                  <a:lnTo>
                    <a:pt x="1303" y="3170"/>
                  </a:lnTo>
                  <a:lnTo>
                    <a:pt x="1332" y="3046"/>
                  </a:lnTo>
                  <a:lnTo>
                    <a:pt x="1370" y="2921"/>
                  </a:lnTo>
                  <a:lnTo>
                    <a:pt x="1418" y="2806"/>
                  </a:lnTo>
                  <a:lnTo>
                    <a:pt x="1475" y="2691"/>
                  </a:lnTo>
                  <a:lnTo>
                    <a:pt x="1533" y="2577"/>
                  </a:lnTo>
                  <a:lnTo>
                    <a:pt x="1590" y="2471"/>
                  </a:lnTo>
                  <a:lnTo>
                    <a:pt x="1667" y="2366"/>
                  </a:lnTo>
                  <a:lnTo>
                    <a:pt x="1734" y="2260"/>
                  </a:lnTo>
                  <a:lnTo>
                    <a:pt x="1811" y="2165"/>
                  </a:lnTo>
                  <a:lnTo>
                    <a:pt x="1897" y="2069"/>
                  </a:lnTo>
                  <a:lnTo>
                    <a:pt x="1983" y="1973"/>
                  </a:lnTo>
                  <a:lnTo>
                    <a:pt x="2069" y="1887"/>
                  </a:lnTo>
                  <a:lnTo>
                    <a:pt x="2165" y="1810"/>
                  </a:lnTo>
                  <a:lnTo>
                    <a:pt x="2261" y="1734"/>
                  </a:lnTo>
                  <a:lnTo>
                    <a:pt x="2366" y="1657"/>
                  </a:lnTo>
                  <a:lnTo>
                    <a:pt x="2472" y="1590"/>
                  </a:lnTo>
                  <a:lnTo>
                    <a:pt x="2586" y="1523"/>
                  </a:lnTo>
                  <a:lnTo>
                    <a:pt x="2692" y="1465"/>
                  </a:lnTo>
                  <a:lnTo>
                    <a:pt x="2807" y="1418"/>
                  </a:lnTo>
                  <a:lnTo>
                    <a:pt x="2931" y="1370"/>
                  </a:lnTo>
                  <a:lnTo>
                    <a:pt x="3046" y="1331"/>
                  </a:lnTo>
                  <a:lnTo>
                    <a:pt x="3171" y="1293"/>
                  </a:lnTo>
                  <a:lnTo>
                    <a:pt x="3295" y="1264"/>
                  </a:lnTo>
                  <a:lnTo>
                    <a:pt x="3429" y="1245"/>
                  </a:lnTo>
                  <a:lnTo>
                    <a:pt x="3554" y="1226"/>
                  </a:lnTo>
                  <a:lnTo>
                    <a:pt x="3688" y="1216"/>
                  </a:lnTo>
                  <a:lnTo>
                    <a:pt x="10479" y="1216"/>
                  </a:lnTo>
                  <a:lnTo>
                    <a:pt x="10613" y="1226"/>
                  </a:lnTo>
                  <a:lnTo>
                    <a:pt x="10737" y="1245"/>
                  </a:lnTo>
                  <a:lnTo>
                    <a:pt x="10872" y="1264"/>
                  </a:lnTo>
                  <a:lnTo>
                    <a:pt x="10996" y="1293"/>
                  </a:lnTo>
                  <a:lnTo>
                    <a:pt x="11121" y="1331"/>
                  </a:lnTo>
                  <a:lnTo>
                    <a:pt x="11235" y="1370"/>
                  </a:lnTo>
                  <a:lnTo>
                    <a:pt x="11360" y="1418"/>
                  </a:lnTo>
                  <a:lnTo>
                    <a:pt x="11475" y="1465"/>
                  </a:lnTo>
                  <a:lnTo>
                    <a:pt x="11590" y="1523"/>
                  </a:lnTo>
                  <a:lnTo>
                    <a:pt x="11695" y="1590"/>
                  </a:lnTo>
                  <a:lnTo>
                    <a:pt x="11801" y="1657"/>
                  </a:lnTo>
                  <a:lnTo>
                    <a:pt x="11906" y="1734"/>
                  </a:lnTo>
                  <a:lnTo>
                    <a:pt x="12002" y="1810"/>
                  </a:lnTo>
                  <a:lnTo>
                    <a:pt x="12098" y="1887"/>
                  </a:lnTo>
                  <a:lnTo>
                    <a:pt x="12184" y="1973"/>
                  </a:lnTo>
                  <a:lnTo>
                    <a:pt x="12270" y="2069"/>
                  </a:lnTo>
                  <a:lnTo>
                    <a:pt x="12356" y="2165"/>
                  </a:lnTo>
                  <a:lnTo>
                    <a:pt x="12433" y="2260"/>
                  </a:lnTo>
                  <a:lnTo>
                    <a:pt x="12509" y="2366"/>
                  </a:lnTo>
                  <a:lnTo>
                    <a:pt x="12576" y="2471"/>
                  </a:lnTo>
                  <a:lnTo>
                    <a:pt x="12634" y="2577"/>
                  </a:lnTo>
                  <a:lnTo>
                    <a:pt x="12691" y="2691"/>
                  </a:lnTo>
                  <a:lnTo>
                    <a:pt x="12749" y="2806"/>
                  </a:lnTo>
                  <a:lnTo>
                    <a:pt x="12797" y="2921"/>
                  </a:lnTo>
                  <a:lnTo>
                    <a:pt x="12835" y="3046"/>
                  </a:lnTo>
                  <a:lnTo>
                    <a:pt x="12873" y="3170"/>
                  </a:lnTo>
                  <a:lnTo>
                    <a:pt x="12902" y="3295"/>
                  </a:lnTo>
                  <a:lnTo>
                    <a:pt x="12921" y="3419"/>
                  </a:lnTo>
                  <a:lnTo>
                    <a:pt x="12940" y="3554"/>
                  </a:lnTo>
                  <a:lnTo>
                    <a:pt x="12950" y="3688"/>
                  </a:lnTo>
                  <a:lnTo>
                    <a:pt x="12950" y="3822"/>
                  </a:lnTo>
                  <a:lnTo>
                    <a:pt x="14166" y="3822"/>
                  </a:lnTo>
                  <a:lnTo>
                    <a:pt x="14166" y="3621"/>
                  </a:lnTo>
                  <a:lnTo>
                    <a:pt x="14147" y="3429"/>
                  </a:lnTo>
                  <a:lnTo>
                    <a:pt x="14128" y="3237"/>
                  </a:lnTo>
                  <a:lnTo>
                    <a:pt x="14090" y="3046"/>
                  </a:lnTo>
                  <a:lnTo>
                    <a:pt x="14051" y="2864"/>
                  </a:lnTo>
                  <a:lnTo>
                    <a:pt x="13994" y="2682"/>
                  </a:lnTo>
                  <a:lnTo>
                    <a:pt x="13936" y="2510"/>
                  </a:lnTo>
                  <a:lnTo>
                    <a:pt x="13869" y="2337"/>
                  </a:lnTo>
                  <a:lnTo>
                    <a:pt x="13793" y="2165"/>
                  </a:lnTo>
                  <a:lnTo>
                    <a:pt x="13707" y="2002"/>
                  </a:lnTo>
                  <a:lnTo>
                    <a:pt x="13611" y="1839"/>
                  </a:lnTo>
                  <a:lnTo>
                    <a:pt x="13515" y="1686"/>
                  </a:lnTo>
                  <a:lnTo>
                    <a:pt x="13410" y="1533"/>
                  </a:lnTo>
                  <a:lnTo>
                    <a:pt x="13295" y="1389"/>
                  </a:lnTo>
                  <a:lnTo>
                    <a:pt x="13170" y="1245"/>
                  </a:lnTo>
                  <a:lnTo>
                    <a:pt x="13046" y="1121"/>
                  </a:lnTo>
                  <a:lnTo>
                    <a:pt x="12912" y="987"/>
                  </a:lnTo>
                  <a:lnTo>
                    <a:pt x="12778" y="872"/>
                  </a:lnTo>
                  <a:lnTo>
                    <a:pt x="12634" y="757"/>
                  </a:lnTo>
                  <a:lnTo>
                    <a:pt x="12481" y="651"/>
                  </a:lnTo>
                  <a:lnTo>
                    <a:pt x="12327" y="546"/>
                  </a:lnTo>
                  <a:lnTo>
                    <a:pt x="12165" y="460"/>
                  </a:lnTo>
                  <a:lnTo>
                    <a:pt x="12002" y="374"/>
                  </a:lnTo>
                  <a:lnTo>
                    <a:pt x="11829" y="297"/>
                  </a:lnTo>
                  <a:lnTo>
                    <a:pt x="11657" y="230"/>
                  </a:lnTo>
                  <a:lnTo>
                    <a:pt x="11475" y="163"/>
                  </a:lnTo>
                  <a:lnTo>
                    <a:pt x="11303" y="115"/>
                  </a:lnTo>
                  <a:lnTo>
                    <a:pt x="11111" y="77"/>
                  </a:lnTo>
                  <a:lnTo>
                    <a:pt x="10929" y="38"/>
                  </a:lnTo>
                  <a:lnTo>
                    <a:pt x="10737" y="19"/>
                  </a:lnTo>
                  <a:lnTo>
                    <a:pt x="1053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2"/>
            <p:cNvSpPr/>
            <p:nvPr/>
          </p:nvSpPr>
          <p:spPr>
            <a:xfrm>
              <a:off x="2991123" y="3677925"/>
              <a:ext cx="129732" cy="201774"/>
            </a:xfrm>
            <a:custGeom>
              <a:avLst/>
              <a:gdLst/>
              <a:ahLst/>
              <a:cxnLst/>
              <a:rect l="l" t="t" r="r" b="b"/>
              <a:pathLst>
                <a:path w="3209" h="4991" extrusionOk="0">
                  <a:moveTo>
                    <a:pt x="0" y="1"/>
                  </a:moveTo>
                  <a:lnTo>
                    <a:pt x="603" y="4991"/>
                  </a:lnTo>
                  <a:lnTo>
                    <a:pt x="2605" y="4991"/>
                  </a:lnTo>
                  <a:lnTo>
                    <a:pt x="320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2"/>
            <p:cNvSpPr/>
            <p:nvPr/>
          </p:nvSpPr>
          <p:spPr>
            <a:xfrm>
              <a:off x="2638357" y="3666323"/>
              <a:ext cx="835273" cy="68565"/>
            </a:xfrm>
            <a:custGeom>
              <a:avLst/>
              <a:gdLst/>
              <a:ahLst/>
              <a:cxnLst/>
              <a:rect l="l" t="t" r="r" b="b"/>
              <a:pathLst>
                <a:path w="20661" h="1696" extrusionOk="0">
                  <a:moveTo>
                    <a:pt x="0" y="0"/>
                  </a:moveTo>
                  <a:lnTo>
                    <a:pt x="0" y="1696"/>
                  </a:lnTo>
                  <a:lnTo>
                    <a:pt x="20660" y="1696"/>
                  </a:lnTo>
                  <a:lnTo>
                    <a:pt x="20660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2"/>
            <p:cNvSpPr/>
            <p:nvPr/>
          </p:nvSpPr>
          <p:spPr>
            <a:xfrm>
              <a:off x="2608158" y="3560607"/>
              <a:ext cx="895671" cy="132845"/>
            </a:xfrm>
            <a:custGeom>
              <a:avLst/>
              <a:gdLst/>
              <a:ahLst/>
              <a:cxnLst/>
              <a:rect l="l" t="t" r="r" b="b"/>
              <a:pathLst>
                <a:path w="22155" h="3286" extrusionOk="0">
                  <a:moveTo>
                    <a:pt x="3286" y="0"/>
                  </a:moveTo>
                  <a:lnTo>
                    <a:pt x="3113" y="10"/>
                  </a:lnTo>
                  <a:lnTo>
                    <a:pt x="2950" y="20"/>
                  </a:lnTo>
                  <a:lnTo>
                    <a:pt x="2788" y="39"/>
                  </a:lnTo>
                  <a:lnTo>
                    <a:pt x="2625" y="68"/>
                  </a:lnTo>
                  <a:lnTo>
                    <a:pt x="2462" y="106"/>
                  </a:lnTo>
                  <a:lnTo>
                    <a:pt x="2309" y="154"/>
                  </a:lnTo>
                  <a:lnTo>
                    <a:pt x="2155" y="202"/>
                  </a:lnTo>
                  <a:lnTo>
                    <a:pt x="2012" y="259"/>
                  </a:lnTo>
                  <a:lnTo>
                    <a:pt x="1858" y="326"/>
                  </a:lnTo>
                  <a:lnTo>
                    <a:pt x="1724" y="403"/>
                  </a:lnTo>
                  <a:lnTo>
                    <a:pt x="1581" y="479"/>
                  </a:lnTo>
                  <a:lnTo>
                    <a:pt x="1447" y="566"/>
                  </a:lnTo>
                  <a:lnTo>
                    <a:pt x="1322" y="652"/>
                  </a:lnTo>
                  <a:lnTo>
                    <a:pt x="1198" y="757"/>
                  </a:lnTo>
                  <a:lnTo>
                    <a:pt x="1083" y="853"/>
                  </a:lnTo>
                  <a:lnTo>
                    <a:pt x="968" y="968"/>
                  </a:lnTo>
                  <a:lnTo>
                    <a:pt x="853" y="1083"/>
                  </a:lnTo>
                  <a:lnTo>
                    <a:pt x="757" y="1198"/>
                  </a:lnTo>
                  <a:lnTo>
                    <a:pt x="652" y="1322"/>
                  </a:lnTo>
                  <a:lnTo>
                    <a:pt x="565" y="1447"/>
                  </a:lnTo>
                  <a:lnTo>
                    <a:pt x="479" y="1581"/>
                  </a:lnTo>
                  <a:lnTo>
                    <a:pt x="403" y="1725"/>
                  </a:lnTo>
                  <a:lnTo>
                    <a:pt x="326" y="1859"/>
                  </a:lnTo>
                  <a:lnTo>
                    <a:pt x="259" y="2012"/>
                  </a:lnTo>
                  <a:lnTo>
                    <a:pt x="201" y="2156"/>
                  </a:lnTo>
                  <a:lnTo>
                    <a:pt x="154" y="2309"/>
                  </a:lnTo>
                  <a:lnTo>
                    <a:pt x="106" y="2462"/>
                  </a:lnTo>
                  <a:lnTo>
                    <a:pt x="67" y="2625"/>
                  </a:lnTo>
                  <a:lnTo>
                    <a:pt x="39" y="2788"/>
                  </a:lnTo>
                  <a:lnTo>
                    <a:pt x="19" y="2951"/>
                  </a:lnTo>
                  <a:lnTo>
                    <a:pt x="10" y="3113"/>
                  </a:lnTo>
                  <a:lnTo>
                    <a:pt x="0" y="3286"/>
                  </a:lnTo>
                  <a:lnTo>
                    <a:pt x="22154" y="3286"/>
                  </a:lnTo>
                  <a:lnTo>
                    <a:pt x="22145" y="3113"/>
                  </a:lnTo>
                  <a:lnTo>
                    <a:pt x="22135" y="2951"/>
                  </a:lnTo>
                  <a:lnTo>
                    <a:pt x="22116" y="2788"/>
                  </a:lnTo>
                  <a:lnTo>
                    <a:pt x="22087" y="2625"/>
                  </a:lnTo>
                  <a:lnTo>
                    <a:pt x="22049" y="2462"/>
                  </a:lnTo>
                  <a:lnTo>
                    <a:pt x="22001" y="2309"/>
                  </a:lnTo>
                  <a:lnTo>
                    <a:pt x="21953" y="2156"/>
                  </a:lnTo>
                  <a:lnTo>
                    <a:pt x="21896" y="2012"/>
                  </a:lnTo>
                  <a:lnTo>
                    <a:pt x="21829" y="1859"/>
                  </a:lnTo>
                  <a:lnTo>
                    <a:pt x="21752" y="1725"/>
                  </a:lnTo>
                  <a:lnTo>
                    <a:pt x="21676" y="1581"/>
                  </a:lnTo>
                  <a:lnTo>
                    <a:pt x="21589" y="1447"/>
                  </a:lnTo>
                  <a:lnTo>
                    <a:pt x="21503" y="1322"/>
                  </a:lnTo>
                  <a:lnTo>
                    <a:pt x="21407" y="1198"/>
                  </a:lnTo>
                  <a:lnTo>
                    <a:pt x="21302" y="1083"/>
                  </a:lnTo>
                  <a:lnTo>
                    <a:pt x="21187" y="968"/>
                  </a:lnTo>
                  <a:lnTo>
                    <a:pt x="21082" y="853"/>
                  </a:lnTo>
                  <a:lnTo>
                    <a:pt x="20957" y="757"/>
                  </a:lnTo>
                  <a:lnTo>
                    <a:pt x="20833" y="652"/>
                  </a:lnTo>
                  <a:lnTo>
                    <a:pt x="20708" y="566"/>
                  </a:lnTo>
                  <a:lnTo>
                    <a:pt x="20574" y="479"/>
                  </a:lnTo>
                  <a:lnTo>
                    <a:pt x="20430" y="403"/>
                  </a:lnTo>
                  <a:lnTo>
                    <a:pt x="20296" y="326"/>
                  </a:lnTo>
                  <a:lnTo>
                    <a:pt x="20153" y="259"/>
                  </a:lnTo>
                  <a:lnTo>
                    <a:pt x="19999" y="202"/>
                  </a:lnTo>
                  <a:lnTo>
                    <a:pt x="19846" y="154"/>
                  </a:lnTo>
                  <a:lnTo>
                    <a:pt x="19693" y="106"/>
                  </a:lnTo>
                  <a:lnTo>
                    <a:pt x="19530" y="68"/>
                  </a:lnTo>
                  <a:lnTo>
                    <a:pt x="19367" y="39"/>
                  </a:lnTo>
                  <a:lnTo>
                    <a:pt x="19204" y="20"/>
                  </a:lnTo>
                  <a:lnTo>
                    <a:pt x="19042" y="10"/>
                  </a:lnTo>
                  <a:lnTo>
                    <a:pt x="1886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2"/>
            <p:cNvSpPr/>
            <p:nvPr/>
          </p:nvSpPr>
          <p:spPr>
            <a:xfrm>
              <a:off x="2727418" y="3376301"/>
              <a:ext cx="506516" cy="60439"/>
            </a:xfrm>
            <a:custGeom>
              <a:avLst/>
              <a:gdLst/>
              <a:ahLst/>
              <a:cxnLst/>
              <a:rect l="l" t="t" r="r" b="b"/>
              <a:pathLst>
                <a:path w="12529" h="1495" extrusionOk="0">
                  <a:moveTo>
                    <a:pt x="39" y="0"/>
                  </a:moveTo>
                  <a:lnTo>
                    <a:pt x="0" y="537"/>
                  </a:lnTo>
                  <a:lnTo>
                    <a:pt x="12481" y="1494"/>
                  </a:lnTo>
                  <a:lnTo>
                    <a:pt x="12529" y="949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87A0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2"/>
            <p:cNvSpPr/>
            <p:nvPr/>
          </p:nvSpPr>
          <p:spPr>
            <a:xfrm>
              <a:off x="2636821" y="1931606"/>
              <a:ext cx="169998" cy="314445"/>
            </a:xfrm>
            <a:custGeom>
              <a:avLst/>
              <a:gdLst/>
              <a:ahLst/>
              <a:cxnLst/>
              <a:rect l="l" t="t" r="r" b="b"/>
              <a:pathLst>
                <a:path w="4205" h="7778" extrusionOk="0">
                  <a:moveTo>
                    <a:pt x="1839" y="0"/>
                  </a:moveTo>
                  <a:lnTo>
                    <a:pt x="1782" y="20"/>
                  </a:lnTo>
                  <a:lnTo>
                    <a:pt x="1724" y="48"/>
                  </a:lnTo>
                  <a:lnTo>
                    <a:pt x="1686" y="96"/>
                  </a:lnTo>
                  <a:lnTo>
                    <a:pt x="1648" y="144"/>
                  </a:lnTo>
                  <a:lnTo>
                    <a:pt x="1628" y="202"/>
                  </a:lnTo>
                  <a:lnTo>
                    <a:pt x="0" y="7663"/>
                  </a:lnTo>
                  <a:lnTo>
                    <a:pt x="517" y="7778"/>
                  </a:lnTo>
                  <a:lnTo>
                    <a:pt x="2069" y="671"/>
                  </a:lnTo>
                  <a:lnTo>
                    <a:pt x="3946" y="1744"/>
                  </a:lnTo>
                  <a:lnTo>
                    <a:pt x="4205" y="1293"/>
                  </a:lnTo>
                  <a:lnTo>
                    <a:pt x="2011" y="29"/>
                  </a:lnTo>
                  <a:lnTo>
                    <a:pt x="1964" y="10"/>
                  </a:lnTo>
                  <a:lnTo>
                    <a:pt x="18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2"/>
            <p:cNvSpPr/>
            <p:nvPr/>
          </p:nvSpPr>
          <p:spPr>
            <a:xfrm>
              <a:off x="2378129" y="3053371"/>
              <a:ext cx="1130353" cy="532066"/>
            </a:xfrm>
            <a:custGeom>
              <a:avLst/>
              <a:gdLst/>
              <a:ahLst/>
              <a:cxnLst/>
              <a:rect l="l" t="t" r="r" b="b"/>
              <a:pathLst>
                <a:path w="27960" h="13161" extrusionOk="0">
                  <a:moveTo>
                    <a:pt x="13975" y="0"/>
                  </a:moveTo>
                  <a:lnTo>
                    <a:pt x="13458" y="278"/>
                  </a:lnTo>
                  <a:lnTo>
                    <a:pt x="12079" y="1006"/>
                  </a:lnTo>
                  <a:lnTo>
                    <a:pt x="11159" y="1504"/>
                  </a:lnTo>
                  <a:lnTo>
                    <a:pt x="10125" y="2069"/>
                  </a:lnTo>
                  <a:lnTo>
                    <a:pt x="9014" y="2682"/>
                  </a:lnTo>
                  <a:lnTo>
                    <a:pt x="7865" y="3343"/>
                  </a:lnTo>
                  <a:lnTo>
                    <a:pt x="6715" y="4023"/>
                  </a:lnTo>
                  <a:lnTo>
                    <a:pt x="6140" y="4368"/>
                  </a:lnTo>
                  <a:lnTo>
                    <a:pt x="5585" y="4713"/>
                  </a:lnTo>
                  <a:lnTo>
                    <a:pt x="5039" y="5048"/>
                  </a:lnTo>
                  <a:lnTo>
                    <a:pt x="4522" y="5393"/>
                  </a:lnTo>
                  <a:lnTo>
                    <a:pt x="4024" y="5718"/>
                  </a:lnTo>
                  <a:lnTo>
                    <a:pt x="3554" y="6044"/>
                  </a:lnTo>
                  <a:lnTo>
                    <a:pt x="3123" y="6360"/>
                  </a:lnTo>
                  <a:lnTo>
                    <a:pt x="2721" y="6667"/>
                  </a:lnTo>
                  <a:lnTo>
                    <a:pt x="2367" y="6954"/>
                  </a:lnTo>
                  <a:lnTo>
                    <a:pt x="2060" y="7222"/>
                  </a:lnTo>
                  <a:lnTo>
                    <a:pt x="1917" y="7356"/>
                  </a:lnTo>
                  <a:lnTo>
                    <a:pt x="1792" y="7481"/>
                  </a:lnTo>
                  <a:lnTo>
                    <a:pt x="1687" y="7605"/>
                  </a:lnTo>
                  <a:lnTo>
                    <a:pt x="1591" y="7720"/>
                  </a:lnTo>
                  <a:lnTo>
                    <a:pt x="1514" y="7835"/>
                  </a:lnTo>
                  <a:lnTo>
                    <a:pt x="1447" y="7940"/>
                  </a:lnTo>
                  <a:lnTo>
                    <a:pt x="1399" y="8036"/>
                  </a:lnTo>
                  <a:lnTo>
                    <a:pt x="1361" y="8132"/>
                  </a:lnTo>
                  <a:lnTo>
                    <a:pt x="1" y="13160"/>
                  </a:lnTo>
                  <a:lnTo>
                    <a:pt x="22787" y="12136"/>
                  </a:lnTo>
                  <a:lnTo>
                    <a:pt x="27959" y="2874"/>
                  </a:lnTo>
                  <a:lnTo>
                    <a:pt x="13975" y="0"/>
                  </a:lnTo>
                  <a:close/>
                </a:path>
              </a:pathLst>
            </a:custGeom>
            <a:solidFill>
              <a:srgbClr val="D2D8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2"/>
            <p:cNvSpPr/>
            <p:nvPr/>
          </p:nvSpPr>
          <p:spPr>
            <a:xfrm>
              <a:off x="2548892" y="2179787"/>
              <a:ext cx="691229" cy="743906"/>
            </a:xfrm>
            <a:custGeom>
              <a:avLst/>
              <a:gdLst/>
              <a:ahLst/>
              <a:cxnLst/>
              <a:rect l="l" t="t" r="r" b="b"/>
              <a:pathLst>
                <a:path w="17098" h="18401" extrusionOk="0">
                  <a:moveTo>
                    <a:pt x="16169" y="1"/>
                  </a:moveTo>
                  <a:lnTo>
                    <a:pt x="16102" y="11"/>
                  </a:lnTo>
                  <a:lnTo>
                    <a:pt x="15958" y="49"/>
                  </a:lnTo>
                  <a:lnTo>
                    <a:pt x="15805" y="106"/>
                  </a:lnTo>
                  <a:lnTo>
                    <a:pt x="15651" y="192"/>
                  </a:lnTo>
                  <a:lnTo>
                    <a:pt x="15489" y="298"/>
                  </a:lnTo>
                  <a:lnTo>
                    <a:pt x="15316" y="422"/>
                  </a:lnTo>
                  <a:lnTo>
                    <a:pt x="15134" y="566"/>
                  </a:lnTo>
                  <a:lnTo>
                    <a:pt x="14962" y="729"/>
                  </a:lnTo>
                  <a:lnTo>
                    <a:pt x="14770" y="911"/>
                  </a:lnTo>
                  <a:lnTo>
                    <a:pt x="14579" y="1112"/>
                  </a:lnTo>
                  <a:lnTo>
                    <a:pt x="14387" y="1323"/>
                  </a:lnTo>
                  <a:lnTo>
                    <a:pt x="14186" y="1553"/>
                  </a:lnTo>
                  <a:lnTo>
                    <a:pt x="13985" y="1792"/>
                  </a:lnTo>
                  <a:lnTo>
                    <a:pt x="13573" y="2319"/>
                  </a:lnTo>
                  <a:lnTo>
                    <a:pt x="13152" y="2884"/>
                  </a:lnTo>
                  <a:lnTo>
                    <a:pt x="12721" y="3487"/>
                  </a:lnTo>
                  <a:lnTo>
                    <a:pt x="12290" y="4120"/>
                  </a:lnTo>
                  <a:lnTo>
                    <a:pt x="11868" y="4780"/>
                  </a:lnTo>
                  <a:lnTo>
                    <a:pt x="11437" y="5441"/>
                  </a:lnTo>
                  <a:lnTo>
                    <a:pt x="11025" y="6121"/>
                  </a:lnTo>
                  <a:lnTo>
                    <a:pt x="10623" y="6792"/>
                  </a:lnTo>
                  <a:lnTo>
                    <a:pt x="10230" y="7453"/>
                  </a:lnTo>
                  <a:lnTo>
                    <a:pt x="9847" y="8094"/>
                  </a:lnTo>
                  <a:lnTo>
                    <a:pt x="9167" y="9301"/>
                  </a:lnTo>
                  <a:lnTo>
                    <a:pt x="8592" y="10345"/>
                  </a:lnTo>
                  <a:lnTo>
                    <a:pt x="8142" y="11169"/>
                  </a:lnTo>
                  <a:lnTo>
                    <a:pt x="7759" y="11907"/>
                  </a:lnTo>
                  <a:lnTo>
                    <a:pt x="202" y="1802"/>
                  </a:lnTo>
                  <a:lnTo>
                    <a:pt x="1" y="3832"/>
                  </a:lnTo>
                  <a:lnTo>
                    <a:pt x="231" y="4455"/>
                  </a:lnTo>
                  <a:lnTo>
                    <a:pt x="489" y="5173"/>
                  </a:lnTo>
                  <a:lnTo>
                    <a:pt x="834" y="6102"/>
                  </a:lnTo>
                  <a:lnTo>
                    <a:pt x="1256" y="7204"/>
                  </a:lnTo>
                  <a:lnTo>
                    <a:pt x="1734" y="8439"/>
                  </a:lnTo>
                  <a:lnTo>
                    <a:pt x="2271" y="9751"/>
                  </a:lnTo>
                  <a:lnTo>
                    <a:pt x="2549" y="10432"/>
                  </a:lnTo>
                  <a:lnTo>
                    <a:pt x="2846" y="11112"/>
                  </a:lnTo>
                  <a:lnTo>
                    <a:pt x="3142" y="11792"/>
                  </a:lnTo>
                  <a:lnTo>
                    <a:pt x="3449" y="12472"/>
                  </a:lnTo>
                  <a:lnTo>
                    <a:pt x="3755" y="13142"/>
                  </a:lnTo>
                  <a:lnTo>
                    <a:pt x="4072" y="13793"/>
                  </a:lnTo>
                  <a:lnTo>
                    <a:pt x="4388" y="14416"/>
                  </a:lnTo>
                  <a:lnTo>
                    <a:pt x="4704" y="15019"/>
                  </a:lnTo>
                  <a:lnTo>
                    <a:pt x="5010" y="15594"/>
                  </a:lnTo>
                  <a:lnTo>
                    <a:pt x="5326" y="16121"/>
                  </a:lnTo>
                  <a:lnTo>
                    <a:pt x="5633" y="16609"/>
                  </a:lnTo>
                  <a:lnTo>
                    <a:pt x="5786" y="16839"/>
                  </a:lnTo>
                  <a:lnTo>
                    <a:pt x="5939" y="17060"/>
                  </a:lnTo>
                  <a:lnTo>
                    <a:pt x="6083" y="17261"/>
                  </a:lnTo>
                  <a:lnTo>
                    <a:pt x="6236" y="17443"/>
                  </a:lnTo>
                  <a:lnTo>
                    <a:pt x="6380" y="17615"/>
                  </a:lnTo>
                  <a:lnTo>
                    <a:pt x="6524" y="17778"/>
                  </a:lnTo>
                  <a:lnTo>
                    <a:pt x="6658" y="17912"/>
                  </a:lnTo>
                  <a:lnTo>
                    <a:pt x="6801" y="18037"/>
                  </a:lnTo>
                  <a:lnTo>
                    <a:pt x="6935" y="18142"/>
                  </a:lnTo>
                  <a:lnTo>
                    <a:pt x="7069" y="18238"/>
                  </a:lnTo>
                  <a:lnTo>
                    <a:pt x="7194" y="18305"/>
                  </a:lnTo>
                  <a:lnTo>
                    <a:pt x="7319" y="18362"/>
                  </a:lnTo>
                  <a:lnTo>
                    <a:pt x="7443" y="18391"/>
                  </a:lnTo>
                  <a:lnTo>
                    <a:pt x="7568" y="18400"/>
                  </a:lnTo>
                  <a:lnTo>
                    <a:pt x="7721" y="18391"/>
                  </a:lnTo>
                  <a:lnTo>
                    <a:pt x="7884" y="18372"/>
                  </a:lnTo>
                  <a:lnTo>
                    <a:pt x="8056" y="18343"/>
                  </a:lnTo>
                  <a:lnTo>
                    <a:pt x="8228" y="18295"/>
                  </a:lnTo>
                  <a:lnTo>
                    <a:pt x="8410" y="18228"/>
                  </a:lnTo>
                  <a:lnTo>
                    <a:pt x="8583" y="18161"/>
                  </a:lnTo>
                  <a:lnTo>
                    <a:pt x="8765" y="18075"/>
                  </a:lnTo>
                  <a:lnTo>
                    <a:pt x="8956" y="17979"/>
                  </a:lnTo>
                  <a:lnTo>
                    <a:pt x="9138" y="17874"/>
                  </a:lnTo>
                  <a:lnTo>
                    <a:pt x="9330" y="17759"/>
                  </a:lnTo>
                  <a:lnTo>
                    <a:pt x="9531" y="17625"/>
                  </a:lnTo>
                  <a:lnTo>
                    <a:pt x="9723" y="17481"/>
                  </a:lnTo>
                  <a:lnTo>
                    <a:pt x="9924" y="17328"/>
                  </a:lnTo>
                  <a:lnTo>
                    <a:pt x="10115" y="17165"/>
                  </a:lnTo>
                  <a:lnTo>
                    <a:pt x="10316" y="17002"/>
                  </a:lnTo>
                  <a:lnTo>
                    <a:pt x="10518" y="16820"/>
                  </a:lnTo>
                  <a:lnTo>
                    <a:pt x="10719" y="16629"/>
                  </a:lnTo>
                  <a:lnTo>
                    <a:pt x="10929" y="16427"/>
                  </a:lnTo>
                  <a:lnTo>
                    <a:pt x="11131" y="16217"/>
                  </a:lnTo>
                  <a:lnTo>
                    <a:pt x="11332" y="15996"/>
                  </a:lnTo>
                  <a:lnTo>
                    <a:pt x="11744" y="15537"/>
                  </a:lnTo>
                  <a:lnTo>
                    <a:pt x="12146" y="15039"/>
                  </a:lnTo>
                  <a:lnTo>
                    <a:pt x="12548" y="14512"/>
                  </a:lnTo>
                  <a:lnTo>
                    <a:pt x="12941" y="13966"/>
                  </a:lnTo>
                  <a:lnTo>
                    <a:pt x="13334" y="13391"/>
                  </a:lnTo>
                  <a:lnTo>
                    <a:pt x="13717" y="12788"/>
                  </a:lnTo>
                  <a:lnTo>
                    <a:pt x="14081" y="12165"/>
                  </a:lnTo>
                  <a:lnTo>
                    <a:pt x="14435" y="11533"/>
                  </a:lnTo>
                  <a:lnTo>
                    <a:pt x="14780" y="10872"/>
                  </a:lnTo>
                  <a:lnTo>
                    <a:pt x="15106" y="10202"/>
                  </a:lnTo>
                  <a:lnTo>
                    <a:pt x="15412" y="9512"/>
                  </a:lnTo>
                  <a:lnTo>
                    <a:pt x="15565" y="9167"/>
                  </a:lnTo>
                  <a:lnTo>
                    <a:pt x="15699" y="8822"/>
                  </a:lnTo>
                  <a:lnTo>
                    <a:pt x="15843" y="8468"/>
                  </a:lnTo>
                  <a:lnTo>
                    <a:pt x="15968" y="8114"/>
                  </a:lnTo>
                  <a:lnTo>
                    <a:pt x="16092" y="7759"/>
                  </a:lnTo>
                  <a:lnTo>
                    <a:pt x="16207" y="7405"/>
                  </a:lnTo>
                  <a:lnTo>
                    <a:pt x="16322" y="7050"/>
                  </a:lnTo>
                  <a:lnTo>
                    <a:pt x="16427" y="6696"/>
                  </a:lnTo>
                  <a:lnTo>
                    <a:pt x="16523" y="6342"/>
                  </a:lnTo>
                  <a:lnTo>
                    <a:pt x="16619" y="5978"/>
                  </a:lnTo>
                  <a:lnTo>
                    <a:pt x="16705" y="5623"/>
                  </a:lnTo>
                  <a:lnTo>
                    <a:pt x="16782" y="5259"/>
                  </a:lnTo>
                  <a:lnTo>
                    <a:pt x="16849" y="4905"/>
                  </a:lnTo>
                  <a:lnTo>
                    <a:pt x="16906" y="4551"/>
                  </a:lnTo>
                  <a:lnTo>
                    <a:pt x="16964" y="4196"/>
                  </a:lnTo>
                  <a:lnTo>
                    <a:pt x="17002" y="3842"/>
                  </a:lnTo>
                  <a:lnTo>
                    <a:pt x="17040" y="3487"/>
                  </a:lnTo>
                  <a:lnTo>
                    <a:pt x="17069" y="3143"/>
                  </a:lnTo>
                  <a:lnTo>
                    <a:pt x="17088" y="2788"/>
                  </a:lnTo>
                  <a:lnTo>
                    <a:pt x="17098" y="2443"/>
                  </a:lnTo>
                  <a:lnTo>
                    <a:pt x="17098" y="2099"/>
                  </a:lnTo>
                  <a:lnTo>
                    <a:pt x="17079" y="1763"/>
                  </a:lnTo>
                  <a:lnTo>
                    <a:pt x="17059" y="1438"/>
                  </a:lnTo>
                  <a:lnTo>
                    <a:pt x="17031" y="1150"/>
                  </a:lnTo>
                  <a:lnTo>
                    <a:pt x="16983" y="901"/>
                  </a:lnTo>
                  <a:lnTo>
                    <a:pt x="16925" y="681"/>
                  </a:lnTo>
                  <a:lnTo>
                    <a:pt x="16858" y="499"/>
                  </a:lnTo>
                  <a:lnTo>
                    <a:pt x="16820" y="413"/>
                  </a:lnTo>
                  <a:lnTo>
                    <a:pt x="16772" y="346"/>
                  </a:lnTo>
                  <a:lnTo>
                    <a:pt x="16734" y="279"/>
                  </a:lnTo>
                  <a:lnTo>
                    <a:pt x="16686" y="221"/>
                  </a:lnTo>
                  <a:lnTo>
                    <a:pt x="16638" y="164"/>
                  </a:lnTo>
                  <a:lnTo>
                    <a:pt x="16590" y="125"/>
                  </a:lnTo>
                  <a:lnTo>
                    <a:pt x="16533" y="87"/>
                  </a:lnTo>
                  <a:lnTo>
                    <a:pt x="16475" y="58"/>
                  </a:lnTo>
                  <a:lnTo>
                    <a:pt x="16418" y="30"/>
                  </a:lnTo>
                  <a:lnTo>
                    <a:pt x="16360" y="20"/>
                  </a:lnTo>
                  <a:lnTo>
                    <a:pt x="16293" y="1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2"/>
            <p:cNvSpPr/>
            <p:nvPr/>
          </p:nvSpPr>
          <p:spPr>
            <a:xfrm>
              <a:off x="2861757" y="2179019"/>
              <a:ext cx="379129" cy="650964"/>
            </a:xfrm>
            <a:custGeom>
              <a:avLst/>
              <a:gdLst/>
              <a:ahLst/>
              <a:cxnLst/>
              <a:rect l="l" t="t" r="r" b="b"/>
              <a:pathLst>
                <a:path w="9378" h="16102" extrusionOk="0">
                  <a:moveTo>
                    <a:pt x="8363" y="1"/>
                  </a:moveTo>
                  <a:lnTo>
                    <a:pt x="8229" y="20"/>
                  </a:lnTo>
                  <a:lnTo>
                    <a:pt x="8094" y="68"/>
                  </a:lnTo>
                  <a:lnTo>
                    <a:pt x="7951" y="125"/>
                  </a:lnTo>
                  <a:lnTo>
                    <a:pt x="7798" y="202"/>
                  </a:lnTo>
                  <a:lnTo>
                    <a:pt x="7644" y="298"/>
                  </a:lnTo>
                  <a:lnTo>
                    <a:pt x="7491" y="413"/>
                  </a:lnTo>
                  <a:lnTo>
                    <a:pt x="7319" y="547"/>
                  </a:lnTo>
                  <a:lnTo>
                    <a:pt x="7156" y="690"/>
                  </a:lnTo>
                  <a:lnTo>
                    <a:pt x="6983" y="844"/>
                  </a:lnTo>
                  <a:lnTo>
                    <a:pt x="6801" y="1016"/>
                  </a:lnTo>
                  <a:lnTo>
                    <a:pt x="6619" y="1198"/>
                  </a:lnTo>
                  <a:lnTo>
                    <a:pt x="6246" y="1610"/>
                  </a:lnTo>
                  <a:lnTo>
                    <a:pt x="5863" y="2060"/>
                  </a:lnTo>
                  <a:lnTo>
                    <a:pt x="5480" y="2549"/>
                  </a:lnTo>
                  <a:lnTo>
                    <a:pt x="5077" y="3066"/>
                  </a:lnTo>
                  <a:lnTo>
                    <a:pt x="4675" y="3612"/>
                  </a:lnTo>
                  <a:lnTo>
                    <a:pt x="4282" y="4186"/>
                  </a:lnTo>
                  <a:lnTo>
                    <a:pt x="3880" y="4771"/>
                  </a:lnTo>
                  <a:lnTo>
                    <a:pt x="3487" y="5365"/>
                  </a:lnTo>
                  <a:lnTo>
                    <a:pt x="3104" y="5958"/>
                  </a:lnTo>
                  <a:lnTo>
                    <a:pt x="2721" y="6562"/>
                  </a:lnTo>
                  <a:lnTo>
                    <a:pt x="2357" y="7146"/>
                  </a:lnTo>
                  <a:lnTo>
                    <a:pt x="2003" y="7730"/>
                  </a:lnTo>
                  <a:lnTo>
                    <a:pt x="1351" y="8822"/>
                  </a:lnTo>
                  <a:lnTo>
                    <a:pt x="786" y="9799"/>
                  </a:lnTo>
                  <a:lnTo>
                    <a:pt x="336" y="10623"/>
                  </a:lnTo>
                  <a:lnTo>
                    <a:pt x="1" y="11226"/>
                  </a:lnTo>
                  <a:lnTo>
                    <a:pt x="3909" y="16102"/>
                  </a:lnTo>
                  <a:lnTo>
                    <a:pt x="4072" y="16063"/>
                  </a:lnTo>
                  <a:lnTo>
                    <a:pt x="4234" y="16015"/>
                  </a:lnTo>
                  <a:lnTo>
                    <a:pt x="4388" y="15967"/>
                  </a:lnTo>
                  <a:lnTo>
                    <a:pt x="4541" y="15900"/>
                  </a:lnTo>
                  <a:lnTo>
                    <a:pt x="4694" y="15833"/>
                  </a:lnTo>
                  <a:lnTo>
                    <a:pt x="4847" y="15757"/>
                  </a:lnTo>
                  <a:lnTo>
                    <a:pt x="5001" y="15671"/>
                  </a:lnTo>
                  <a:lnTo>
                    <a:pt x="5154" y="15575"/>
                  </a:lnTo>
                  <a:lnTo>
                    <a:pt x="5298" y="15469"/>
                  </a:lnTo>
                  <a:lnTo>
                    <a:pt x="5441" y="15354"/>
                  </a:lnTo>
                  <a:lnTo>
                    <a:pt x="5585" y="15240"/>
                  </a:lnTo>
                  <a:lnTo>
                    <a:pt x="5719" y="15115"/>
                  </a:lnTo>
                  <a:lnTo>
                    <a:pt x="5863" y="14981"/>
                  </a:lnTo>
                  <a:lnTo>
                    <a:pt x="5997" y="14847"/>
                  </a:lnTo>
                  <a:lnTo>
                    <a:pt x="6131" y="14703"/>
                  </a:lnTo>
                  <a:lnTo>
                    <a:pt x="6265" y="14550"/>
                  </a:lnTo>
                  <a:lnTo>
                    <a:pt x="6390" y="14387"/>
                  </a:lnTo>
                  <a:lnTo>
                    <a:pt x="6524" y="14224"/>
                  </a:lnTo>
                  <a:lnTo>
                    <a:pt x="6773" y="13870"/>
                  </a:lnTo>
                  <a:lnTo>
                    <a:pt x="7003" y="13496"/>
                  </a:lnTo>
                  <a:lnTo>
                    <a:pt x="7232" y="13094"/>
                  </a:lnTo>
                  <a:lnTo>
                    <a:pt x="7453" y="12673"/>
                  </a:lnTo>
                  <a:lnTo>
                    <a:pt x="7663" y="12232"/>
                  </a:lnTo>
                  <a:lnTo>
                    <a:pt x="7855" y="11763"/>
                  </a:lnTo>
                  <a:lnTo>
                    <a:pt x="8047" y="11284"/>
                  </a:lnTo>
                  <a:lnTo>
                    <a:pt x="8219" y="10776"/>
                  </a:lnTo>
                  <a:lnTo>
                    <a:pt x="8382" y="10259"/>
                  </a:lnTo>
                  <a:lnTo>
                    <a:pt x="8535" y="9723"/>
                  </a:lnTo>
                  <a:lnTo>
                    <a:pt x="8679" y="9177"/>
                  </a:lnTo>
                  <a:lnTo>
                    <a:pt x="8803" y="8612"/>
                  </a:lnTo>
                  <a:lnTo>
                    <a:pt x="8918" y="8037"/>
                  </a:lnTo>
                  <a:lnTo>
                    <a:pt x="9024" y="7443"/>
                  </a:lnTo>
                  <a:lnTo>
                    <a:pt x="9119" y="6849"/>
                  </a:lnTo>
                  <a:lnTo>
                    <a:pt x="9196" y="6236"/>
                  </a:lnTo>
                  <a:lnTo>
                    <a:pt x="9263" y="5614"/>
                  </a:lnTo>
                  <a:lnTo>
                    <a:pt x="9311" y="4991"/>
                  </a:lnTo>
                  <a:lnTo>
                    <a:pt x="9349" y="4359"/>
                  </a:lnTo>
                  <a:lnTo>
                    <a:pt x="9368" y="3717"/>
                  </a:lnTo>
                  <a:lnTo>
                    <a:pt x="9378" y="3075"/>
                  </a:lnTo>
                  <a:lnTo>
                    <a:pt x="9368" y="2434"/>
                  </a:lnTo>
                  <a:lnTo>
                    <a:pt x="9340" y="1782"/>
                  </a:lnTo>
                  <a:lnTo>
                    <a:pt x="9320" y="1485"/>
                  </a:lnTo>
                  <a:lnTo>
                    <a:pt x="9292" y="1227"/>
                  </a:lnTo>
                  <a:lnTo>
                    <a:pt x="9253" y="987"/>
                  </a:lnTo>
                  <a:lnTo>
                    <a:pt x="9206" y="777"/>
                  </a:lnTo>
                  <a:lnTo>
                    <a:pt x="9148" y="595"/>
                  </a:lnTo>
                  <a:lnTo>
                    <a:pt x="9071" y="441"/>
                  </a:lnTo>
                  <a:lnTo>
                    <a:pt x="8995" y="307"/>
                  </a:lnTo>
                  <a:lnTo>
                    <a:pt x="8909" y="202"/>
                  </a:lnTo>
                  <a:lnTo>
                    <a:pt x="8813" y="116"/>
                  </a:lnTo>
                  <a:lnTo>
                    <a:pt x="8765" y="77"/>
                  </a:lnTo>
                  <a:lnTo>
                    <a:pt x="8717" y="49"/>
                  </a:lnTo>
                  <a:lnTo>
                    <a:pt x="8660" y="30"/>
                  </a:lnTo>
                  <a:lnTo>
                    <a:pt x="8602" y="10"/>
                  </a:lnTo>
                  <a:lnTo>
                    <a:pt x="8487" y="1"/>
                  </a:lnTo>
                  <a:close/>
                </a:path>
              </a:pathLst>
            </a:custGeom>
            <a:solidFill>
              <a:srgbClr val="FF80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2"/>
            <p:cNvSpPr/>
            <p:nvPr/>
          </p:nvSpPr>
          <p:spPr>
            <a:xfrm>
              <a:off x="2947341" y="2125574"/>
              <a:ext cx="715243" cy="1044000"/>
            </a:xfrm>
            <a:custGeom>
              <a:avLst/>
              <a:gdLst/>
              <a:ahLst/>
              <a:cxnLst/>
              <a:rect l="l" t="t" r="r" b="b"/>
              <a:pathLst>
                <a:path w="17692" h="25824" extrusionOk="0">
                  <a:moveTo>
                    <a:pt x="8698" y="1"/>
                  </a:moveTo>
                  <a:lnTo>
                    <a:pt x="8257" y="20"/>
                  </a:lnTo>
                  <a:lnTo>
                    <a:pt x="7816" y="49"/>
                  </a:lnTo>
                  <a:lnTo>
                    <a:pt x="7673" y="68"/>
                  </a:lnTo>
                  <a:lnTo>
                    <a:pt x="7510" y="106"/>
                  </a:lnTo>
                  <a:lnTo>
                    <a:pt x="7338" y="145"/>
                  </a:lnTo>
                  <a:lnTo>
                    <a:pt x="7146" y="202"/>
                  </a:lnTo>
                  <a:lnTo>
                    <a:pt x="6954" y="269"/>
                  </a:lnTo>
                  <a:lnTo>
                    <a:pt x="6744" y="346"/>
                  </a:lnTo>
                  <a:lnTo>
                    <a:pt x="6533" y="432"/>
                  </a:lnTo>
                  <a:lnTo>
                    <a:pt x="6303" y="537"/>
                  </a:lnTo>
                  <a:lnTo>
                    <a:pt x="6073" y="652"/>
                  </a:lnTo>
                  <a:lnTo>
                    <a:pt x="5834" y="777"/>
                  </a:lnTo>
                  <a:lnTo>
                    <a:pt x="5594" y="911"/>
                  </a:lnTo>
                  <a:lnTo>
                    <a:pt x="5345" y="1064"/>
                  </a:lnTo>
                  <a:lnTo>
                    <a:pt x="5096" y="1227"/>
                  </a:lnTo>
                  <a:lnTo>
                    <a:pt x="4838" y="1409"/>
                  </a:lnTo>
                  <a:lnTo>
                    <a:pt x="4579" y="1601"/>
                  </a:lnTo>
                  <a:lnTo>
                    <a:pt x="4320" y="1802"/>
                  </a:lnTo>
                  <a:lnTo>
                    <a:pt x="4062" y="2012"/>
                  </a:lnTo>
                  <a:lnTo>
                    <a:pt x="3813" y="2252"/>
                  </a:lnTo>
                  <a:lnTo>
                    <a:pt x="3554" y="2491"/>
                  </a:lnTo>
                  <a:lnTo>
                    <a:pt x="3305" y="2750"/>
                  </a:lnTo>
                  <a:lnTo>
                    <a:pt x="3056" y="3028"/>
                  </a:lnTo>
                  <a:lnTo>
                    <a:pt x="2807" y="3315"/>
                  </a:lnTo>
                  <a:lnTo>
                    <a:pt x="2568" y="3612"/>
                  </a:lnTo>
                  <a:lnTo>
                    <a:pt x="2338" y="3928"/>
                  </a:lnTo>
                  <a:lnTo>
                    <a:pt x="2117" y="4263"/>
                  </a:lnTo>
                  <a:lnTo>
                    <a:pt x="1897" y="4608"/>
                  </a:lnTo>
                  <a:lnTo>
                    <a:pt x="1686" y="4962"/>
                  </a:lnTo>
                  <a:lnTo>
                    <a:pt x="1495" y="5346"/>
                  </a:lnTo>
                  <a:lnTo>
                    <a:pt x="1303" y="5738"/>
                  </a:lnTo>
                  <a:lnTo>
                    <a:pt x="1131" y="6141"/>
                  </a:lnTo>
                  <a:lnTo>
                    <a:pt x="968" y="6562"/>
                  </a:lnTo>
                  <a:lnTo>
                    <a:pt x="824" y="7003"/>
                  </a:lnTo>
                  <a:lnTo>
                    <a:pt x="738" y="7280"/>
                  </a:lnTo>
                  <a:lnTo>
                    <a:pt x="662" y="7568"/>
                  </a:lnTo>
                  <a:lnTo>
                    <a:pt x="585" y="7865"/>
                  </a:lnTo>
                  <a:lnTo>
                    <a:pt x="518" y="8171"/>
                  </a:lnTo>
                  <a:lnTo>
                    <a:pt x="451" y="8478"/>
                  </a:lnTo>
                  <a:lnTo>
                    <a:pt x="393" y="8784"/>
                  </a:lnTo>
                  <a:lnTo>
                    <a:pt x="288" y="9435"/>
                  </a:lnTo>
                  <a:lnTo>
                    <a:pt x="202" y="10096"/>
                  </a:lnTo>
                  <a:lnTo>
                    <a:pt x="135" y="10776"/>
                  </a:lnTo>
                  <a:lnTo>
                    <a:pt x="77" y="11466"/>
                  </a:lnTo>
                  <a:lnTo>
                    <a:pt x="39" y="12165"/>
                  </a:lnTo>
                  <a:lnTo>
                    <a:pt x="10" y="12874"/>
                  </a:lnTo>
                  <a:lnTo>
                    <a:pt x="1" y="13583"/>
                  </a:lnTo>
                  <a:lnTo>
                    <a:pt x="1" y="14301"/>
                  </a:lnTo>
                  <a:lnTo>
                    <a:pt x="10" y="15010"/>
                  </a:lnTo>
                  <a:lnTo>
                    <a:pt x="29" y="15709"/>
                  </a:lnTo>
                  <a:lnTo>
                    <a:pt x="49" y="16408"/>
                  </a:lnTo>
                  <a:lnTo>
                    <a:pt x="87" y="17098"/>
                  </a:lnTo>
                  <a:lnTo>
                    <a:pt x="125" y="17768"/>
                  </a:lnTo>
                  <a:lnTo>
                    <a:pt x="173" y="18420"/>
                  </a:lnTo>
                  <a:lnTo>
                    <a:pt x="221" y="19061"/>
                  </a:lnTo>
                  <a:lnTo>
                    <a:pt x="336" y="20249"/>
                  </a:lnTo>
                  <a:lnTo>
                    <a:pt x="451" y="21331"/>
                  </a:lnTo>
                  <a:lnTo>
                    <a:pt x="566" y="22270"/>
                  </a:lnTo>
                  <a:lnTo>
                    <a:pt x="662" y="23036"/>
                  </a:lnTo>
                  <a:lnTo>
                    <a:pt x="748" y="23621"/>
                  </a:lnTo>
                  <a:lnTo>
                    <a:pt x="824" y="24109"/>
                  </a:lnTo>
                  <a:lnTo>
                    <a:pt x="13879" y="25824"/>
                  </a:lnTo>
                  <a:lnTo>
                    <a:pt x="14042" y="25546"/>
                  </a:lnTo>
                  <a:lnTo>
                    <a:pt x="14224" y="25201"/>
                  </a:lnTo>
                  <a:lnTo>
                    <a:pt x="14473" y="24722"/>
                  </a:lnTo>
                  <a:lnTo>
                    <a:pt x="14761" y="24128"/>
                  </a:lnTo>
                  <a:lnTo>
                    <a:pt x="14914" y="23774"/>
                  </a:lnTo>
                  <a:lnTo>
                    <a:pt x="15086" y="23400"/>
                  </a:lnTo>
                  <a:lnTo>
                    <a:pt x="15249" y="22988"/>
                  </a:lnTo>
                  <a:lnTo>
                    <a:pt x="15431" y="22557"/>
                  </a:lnTo>
                  <a:lnTo>
                    <a:pt x="15603" y="22098"/>
                  </a:lnTo>
                  <a:lnTo>
                    <a:pt x="15785" y="21600"/>
                  </a:lnTo>
                  <a:lnTo>
                    <a:pt x="15958" y="21082"/>
                  </a:lnTo>
                  <a:lnTo>
                    <a:pt x="16140" y="20536"/>
                  </a:lnTo>
                  <a:lnTo>
                    <a:pt x="16312" y="19962"/>
                  </a:lnTo>
                  <a:lnTo>
                    <a:pt x="16485" y="19368"/>
                  </a:lnTo>
                  <a:lnTo>
                    <a:pt x="16647" y="18736"/>
                  </a:lnTo>
                  <a:lnTo>
                    <a:pt x="16801" y="18094"/>
                  </a:lnTo>
                  <a:lnTo>
                    <a:pt x="16954" y="17414"/>
                  </a:lnTo>
                  <a:lnTo>
                    <a:pt x="17098" y="16724"/>
                  </a:lnTo>
                  <a:lnTo>
                    <a:pt x="17222" y="15996"/>
                  </a:lnTo>
                  <a:lnTo>
                    <a:pt x="17337" y="15259"/>
                  </a:lnTo>
                  <a:lnTo>
                    <a:pt x="17442" y="14493"/>
                  </a:lnTo>
                  <a:lnTo>
                    <a:pt x="17529" y="13707"/>
                  </a:lnTo>
                  <a:lnTo>
                    <a:pt x="17596" y="12893"/>
                  </a:lnTo>
                  <a:lnTo>
                    <a:pt x="17644" y="12069"/>
                  </a:lnTo>
                  <a:lnTo>
                    <a:pt x="17682" y="11217"/>
                  </a:lnTo>
                  <a:lnTo>
                    <a:pt x="17691" y="10355"/>
                  </a:lnTo>
                  <a:lnTo>
                    <a:pt x="17682" y="9972"/>
                  </a:lnTo>
                  <a:lnTo>
                    <a:pt x="17672" y="9608"/>
                  </a:lnTo>
                  <a:lnTo>
                    <a:pt x="17653" y="9244"/>
                  </a:lnTo>
                  <a:lnTo>
                    <a:pt x="17634" y="8889"/>
                  </a:lnTo>
                  <a:lnTo>
                    <a:pt x="17596" y="8545"/>
                  </a:lnTo>
                  <a:lnTo>
                    <a:pt x="17557" y="8209"/>
                  </a:lnTo>
                  <a:lnTo>
                    <a:pt x="17509" y="7884"/>
                  </a:lnTo>
                  <a:lnTo>
                    <a:pt x="17452" y="7558"/>
                  </a:lnTo>
                  <a:lnTo>
                    <a:pt x="17395" y="7242"/>
                  </a:lnTo>
                  <a:lnTo>
                    <a:pt x="17327" y="6936"/>
                  </a:lnTo>
                  <a:lnTo>
                    <a:pt x="17260" y="6639"/>
                  </a:lnTo>
                  <a:lnTo>
                    <a:pt x="17174" y="6351"/>
                  </a:lnTo>
                  <a:lnTo>
                    <a:pt x="17088" y="6064"/>
                  </a:lnTo>
                  <a:lnTo>
                    <a:pt x="17002" y="5786"/>
                  </a:lnTo>
                  <a:lnTo>
                    <a:pt x="16906" y="5518"/>
                  </a:lnTo>
                  <a:lnTo>
                    <a:pt x="16801" y="5250"/>
                  </a:lnTo>
                  <a:lnTo>
                    <a:pt x="16695" y="5001"/>
                  </a:lnTo>
                  <a:lnTo>
                    <a:pt x="16580" y="4752"/>
                  </a:lnTo>
                  <a:lnTo>
                    <a:pt x="16456" y="4503"/>
                  </a:lnTo>
                  <a:lnTo>
                    <a:pt x="16331" y="4273"/>
                  </a:lnTo>
                  <a:lnTo>
                    <a:pt x="16207" y="4043"/>
                  </a:lnTo>
                  <a:lnTo>
                    <a:pt x="16073" y="3823"/>
                  </a:lnTo>
                  <a:lnTo>
                    <a:pt x="15939" y="3612"/>
                  </a:lnTo>
                  <a:lnTo>
                    <a:pt x="15795" y="3401"/>
                  </a:lnTo>
                  <a:lnTo>
                    <a:pt x="15642" y="3200"/>
                  </a:lnTo>
                  <a:lnTo>
                    <a:pt x="15488" y="3009"/>
                  </a:lnTo>
                  <a:lnTo>
                    <a:pt x="15335" y="2817"/>
                  </a:lnTo>
                  <a:lnTo>
                    <a:pt x="15172" y="2645"/>
                  </a:lnTo>
                  <a:lnTo>
                    <a:pt x="15010" y="2463"/>
                  </a:lnTo>
                  <a:lnTo>
                    <a:pt x="14847" y="2300"/>
                  </a:lnTo>
                  <a:lnTo>
                    <a:pt x="14674" y="2137"/>
                  </a:lnTo>
                  <a:lnTo>
                    <a:pt x="14492" y="1984"/>
                  </a:lnTo>
                  <a:lnTo>
                    <a:pt x="14320" y="1830"/>
                  </a:lnTo>
                  <a:lnTo>
                    <a:pt x="14138" y="1687"/>
                  </a:lnTo>
                  <a:lnTo>
                    <a:pt x="13946" y="1553"/>
                  </a:lnTo>
                  <a:lnTo>
                    <a:pt x="13764" y="1419"/>
                  </a:lnTo>
                  <a:lnTo>
                    <a:pt x="13573" y="1304"/>
                  </a:lnTo>
                  <a:lnTo>
                    <a:pt x="13381" y="1179"/>
                  </a:lnTo>
                  <a:lnTo>
                    <a:pt x="13180" y="1064"/>
                  </a:lnTo>
                  <a:lnTo>
                    <a:pt x="12979" y="959"/>
                  </a:lnTo>
                  <a:lnTo>
                    <a:pt x="12778" y="863"/>
                  </a:lnTo>
                  <a:lnTo>
                    <a:pt x="12577" y="767"/>
                  </a:lnTo>
                  <a:lnTo>
                    <a:pt x="12376" y="681"/>
                  </a:lnTo>
                  <a:lnTo>
                    <a:pt x="12165" y="595"/>
                  </a:lnTo>
                  <a:lnTo>
                    <a:pt x="11954" y="518"/>
                  </a:lnTo>
                  <a:lnTo>
                    <a:pt x="11743" y="442"/>
                  </a:lnTo>
                  <a:lnTo>
                    <a:pt x="11322" y="317"/>
                  </a:lnTo>
                  <a:lnTo>
                    <a:pt x="10891" y="212"/>
                  </a:lnTo>
                  <a:lnTo>
                    <a:pt x="10450" y="126"/>
                  </a:lnTo>
                  <a:lnTo>
                    <a:pt x="10019" y="68"/>
                  </a:lnTo>
                  <a:lnTo>
                    <a:pt x="9579" y="30"/>
                  </a:lnTo>
                  <a:lnTo>
                    <a:pt x="913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2"/>
            <p:cNvSpPr/>
            <p:nvPr/>
          </p:nvSpPr>
          <p:spPr>
            <a:xfrm>
              <a:off x="3213755" y="1813115"/>
              <a:ext cx="234682" cy="453071"/>
            </a:xfrm>
            <a:custGeom>
              <a:avLst/>
              <a:gdLst/>
              <a:ahLst/>
              <a:cxnLst/>
              <a:rect l="l" t="t" r="r" b="b"/>
              <a:pathLst>
                <a:path w="5805" h="11207" extrusionOk="0">
                  <a:moveTo>
                    <a:pt x="5805" y="0"/>
                  </a:moveTo>
                  <a:lnTo>
                    <a:pt x="1629" y="3698"/>
                  </a:lnTo>
                  <a:lnTo>
                    <a:pt x="1648" y="3793"/>
                  </a:lnTo>
                  <a:lnTo>
                    <a:pt x="1667" y="3908"/>
                  </a:lnTo>
                  <a:lnTo>
                    <a:pt x="1677" y="4062"/>
                  </a:lnTo>
                  <a:lnTo>
                    <a:pt x="1686" y="4263"/>
                  </a:lnTo>
                  <a:lnTo>
                    <a:pt x="1686" y="4502"/>
                  </a:lnTo>
                  <a:lnTo>
                    <a:pt x="1667" y="4780"/>
                  </a:lnTo>
                  <a:lnTo>
                    <a:pt x="1638" y="5096"/>
                  </a:lnTo>
                  <a:lnTo>
                    <a:pt x="1581" y="5450"/>
                  </a:lnTo>
                  <a:lnTo>
                    <a:pt x="1504" y="5853"/>
                  </a:lnTo>
                  <a:lnTo>
                    <a:pt x="1447" y="6063"/>
                  </a:lnTo>
                  <a:lnTo>
                    <a:pt x="1389" y="6284"/>
                  </a:lnTo>
                  <a:lnTo>
                    <a:pt x="1322" y="6504"/>
                  </a:lnTo>
                  <a:lnTo>
                    <a:pt x="1246" y="6743"/>
                  </a:lnTo>
                  <a:lnTo>
                    <a:pt x="1159" y="6992"/>
                  </a:lnTo>
                  <a:lnTo>
                    <a:pt x="1064" y="7251"/>
                  </a:lnTo>
                  <a:lnTo>
                    <a:pt x="949" y="7510"/>
                  </a:lnTo>
                  <a:lnTo>
                    <a:pt x="834" y="7778"/>
                  </a:lnTo>
                  <a:lnTo>
                    <a:pt x="700" y="8056"/>
                  </a:lnTo>
                  <a:lnTo>
                    <a:pt x="556" y="8343"/>
                  </a:lnTo>
                  <a:lnTo>
                    <a:pt x="403" y="8640"/>
                  </a:lnTo>
                  <a:lnTo>
                    <a:pt x="230" y="8946"/>
                  </a:lnTo>
                  <a:lnTo>
                    <a:pt x="182" y="9042"/>
                  </a:lnTo>
                  <a:lnTo>
                    <a:pt x="135" y="9148"/>
                  </a:lnTo>
                  <a:lnTo>
                    <a:pt x="96" y="9253"/>
                  </a:lnTo>
                  <a:lnTo>
                    <a:pt x="58" y="9358"/>
                  </a:lnTo>
                  <a:lnTo>
                    <a:pt x="39" y="9473"/>
                  </a:lnTo>
                  <a:lnTo>
                    <a:pt x="20" y="9579"/>
                  </a:lnTo>
                  <a:lnTo>
                    <a:pt x="10" y="9694"/>
                  </a:lnTo>
                  <a:lnTo>
                    <a:pt x="0" y="9799"/>
                  </a:lnTo>
                  <a:lnTo>
                    <a:pt x="10" y="9914"/>
                  </a:lnTo>
                  <a:lnTo>
                    <a:pt x="20" y="10019"/>
                  </a:lnTo>
                  <a:lnTo>
                    <a:pt x="39" y="10134"/>
                  </a:lnTo>
                  <a:lnTo>
                    <a:pt x="67" y="10239"/>
                  </a:lnTo>
                  <a:lnTo>
                    <a:pt x="106" y="10345"/>
                  </a:lnTo>
                  <a:lnTo>
                    <a:pt x="154" y="10450"/>
                  </a:lnTo>
                  <a:lnTo>
                    <a:pt x="202" y="10546"/>
                  </a:lnTo>
                  <a:lnTo>
                    <a:pt x="269" y="10642"/>
                  </a:lnTo>
                  <a:lnTo>
                    <a:pt x="355" y="10747"/>
                  </a:lnTo>
                  <a:lnTo>
                    <a:pt x="460" y="10852"/>
                  </a:lnTo>
                  <a:lnTo>
                    <a:pt x="585" y="10948"/>
                  </a:lnTo>
                  <a:lnTo>
                    <a:pt x="738" y="11025"/>
                  </a:lnTo>
                  <a:lnTo>
                    <a:pt x="901" y="11101"/>
                  </a:lnTo>
                  <a:lnTo>
                    <a:pt x="1083" y="11149"/>
                  </a:lnTo>
                  <a:lnTo>
                    <a:pt x="1284" y="11188"/>
                  </a:lnTo>
                  <a:lnTo>
                    <a:pt x="1389" y="11197"/>
                  </a:lnTo>
                  <a:lnTo>
                    <a:pt x="1495" y="11207"/>
                  </a:lnTo>
                  <a:lnTo>
                    <a:pt x="1610" y="11197"/>
                  </a:lnTo>
                  <a:lnTo>
                    <a:pt x="1724" y="11197"/>
                  </a:lnTo>
                  <a:lnTo>
                    <a:pt x="1849" y="11178"/>
                  </a:lnTo>
                  <a:lnTo>
                    <a:pt x="1974" y="11159"/>
                  </a:lnTo>
                  <a:lnTo>
                    <a:pt x="2098" y="11130"/>
                  </a:lnTo>
                  <a:lnTo>
                    <a:pt x="2232" y="11101"/>
                  </a:lnTo>
                  <a:lnTo>
                    <a:pt x="2366" y="11054"/>
                  </a:lnTo>
                  <a:lnTo>
                    <a:pt x="2500" y="11006"/>
                  </a:lnTo>
                  <a:lnTo>
                    <a:pt x="2634" y="10948"/>
                  </a:lnTo>
                  <a:lnTo>
                    <a:pt x="2778" y="10881"/>
                  </a:lnTo>
                  <a:lnTo>
                    <a:pt x="2922" y="10805"/>
                  </a:lnTo>
                  <a:lnTo>
                    <a:pt x="3065" y="10718"/>
                  </a:lnTo>
                  <a:lnTo>
                    <a:pt x="3219" y="10623"/>
                  </a:lnTo>
                  <a:lnTo>
                    <a:pt x="3372" y="10517"/>
                  </a:lnTo>
                  <a:lnTo>
                    <a:pt x="3525" y="10402"/>
                  </a:lnTo>
                  <a:lnTo>
                    <a:pt x="3678" y="10278"/>
                  </a:lnTo>
                  <a:lnTo>
                    <a:pt x="3765" y="10211"/>
                  </a:lnTo>
                  <a:lnTo>
                    <a:pt x="3832" y="10134"/>
                  </a:lnTo>
                  <a:lnTo>
                    <a:pt x="3975" y="9971"/>
                  </a:lnTo>
                  <a:lnTo>
                    <a:pt x="4090" y="9808"/>
                  </a:lnTo>
                  <a:lnTo>
                    <a:pt x="4186" y="9626"/>
                  </a:lnTo>
                  <a:lnTo>
                    <a:pt x="4272" y="9435"/>
                  </a:lnTo>
                  <a:lnTo>
                    <a:pt x="4330" y="9234"/>
                  </a:lnTo>
                  <a:lnTo>
                    <a:pt x="4368" y="9023"/>
                  </a:lnTo>
                  <a:lnTo>
                    <a:pt x="4378" y="8812"/>
                  </a:lnTo>
                  <a:lnTo>
                    <a:pt x="4387" y="8075"/>
                  </a:lnTo>
                  <a:lnTo>
                    <a:pt x="4387" y="7146"/>
                  </a:lnTo>
                  <a:lnTo>
                    <a:pt x="4397" y="6629"/>
                  </a:lnTo>
                  <a:lnTo>
                    <a:pt x="4416" y="6073"/>
                  </a:lnTo>
                  <a:lnTo>
                    <a:pt x="4454" y="5498"/>
                  </a:lnTo>
                  <a:lnTo>
                    <a:pt x="4493" y="4904"/>
                  </a:lnTo>
                  <a:lnTo>
                    <a:pt x="4560" y="4291"/>
                  </a:lnTo>
                  <a:lnTo>
                    <a:pt x="4655" y="3669"/>
                  </a:lnTo>
                  <a:lnTo>
                    <a:pt x="4703" y="3353"/>
                  </a:lnTo>
                  <a:lnTo>
                    <a:pt x="4761" y="3037"/>
                  </a:lnTo>
                  <a:lnTo>
                    <a:pt x="4828" y="2730"/>
                  </a:lnTo>
                  <a:lnTo>
                    <a:pt x="4904" y="2414"/>
                  </a:lnTo>
                  <a:lnTo>
                    <a:pt x="4981" y="2098"/>
                  </a:lnTo>
                  <a:lnTo>
                    <a:pt x="5077" y="1792"/>
                  </a:lnTo>
                  <a:lnTo>
                    <a:pt x="5173" y="1485"/>
                  </a:lnTo>
                  <a:lnTo>
                    <a:pt x="5278" y="1179"/>
                  </a:lnTo>
                  <a:lnTo>
                    <a:pt x="5402" y="872"/>
                  </a:lnTo>
                  <a:lnTo>
                    <a:pt x="5527" y="575"/>
                  </a:lnTo>
                  <a:lnTo>
                    <a:pt x="5661" y="288"/>
                  </a:lnTo>
                  <a:lnTo>
                    <a:pt x="5805" y="0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2"/>
            <p:cNvSpPr/>
            <p:nvPr/>
          </p:nvSpPr>
          <p:spPr>
            <a:xfrm>
              <a:off x="3095263" y="1636935"/>
              <a:ext cx="328797" cy="476317"/>
            </a:xfrm>
            <a:custGeom>
              <a:avLst/>
              <a:gdLst/>
              <a:ahLst/>
              <a:cxnLst/>
              <a:rect l="l" t="t" r="r" b="b"/>
              <a:pathLst>
                <a:path w="8133" h="11782" extrusionOk="0">
                  <a:moveTo>
                    <a:pt x="1734" y="0"/>
                  </a:moveTo>
                  <a:lnTo>
                    <a:pt x="1533" y="10"/>
                  </a:lnTo>
                  <a:lnTo>
                    <a:pt x="1341" y="39"/>
                  </a:lnTo>
                  <a:lnTo>
                    <a:pt x="1159" y="77"/>
                  </a:lnTo>
                  <a:lnTo>
                    <a:pt x="997" y="125"/>
                  </a:lnTo>
                  <a:lnTo>
                    <a:pt x="834" y="192"/>
                  </a:lnTo>
                  <a:lnTo>
                    <a:pt x="681" y="278"/>
                  </a:lnTo>
                  <a:lnTo>
                    <a:pt x="546" y="374"/>
                  </a:lnTo>
                  <a:lnTo>
                    <a:pt x="422" y="489"/>
                  </a:lnTo>
                  <a:lnTo>
                    <a:pt x="317" y="623"/>
                  </a:lnTo>
                  <a:lnTo>
                    <a:pt x="221" y="767"/>
                  </a:lnTo>
                  <a:lnTo>
                    <a:pt x="144" y="929"/>
                  </a:lnTo>
                  <a:lnTo>
                    <a:pt x="87" y="1121"/>
                  </a:lnTo>
                  <a:lnTo>
                    <a:pt x="39" y="1322"/>
                  </a:lnTo>
                  <a:lnTo>
                    <a:pt x="10" y="1542"/>
                  </a:lnTo>
                  <a:lnTo>
                    <a:pt x="1" y="1782"/>
                  </a:lnTo>
                  <a:lnTo>
                    <a:pt x="10" y="2050"/>
                  </a:lnTo>
                  <a:lnTo>
                    <a:pt x="1" y="2251"/>
                  </a:lnTo>
                  <a:lnTo>
                    <a:pt x="1" y="2797"/>
                  </a:lnTo>
                  <a:lnTo>
                    <a:pt x="1" y="3190"/>
                  </a:lnTo>
                  <a:lnTo>
                    <a:pt x="10" y="3631"/>
                  </a:lnTo>
                  <a:lnTo>
                    <a:pt x="29" y="4129"/>
                  </a:lnTo>
                  <a:lnTo>
                    <a:pt x="68" y="4665"/>
                  </a:lnTo>
                  <a:lnTo>
                    <a:pt x="125" y="5240"/>
                  </a:lnTo>
                  <a:lnTo>
                    <a:pt x="192" y="5833"/>
                  </a:lnTo>
                  <a:lnTo>
                    <a:pt x="288" y="6446"/>
                  </a:lnTo>
                  <a:lnTo>
                    <a:pt x="345" y="6753"/>
                  </a:lnTo>
                  <a:lnTo>
                    <a:pt x="412" y="7069"/>
                  </a:lnTo>
                  <a:lnTo>
                    <a:pt x="479" y="7376"/>
                  </a:lnTo>
                  <a:lnTo>
                    <a:pt x="556" y="7682"/>
                  </a:lnTo>
                  <a:lnTo>
                    <a:pt x="642" y="7979"/>
                  </a:lnTo>
                  <a:lnTo>
                    <a:pt x="728" y="8276"/>
                  </a:lnTo>
                  <a:lnTo>
                    <a:pt x="834" y="8573"/>
                  </a:lnTo>
                  <a:lnTo>
                    <a:pt x="939" y="8860"/>
                  </a:lnTo>
                  <a:lnTo>
                    <a:pt x="1064" y="9138"/>
                  </a:lnTo>
                  <a:lnTo>
                    <a:pt x="1188" y="9406"/>
                  </a:lnTo>
                  <a:lnTo>
                    <a:pt x="1380" y="9780"/>
                  </a:lnTo>
                  <a:lnTo>
                    <a:pt x="1600" y="10163"/>
                  </a:lnTo>
                  <a:lnTo>
                    <a:pt x="1715" y="10354"/>
                  </a:lnTo>
                  <a:lnTo>
                    <a:pt x="1830" y="10546"/>
                  </a:lnTo>
                  <a:lnTo>
                    <a:pt x="1954" y="10728"/>
                  </a:lnTo>
                  <a:lnTo>
                    <a:pt x="2089" y="10910"/>
                  </a:lnTo>
                  <a:lnTo>
                    <a:pt x="2223" y="11073"/>
                  </a:lnTo>
                  <a:lnTo>
                    <a:pt x="2357" y="11226"/>
                  </a:lnTo>
                  <a:lnTo>
                    <a:pt x="2491" y="11370"/>
                  </a:lnTo>
                  <a:lnTo>
                    <a:pt x="2635" y="11494"/>
                  </a:lnTo>
                  <a:lnTo>
                    <a:pt x="2778" y="11600"/>
                  </a:lnTo>
                  <a:lnTo>
                    <a:pt x="2931" y="11676"/>
                  </a:lnTo>
                  <a:lnTo>
                    <a:pt x="2998" y="11714"/>
                  </a:lnTo>
                  <a:lnTo>
                    <a:pt x="3075" y="11734"/>
                  </a:lnTo>
                  <a:lnTo>
                    <a:pt x="3152" y="11753"/>
                  </a:lnTo>
                  <a:lnTo>
                    <a:pt x="3228" y="11772"/>
                  </a:lnTo>
                  <a:lnTo>
                    <a:pt x="3372" y="11781"/>
                  </a:lnTo>
                  <a:lnTo>
                    <a:pt x="3516" y="11772"/>
                  </a:lnTo>
                  <a:lnTo>
                    <a:pt x="3669" y="11753"/>
                  </a:lnTo>
                  <a:lnTo>
                    <a:pt x="3832" y="11714"/>
                  </a:lnTo>
                  <a:lnTo>
                    <a:pt x="3995" y="11667"/>
                  </a:lnTo>
                  <a:lnTo>
                    <a:pt x="4157" y="11600"/>
                  </a:lnTo>
                  <a:lnTo>
                    <a:pt x="4330" y="11523"/>
                  </a:lnTo>
                  <a:lnTo>
                    <a:pt x="4502" y="11437"/>
                  </a:lnTo>
                  <a:lnTo>
                    <a:pt x="4684" y="11331"/>
                  </a:lnTo>
                  <a:lnTo>
                    <a:pt x="4857" y="11216"/>
                  </a:lnTo>
                  <a:lnTo>
                    <a:pt x="5039" y="11092"/>
                  </a:lnTo>
                  <a:lnTo>
                    <a:pt x="5221" y="10958"/>
                  </a:lnTo>
                  <a:lnTo>
                    <a:pt x="5403" y="10805"/>
                  </a:lnTo>
                  <a:lnTo>
                    <a:pt x="5575" y="10651"/>
                  </a:lnTo>
                  <a:lnTo>
                    <a:pt x="5757" y="10479"/>
                  </a:lnTo>
                  <a:lnTo>
                    <a:pt x="5929" y="10297"/>
                  </a:lnTo>
                  <a:lnTo>
                    <a:pt x="6150" y="10057"/>
                  </a:lnTo>
                  <a:lnTo>
                    <a:pt x="6380" y="9780"/>
                  </a:lnTo>
                  <a:lnTo>
                    <a:pt x="6609" y="9473"/>
                  </a:lnTo>
                  <a:lnTo>
                    <a:pt x="6839" y="9128"/>
                  </a:lnTo>
                  <a:lnTo>
                    <a:pt x="7069" y="8755"/>
                  </a:lnTo>
                  <a:lnTo>
                    <a:pt x="7280" y="8362"/>
                  </a:lnTo>
                  <a:lnTo>
                    <a:pt x="7385" y="8151"/>
                  </a:lnTo>
                  <a:lnTo>
                    <a:pt x="7481" y="7931"/>
                  </a:lnTo>
                  <a:lnTo>
                    <a:pt x="7577" y="7711"/>
                  </a:lnTo>
                  <a:lnTo>
                    <a:pt x="7673" y="7481"/>
                  </a:lnTo>
                  <a:lnTo>
                    <a:pt x="7759" y="7241"/>
                  </a:lnTo>
                  <a:lnTo>
                    <a:pt x="7845" y="6992"/>
                  </a:lnTo>
                  <a:lnTo>
                    <a:pt x="7912" y="6753"/>
                  </a:lnTo>
                  <a:lnTo>
                    <a:pt x="7970" y="6514"/>
                  </a:lnTo>
                  <a:lnTo>
                    <a:pt x="8027" y="6274"/>
                  </a:lnTo>
                  <a:lnTo>
                    <a:pt x="8065" y="6035"/>
                  </a:lnTo>
                  <a:lnTo>
                    <a:pt x="8094" y="5795"/>
                  </a:lnTo>
                  <a:lnTo>
                    <a:pt x="8123" y="5556"/>
                  </a:lnTo>
                  <a:lnTo>
                    <a:pt x="8132" y="5326"/>
                  </a:lnTo>
                  <a:lnTo>
                    <a:pt x="8132" y="5086"/>
                  </a:lnTo>
                  <a:lnTo>
                    <a:pt x="8132" y="4857"/>
                  </a:lnTo>
                  <a:lnTo>
                    <a:pt x="8113" y="4636"/>
                  </a:lnTo>
                  <a:lnTo>
                    <a:pt x="8084" y="4406"/>
                  </a:lnTo>
                  <a:lnTo>
                    <a:pt x="8046" y="4186"/>
                  </a:lnTo>
                  <a:lnTo>
                    <a:pt x="7998" y="3975"/>
                  </a:lnTo>
                  <a:lnTo>
                    <a:pt x="7941" y="3755"/>
                  </a:lnTo>
                  <a:lnTo>
                    <a:pt x="7874" y="3554"/>
                  </a:lnTo>
                  <a:lnTo>
                    <a:pt x="7797" y="3343"/>
                  </a:lnTo>
                  <a:lnTo>
                    <a:pt x="7711" y="3142"/>
                  </a:lnTo>
                  <a:lnTo>
                    <a:pt x="7615" y="2950"/>
                  </a:lnTo>
                  <a:lnTo>
                    <a:pt x="7500" y="2759"/>
                  </a:lnTo>
                  <a:lnTo>
                    <a:pt x="7385" y="2577"/>
                  </a:lnTo>
                  <a:lnTo>
                    <a:pt x="7251" y="2395"/>
                  </a:lnTo>
                  <a:lnTo>
                    <a:pt x="7107" y="2223"/>
                  </a:lnTo>
                  <a:lnTo>
                    <a:pt x="6954" y="2060"/>
                  </a:lnTo>
                  <a:lnTo>
                    <a:pt x="6791" y="1897"/>
                  </a:lnTo>
                  <a:lnTo>
                    <a:pt x="6619" y="1744"/>
                  </a:lnTo>
                  <a:lnTo>
                    <a:pt x="6437" y="1600"/>
                  </a:lnTo>
                  <a:lnTo>
                    <a:pt x="6236" y="1456"/>
                  </a:lnTo>
                  <a:lnTo>
                    <a:pt x="6035" y="1322"/>
                  </a:lnTo>
                  <a:lnTo>
                    <a:pt x="5814" y="1198"/>
                  </a:lnTo>
                  <a:lnTo>
                    <a:pt x="5585" y="1083"/>
                  </a:lnTo>
                  <a:lnTo>
                    <a:pt x="5087" y="853"/>
                  </a:lnTo>
                  <a:lnTo>
                    <a:pt x="4588" y="642"/>
                  </a:lnTo>
                  <a:lnTo>
                    <a:pt x="4081" y="451"/>
                  </a:lnTo>
                  <a:lnTo>
                    <a:pt x="3832" y="374"/>
                  </a:lnTo>
                  <a:lnTo>
                    <a:pt x="3583" y="297"/>
                  </a:lnTo>
                  <a:lnTo>
                    <a:pt x="3334" y="221"/>
                  </a:lnTo>
                  <a:lnTo>
                    <a:pt x="3094" y="163"/>
                  </a:lnTo>
                  <a:lnTo>
                    <a:pt x="2855" y="106"/>
                  </a:lnTo>
                  <a:lnTo>
                    <a:pt x="2615" y="67"/>
                  </a:lnTo>
                  <a:lnTo>
                    <a:pt x="2385" y="29"/>
                  </a:lnTo>
                  <a:lnTo>
                    <a:pt x="2165" y="10"/>
                  </a:lnTo>
                  <a:lnTo>
                    <a:pt x="1945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2"/>
            <p:cNvSpPr/>
            <p:nvPr/>
          </p:nvSpPr>
          <p:spPr>
            <a:xfrm>
              <a:off x="3144827" y="1846022"/>
              <a:ext cx="22114" cy="45360"/>
            </a:xfrm>
            <a:custGeom>
              <a:avLst/>
              <a:gdLst/>
              <a:ahLst/>
              <a:cxnLst/>
              <a:rect l="l" t="t" r="r" b="b"/>
              <a:pathLst>
                <a:path w="547" h="1122" extrusionOk="0">
                  <a:moveTo>
                    <a:pt x="269" y="1"/>
                  </a:moveTo>
                  <a:lnTo>
                    <a:pt x="240" y="10"/>
                  </a:lnTo>
                  <a:lnTo>
                    <a:pt x="192" y="39"/>
                  </a:lnTo>
                  <a:lnTo>
                    <a:pt x="144" y="87"/>
                  </a:lnTo>
                  <a:lnTo>
                    <a:pt x="96" y="154"/>
                  </a:lnTo>
                  <a:lnTo>
                    <a:pt x="58" y="240"/>
                  </a:lnTo>
                  <a:lnTo>
                    <a:pt x="29" y="336"/>
                  </a:lnTo>
                  <a:lnTo>
                    <a:pt x="10" y="441"/>
                  </a:lnTo>
                  <a:lnTo>
                    <a:pt x="1" y="556"/>
                  </a:lnTo>
                  <a:lnTo>
                    <a:pt x="1" y="661"/>
                  </a:lnTo>
                  <a:lnTo>
                    <a:pt x="20" y="776"/>
                  </a:lnTo>
                  <a:lnTo>
                    <a:pt x="39" y="872"/>
                  </a:lnTo>
                  <a:lnTo>
                    <a:pt x="68" y="949"/>
                  </a:lnTo>
                  <a:lnTo>
                    <a:pt x="106" y="1025"/>
                  </a:lnTo>
                  <a:lnTo>
                    <a:pt x="154" y="1073"/>
                  </a:lnTo>
                  <a:lnTo>
                    <a:pt x="202" y="1112"/>
                  </a:lnTo>
                  <a:lnTo>
                    <a:pt x="230" y="1121"/>
                  </a:lnTo>
                  <a:lnTo>
                    <a:pt x="278" y="1121"/>
                  </a:lnTo>
                  <a:lnTo>
                    <a:pt x="307" y="1112"/>
                  </a:lnTo>
                  <a:lnTo>
                    <a:pt x="365" y="1083"/>
                  </a:lnTo>
                  <a:lnTo>
                    <a:pt x="412" y="1035"/>
                  </a:lnTo>
                  <a:lnTo>
                    <a:pt x="451" y="968"/>
                  </a:lnTo>
                  <a:lnTo>
                    <a:pt x="489" y="882"/>
                  </a:lnTo>
                  <a:lnTo>
                    <a:pt x="518" y="796"/>
                  </a:lnTo>
                  <a:lnTo>
                    <a:pt x="537" y="690"/>
                  </a:lnTo>
                  <a:lnTo>
                    <a:pt x="546" y="575"/>
                  </a:lnTo>
                  <a:lnTo>
                    <a:pt x="546" y="460"/>
                  </a:lnTo>
                  <a:lnTo>
                    <a:pt x="537" y="355"/>
                  </a:lnTo>
                  <a:lnTo>
                    <a:pt x="518" y="259"/>
                  </a:lnTo>
                  <a:lnTo>
                    <a:pt x="489" y="173"/>
                  </a:lnTo>
                  <a:lnTo>
                    <a:pt x="451" y="106"/>
                  </a:lnTo>
                  <a:lnTo>
                    <a:pt x="403" y="48"/>
                  </a:lnTo>
                  <a:lnTo>
                    <a:pt x="355" y="10"/>
                  </a:lnTo>
                  <a:lnTo>
                    <a:pt x="3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2"/>
            <p:cNvSpPr/>
            <p:nvPr/>
          </p:nvSpPr>
          <p:spPr>
            <a:xfrm>
              <a:off x="3252484" y="1852208"/>
              <a:ext cx="22114" cy="45360"/>
            </a:xfrm>
            <a:custGeom>
              <a:avLst/>
              <a:gdLst/>
              <a:ahLst/>
              <a:cxnLst/>
              <a:rect l="l" t="t" r="r" b="b"/>
              <a:pathLst>
                <a:path w="547" h="1122" extrusionOk="0">
                  <a:moveTo>
                    <a:pt x="268" y="1"/>
                  </a:moveTo>
                  <a:lnTo>
                    <a:pt x="240" y="10"/>
                  </a:lnTo>
                  <a:lnTo>
                    <a:pt x="192" y="39"/>
                  </a:lnTo>
                  <a:lnTo>
                    <a:pt x="144" y="87"/>
                  </a:lnTo>
                  <a:lnTo>
                    <a:pt x="96" y="154"/>
                  </a:lnTo>
                  <a:lnTo>
                    <a:pt x="58" y="240"/>
                  </a:lnTo>
                  <a:lnTo>
                    <a:pt x="29" y="336"/>
                  </a:lnTo>
                  <a:lnTo>
                    <a:pt x="10" y="441"/>
                  </a:lnTo>
                  <a:lnTo>
                    <a:pt x="0" y="556"/>
                  </a:lnTo>
                  <a:lnTo>
                    <a:pt x="0" y="662"/>
                  </a:lnTo>
                  <a:lnTo>
                    <a:pt x="19" y="767"/>
                  </a:lnTo>
                  <a:lnTo>
                    <a:pt x="39" y="872"/>
                  </a:lnTo>
                  <a:lnTo>
                    <a:pt x="67" y="949"/>
                  </a:lnTo>
                  <a:lnTo>
                    <a:pt x="106" y="1026"/>
                  </a:lnTo>
                  <a:lnTo>
                    <a:pt x="154" y="1074"/>
                  </a:lnTo>
                  <a:lnTo>
                    <a:pt x="201" y="1112"/>
                  </a:lnTo>
                  <a:lnTo>
                    <a:pt x="230" y="1121"/>
                  </a:lnTo>
                  <a:lnTo>
                    <a:pt x="278" y="1121"/>
                  </a:lnTo>
                  <a:lnTo>
                    <a:pt x="307" y="1112"/>
                  </a:lnTo>
                  <a:lnTo>
                    <a:pt x="364" y="1083"/>
                  </a:lnTo>
                  <a:lnTo>
                    <a:pt x="412" y="1035"/>
                  </a:lnTo>
                  <a:lnTo>
                    <a:pt x="450" y="968"/>
                  </a:lnTo>
                  <a:lnTo>
                    <a:pt x="489" y="882"/>
                  </a:lnTo>
                  <a:lnTo>
                    <a:pt x="517" y="786"/>
                  </a:lnTo>
                  <a:lnTo>
                    <a:pt x="537" y="690"/>
                  </a:lnTo>
                  <a:lnTo>
                    <a:pt x="546" y="576"/>
                  </a:lnTo>
                  <a:lnTo>
                    <a:pt x="546" y="461"/>
                  </a:lnTo>
                  <a:lnTo>
                    <a:pt x="537" y="355"/>
                  </a:lnTo>
                  <a:lnTo>
                    <a:pt x="517" y="259"/>
                  </a:lnTo>
                  <a:lnTo>
                    <a:pt x="489" y="173"/>
                  </a:lnTo>
                  <a:lnTo>
                    <a:pt x="450" y="106"/>
                  </a:lnTo>
                  <a:lnTo>
                    <a:pt x="403" y="49"/>
                  </a:lnTo>
                  <a:lnTo>
                    <a:pt x="355" y="10"/>
                  </a:lnTo>
                  <a:lnTo>
                    <a:pt x="3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2"/>
            <p:cNvSpPr/>
            <p:nvPr/>
          </p:nvSpPr>
          <p:spPr>
            <a:xfrm>
              <a:off x="3173085" y="1864619"/>
              <a:ext cx="38366" cy="102645"/>
            </a:xfrm>
            <a:custGeom>
              <a:avLst/>
              <a:gdLst/>
              <a:ahLst/>
              <a:cxnLst/>
              <a:rect l="l" t="t" r="r" b="b"/>
              <a:pathLst>
                <a:path w="949" h="2539" extrusionOk="0">
                  <a:moveTo>
                    <a:pt x="690" y="0"/>
                  </a:moveTo>
                  <a:lnTo>
                    <a:pt x="595" y="240"/>
                  </a:lnTo>
                  <a:lnTo>
                    <a:pt x="374" y="786"/>
                  </a:lnTo>
                  <a:lnTo>
                    <a:pt x="250" y="1111"/>
                  </a:lnTo>
                  <a:lnTo>
                    <a:pt x="144" y="1418"/>
                  </a:lnTo>
                  <a:lnTo>
                    <a:pt x="58" y="1696"/>
                  </a:lnTo>
                  <a:lnTo>
                    <a:pt x="29" y="1811"/>
                  </a:lnTo>
                  <a:lnTo>
                    <a:pt x="10" y="1897"/>
                  </a:lnTo>
                  <a:lnTo>
                    <a:pt x="1" y="1983"/>
                  </a:lnTo>
                  <a:lnTo>
                    <a:pt x="1" y="2050"/>
                  </a:lnTo>
                  <a:lnTo>
                    <a:pt x="10" y="2117"/>
                  </a:lnTo>
                  <a:lnTo>
                    <a:pt x="29" y="2184"/>
                  </a:lnTo>
                  <a:lnTo>
                    <a:pt x="58" y="2242"/>
                  </a:lnTo>
                  <a:lnTo>
                    <a:pt x="97" y="2290"/>
                  </a:lnTo>
                  <a:lnTo>
                    <a:pt x="135" y="2337"/>
                  </a:lnTo>
                  <a:lnTo>
                    <a:pt x="173" y="2376"/>
                  </a:lnTo>
                  <a:lnTo>
                    <a:pt x="221" y="2414"/>
                  </a:lnTo>
                  <a:lnTo>
                    <a:pt x="269" y="2443"/>
                  </a:lnTo>
                  <a:lnTo>
                    <a:pt x="374" y="2491"/>
                  </a:lnTo>
                  <a:lnTo>
                    <a:pt x="480" y="2529"/>
                  </a:lnTo>
                  <a:lnTo>
                    <a:pt x="575" y="2539"/>
                  </a:lnTo>
                  <a:lnTo>
                    <a:pt x="652" y="2529"/>
                  </a:lnTo>
                  <a:lnTo>
                    <a:pt x="729" y="2510"/>
                  </a:lnTo>
                  <a:lnTo>
                    <a:pt x="796" y="2472"/>
                  </a:lnTo>
                  <a:lnTo>
                    <a:pt x="853" y="2424"/>
                  </a:lnTo>
                  <a:lnTo>
                    <a:pt x="901" y="2366"/>
                  </a:lnTo>
                  <a:lnTo>
                    <a:pt x="930" y="2299"/>
                  </a:lnTo>
                  <a:lnTo>
                    <a:pt x="949" y="2222"/>
                  </a:lnTo>
                  <a:lnTo>
                    <a:pt x="949" y="2146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2"/>
            <p:cNvSpPr/>
            <p:nvPr/>
          </p:nvSpPr>
          <p:spPr>
            <a:xfrm>
              <a:off x="3239709" y="1819705"/>
              <a:ext cx="50737" cy="27531"/>
            </a:xfrm>
            <a:custGeom>
              <a:avLst/>
              <a:gdLst/>
              <a:ahLst/>
              <a:cxnLst/>
              <a:rect l="l" t="t" r="r" b="b"/>
              <a:pathLst>
                <a:path w="1255" h="681" extrusionOk="0">
                  <a:moveTo>
                    <a:pt x="470" y="0"/>
                  </a:moveTo>
                  <a:lnTo>
                    <a:pt x="364" y="10"/>
                  </a:lnTo>
                  <a:lnTo>
                    <a:pt x="259" y="29"/>
                  </a:lnTo>
                  <a:lnTo>
                    <a:pt x="163" y="58"/>
                  </a:lnTo>
                  <a:lnTo>
                    <a:pt x="115" y="77"/>
                  </a:lnTo>
                  <a:lnTo>
                    <a:pt x="67" y="96"/>
                  </a:lnTo>
                  <a:lnTo>
                    <a:pt x="29" y="134"/>
                  </a:lnTo>
                  <a:lnTo>
                    <a:pt x="0" y="182"/>
                  </a:lnTo>
                  <a:lnTo>
                    <a:pt x="86" y="192"/>
                  </a:lnTo>
                  <a:lnTo>
                    <a:pt x="173" y="211"/>
                  </a:lnTo>
                  <a:lnTo>
                    <a:pt x="345" y="259"/>
                  </a:lnTo>
                  <a:lnTo>
                    <a:pt x="498" y="316"/>
                  </a:lnTo>
                  <a:lnTo>
                    <a:pt x="642" y="374"/>
                  </a:lnTo>
                  <a:lnTo>
                    <a:pt x="786" y="431"/>
                  </a:lnTo>
                  <a:lnTo>
                    <a:pt x="939" y="508"/>
                  </a:lnTo>
                  <a:lnTo>
                    <a:pt x="1092" y="585"/>
                  </a:lnTo>
                  <a:lnTo>
                    <a:pt x="1255" y="680"/>
                  </a:lnTo>
                  <a:lnTo>
                    <a:pt x="1236" y="585"/>
                  </a:lnTo>
                  <a:lnTo>
                    <a:pt x="1207" y="489"/>
                  </a:lnTo>
                  <a:lnTo>
                    <a:pt x="1159" y="393"/>
                  </a:lnTo>
                  <a:lnTo>
                    <a:pt x="1102" y="316"/>
                  </a:lnTo>
                  <a:lnTo>
                    <a:pt x="1025" y="240"/>
                  </a:lnTo>
                  <a:lnTo>
                    <a:pt x="948" y="173"/>
                  </a:lnTo>
                  <a:lnTo>
                    <a:pt x="862" y="115"/>
                  </a:lnTo>
                  <a:lnTo>
                    <a:pt x="766" y="67"/>
                  </a:lnTo>
                  <a:lnTo>
                    <a:pt x="671" y="39"/>
                  </a:lnTo>
                  <a:lnTo>
                    <a:pt x="565" y="10"/>
                  </a:lnTo>
                  <a:lnTo>
                    <a:pt x="4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2"/>
            <p:cNvSpPr/>
            <p:nvPr/>
          </p:nvSpPr>
          <p:spPr>
            <a:xfrm>
              <a:off x="3129343" y="1813519"/>
              <a:ext cx="53486" cy="24822"/>
            </a:xfrm>
            <a:custGeom>
              <a:avLst/>
              <a:gdLst/>
              <a:ahLst/>
              <a:cxnLst/>
              <a:rect l="l" t="t" r="r" b="b"/>
              <a:pathLst>
                <a:path w="1323" h="614" extrusionOk="0">
                  <a:moveTo>
                    <a:pt x="748" y="0"/>
                  </a:moveTo>
                  <a:lnTo>
                    <a:pt x="652" y="10"/>
                  </a:lnTo>
                  <a:lnTo>
                    <a:pt x="546" y="29"/>
                  </a:lnTo>
                  <a:lnTo>
                    <a:pt x="441" y="58"/>
                  </a:lnTo>
                  <a:lnTo>
                    <a:pt x="345" y="105"/>
                  </a:lnTo>
                  <a:lnTo>
                    <a:pt x="259" y="172"/>
                  </a:lnTo>
                  <a:lnTo>
                    <a:pt x="173" y="239"/>
                  </a:lnTo>
                  <a:lnTo>
                    <a:pt x="106" y="326"/>
                  </a:lnTo>
                  <a:lnTo>
                    <a:pt x="48" y="412"/>
                  </a:lnTo>
                  <a:lnTo>
                    <a:pt x="10" y="508"/>
                  </a:lnTo>
                  <a:lnTo>
                    <a:pt x="0" y="613"/>
                  </a:lnTo>
                  <a:lnTo>
                    <a:pt x="163" y="517"/>
                  </a:lnTo>
                  <a:lnTo>
                    <a:pt x="240" y="479"/>
                  </a:lnTo>
                  <a:lnTo>
                    <a:pt x="326" y="441"/>
                  </a:lnTo>
                  <a:lnTo>
                    <a:pt x="470" y="393"/>
                  </a:lnTo>
                  <a:lnTo>
                    <a:pt x="546" y="364"/>
                  </a:lnTo>
                  <a:lnTo>
                    <a:pt x="623" y="345"/>
                  </a:lnTo>
                  <a:lnTo>
                    <a:pt x="786" y="307"/>
                  </a:lnTo>
                  <a:lnTo>
                    <a:pt x="949" y="268"/>
                  </a:lnTo>
                  <a:lnTo>
                    <a:pt x="1131" y="239"/>
                  </a:lnTo>
                  <a:lnTo>
                    <a:pt x="1322" y="192"/>
                  </a:lnTo>
                  <a:lnTo>
                    <a:pt x="1236" y="134"/>
                  </a:lnTo>
                  <a:lnTo>
                    <a:pt x="1150" y="86"/>
                  </a:lnTo>
                  <a:lnTo>
                    <a:pt x="1054" y="48"/>
                  </a:lnTo>
                  <a:lnTo>
                    <a:pt x="958" y="19"/>
                  </a:lnTo>
                  <a:lnTo>
                    <a:pt x="8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2"/>
            <p:cNvSpPr/>
            <p:nvPr/>
          </p:nvSpPr>
          <p:spPr>
            <a:xfrm>
              <a:off x="3172317" y="1990832"/>
              <a:ext cx="74791" cy="39174"/>
            </a:xfrm>
            <a:custGeom>
              <a:avLst/>
              <a:gdLst/>
              <a:ahLst/>
              <a:cxnLst/>
              <a:rect l="l" t="t" r="r" b="b"/>
              <a:pathLst>
                <a:path w="1850" h="969" extrusionOk="0">
                  <a:moveTo>
                    <a:pt x="1" y="1"/>
                  </a:moveTo>
                  <a:lnTo>
                    <a:pt x="1" y="97"/>
                  </a:lnTo>
                  <a:lnTo>
                    <a:pt x="10" y="192"/>
                  </a:lnTo>
                  <a:lnTo>
                    <a:pt x="29" y="279"/>
                  </a:lnTo>
                  <a:lnTo>
                    <a:pt x="58" y="365"/>
                  </a:lnTo>
                  <a:lnTo>
                    <a:pt x="87" y="451"/>
                  </a:lnTo>
                  <a:lnTo>
                    <a:pt x="135" y="528"/>
                  </a:lnTo>
                  <a:lnTo>
                    <a:pt x="183" y="604"/>
                  </a:lnTo>
                  <a:lnTo>
                    <a:pt x="240" y="671"/>
                  </a:lnTo>
                  <a:lnTo>
                    <a:pt x="307" y="729"/>
                  </a:lnTo>
                  <a:lnTo>
                    <a:pt x="374" y="786"/>
                  </a:lnTo>
                  <a:lnTo>
                    <a:pt x="451" y="834"/>
                  </a:lnTo>
                  <a:lnTo>
                    <a:pt x="527" y="882"/>
                  </a:lnTo>
                  <a:lnTo>
                    <a:pt x="614" y="911"/>
                  </a:lnTo>
                  <a:lnTo>
                    <a:pt x="700" y="939"/>
                  </a:lnTo>
                  <a:lnTo>
                    <a:pt x="786" y="959"/>
                  </a:lnTo>
                  <a:lnTo>
                    <a:pt x="882" y="968"/>
                  </a:lnTo>
                  <a:lnTo>
                    <a:pt x="978" y="968"/>
                  </a:lnTo>
                  <a:lnTo>
                    <a:pt x="1073" y="959"/>
                  </a:lnTo>
                  <a:lnTo>
                    <a:pt x="1160" y="939"/>
                  </a:lnTo>
                  <a:lnTo>
                    <a:pt x="1246" y="911"/>
                  </a:lnTo>
                  <a:lnTo>
                    <a:pt x="1332" y="872"/>
                  </a:lnTo>
                  <a:lnTo>
                    <a:pt x="1409" y="834"/>
                  </a:lnTo>
                  <a:lnTo>
                    <a:pt x="1476" y="777"/>
                  </a:lnTo>
                  <a:lnTo>
                    <a:pt x="1552" y="729"/>
                  </a:lnTo>
                  <a:lnTo>
                    <a:pt x="1610" y="662"/>
                  </a:lnTo>
                  <a:lnTo>
                    <a:pt x="1667" y="595"/>
                  </a:lnTo>
                  <a:lnTo>
                    <a:pt x="1715" y="518"/>
                  </a:lnTo>
                  <a:lnTo>
                    <a:pt x="1763" y="441"/>
                  </a:lnTo>
                  <a:lnTo>
                    <a:pt x="1792" y="355"/>
                  </a:lnTo>
                  <a:lnTo>
                    <a:pt x="1820" y="269"/>
                  </a:lnTo>
                  <a:lnTo>
                    <a:pt x="1840" y="173"/>
                  </a:lnTo>
                  <a:lnTo>
                    <a:pt x="1849" y="7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9F8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2"/>
            <p:cNvSpPr/>
            <p:nvPr/>
          </p:nvSpPr>
          <p:spPr>
            <a:xfrm>
              <a:off x="2936102" y="1485900"/>
              <a:ext cx="533643" cy="434151"/>
            </a:xfrm>
            <a:custGeom>
              <a:avLst/>
              <a:gdLst/>
              <a:ahLst/>
              <a:cxnLst/>
              <a:rect l="l" t="t" r="r" b="b"/>
              <a:pathLst>
                <a:path w="13200" h="10739" extrusionOk="0">
                  <a:moveTo>
                    <a:pt x="4752" y="1"/>
                  </a:moveTo>
                  <a:lnTo>
                    <a:pt x="4531" y="20"/>
                  </a:lnTo>
                  <a:lnTo>
                    <a:pt x="4311" y="49"/>
                  </a:lnTo>
                  <a:lnTo>
                    <a:pt x="4091" y="87"/>
                  </a:lnTo>
                  <a:lnTo>
                    <a:pt x="3880" y="145"/>
                  </a:lnTo>
                  <a:lnTo>
                    <a:pt x="3660" y="202"/>
                  </a:lnTo>
                  <a:lnTo>
                    <a:pt x="3449" y="279"/>
                  </a:lnTo>
                  <a:lnTo>
                    <a:pt x="3238" y="365"/>
                  </a:lnTo>
                  <a:lnTo>
                    <a:pt x="3028" y="451"/>
                  </a:lnTo>
                  <a:lnTo>
                    <a:pt x="2826" y="566"/>
                  </a:lnTo>
                  <a:lnTo>
                    <a:pt x="2625" y="681"/>
                  </a:lnTo>
                  <a:lnTo>
                    <a:pt x="2424" y="806"/>
                  </a:lnTo>
                  <a:lnTo>
                    <a:pt x="2223" y="949"/>
                  </a:lnTo>
                  <a:lnTo>
                    <a:pt x="2032" y="1102"/>
                  </a:lnTo>
                  <a:lnTo>
                    <a:pt x="1840" y="1265"/>
                  </a:lnTo>
                  <a:lnTo>
                    <a:pt x="1658" y="1438"/>
                  </a:lnTo>
                  <a:lnTo>
                    <a:pt x="1476" y="1629"/>
                  </a:lnTo>
                  <a:lnTo>
                    <a:pt x="1304" y="1821"/>
                  </a:lnTo>
                  <a:lnTo>
                    <a:pt x="1131" y="2032"/>
                  </a:lnTo>
                  <a:lnTo>
                    <a:pt x="968" y="2252"/>
                  </a:lnTo>
                  <a:lnTo>
                    <a:pt x="806" y="2482"/>
                  </a:lnTo>
                  <a:lnTo>
                    <a:pt x="643" y="2721"/>
                  </a:lnTo>
                  <a:lnTo>
                    <a:pt x="528" y="2922"/>
                  </a:lnTo>
                  <a:lnTo>
                    <a:pt x="432" y="3114"/>
                  </a:lnTo>
                  <a:lnTo>
                    <a:pt x="336" y="3296"/>
                  </a:lnTo>
                  <a:lnTo>
                    <a:pt x="260" y="3487"/>
                  </a:lnTo>
                  <a:lnTo>
                    <a:pt x="193" y="3660"/>
                  </a:lnTo>
                  <a:lnTo>
                    <a:pt x="135" y="3842"/>
                  </a:lnTo>
                  <a:lnTo>
                    <a:pt x="97" y="4014"/>
                  </a:lnTo>
                  <a:lnTo>
                    <a:pt x="58" y="4177"/>
                  </a:lnTo>
                  <a:lnTo>
                    <a:pt x="30" y="4340"/>
                  </a:lnTo>
                  <a:lnTo>
                    <a:pt x="11" y="4503"/>
                  </a:lnTo>
                  <a:lnTo>
                    <a:pt x="1" y="4656"/>
                  </a:lnTo>
                  <a:lnTo>
                    <a:pt x="1" y="4809"/>
                  </a:lnTo>
                  <a:lnTo>
                    <a:pt x="1" y="4953"/>
                  </a:lnTo>
                  <a:lnTo>
                    <a:pt x="20" y="5087"/>
                  </a:lnTo>
                  <a:lnTo>
                    <a:pt x="30" y="5221"/>
                  </a:lnTo>
                  <a:lnTo>
                    <a:pt x="49" y="5355"/>
                  </a:lnTo>
                  <a:lnTo>
                    <a:pt x="106" y="5595"/>
                  </a:lnTo>
                  <a:lnTo>
                    <a:pt x="173" y="5815"/>
                  </a:lnTo>
                  <a:lnTo>
                    <a:pt x="250" y="6006"/>
                  </a:lnTo>
                  <a:lnTo>
                    <a:pt x="327" y="6179"/>
                  </a:lnTo>
                  <a:lnTo>
                    <a:pt x="403" y="6323"/>
                  </a:lnTo>
                  <a:lnTo>
                    <a:pt x="470" y="6437"/>
                  </a:lnTo>
                  <a:lnTo>
                    <a:pt x="576" y="6591"/>
                  </a:lnTo>
                  <a:lnTo>
                    <a:pt x="786" y="6840"/>
                  </a:lnTo>
                  <a:lnTo>
                    <a:pt x="1007" y="7070"/>
                  </a:lnTo>
                  <a:lnTo>
                    <a:pt x="1227" y="7271"/>
                  </a:lnTo>
                  <a:lnTo>
                    <a:pt x="1447" y="7453"/>
                  </a:lnTo>
                  <a:lnTo>
                    <a:pt x="1677" y="7616"/>
                  </a:lnTo>
                  <a:lnTo>
                    <a:pt x="1907" y="7750"/>
                  </a:lnTo>
                  <a:lnTo>
                    <a:pt x="2146" y="7874"/>
                  </a:lnTo>
                  <a:lnTo>
                    <a:pt x="2386" y="7970"/>
                  </a:lnTo>
                  <a:lnTo>
                    <a:pt x="2625" y="8056"/>
                  </a:lnTo>
                  <a:lnTo>
                    <a:pt x="2865" y="8123"/>
                  </a:lnTo>
                  <a:lnTo>
                    <a:pt x="3104" y="8171"/>
                  </a:lnTo>
                  <a:lnTo>
                    <a:pt x="3344" y="8200"/>
                  </a:lnTo>
                  <a:lnTo>
                    <a:pt x="3583" y="8229"/>
                  </a:lnTo>
                  <a:lnTo>
                    <a:pt x="4072" y="8229"/>
                  </a:lnTo>
                  <a:lnTo>
                    <a:pt x="4311" y="8209"/>
                  </a:lnTo>
                  <a:lnTo>
                    <a:pt x="4551" y="8190"/>
                  </a:lnTo>
                  <a:lnTo>
                    <a:pt x="4790" y="8152"/>
                  </a:lnTo>
                  <a:lnTo>
                    <a:pt x="5029" y="8114"/>
                  </a:lnTo>
                  <a:lnTo>
                    <a:pt x="5269" y="8066"/>
                  </a:lnTo>
                  <a:lnTo>
                    <a:pt x="5499" y="8008"/>
                  </a:lnTo>
                  <a:lnTo>
                    <a:pt x="5729" y="7941"/>
                  </a:lnTo>
                  <a:lnTo>
                    <a:pt x="6179" y="7817"/>
                  </a:lnTo>
                  <a:lnTo>
                    <a:pt x="6610" y="7673"/>
                  </a:lnTo>
                  <a:lnTo>
                    <a:pt x="7022" y="7539"/>
                  </a:lnTo>
                  <a:lnTo>
                    <a:pt x="7414" y="7405"/>
                  </a:lnTo>
                  <a:lnTo>
                    <a:pt x="7788" y="7290"/>
                  </a:lnTo>
                  <a:lnTo>
                    <a:pt x="7970" y="7252"/>
                  </a:lnTo>
                  <a:lnTo>
                    <a:pt x="8152" y="7223"/>
                  </a:lnTo>
                  <a:lnTo>
                    <a:pt x="8334" y="7213"/>
                  </a:lnTo>
                  <a:lnTo>
                    <a:pt x="8525" y="7213"/>
                  </a:lnTo>
                  <a:lnTo>
                    <a:pt x="8717" y="7232"/>
                  </a:lnTo>
                  <a:lnTo>
                    <a:pt x="8899" y="7261"/>
                  </a:lnTo>
                  <a:lnTo>
                    <a:pt x="9081" y="7309"/>
                  </a:lnTo>
                  <a:lnTo>
                    <a:pt x="9263" y="7376"/>
                  </a:lnTo>
                  <a:lnTo>
                    <a:pt x="9435" y="7453"/>
                  </a:lnTo>
                  <a:lnTo>
                    <a:pt x="9598" y="7539"/>
                  </a:lnTo>
                  <a:lnTo>
                    <a:pt x="9751" y="7644"/>
                  </a:lnTo>
                  <a:lnTo>
                    <a:pt x="9895" y="7759"/>
                  </a:lnTo>
                  <a:lnTo>
                    <a:pt x="10020" y="7884"/>
                  </a:lnTo>
                  <a:lnTo>
                    <a:pt x="10125" y="8027"/>
                  </a:lnTo>
                  <a:lnTo>
                    <a:pt x="10221" y="8181"/>
                  </a:lnTo>
                  <a:lnTo>
                    <a:pt x="10297" y="8343"/>
                  </a:lnTo>
                  <a:lnTo>
                    <a:pt x="10326" y="8449"/>
                  </a:lnTo>
                  <a:lnTo>
                    <a:pt x="10355" y="8573"/>
                  </a:lnTo>
                  <a:lnTo>
                    <a:pt x="10374" y="8727"/>
                  </a:lnTo>
                  <a:lnTo>
                    <a:pt x="10393" y="8899"/>
                  </a:lnTo>
                  <a:lnTo>
                    <a:pt x="10412" y="9273"/>
                  </a:lnTo>
                  <a:lnTo>
                    <a:pt x="10412" y="9665"/>
                  </a:lnTo>
                  <a:lnTo>
                    <a:pt x="10422" y="10345"/>
                  </a:lnTo>
                  <a:lnTo>
                    <a:pt x="10431" y="10566"/>
                  </a:lnTo>
                  <a:lnTo>
                    <a:pt x="10431" y="10633"/>
                  </a:lnTo>
                  <a:lnTo>
                    <a:pt x="10441" y="10661"/>
                  </a:lnTo>
                  <a:lnTo>
                    <a:pt x="10499" y="10690"/>
                  </a:lnTo>
                  <a:lnTo>
                    <a:pt x="10556" y="10719"/>
                  </a:lnTo>
                  <a:lnTo>
                    <a:pt x="10613" y="10738"/>
                  </a:lnTo>
                  <a:lnTo>
                    <a:pt x="10805" y="10738"/>
                  </a:lnTo>
                  <a:lnTo>
                    <a:pt x="10872" y="10719"/>
                  </a:lnTo>
                  <a:lnTo>
                    <a:pt x="10939" y="10700"/>
                  </a:lnTo>
                  <a:lnTo>
                    <a:pt x="11083" y="10642"/>
                  </a:lnTo>
                  <a:lnTo>
                    <a:pt x="11217" y="10556"/>
                  </a:lnTo>
                  <a:lnTo>
                    <a:pt x="11361" y="10460"/>
                  </a:lnTo>
                  <a:lnTo>
                    <a:pt x="11514" y="10345"/>
                  </a:lnTo>
                  <a:lnTo>
                    <a:pt x="11657" y="10211"/>
                  </a:lnTo>
                  <a:lnTo>
                    <a:pt x="11801" y="10077"/>
                  </a:lnTo>
                  <a:lnTo>
                    <a:pt x="12089" y="9790"/>
                  </a:lnTo>
                  <a:lnTo>
                    <a:pt x="12366" y="9512"/>
                  </a:lnTo>
                  <a:lnTo>
                    <a:pt x="12615" y="9253"/>
                  </a:lnTo>
                  <a:lnTo>
                    <a:pt x="12673" y="9244"/>
                  </a:lnTo>
                  <a:lnTo>
                    <a:pt x="12730" y="9234"/>
                  </a:lnTo>
                  <a:lnTo>
                    <a:pt x="12778" y="9206"/>
                  </a:lnTo>
                  <a:lnTo>
                    <a:pt x="12826" y="9167"/>
                  </a:lnTo>
                  <a:lnTo>
                    <a:pt x="12874" y="9119"/>
                  </a:lnTo>
                  <a:lnTo>
                    <a:pt x="12922" y="9071"/>
                  </a:lnTo>
                  <a:lnTo>
                    <a:pt x="12960" y="9004"/>
                  </a:lnTo>
                  <a:lnTo>
                    <a:pt x="12998" y="8937"/>
                  </a:lnTo>
                  <a:lnTo>
                    <a:pt x="13065" y="8784"/>
                  </a:lnTo>
                  <a:lnTo>
                    <a:pt x="13113" y="8602"/>
                  </a:lnTo>
                  <a:lnTo>
                    <a:pt x="13161" y="8411"/>
                  </a:lnTo>
                  <a:lnTo>
                    <a:pt x="13180" y="8190"/>
                  </a:lnTo>
                  <a:lnTo>
                    <a:pt x="13200" y="7970"/>
                  </a:lnTo>
                  <a:lnTo>
                    <a:pt x="13200" y="7730"/>
                  </a:lnTo>
                  <a:lnTo>
                    <a:pt x="13180" y="7501"/>
                  </a:lnTo>
                  <a:lnTo>
                    <a:pt x="13161" y="7261"/>
                  </a:lnTo>
                  <a:lnTo>
                    <a:pt x="13113" y="7022"/>
                  </a:lnTo>
                  <a:lnTo>
                    <a:pt x="13056" y="6792"/>
                  </a:lnTo>
                  <a:lnTo>
                    <a:pt x="12989" y="6572"/>
                  </a:lnTo>
                  <a:lnTo>
                    <a:pt x="12893" y="6370"/>
                  </a:lnTo>
                  <a:lnTo>
                    <a:pt x="12836" y="6246"/>
                  </a:lnTo>
                  <a:lnTo>
                    <a:pt x="12778" y="6102"/>
                  </a:lnTo>
                  <a:lnTo>
                    <a:pt x="12654" y="5767"/>
                  </a:lnTo>
                  <a:lnTo>
                    <a:pt x="12539" y="5393"/>
                  </a:lnTo>
                  <a:lnTo>
                    <a:pt x="12414" y="5020"/>
                  </a:lnTo>
                  <a:lnTo>
                    <a:pt x="12232" y="4378"/>
                  </a:lnTo>
                  <a:lnTo>
                    <a:pt x="12156" y="4091"/>
                  </a:lnTo>
                  <a:lnTo>
                    <a:pt x="12060" y="3890"/>
                  </a:lnTo>
                  <a:lnTo>
                    <a:pt x="11964" y="3708"/>
                  </a:lnTo>
                  <a:lnTo>
                    <a:pt x="11868" y="3526"/>
                  </a:lnTo>
                  <a:lnTo>
                    <a:pt x="11772" y="3363"/>
                  </a:lnTo>
                  <a:lnTo>
                    <a:pt x="11677" y="3210"/>
                  </a:lnTo>
                  <a:lnTo>
                    <a:pt x="11571" y="3066"/>
                  </a:lnTo>
                  <a:lnTo>
                    <a:pt x="11466" y="2932"/>
                  </a:lnTo>
                  <a:lnTo>
                    <a:pt x="11351" y="2798"/>
                  </a:lnTo>
                  <a:lnTo>
                    <a:pt x="11246" y="2683"/>
                  </a:lnTo>
                  <a:lnTo>
                    <a:pt x="11131" y="2568"/>
                  </a:lnTo>
                  <a:lnTo>
                    <a:pt x="11006" y="2463"/>
                  </a:lnTo>
                  <a:lnTo>
                    <a:pt x="10882" y="2357"/>
                  </a:lnTo>
                  <a:lnTo>
                    <a:pt x="10757" y="2261"/>
                  </a:lnTo>
                  <a:lnTo>
                    <a:pt x="10623" y="2175"/>
                  </a:lnTo>
                  <a:lnTo>
                    <a:pt x="10345" y="1993"/>
                  </a:lnTo>
                  <a:lnTo>
                    <a:pt x="10048" y="1830"/>
                  </a:lnTo>
                  <a:lnTo>
                    <a:pt x="9723" y="1677"/>
                  </a:lnTo>
                  <a:lnTo>
                    <a:pt x="9378" y="1514"/>
                  </a:lnTo>
                  <a:lnTo>
                    <a:pt x="9004" y="1351"/>
                  </a:lnTo>
                  <a:lnTo>
                    <a:pt x="8171" y="987"/>
                  </a:lnTo>
                  <a:lnTo>
                    <a:pt x="7711" y="777"/>
                  </a:lnTo>
                  <a:lnTo>
                    <a:pt x="7213" y="537"/>
                  </a:lnTo>
                  <a:lnTo>
                    <a:pt x="6993" y="432"/>
                  </a:lnTo>
                  <a:lnTo>
                    <a:pt x="6773" y="346"/>
                  </a:lnTo>
                  <a:lnTo>
                    <a:pt x="6543" y="260"/>
                  </a:lnTo>
                  <a:lnTo>
                    <a:pt x="6322" y="193"/>
                  </a:lnTo>
                  <a:lnTo>
                    <a:pt x="6093" y="135"/>
                  </a:lnTo>
                  <a:lnTo>
                    <a:pt x="5872" y="78"/>
                  </a:lnTo>
                  <a:lnTo>
                    <a:pt x="5652" y="49"/>
                  </a:lnTo>
                  <a:lnTo>
                    <a:pt x="5422" y="20"/>
                  </a:lnTo>
                  <a:lnTo>
                    <a:pt x="520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2"/>
            <p:cNvSpPr/>
            <p:nvPr/>
          </p:nvSpPr>
          <p:spPr>
            <a:xfrm>
              <a:off x="3362445" y="1835956"/>
              <a:ext cx="85989" cy="123951"/>
            </a:xfrm>
            <a:custGeom>
              <a:avLst/>
              <a:gdLst/>
              <a:ahLst/>
              <a:cxnLst/>
              <a:rect l="l" t="t" r="r" b="b"/>
              <a:pathLst>
                <a:path w="2127" h="3066" extrusionOk="0">
                  <a:moveTo>
                    <a:pt x="1361" y="1"/>
                  </a:moveTo>
                  <a:lnTo>
                    <a:pt x="1274" y="20"/>
                  </a:lnTo>
                  <a:lnTo>
                    <a:pt x="1188" y="48"/>
                  </a:lnTo>
                  <a:lnTo>
                    <a:pt x="1102" y="96"/>
                  </a:lnTo>
                  <a:lnTo>
                    <a:pt x="1025" y="154"/>
                  </a:lnTo>
                  <a:lnTo>
                    <a:pt x="949" y="230"/>
                  </a:lnTo>
                  <a:lnTo>
                    <a:pt x="882" y="317"/>
                  </a:lnTo>
                  <a:lnTo>
                    <a:pt x="815" y="412"/>
                  </a:lnTo>
                  <a:lnTo>
                    <a:pt x="748" y="518"/>
                  </a:lnTo>
                  <a:lnTo>
                    <a:pt x="680" y="633"/>
                  </a:lnTo>
                  <a:lnTo>
                    <a:pt x="623" y="767"/>
                  </a:lnTo>
                  <a:lnTo>
                    <a:pt x="508" y="1045"/>
                  </a:lnTo>
                  <a:lnTo>
                    <a:pt x="403" y="1342"/>
                  </a:lnTo>
                  <a:lnTo>
                    <a:pt x="297" y="1648"/>
                  </a:lnTo>
                  <a:lnTo>
                    <a:pt x="192" y="1935"/>
                  </a:lnTo>
                  <a:lnTo>
                    <a:pt x="106" y="2194"/>
                  </a:lnTo>
                  <a:lnTo>
                    <a:pt x="67" y="2318"/>
                  </a:lnTo>
                  <a:lnTo>
                    <a:pt x="39" y="2433"/>
                  </a:lnTo>
                  <a:lnTo>
                    <a:pt x="10" y="2539"/>
                  </a:lnTo>
                  <a:lnTo>
                    <a:pt x="0" y="2644"/>
                  </a:lnTo>
                  <a:lnTo>
                    <a:pt x="10" y="2730"/>
                  </a:lnTo>
                  <a:lnTo>
                    <a:pt x="20" y="2817"/>
                  </a:lnTo>
                  <a:lnTo>
                    <a:pt x="58" y="2884"/>
                  </a:lnTo>
                  <a:lnTo>
                    <a:pt x="106" y="2941"/>
                  </a:lnTo>
                  <a:lnTo>
                    <a:pt x="173" y="2989"/>
                  </a:lnTo>
                  <a:lnTo>
                    <a:pt x="259" y="3027"/>
                  </a:lnTo>
                  <a:lnTo>
                    <a:pt x="364" y="3056"/>
                  </a:lnTo>
                  <a:lnTo>
                    <a:pt x="470" y="3066"/>
                  </a:lnTo>
                  <a:lnTo>
                    <a:pt x="594" y="3056"/>
                  </a:lnTo>
                  <a:lnTo>
                    <a:pt x="719" y="3027"/>
                  </a:lnTo>
                  <a:lnTo>
                    <a:pt x="843" y="2989"/>
                  </a:lnTo>
                  <a:lnTo>
                    <a:pt x="977" y="2941"/>
                  </a:lnTo>
                  <a:lnTo>
                    <a:pt x="1102" y="2884"/>
                  </a:lnTo>
                  <a:lnTo>
                    <a:pt x="1236" y="2807"/>
                  </a:lnTo>
                  <a:lnTo>
                    <a:pt x="1361" y="2721"/>
                  </a:lnTo>
                  <a:lnTo>
                    <a:pt x="1475" y="2615"/>
                  </a:lnTo>
                  <a:lnTo>
                    <a:pt x="1590" y="2510"/>
                  </a:lnTo>
                  <a:lnTo>
                    <a:pt x="1696" y="2395"/>
                  </a:lnTo>
                  <a:lnTo>
                    <a:pt x="1801" y="2261"/>
                  </a:lnTo>
                  <a:lnTo>
                    <a:pt x="1878" y="2127"/>
                  </a:lnTo>
                  <a:lnTo>
                    <a:pt x="1954" y="1983"/>
                  </a:lnTo>
                  <a:lnTo>
                    <a:pt x="2012" y="1830"/>
                  </a:lnTo>
                  <a:lnTo>
                    <a:pt x="2060" y="1677"/>
                  </a:lnTo>
                  <a:lnTo>
                    <a:pt x="2088" y="1523"/>
                  </a:lnTo>
                  <a:lnTo>
                    <a:pt x="2117" y="1370"/>
                  </a:lnTo>
                  <a:lnTo>
                    <a:pt x="2127" y="1227"/>
                  </a:lnTo>
                  <a:lnTo>
                    <a:pt x="2127" y="1083"/>
                  </a:lnTo>
                  <a:lnTo>
                    <a:pt x="2117" y="939"/>
                  </a:lnTo>
                  <a:lnTo>
                    <a:pt x="2108" y="805"/>
                  </a:lnTo>
                  <a:lnTo>
                    <a:pt x="2079" y="681"/>
                  </a:lnTo>
                  <a:lnTo>
                    <a:pt x="2041" y="566"/>
                  </a:lnTo>
                  <a:lnTo>
                    <a:pt x="1993" y="451"/>
                  </a:lnTo>
                  <a:lnTo>
                    <a:pt x="1945" y="355"/>
                  </a:lnTo>
                  <a:lnTo>
                    <a:pt x="1878" y="269"/>
                  </a:lnTo>
                  <a:lnTo>
                    <a:pt x="1811" y="192"/>
                  </a:lnTo>
                  <a:lnTo>
                    <a:pt x="1734" y="125"/>
                  </a:lnTo>
                  <a:lnTo>
                    <a:pt x="1648" y="68"/>
                  </a:lnTo>
                  <a:lnTo>
                    <a:pt x="1552" y="29"/>
                  </a:lnTo>
                  <a:lnTo>
                    <a:pt x="1456" y="10"/>
                  </a:lnTo>
                  <a:lnTo>
                    <a:pt x="1361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2"/>
            <p:cNvSpPr/>
            <p:nvPr/>
          </p:nvSpPr>
          <p:spPr>
            <a:xfrm>
              <a:off x="2094695" y="4153426"/>
              <a:ext cx="274220" cy="484079"/>
            </a:xfrm>
            <a:custGeom>
              <a:avLst/>
              <a:gdLst/>
              <a:ahLst/>
              <a:cxnLst/>
              <a:rect l="l" t="t" r="r" b="b"/>
              <a:pathLst>
                <a:path w="6783" h="11974" extrusionOk="0">
                  <a:moveTo>
                    <a:pt x="4167" y="1"/>
                  </a:moveTo>
                  <a:lnTo>
                    <a:pt x="3803" y="3726"/>
                  </a:lnTo>
                  <a:lnTo>
                    <a:pt x="3497" y="6763"/>
                  </a:lnTo>
                  <a:lnTo>
                    <a:pt x="3353" y="8094"/>
                  </a:lnTo>
                  <a:lnTo>
                    <a:pt x="3238" y="9119"/>
                  </a:lnTo>
                  <a:lnTo>
                    <a:pt x="3209" y="9263"/>
                  </a:lnTo>
                  <a:lnTo>
                    <a:pt x="3171" y="9397"/>
                  </a:lnTo>
                  <a:lnTo>
                    <a:pt x="3114" y="9521"/>
                  </a:lnTo>
                  <a:lnTo>
                    <a:pt x="3037" y="9646"/>
                  </a:lnTo>
                  <a:lnTo>
                    <a:pt x="2951" y="9761"/>
                  </a:lnTo>
                  <a:lnTo>
                    <a:pt x="2855" y="9856"/>
                  </a:lnTo>
                  <a:lnTo>
                    <a:pt x="2740" y="9943"/>
                  </a:lnTo>
                  <a:lnTo>
                    <a:pt x="2616" y="10019"/>
                  </a:lnTo>
                  <a:lnTo>
                    <a:pt x="1543" y="10594"/>
                  </a:lnTo>
                  <a:lnTo>
                    <a:pt x="202" y="11418"/>
                  </a:lnTo>
                  <a:lnTo>
                    <a:pt x="144" y="11456"/>
                  </a:lnTo>
                  <a:lnTo>
                    <a:pt x="87" y="11504"/>
                  </a:lnTo>
                  <a:lnTo>
                    <a:pt x="49" y="11552"/>
                  </a:lnTo>
                  <a:lnTo>
                    <a:pt x="29" y="11600"/>
                  </a:lnTo>
                  <a:lnTo>
                    <a:pt x="10" y="11648"/>
                  </a:lnTo>
                  <a:lnTo>
                    <a:pt x="1" y="11695"/>
                  </a:lnTo>
                  <a:lnTo>
                    <a:pt x="1" y="11743"/>
                  </a:lnTo>
                  <a:lnTo>
                    <a:pt x="10" y="11791"/>
                  </a:lnTo>
                  <a:lnTo>
                    <a:pt x="39" y="11830"/>
                  </a:lnTo>
                  <a:lnTo>
                    <a:pt x="68" y="11868"/>
                  </a:lnTo>
                  <a:lnTo>
                    <a:pt x="106" y="11897"/>
                  </a:lnTo>
                  <a:lnTo>
                    <a:pt x="154" y="11925"/>
                  </a:lnTo>
                  <a:lnTo>
                    <a:pt x="202" y="11944"/>
                  </a:lnTo>
                  <a:lnTo>
                    <a:pt x="269" y="11964"/>
                  </a:lnTo>
                  <a:lnTo>
                    <a:pt x="336" y="11973"/>
                  </a:lnTo>
                  <a:lnTo>
                    <a:pt x="413" y="11973"/>
                  </a:lnTo>
                  <a:lnTo>
                    <a:pt x="1074" y="11925"/>
                  </a:lnTo>
                  <a:lnTo>
                    <a:pt x="1715" y="11868"/>
                  </a:lnTo>
                  <a:lnTo>
                    <a:pt x="2098" y="11830"/>
                  </a:lnTo>
                  <a:lnTo>
                    <a:pt x="2491" y="11772"/>
                  </a:lnTo>
                  <a:lnTo>
                    <a:pt x="2874" y="11724"/>
                  </a:lnTo>
                  <a:lnTo>
                    <a:pt x="3238" y="11657"/>
                  </a:lnTo>
                  <a:lnTo>
                    <a:pt x="3363" y="11638"/>
                  </a:lnTo>
                  <a:lnTo>
                    <a:pt x="3478" y="11600"/>
                  </a:lnTo>
                  <a:lnTo>
                    <a:pt x="3593" y="11552"/>
                  </a:lnTo>
                  <a:lnTo>
                    <a:pt x="3698" y="11494"/>
                  </a:lnTo>
                  <a:lnTo>
                    <a:pt x="3803" y="11427"/>
                  </a:lnTo>
                  <a:lnTo>
                    <a:pt x="3889" y="11360"/>
                  </a:lnTo>
                  <a:lnTo>
                    <a:pt x="3985" y="11274"/>
                  </a:lnTo>
                  <a:lnTo>
                    <a:pt x="4062" y="11188"/>
                  </a:lnTo>
                  <a:lnTo>
                    <a:pt x="4129" y="11092"/>
                  </a:lnTo>
                  <a:lnTo>
                    <a:pt x="4196" y="10996"/>
                  </a:lnTo>
                  <a:lnTo>
                    <a:pt x="4253" y="10891"/>
                  </a:lnTo>
                  <a:lnTo>
                    <a:pt x="4301" y="10776"/>
                  </a:lnTo>
                  <a:lnTo>
                    <a:pt x="4340" y="10661"/>
                  </a:lnTo>
                  <a:lnTo>
                    <a:pt x="4359" y="10546"/>
                  </a:lnTo>
                  <a:lnTo>
                    <a:pt x="4378" y="10422"/>
                  </a:lnTo>
                  <a:lnTo>
                    <a:pt x="4388" y="10297"/>
                  </a:lnTo>
                  <a:lnTo>
                    <a:pt x="4445" y="9694"/>
                  </a:lnTo>
                  <a:lnTo>
                    <a:pt x="6782" y="269"/>
                  </a:lnTo>
                  <a:lnTo>
                    <a:pt x="4167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2"/>
            <p:cNvSpPr/>
            <p:nvPr/>
          </p:nvSpPr>
          <p:spPr>
            <a:xfrm>
              <a:off x="2094695" y="4545284"/>
              <a:ext cx="179700" cy="92215"/>
            </a:xfrm>
            <a:custGeom>
              <a:avLst/>
              <a:gdLst/>
              <a:ahLst/>
              <a:cxnLst/>
              <a:rect l="l" t="t" r="r" b="b"/>
              <a:pathLst>
                <a:path w="4445" h="2281" extrusionOk="0">
                  <a:moveTo>
                    <a:pt x="4445" y="1"/>
                  </a:moveTo>
                  <a:lnTo>
                    <a:pt x="4416" y="58"/>
                  </a:lnTo>
                  <a:lnTo>
                    <a:pt x="4368" y="106"/>
                  </a:lnTo>
                  <a:lnTo>
                    <a:pt x="4273" y="211"/>
                  </a:lnTo>
                  <a:lnTo>
                    <a:pt x="4148" y="307"/>
                  </a:lnTo>
                  <a:lnTo>
                    <a:pt x="4004" y="403"/>
                  </a:lnTo>
                  <a:lnTo>
                    <a:pt x="3851" y="489"/>
                  </a:lnTo>
                  <a:lnTo>
                    <a:pt x="3679" y="566"/>
                  </a:lnTo>
                  <a:lnTo>
                    <a:pt x="3497" y="642"/>
                  </a:lnTo>
                  <a:lnTo>
                    <a:pt x="3315" y="709"/>
                  </a:lnTo>
                  <a:lnTo>
                    <a:pt x="3133" y="767"/>
                  </a:lnTo>
                  <a:lnTo>
                    <a:pt x="2941" y="815"/>
                  </a:lnTo>
                  <a:lnTo>
                    <a:pt x="2769" y="863"/>
                  </a:lnTo>
                  <a:lnTo>
                    <a:pt x="2587" y="891"/>
                  </a:lnTo>
                  <a:lnTo>
                    <a:pt x="2280" y="949"/>
                  </a:lnTo>
                  <a:lnTo>
                    <a:pt x="2146" y="958"/>
                  </a:lnTo>
                  <a:lnTo>
                    <a:pt x="1907" y="958"/>
                  </a:lnTo>
                  <a:lnTo>
                    <a:pt x="1782" y="949"/>
                  </a:lnTo>
                  <a:lnTo>
                    <a:pt x="1658" y="930"/>
                  </a:lnTo>
                  <a:lnTo>
                    <a:pt x="1543" y="901"/>
                  </a:lnTo>
                  <a:lnTo>
                    <a:pt x="202" y="1725"/>
                  </a:lnTo>
                  <a:lnTo>
                    <a:pt x="144" y="1763"/>
                  </a:lnTo>
                  <a:lnTo>
                    <a:pt x="87" y="1811"/>
                  </a:lnTo>
                  <a:lnTo>
                    <a:pt x="49" y="1859"/>
                  </a:lnTo>
                  <a:lnTo>
                    <a:pt x="29" y="1907"/>
                  </a:lnTo>
                  <a:lnTo>
                    <a:pt x="10" y="1955"/>
                  </a:lnTo>
                  <a:lnTo>
                    <a:pt x="1" y="2002"/>
                  </a:lnTo>
                  <a:lnTo>
                    <a:pt x="1" y="2050"/>
                  </a:lnTo>
                  <a:lnTo>
                    <a:pt x="10" y="2098"/>
                  </a:lnTo>
                  <a:lnTo>
                    <a:pt x="39" y="2137"/>
                  </a:lnTo>
                  <a:lnTo>
                    <a:pt x="68" y="2175"/>
                  </a:lnTo>
                  <a:lnTo>
                    <a:pt x="106" y="2204"/>
                  </a:lnTo>
                  <a:lnTo>
                    <a:pt x="154" y="2232"/>
                  </a:lnTo>
                  <a:lnTo>
                    <a:pt x="202" y="2251"/>
                  </a:lnTo>
                  <a:lnTo>
                    <a:pt x="269" y="2271"/>
                  </a:lnTo>
                  <a:lnTo>
                    <a:pt x="336" y="2280"/>
                  </a:lnTo>
                  <a:lnTo>
                    <a:pt x="413" y="2280"/>
                  </a:lnTo>
                  <a:lnTo>
                    <a:pt x="1074" y="2232"/>
                  </a:lnTo>
                  <a:lnTo>
                    <a:pt x="1715" y="2175"/>
                  </a:lnTo>
                  <a:lnTo>
                    <a:pt x="2098" y="2137"/>
                  </a:lnTo>
                  <a:lnTo>
                    <a:pt x="2491" y="2079"/>
                  </a:lnTo>
                  <a:lnTo>
                    <a:pt x="2874" y="2022"/>
                  </a:lnTo>
                  <a:lnTo>
                    <a:pt x="3238" y="1964"/>
                  </a:lnTo>
                  <a:lnTo>
                    <a:pt x="3363" y="1935"/>
                  </a:lnTo>
                  <a:lnTo>
                    <a:pt x="3478" y="1907"/>
                  </a:lnTo>
                  <a:lnTo>
                    <a:pt x="3593" y="1859"/>
                  </a:lnTo>
                  <a:lnTo>
                    <a:pt x="3698" y="1801"/>
                  </a:lnTo>
                  <a:lnTo>
                    <a:pt x="3803" y="1734"/>
                  </a:lnTo>
                  <a:lnTo>
                    <a:pt x="3889" y="1667"/>
                  </a:lnTo>
                  <a:lnTo>
                    <a:pt x="3985" y="1581"/>
                  </a:lnTo>
                  <a:lnTo>
                    <a:pt x="4062" y="1495"/>
                  </a:lnTo>
                  <a:lnTo>
                    <a:pt x="4129" y="1399"/>
                  </a:lnTo>
                  <a:lnTo>
                    <a:pt x="4196" y="1303"/>
                  </a:lnTo>
                  <a:lnTo>
                    <a:pt x="4253" y="1198"/>
                  </a:lnTo>
                  <a:lnTo>
                    <a:pt x="4301" y="1083"/>
                  </a:lnTo>
                  <a:lnTo>
                    <a:pt x="4340" y="968"/>
                  </a:lnTo>
                  <a:lnTo>
                    <a:pt x="4359" y="853"/>
                  </a:lnTo>
                  <a:lnTo>
                    <a:pt x="4378" y="729"/>
                  </a:lnTo>
                  <a:lnTo>
                    <a:pt x="4388" y="604"/>
                  </a:lnTo>
                  <a:lnTo>
                    <a:pt x="4445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2"/>
            <p:cNvSpPr/>
            <p:nvPr/>
          </p:nvSpPr>
          <p:spPr>
            <a:xfrm>
              <a:off x="2538058" y="2129455"/>
              <a:ext cx="197933" cy="312909"/>
            </a:xfrm>
            <a:custGeom>
              <a:avLst/>
              <a:gdLst/>
              <a:ahLst/>
              <a:cxnLst/>
              <a:rect l="l" t="t" r="r" b="b"/>
              <a:pathLst>
                <a:path w="4896" h="7740" extrusionOk="0">
                  <a:moveTo>
                    <a:pt x="1" y="1"/>
                  </a:moveTo>
                  <a:lnTo>
                    <a:pt x="863" y="7184"/>
                  </a:lnTo>
                  <a:lnTo>
                    <a:pt x="891" y="7299"/>
                  </a:lnTo>
                  <a:lnTo>
                    <a:pt x="930" y="7405"/>
                  </a:lnTo>
                  <a:lnTo>
                    <a:pt x="997" y="7500"/>
                  </a:lnTo>
                  <a:lnTo>
                    <a:pt x="1073" y="7577"/>
                  </a:lnTo>
                  <a:lnTo>
                    <a:pt x="1160" y="7644"/>
                  </a:lnTo>
                  <a:lnTo>
                    <a:pt x="1255" y="7692"/>
                  </a:lnTo>
                  <a:lnTo>
                    <a:pt x="1370" y="7730"/>
                  </a:lnTo>
                  <a:lnTo>
                    <a:pt x="1485" y="7740"/>
                  </a:lnTo>
                  <a:lnTo>
                    <a:pt x="3506" y="7740"/>
                  </a:lnTo>
                  <a:lnTo>
                    <a:pt x="3621" y="7730"/>
                  </a:lnTo>
                  <a:lnTo>
                    <a:pt x="3736" y="7692"/>
                  </a:lnTo>
                  <a:lnTo>
                    <a:pt x="3832" y="7644"/>
                  </a:lnTo>
                  <a:lnTo>
                    <a:pt x="3918" y="7577"/>
                  </a:lnTo>
                  <a:lnTo>
                    <a:pt x="3995" y="7500"/>
                  </a:lnTo>
                  <a:lnTo>
                    <a:pt x="4062" y="7405"/>
                  </a:lnTo>
                  <a:lnTo>
                    <a:pt x="4100" y="7299"/>
                  </a:lnTo>
                  <a:lnTo>
                    <a:pt x="4129" y="7184"/>
                  </a:lnTo>
                  <a:lnTo>
                    <a:pt x="489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2"/>
            <p:cNvSpPr/>
            <p:nvPr/>
          </p:nvSpPr>
          <p:spPr>
            <a:xfrm>
              <a:off x="2690629" y="2229350"/>
              <a:ext cx="913864" cy="865108"/>
            </a:xfrm>
            <a:custGeom>
              <a:avLst/>
              <a:gdLst/>
              <a:ahLst/>
              <a:cxnLst/>
              <a:rect l="l" t="t" r="r" b="b"/>
              <a:pathLst>
                <a:path w="22605" h="21399" extrusionOk="0">
                  <a:moveTo>
                    <a:pt x="18237" y="1"/>
                  </a:moveTo>
                  <a:lnTo>
                    <a:pt x="18151" y="20"/>
                  </a:lnTo>
                  <a:lnTo>
                    <a:pt x="18055" y="39"/>
                  </a:lnTo>
                  <a:lnTo>
                    <a:pt x="17969" y="58"/>
                  </a:lnTo>
                  <a:lnTo>
                    <a:pt x="17883" y="97"/>
                  </a:lnTo>
                  <a:lnTo>
                    <a:pt x="17797" y="135"/>
                  </a:lnTo>
                  <a:lnTo>
                    <a:pt x="17710" y="183"/>
                  </a:lnTo>
                  <a:lnTo>
                    <a:pt x="17634" y="240"/>
                  </a:lnTo>
                  <a:lnTo>
                    <a:pt x="17557" y="298"/>
                  </a:lnTo>
                  <a:lnTo>
                    <a:pt x="17480" y="365"/>
                  </a:lnTo>
                  <a:lnTo>
                    <a:pt x="17404" y="442"/>
                  </a:lnTo>
                  <a:lnTo>
                    <a:pt x="17270" y="604"/>
                  </a:lnTo>
                  <a:lnTo>
                    <a:pt x="17136" y="796"/>
                  </a:lnTo>
                  <a:lnTo>
                    <a:pt x="17011" y="1007"/>
                  </a:lnTo>
                  <a:lnTo>
                    <a:pt x="16887" y="1237"/>
                  </a:lnTo>
                  <a:lnTo>
                    <a:pt x="16781" y="1486"/>
                  </a:lnTo>
                  <a:lnTo>
                    <a:pt x="16676" y="1763"/>
                  </a:lnTo>
                  <a:lnTo>
                    <a:pt x="16580" y="2051"/>
                  </a:lnTo>
                  <a:lnTo>
                    <a:pt x="16494" y="2357"/>
                  </a:lnTo>
                  <a:lnTo>
                    <a:pt x="16408" y="2683"/>
                  </a:lnTo>
                  <a:lnTo>
                    <a:pt x="16331" y="3018"/>
                  </a:lnTo>
                  <a:lnTo>
                    <a:pt x="16264" y="3372"/>
                  </a:lnTo>
                  <a:lnTo>
                    <a:pt x="16197" y="3736"/>
                  </a:lnTo>
                  <a:lnTo>
                    <a:pt x="16140" y="4120"/>
                  </a:lnTo>
                  <a:lnTo>
                    <a:pt x="16092" y="4503"/>
                  </a:lnTo>
                  <a:lnTo>
                    <a:pt x="16044" y="4905"/>
                  </a:lnTo>
                  <a:lnTo>
                    <a:pt x="15996" y="5307"/>
                  </a:lnTo>
                  <a:lnTo>
                    <a:pt x="15929" y="6150"/>
                  </a:lnTo>
                  <a:lnTo>
                    <a:pt x="15871" y="7003"/>
                  </a:lnTo>
                  <a:lnTo>
                    <a:pt x="15843" y="7874"/>
                  </a:lnTo>
                  <a:lnTo>
                    <a:pt x="15814" y="8755"/>
                  </a:lnTo>
                  <a:lnTo>
                    <a:pt x="15804" y="9627"/>
                  </a:lnTo>
                  <a:lnTo>
                    <a:pt x="15804" y="10489"/>
                  </a:lnTo>
                  <a:lnTo>
                    <a:pt x="15823" y="11332"/>
                  </a:lnTo>
                  <a:lnTo>
                    <a:pt x="15843" y="12146"/>
                  </a:lnTo>
                  <a:lnTo>
                    <a:pt x="15862" y="12912"/>
                  </a:lnTo>
                  <a:lnTo>
                    <a:pt x="15890" y="13650"/>
                  </a:lnTo>
                  <a:lnTo>
                    <a:pt x="15958" y="14933"/>
                  </a:lnTo>
                  <a:lnTo>
                    <a:pt x="16025" y="15939"/>
                  </a:lnTo>
                  <a:lnTo>
                    <a:pt x="16092" y="16830"/>
                  </a:lnTo>
                  <a:lnTo>
                    <a:pt x="15728" y="16878"/>
                  </a:lnTo>
                  <a:lnTo>
                    <a:pt x="14703" y="17021"/>
                  </a:lnTo>
                  <a:lnTo>
                    <a:pt x="13975" y="17117"/>
                  </a:lnTo>
                  <a:lnTo>
                    <a:pt x="13122" y="17222"/>
                  </a:lnTo>
                  <a:lnTo>
                    <a:pt x="12165" y="17328"/>
                  </a:lnTo>
                  <a:lnTo>
                    <a:pt x="11092" y="17443"/>
                  </a:lnTo>
                  <a:lnTo>
                    <a:pt x="9942" y="17558"/>
                  </a:lnTo>
                  <a:lnTo>
                    <a:pt x="8717" y="17663"/>
                  </a:lnTo>
                  <a:lnTo>
                    <a:pt x="7433" y="17759"/>
                  </a:lnTo>
                  <a:lnTo>
                    <a:pt x="6102" y="17845"/>
                  </a:lnTo>
                  <a:lnTo>
                    <a:pt x="4742" y="17912"/>
                  </a:lnTo>
                  <a:lnTo>
                    <a:pt x="4042" y="17941"/>
                  </a:lnTo>
                  <a:lnTo>
                    <a:pt x="3353" y="17960"/>
                  </a:lnTo>
                  <a:lnTo>
                    <a:pt x="2654" y="17969"/>
                  </a:lnTo>
                  <a:lnTo>
                    <a:pt x="1954" y="17979"/>
                  </a:lnTo>
                  <a:lnTo>
                    <a:pt x="1255" y="17979"/>
                  </a:lnTo>
                  <a:lnTo>
                    <a:pt x="566" y="17969"/>
                  </a:lnTo>
                  <a:lnTo>
                    <a:pt x="0" y="19023"/>
                  </a:lnTo>
                  <a:lnTo>
                    <a:pt x="613" y="19186"/>
                  </a:lnTo>
                  <a:lnTo>
                    <a:pt x="1332" y="19377"/>
                  </a:lnTo>
                  <a:lnTo>
                    <a:pt x="2280" y="19607"/>
                  </a:lnTo>
                  <a:lnTo>
                    <a:pt x="3429" y="19885"/>
                  </a:lnTo>
                  <a:lnTo>
                    <a:pt x="4071" y="20019"/>
                  </a:lnTo>
                  <a:lnTo>
                    <a:pt x="4742" y="20163"/>
                  </a:lnTo>
                  <a:lnTo>
                    <a:pt x="5450" y="20316"/>
                  </a:lnTo>
                  <a:lnTo>
                    <a:pt x="6188" y="20460"/>
                  </a:lnTo>
                  <a:lnTo>
                    <a:pt x="6954" y="20594"/>
                  </a:lnTo>
                  <a:lnTo>
                    <a:pt x="7730" y="20728"/>
                  </a:lnTo>
                  <a:lnTo>
                    <a:pt x="8535" y="20862"/>
                  </a:lnTo>
                  <a:lnTo>
                    <a:pt x="9339" y="20977"/>
                  </a:lnTo>
                  <a:lnTo>
                    <a:pt x="10163" y="21082"/>
                  </a:lnTo>
                  <a:lnTo>
                    <a:pt x="10987" y="21178"/>
                  </a:lnTo>
                  <a:lnTo>
                    <a:pt x="11810" y="21264"/>
                  </a:lnTo>
                  <a:lnTo>
                    <a:pt x="12634" y="21322"/>
                  </a:lnTo>
                  <a:lnTo>
                    <a:pt x="13439" y="21370"/>
                  </a:lnTo>
                  <a:lnTo>
                    <a:pt x="14243" y="21398"/>
                  </a:lnTo>
                  <a:lnTo>
                    <a:pt x="15019" y="21398"/>
                  </a:lnTo>
                  <a:lnTo>
                    <a:pt x="15402" y="21389"/>
                  </a:lnTo>
                  <a:lnTo>
                    <a:pt x="15785" y="21379"/>
                  </a:lnTo>
                  <a:lnTo>
                    <a:pt x="16159" y="21351"/>
                  </a:lnTo>
                  <a:lnTo>
                    <a:pt x="16523" y="21322"/>
                  </a:lnTo>
                  <a:lnTo>
                    <a:pt x="16877" y="21293"/>
                  </a:lnTo>
                  <a:lnTo>
                    <a:pt x="17231" y="21245"/>
                  </a:lnTo>
                  <a:lnTo>
                    <a:pt x="17576" y="21197"/>
                  </a:lnTo>
                  <a:lnTo>
                    <a:pt x="17911" y="21140"/>
                  </a:lnTo>
                  <a:lnTo>
                    <a:pt x="18228" y="21073"/>
                  </a:lnTo>
                  <a:lnTo>
                    <a:pt x="18544" y="21006"/>
                  </a:lnTo>
                  <a:lnTo>
                    <a:pt x="18850" y="20920"/>
                  </a:lnTo>
                  <a:lnTo>
                    <a:pt x="19147" y="20824"/>
                  </a:lnTo>
                  <a:lnTo>
                    <a:pt x="19425" y="20728"/>
                  </a:lnTo>
                  <a:lnTo>
                    <a:pt x="19693" y="20623"/>
                  </a:lnTo>
                  <a:lnTo>
                    <a:pt x="19846" y="20546"/>
                  </a:lnTo>
                  <a:lnTo>
                    <a:pt x="19980" y="20469"/>
                  </a:lnTo>
                  <a:lnTo>
                    <a:pt x="20114" y="20393"/>
                  </a:lnTo>
                  <a:lnTo>
                    <a:pt x="20249" y="20297"/>
                  </a:lnTo>
                  <a:lnTo>
                    <a:pt x="20363" y="20201"/>
                  </a:lnTo>
                  <a:lnTo>
                    <a:pt x="20478" y="20096"/>
                  </a:lnTo>
                  <a:lnTo>
                    <a:pt x="20593" y="19981"/>
                  </a:lnTo>
                  <a:lnTo>
                    <a:pt x="20699" y="19866"/>
                  </a:lnTo>
                  <a:lnTo>
                    <a:pt x="20794" y="19741"/>
                  </a:lnTo>
                  <a:lnTo>
                    <a:pt x="20881" y="19607"/>
                  </a:lnTo>
                  <a:lnTo>
                    <a:pt x="20967" y="19473"/>
                  </a:lnTo>
                  <a:lnTo>
                    <a:pt x="21044" y="19339"/>
                  </a:lnTo>
                  <a:lnTo>
                    <a:pt x="21111" y="19195"/>
                  </a:lnTo>
                  <a:lnTo>
                    <a:pt x="21168" y="19042"/>
                  </a:lnTo>
                  <a:lnTo>
                    <a:pt x="21216" y="18889"/>
                  </a:lnTo>
                  <a:lnTo>
                    <a:pt x="21264" y="18736"/>
                  </a:lnTo>
                  <a:lnTo>
                    <a:pt x="21446" y="18008"/>
                  </a:lnTo>
                  <a:lnTo>
                    <a:pt x="21637" y="17127"/>
                  </a:lnTo>
                  <a:lnTo>
                    <a:pt x="21743" y="16638"/>
                  </a:lnTo>
                  <a:lnTo>
                    <a:pt x="21848" y="16121"/>
                  </a:lnTo>
                  <a:lnTo>
                    <a:pt x="21953" y="15575"/>
                  </a:lnTo>
                  <a:lnTo>
                    <a:pt x="22049" y="15010"/>
                  </a:lnTo>
                  <a:lnTo>
                    <a:pt x="22155" y="14416"/>
                  </a:lnTo>
                  <a:lnTo>
                    <a:pt x="22241" y="13803"/>
                  </a:lnTo>
                  <a:lnTo>
                    <a:pt x="22327" y="13180"/>
                  </a:lnTo>
                  <a:lnTo>
                    <a:pt x="22404" y="12529"/>
                  </a:lnTo>
                  <a:lnTo>
                    <a:pt x="22471" y="11878"/>
                  </a:lnTo>
                  <a:lnTo>
                    <a:pt x="22519" y="11217"/>
                  </a:lnTo>
                  <a:lnTo>
                    <a:pt x="22566" y="10546"/>
                  </a:lnTo>
                  <a:lnTo>
                    <a:pt x="22595" y="9876"/>
                  </a:lnTo>
                  <a:lnTo>
                    <a:pt x="22605" y="9196"/>
                  </a:lnTo>
                  <a:lnTo>
                    <a:pt x="22595" y="8525"/>
                  </a:lnTo>
                  <a:lnTo>
                    <a:pt x="22566" y="7855"/>
                  </a:lnTo>
                  <a:lnTo>
                    <a:pt x="22519" y="7194"/>
                  </a:lnTo>
                  <a:lnTo>
                    <a:pt x="22490" y="6868"/>
                  </a:lnTo>
                  <a:lnTo>
                    <a:pt x="22451" y="6543"/>
                  </a:lnTo>
                  <a:lnTo>
                    <a:pt x="22413" y="6217"/>
                  </a:lnTo>
                  <a:lnTo>
                    <a:pt x="22365" y="5901"/>
                  </a:lnTo>
                  <a:lnTo>
                    <a:pt x="22308" y="5585"/>
                  </a:lnTo>
                  <a:lnTo>
                    <a:pt x="22241" y="5269"/>
                  </a:lnTo>
                  <a:lnTo>
                    <a:pt x="22174" y="4962"/>
                  </a:lnTo>
                  <a:lnTo>
                    <a:pt x="22097" y="4656"/>
                  </a:lnTo>
                  <a:lnTo>
                    <a:pt x="22020" y="4359"/>
                  </a:lnTo>
                  <a:lnTo>
                    <a:pt x="21925" y="4062"/>
                  </a:lnTo>
                  <a:lnTo>
                    <a:pt x="21829" y="3775"/>
                  </a:lnTo>
                  <a:lnTo>
                    <a:pt x="21724" y="3497"/>
                  </a:lnTo>
                  <a:lnTo>
                    <a:pt x="21609" y="3219"/>
                  </a:lnTo>
                  <a:lnTo>
                    <a:pt x="21494" y="2951"/>
                  </a:lnTo>
                  <a:lnTo>
                    <a:pt x="21360" y="2683"/>
                  </a:lnTo>
                  <a:lnTo>
                    <a:pt x="21225" y="2434"/>
                  </a:lnTo>
                  <a:lnTo>
                    <a:pt x="21082" y="2185"/>
                  </a:lnTo>
                  <a:lnTo>
                    <a:pt x="20929" y="1945"/>
                  </a:lnTo>
                  <a:lnTo>
                    <a:pt x="20756" y="1706"/>
                  </a:lnTo>
                  <a:lnTo>
                    <a:pt x="20584" y="1486"/>
                  </a:lnTo>
                  <a:lnTo>
                    <a:pt x="20402" y="1275"/>
                  </a:lnTo>
                  <a:lnTo>
                    <a:pt x="20210" y="1064"/>
                  </a:lnTo>
                  <a:lnTo>
                    <a:pt x="20009" y="863"/>
                  </a:lnTo>
                  <a:lnTo>
                    <a:pt x="19798" y="681"/>
                  </a:lnTo>
                  <a:lnTo>
                    <a:pt x="19549" y="480"/>
                  </a:lnTo>
                  <a:lnTo>
                    <a:pt x="19425" y="394"/>
                  </a:lnTo>
                  <a:lnTo>
                    <a:pt x="19300" y="317"/>
                  </a:lnTo>
                  <a:lnTo>
                    <a:pt x="19185" y="250"/>
                  </a:lnTo>
                  <a:lnTo>
                    <a:pt x="19070" y="183"/>
                  </a:lnTo>
                  <a:lnTo>
                    <a:pt x="18955" y="135"/>
                  </a:lnTo>
                  <a:lnTo>
                    <a:pt x="18850" y="97"/>
                  </a:lnTo>
                  <a:lnTo>
                    <a:pt x="18745" y="58"/>
                  </a:lnTo>
                  <a:lnTo>
                    <a:pt x="18639" y="30"/>
                  </a:lnTo>
                  <a:lnTo>
                    <a:pt x="18534" y="11"/>
                  </a:lnTo>
                  <a:lnTo>
                    <a:pt x="18429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2"/>
            <p:cNvSpPr/>
            <p:nvPr/>
          </p:nvSpPr>
          <p:spPr>
            <a:xfrm>
              <a:off x="2245326" y="3107947"/>
              <a:ext cx="1263157" cy="1100154"/>
            </a:xfrm>
            <a:custGeom>
              <a:avLst/>
              <a:gdLst/>
              <a:ahLst/>
              <a:cxnLst/>
              <a:rect l="l" t="t" r="r" b="b"/>
              <a:pathLst>
                <a:path w="31245" h="27213" extrusionOk="0">
                  <a:moveTo>
                    <a:pt x="19626" y="1"/>
                  </a:moveTo>
                  <a:lnTo>
                    <a:pt x="17270" y="949"/>
                  </a:lnTo>
                  <a:lnTo>
                    <a:pt x="14828" y="1935"/>
                  </a:lnTo>
                  <a:lnTo>
                    <a:pt x="11992" y="3104"/>
                  </a:lnTo>
                  <a:lnTo>
                    <a:pt x="10527" y="3707"/>
                  </a:lnTo>
                  <a:lnTo>
                    <a:pt x="9090" y="4311"/>
                  </a:lnTo>
                  <a:lnTo>
                    <a:pt x="7721" y="4895"/>
                  </a:lnTo>
                  <a:lnTo>
                    <a:pt x="6466" y="5441"/>
                  </a:lnTo>
                  <a:lnTo>
                    <a:pt x="5364" y="5939"/>
                  </a:lnTo>
                  <a:lnTo>
                    <a:pt x="4885" y="6169"/>
                  </a:lnTo>
                  <a:lnTo>
                    <a:pt x="4454" y="6370"/>
                  </a:lnTo>
                  <a:lnTo>
                    <a:pt x="4090" y="6552"/>
                  </a:lnTo>
                  <a:lnTo>
                    <a:pt x="3784" y="6715"/>
                  </a:lnTo>
                  <a:lnTo>
                    <a:pt x="3545" y="6849"/>
                  </a:lnTo>
                  <a:lnTo>
                    <a:pt x="3391" y="6954"/>
                  </a:lnTo>
                  <a:lnTo>
                    <a:pt x="3295" y="7041"/>
                  </a:lnTo>
                  <a:lnTo>
                    <a:pt x="3200" y="7127"/>
                  </a:lnTo>
                  <a:lnTo>
                    <a:pt x="3114" y="7232"/>
                  </a:lnTo>
                  <a:lnTo>
                    <a:pt x="3018" y="7347"/>
                  </a:lnTo>
                  <a:lnTo>
                    <a:pt x="2932" y="7472"/>
                  </a:lnTo>
                  <a:lnTo>
                    <a:pt x="2845" y="7606"/>
                  </a:lnTo>
                  <a:lnTo>
                    <a:pt x="2769" y="7749"/>
                  </a:lnTo>
                  <a:lnTo>
                    <a:pt x="2682" y="7903"/>
                  </a:lnTo>
                  <a:lnTo>
                    <a:pt x="2520" y="8247"/>
                  </a:lnTo>
                  <a:lnTo>
                    <a:pt x="2366" y="8631"/>
                  </a:lnTo>
                  <a:lnTo>
                    <a:pt x="2213" y="9042"/>
                  </a:lnTo>
                  <a:lnTo>
                    <a:pt x="2070" y="9493"/>
                  </a:lnTo>
                  <a:lnTo>
                    <a:pt x="1935" y="9981"/>
                  </a:lnTo>
                  <a:lnTo>
                    <a:pt x="1801" y="10498"/>
                  </a:lnTo>
                  <a:lnTo>
                    <a:pt x="1677" y="11044"/>
                  </a:lnTo>
                  <a:lnTo>
                    <a:pt x="1552" y="11619"/>
                  </a:lnTo>
                  <a:lnTo>
                    <a:pt x="1437" y="12222"/>
                  </a:lnTo>
                  <a:lnTo>
                    <a:pt x="1322" y="12855"/>
                  </a:lnTo>
                  <a:lnTo>
                    <a:pt x="1217" y="13506"/>
                  </a:lnTo>
                  <a:lnTo>
                    <a:pt x="1112" y="14186"/>
                  </a:lnTo>
                  <a:lnTo>
                    <a:pt x="1016" y="14875"/>
                  </a:lnTo>
                  <a:lnTo>
                    <a:pt x="920" y="15594"/>
                  </a:lnTo>
                  <a:lnTo>
                    <a:pt x="834" y="16331"/>
                  </a:lnTo>
                  <a:lnTo>
                    <a:pt x="748" y="17078"/>
                  </a:lnTo>
                  <a:lnTo>
                    <a:pt x="585" y="18621"/>
                  </a:lnTo>
                  <a:lnTo>
                    <a:pt x="441" y="20210"/>
                  </a:lnTo>
                  <a:lnTo>
                    <a:pt x="307" y="21829"/>
                  </a:lnTo>
                  <a:lnTo>
                    <a:pt x="192" y="23477"/>
                  </a:lnTo>
                  <a:lnTo>
                    <a:pt x="87" y="25124"/>
                  </a:lnTo>
                  <a:lnTo>
                    <a:pt x="1" y="26772"/>
                  </a:lnTo>
                  <a:lnTo>
                    <a:pt x="451" y="26906"/>
                  </a:lnTo>
                  <a:lnTo>
                    <a:pt x="844" y="27021"/>
                  </a:lnTo>
                  <a:lnTo>
                    <a:pt x="1207" y="27107"/>
                  </a:lnTo>
                  <a:lnTo>
                    <a:pt x="1380" y="27135"/>
                  </a:lnTo>
                  <a:lnTo>
                    <a:pt x="1552" y="27164"/>
                  </a:lnTo>
                  <a:lnTo>
                    <a:pt x="1725" y="27183"/>
                  </a:lnTo>
                  <a:lnTo>
                    <a:pt x="1897" y="27193"/>
                  </a:lnTo>
                  <a:lnTo>
                    <a:pt x="2280" y="27212"/>
                  </a:lnTo>
                  <a:lnTo>
                    <a:pt x="2702" y="27203"/>
                  </a:lnTo>
                  <a:lnTo>
                    <a:pt x="3190" y="27174"/>
                  </a:lnTo>
                  <a:lnTo>
                    <a:pt x="3305" y="26896"/>
                  </a:lnTo>
                  <a:lnTo>
                    <a:pt x="3621" y="26091"/>
                  </a:lnTo>
                  <a:lnTo>
                    <a:pt x="4119" y="24818"/>
                  </a:lnTo>
                  <a:lnTo>
                    <a:pt x="4771" y="23113"/>
                  </a:lnTo>
                  <a:lnTo>
                    <a:pt x="5144" y="22117"/>
                  </a:lnTo>
                  <a:lnTo>
                    <a:pt x="5537" y="21044"/>
                  </a:lnTo>
                  <a:lnTo>
                    <a:pt x="5949" y="19875"/>
                  </a:lnTo>
                  <a:lnTo>
                    <a:pt x="6389" y="18649"/>
                  </a:lnTo>
                  <a:lnTo>
                    <a:pt x="6839" y="17347"/>
                  </a:lnTo>
                  <a:lnTo>
                    <a:pt x="7299" y="15987"/>
                  </a:lnTo>
                  <a:lnTo>
                    <a:pt x="7768" y="14569"/>
                  </a:lnTo>
                  <a:lnTo>
                    <a:pt x="8238" y="13104"/>
                  </a:lnTo>
                  <a:lnTo>
                    <a:pt x="26791" y="11810"/>
                  </a:lnTo>
                  <a:lnTo>
                    <a:pt x="27001" y="11801"/>
                  </a:lnTo>
                  <a:lnTo>
                    <a:pt x="27212" y="11791"/>
                  </a:lnTo>
                  <a:lnTo>
                    <a:pt x="27404" y="11772"/>
                  </a:lnTo>
                  <a:lnTo>
                    <a:pt x="27595" y="11743"/>
                  </a:lnTo>
                  <a:lnTo>
                    <a:pt x="27777" y="11705"/>
                  </a:lnTo>
                  <a:lnTo>
                    <a:pt x="27959" y="11657"/>
                  </a:lnTo>
                  <a:lnTo>
                    <a:pt x="28131" y="11609"/>
                  </a:lnTo>
                  <a:lnTo>
                    <a:pt x="28294" y="11542"/>
                  </a:lnTo>
                  <a:lnTo>
                    <a:pt x="28457" y="11475"/>
                  </a:lnTo>
                  <a:lnTo>
                    <a:pt x="28610" y="11408"/>
                  </a:lnTo>
                  <a:lnTo>
                    <a:pt x="28754" y="11322"/>
                  </a:lnTo>
                  <a:lnTo>
                    <a:pt x="28898" y="11236"/>
                  </a:lnTo>
                  <a:lnTo>
                    <a:pt x="29032" y="11140"/>
                  </a:lnTo>
                  <a:lnTo>
                    <a:pt x="29166" y="11044"/>
                  </a:lnTo>
                  <a:lnTo>
                    <a:pt x="29290" y="10939"/>
                  </a:lnTo>
                  <a:lnTo>
                    <a:pt x="29415" y="10834"/>
                  </a:lnTo>
                  <a:lnTo>
                    <a:pt x="29530" y="10719"/>
                  </a:lnTo>
                  <a:lnTo>
                    <a:pt x="29645" y="10594"/>
                  </a:lnTo>
                  <a:lnTo>
                    <a:pt x="29750" y="10470"/>
                  </a:lnTo>
                  <a:lnTo>
                    <a:pt x="29846" y="10335"/>
                  </a:lnTo>
                  <a:lnTo>
                    <a:pt x="29942" y="10201"/>
                  </a:lnTo>
                  <a:lnTo>
                    <a:pt x="30038" y="10067"/>
                  </a:lnTo>
                  <a:lnTo>
                    <a:pt x="30210" y="9780"/>
                  </a:lnTo>
                  <a:lnTo>
                    <a:pt x="30363" y="9473"/>
                  </a:lnTo>
                  <a:lnTo>
                    <a:pt x="30497" y="9167"/>
                  </a:lnTo>
                  <a:lnTo>
                    <a:pt x="30622" y="8841"/>
                  </a:lnTo>
                  <a:lnTo>
                    <a:pt x="30727" y="8506"/>
                  </a:lnTo>
                  <a:lnTo>
                    <a:pt x="30823" y="8171"/>
                  </a:lnTo>
                  <a:lnTo>
                    <a:pt x="30909" y="7826"/>
                  </a:lnTo>
                  <a:lnTo>
                    <a:pt x="30976" y="7481"/>
                  </a:lnTo>
                  <a:lnTo>
                    <a:pt x="31034" y="7136"/>
                  </a:lnTo>
                  <a:lnTo>
                    <a:pt x="31091" y="6792"/>
                  </a:lnTo>
                  <a:lnTo>
                    <a:pt x="31129" y="6447"/>
                  </a:lnTo>
                  <a:lnTo>
                    <a:pt x="31158" y="6102"/>
                  </a:lnTo>
                  <a:lnTo>
                    <a:pt x="31187" y="5776"/>
                  </a:lnTo>
                  <a:lnTo>
                    <a:pt x="31225" y="5135"/>
                  </a:lnTo>
                  <a:lnTo>
                    <a:pt x="31235" y="4541"/>
                  </a:lnTo>
                  <a:lnTo>
                    <a:pt x="31244" y="4004"/>
                  </a:lnTo>
                  <a:lnTo>
                    <a:pt x="31244" y="3545"/>
                  </a:lnTo>
                  <a:lnTo>
                    <a:pt x="31244" y="1524"/>
                  </a:lnTo>
                  <a:lnTo>
                    <a:pt x="196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2"/>
            <p:cNvSpPr/>
            <p:nvPr/>
          </p:nvSpPr>
          <p:spPr>
            <a:xfrm>
              <a:off x="2497793" y="2941469"/>
              <a:ext cx="215721" cy="56962"/>
            </a:xfrm>
            <a:custGeom>
              <a:avLst/>
              <a:gdLst/>
              <a:ahLst/>
              <a:cxnLst/>
              <a:rect l="l" t="t" r="r" b="b"/>
              <a:pathLst>
                <a:path w="5336" h="1409" extrusionOk="0">
                  <a:moveTo>
                    <a:pt x="3171" y="0"/>
                  </a:moveTo>
                  <a:lnTo>
                    <a:pt x="3037" y="10"/>
                  </a:lnTo>
                  <a:lnTo>
                    <a:pt x="2912" y="19"/>
                  </a:lnTo>
                  <a:lnTo>
                    <a:pt x="2788" y="38"/>
                  </a:lnTo>
                  <a:lnTo>
                    <a:pt x="2673" y="67"/>
                  </a:lnTo>
                  <a:lnTo>
                    <a:pt x="2424" y="125"/>
                  </a:lnTo>
                  <a:lnTo>
                    <a:pt x="2175" y="211"/>
                  </a:lnTo>
                  <a:lnTo>
                    <a:pt x="1629" y="402"/>
                  </a:lnTo>
                  <a:lnTo>
                    <a:pt x="336" y="833"/>
                  </a:lnTo>
                  <a:lnTo>
                    <a:pt x="269" y="862"/>
                  </a:lnTo>
                  <a:lnTo>
                    <a:pt x="202" y="900"/>
                  </a:lnTo>
                  <a:lnTo>
                    <a:pt x="144" y="939"/>
                  </a:lnTo>
                  <a:lnTo>
                    <a:pt x="96" y="987"/>
                  </a:lnTo>
                  <a:lnTo>
                    <a:pt x="58" y="1035"/>
                  </a:lnTo>
                  <a:lnTo>
                    <a:pt x="29" y="1082"/>
                  </a:lnTo>
                  <a:lnTo>
                    <a:pt x="10" y="1130"/>
                  </a:lnTo>
                  <a:lnTo>
                    <a:pt x="1" y="1178"/>
                  </a:lnTo>
                  <a:lnTo>
                    <a:pt x="1" y="1217"/>
                  </a:lnTo>
                  <a:lnTo>
                    <a:pt x="10" y="1264"/>
                  </a:lnTo>
                  <a:lnTo>
                    <a:pt x="29" y="1303"/>
                  </a:lnTo>
                  <a:lnTo>
                    <a:pt x="58" y="1331"/>
                  </a:lnTo>
                  <a:lnTo>
                    <a:pt x="96" y="1360"/>
                  </a:lnTo>
                  <a:lnTo>
                    <a:pt x="154" y="1389"/>
                  </a:lnTo>
                  <a:lnTo>
                    <a:pt x="221" y="1398"/>
                  </a:lnTo>
                  <a:lnTo>
                    <a:pt x="297" y="1408"/>
                  </a:lnTo>
                  <a:lnTo>
                    <a:pt x="4914" y="1408"/>
                  </a:lnTo>
                  <a:lnTo>
                    <a:pt x="5336" y="354"/>
                  </a:lnTo>
                  <a:lnTo>
                    <a:pt x="3726" y="58"/>
                  </a:lnTo>
                  <a:lnTo>
                    <a:pt x="3583" y="29"/>
                  </a:lnTo>
                  <a:lnTo>
                    <a:pt x="3439" y="10"/>
                  </a:lnTo>
                  <a:lnTo>
                    <a:pt x="3295" y="10"/>
                  </a:lnTo>
                  <a:lnTo>
                    <a:pt x="3171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2"/>
            <p:cNvSpPr/>
            <p:nvPr/>
          </p:nvSpPr>
          <p:spPr>
            <a:xfrm>
              <a:off x="3297762" y="2216211"/>
              <a:ext cx="311009" cy="575041"/>
            </a:xfrm>
            <a:custGeom>
              <a:avLst/>
              <a:gdLst/>
              <a:ahLst/>
              <a:cxnLst/>
              <a:rect l="l" t="t" r="r" b="b"/>
              <a:pathLst>
                <a:path w="7693" h="14224" extrusionOk="0">
                  <a:moveTo>
                    <a:pt x="3794" y="0"/>
                  </a:moveTo>
                  <a:lnTo>
                    <a:pt x="3679" y="10"/>
                  </a:lnTo>
                  <a:lnTo>
                    <a:pt x="3564" y="19"/>
                  </a:lnTo>
                  <a:lnTo>
                    <a:pt x="3439" y="48"/>
                  </a:lnTo>
                  <a:lnTo>
                    <a:pt x="3324" y="77"/>
                  </a:lnTo>
                  <a:lnTo>
                    <a:pt x="3200" y="115"/>
                  </a:lnTo>
                  <a:lnTo>
                    <a:pt x="3085" y="163"/>
                  </a:lnTo>
                  <a:lnTo>
                    <a:pt x="2970" y="221"/>
                  </a:lnTo>
                  <a:lnTo>
                    <a:pt x="2855" y="278"/>
                  </a:lnTo>
                  <a:lnTo>
                    <a:pt x="2740" y="355"/>
                  </a:lnTo>
                  <a:lnTo>
                    <a:pt x="2625" y="431"/>
                  </a:lnTo>
                  <a:lnTo>
                    <a:pt x="2510" y="517"/>
                  </a:lnTo>
                  <a:lnTo>
                    <a:pt x="2395" y="623"/>
                  </a:lnTo>
                  <a:lnTo>
                    <a:pt x="2290" y="728"/>
                  </a:lnTo>
                  <a:lnTo>
                    <a:pt x="2175" y="843"/>
                  </a:lnTo>
                  <a:lnTo>
                    <a:pt x="2070" y="977"/>
                  </a:lnTo>
                  <a:lnTo>
                    <a:pt x="1964" y="1111"/>
                  </a:lnTo>
                  <a:lnTo>
                    <a:pt x="1849" y="1255"/>
                  </a:lnTo>
                  <a:lnTo>
                    <a:pt x="1754" y="1418"/>
                  </a:lnTo>
                  <a:lnTo>
                    <a:pt x="1648" y="1581"/>
                  </a:lnTo>
                  <a:lnTo>
                    <a:pt x="1514" y="1811"/>
                  </a:lnTo>
                  <a:lnTo>
                    <a:pt x="1399" y="2040"/>
                  </a:lnTo>
                  <a:lnTo>
                    <a:pt x="1275" y="2280"/>
                  </a:lnTo>
                  <a:lnTo>
                    <a:pt x="1169" y="2519"/>
                  </a:lnTo>
                  <a:lnTo>
                    <a:pt x="1064" y="2759"/>
                  </a:lnTo>
                  <a:lnTo>
                    <a:pt x="968" y="2998"/>
                  </a:lnTo>
                  <a:lnTo>
                    <a:pt x="872" y="3247"/>
                  </a:lnTo>
                  <a:lnTo>
                    <a:pt x="786" y="3496"/>
                  </a:lnTo>
                  <a:lnTo>
                    <a:pt x="623" y="4004"/>
                  </a:lnTo>
                  <a:lnTo>
                    <a:pt x="489" y="4521"/>
                  </a:lnTo>
                  <a:lnTo>
                    <a:pt x="365" y="5038"/>
                  </a:lnTo>
                  <a:lnTo>
                    <a:pt x="269" y="5556"/>
                  </a:lnTo>
                  <a:lnTo>
                    <a:pt x="192" y="6073"/>
                  </a:lnTo>
                  <a:lnTo>
                    <a:pt x="125" y="6590"/>
                  </a:lnTo>
                  <a:lnTo>
                    <a:pt x="68" y="7107"/>
                  </a:lnTo>
                  <a:lnTo>
                    <a:pt x="39" y="7624"/>
                  </a:lnTo>
                  <a:lnTo>
                    <a:pt x="10" y="8123"/>
                  </a:lnTo>
                  <a:lnTo>
                    <a:pt x="1" y="8621"/>
                  </a:lnTo>
                  <a:lnTo>
                    <a:pt x="1" y="9109"/>
                  </a:lnTo>
                  <a:lnTo>
                    <a:pt x="1" y="9578"/>
                  </a:lnTo>
                  <a:lnTo>
                    <a:pt x="20" y="10038"/>
                  </a:lnTo>
                  <a:lnTo>
                    <a:pt x="49" y="10488"/>
                  </a:lnTo>
                  <a:lnTo>
                    <a:pt x="78" y="10910"/>
                  </a:lnTo>
                  <a:lnTo>
                    <a:pt x="106" y="11322"/>
                  </a:lnTo>
                  <a:lnTo>
                    <a:pt x="183" y="12059"/>
                  </a:lnTo>
                  <a:lnTo>
                    <a:pt x="269" y="12701"/>
                  </a:lnTo>
                  <a:lnTo>
                    <a:pt x="355" y="13228"/>
                  </a:lnTo>
                  <a:lnTo>
                    <a:pt x="422" y="13630"/>
                  </a:lnTo>
                  <a:lnTo>
                    <a:pt x="489" y="13956"/>
                  </a:lnTo>
                  <a:lnTo>
                    <a:pt x="1169" y="14032"/>
                  </a:lnTo>
                  <a:lnTo>
                    <a:pt x="1802" y="14090"/>
                  </a:lnTo>
                  <a:lnTo>
                    <a:pt x="2395" y="14138"/>
                  </a:lnTo>
                  <a:lnTo>
                    <a:pt x="2951" y="14176"/>
                  </a:lnTo>
                  <a:lnTo>
                    <a:pt x="3468" y="14205"/>
                  </a:lnTo>
                  <a:lnTo>
                    <a:pt x="3957" y="14224"/>
                  </a:lnTo>
                  <a:lnTo>
                    <a:pt x="4847" y="14224"/>
                  </a:lnTo>
                  <a:lnTo>
                    <a:pt x="5250" y="14205"/>
                  </a:lnTo>
                  <a:lnTo>
                    <a:pt x="5633" y="14185"/>
                  </a:lnTo>
                  <a:lnTo>
                    <a:pt x="5997" y="14147"/>
                  </a:lnTo>
                  <a:lnTo>
                    <a:pt x="6342" y="14109"/>
                  </a:lnTo>
                  <a:lnTo>
                    <a:pt x="6667" y="14051"/>
                  </a:lnTo>
                  <a:lnTo>
                    <a:pt x="6983" y="13984"/>
                  </a:lnTo>
                  <a:lnTo>
                    <a:pt x="7290" y="13917"/>
                  </a:lnTo>
                  <a:lnTo>
                    <a:pt x="7587" y="13831"/>
                  </a:lnTo>
                  <a:lnTo>
                    <a:pt x="7615" y="12682"/>
                  </a:lnTo>
                  <a:lnTo>
                    <a:pt x="7644" y="11465"/>
                  </a:lnTo>
                  <a:lnTo>
                    <a:pt x="7673" y="10000"/>
                  </a:lnTo>
                  <a:lnTo>
                    <a:pt x="7692" y="8429"/>
                  </a:lnTo>
                  <a:lnTo>
                    <a:pt x="7692" y="7644"/>
                  </a:lnTo>
                  <a:lnTo>
                    <a:pt x="7683" y="6887"/>
                  </a:lnTo>
                  <a:lnTo>
                    <a:pt x="7673" y="6178"/>
                  </a:lnTo>
                  <a:lnTo>
                    <a:pt x="7654" y="5527"/>
                  </a:lnTo>
                  <a:lnTo>
                    <a:pt x="7625" y="4962"/>
                  </a:lnTo>
                  <a:lnTo>
                    <a:pt x="7587" y="4483"/>
                  </a:lnTo>
                  <a:lnTo>
                    <a:pt x="7539" y="4195"/>
                  </a:lnTo>
                  <a:lnTo>
                    <a:pt x="7481" y="3899"/>
                  </a:lnTo>
                  <a:lnTo>
                    <a:pt x="7414" y="3611"/>
                  </a:lnTo>
                  <a:lnTo>
                    <a:pt x="7319" y="3324"/>
                  </a:lnTo>
                  <a:lnTo>
                    <a:pt x="7213" y="3037"/>
                  </a:lnTo>
                  <a:lnTo>
                    <a:pt x="7098" y="2759"/>
                  </a:lnTo>
                  <a:lnTo>
                    <a:pt x="6964" y="2481"/>
                  </a:lnTo>
                  <a:lnTo>
                    <a:pt x="6820" y="2213"/>
                  </a:lnTo>
                  <a:lnTo>
                    <a:pt x="6658" y="1954"/>
                  </a:lnTo>
                  <a:lnTo>
                    <a:pt x="6495" y="1705"/>
                  </a:lnTo>
                  <a:lnTo>
                    <a:pt x="6313" y="1466"/>
                  </a:lnTo>
                  <a:lnTo>
                    <a:pt x="6131" y="1236"/>
                  </a:lnTo>
                  <a:lnTo>
                    <a:pt x="5930" y="1025"/>
                  </a:lnTo>
                  <a:lnTo>
                    <a:pt x="5729" y="834"/>
                  </a:lnTo>
                  <a:lnTo>
                    <a:pt x="5518" y="652"/>
                  </a:lnTo>
                  <a:lnTo>
                    <a:pt x="5298" y="489"/>
                  </a:lnTo>
                  <a:lnTo>
                    <a:pt x="5077" y="355"/>
                  </a:lnTo>
                  <a:lnTo>
                    <a:pt x="4847" y="230"/>
                  </a:lnTo>
                  <a:lnTo>
                    <a:pt x="4618" y="134"/>
                  </a:lnTo>
                  <a:lnTo>
                    <a:pt x="4503" y="96"/>
                  </a:lnTo>
                  <a:lnTo>
                    <a:pt x="4388" y="67"/>
                  </a:lnTo>
                  <a:lnTo>
                    <a:pt x="4273" y="39"/>
                  </a:lnTo>
                  <a:lnTo>
                    <a:pt x="4148" y="19"/>
                  </a:lnTo>
                  <a:lnTo>
                    <a:pt x="4033" y="10"/>
                  </a:lnTo>
                  <a:lnTo>
                    <a:pt x="3918" y="0"/>
                  </a:lnTo>
                  <a:close/>
                </a:path>
              </a:pathLst>
            </a:custGeom>
            <a:solidFill>
              <a:srgbClr val="FF80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2"/>
            <p:cNvSpPr/>
            <p:nvPr/>
          </p:nvSpPr>
          <p:spPr>
            <a:xfrm>
              <a:off x="1720260" y="2966615"/>
              <a:ext cx="427157" cy="87566"/>
            </a:xfrm>
            <a:custGeom>
              <a:avLst/>
              <a:gdLst/>
              <a:ahLst/>
              <a:cxnLst/>
              <a:rect l="l" t="t" r="r" b="b"/>
              <a:pathLst>
                <a:path w="10566" h="2166" extrusionOk="0">
                  <a:moveTo>
                    <a:pt x="2060" y="1"/>
                  </a:moveTo>
                  <a:lnTo>
                    <a:pt x="1849" y="10"/>
                  </a:lnTo>
                  <a:lnTo>
                    <a:pt x="1648" y="49"/>
                  </a:lnTo>
                  <a:lnTo>
                    <a:pt x="1447" y="96"/>
                  </a:lnTo>
                  <a:lnTo>
                    <a:pt x="1255" y="163"/>
                  </a:lnTo>
                  <a:lnTo>
                    <a:pt x="1073" y="250"/>
                  </a:lnTo>
                  <a:lnTo>
                    <a:pt x="911" y="355"/>
                  </a:lnTo>
                  <a:lnTo>
                    <a:pt x="748" y="480"/>
                  </a:lnTo>
                  <a:lnTo>
                    <a:pt x="604" y="614"/>
                  </a:lnTo>
                  <a:lnTo>
                    <a:pt x="470" y="757"/>
                  </a:lnTo>
                  <a:lnTo>
                    <a:pt x="346" y="911"/>
                  </a:lnTo>
                  <a:lnTo>
                    <a:pt x="250" y="1083"/>
                  </a:lnTo>
                  <a:lnTo>
                    <a:pt x="164" y="1265"/>
                  </a:lnTo>
                  <a:lnTo>
                    <a:pt x="87" y="1457"/>
                  </a:lnTo>
                  <a:lnTo>
                    <a:pt x="39" y="1658"/>
                  </a:lnTo>
                  <a:lnTo>
                    <a:pt x="10" y="1859"/>
                  </a:lnTo>
                  <a:lnTo>
                    <a:pt x="1" y="2070"/>
                  </a:lnTo>
                  <a:lnTo>
                    <a:pt x="1" y="2165"/>
                  </a:lnTo>
                  <a:lnTo>
                    <a:pt x="10565" y="2165"/>
                  </a:lnTo>
                  <a:lnTo>
                    <a:pt x="10565" y="2070"/>
                  </a:lnTo>
                  <a:lnTo>
                    <a:pt x="10556" y="1859"/>
                  </a:lnTo>
                  <a:lnTo>
                    <a:pt x="10517" y="1658"/>
                  </a:lnTo>
                  <a:lnTo>
                    <a:pt x="10470" y="1457"/>
                  </a:lnTo>
                  <a:lnTo>
                    <a:pt x="10403" y="1265"/>
                  </a:lnTo>
                  <a:lnTo>
                    <a:pt x="10316" y="1083"/>
                  </a:lnTo>
                  <a:lnTo>
                    <a:pt x="10211" y="911"/>
                  </a:lnTo>
                  <a:lnTo>
                    <a:pt x="10086" y="757"/>
                  </a:lnTo>
                  <a:lnTo>
                    <a:pt x="9952" y="614"/>
                  </a:lnTo>
                  <a:lnTo>
                    <a:pt x="9809" y="480"/>
                  </a:lnTo>
                  <a:lnTo>
                    <a:pt x="9655" y="355"/>
                  </a:lnTo>
                  <a:lnTo>
                    <a:pt x="9483" y="250"/>
                  </a:lnTo>
                  <a:lnTo>
                    <a:pt x="9301" y="163"/>
                  </a:lnTo>
                  <a:lnTo>
                    <a:pt x="9110" y="96"/>
                  </a:lnTo>
                  <a:lnTo>
                    <a:pt x="8908" y="49"/>
                  </a:lnTo>
                  <a:lnTo>
                    <a:pt x="8707" y="10"/>
                  </a:lnTo>
                  <a:lnTo>
                    <a:pt x="849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2"/>
            <p:cNvSpPr/>
            <p:nvPr/>
          </p:nvSpPr>
          <p:spPr>
            <a:xfrm>
              <a:off x="1616889" y="2749401"/>
              <a:ext cx="322975" cy="304783"/>
            </a:xfrm>
            <a:custGeom>
              <a:avLst/>
              <a:gdLst/>
              <a:ahLst/>
              <a:cxnLst/>
              <a:rect l="l" t="t" r="r" b="b"/>
              <a:pathLst>
                <a:path w="7989" h="7539" extrusionOk="0">
                  <a:moveTo>
                    <a:pt x="1916" y="0"/>
                  </a:moveTo>
                  <a:lnTo>
                    <a:pt x="0" y="7538"/>
                  </a:lnTo>
                  <a:lnTo>
                    <a:pt x="6073" y="7538"/>
                  </a:lnTo>
                  <a:lnTo>
                    <a:pt x="798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2"/>
            <p:cNvSpPr/>
            <p:nvPr/>
          </p:nvSpPr>
          <p:spPr>
            <a:xfrm>
              <a:off x="1132856" y="1940136"/>
              <a:ext cx="1342557" cy="867008"/>
            </a:xfrm>
            <a:custGeom>
              <a:avLst/>
              <a:gdLst/>
              <a:ahLst/>
              <a:cxnLst/>
              <a:rect l="l" t="t" r="r" b="b"/>
              <a:pathLst>
                <a:path w="33209" h="21446" extrusionOk="0">
                  <a:moveTo>
                    <a:pt x="1581" y="0"/>
                  </a:moveTo>
                  <a:lnTo>
                    <a:pt x="1418" y="10"/>
                  </a:lnTo>
                  <a:lnTo>
                    <a:pt x="1265" y="38"/>
                  </a:lnTo>
                  <a:lnTo>
                    <a:pt x="1112" y="77"/>
                  </a:lnTo>
                  <a:lnTo>
                    <a:pt x="968" y="125"/>
                  </a:lnTo>
                  <a:lnTo>
                    <a:pt x="824" y="192"/>
                  </a:lnTo>
                  <a:lnTo>
                    <a:pt x="700" y="268"/>
                  </a:lnTo>
                  <a:lnTo>
                    <a:pt x="575" y="364"/>
                  </a:lnTo>
                  <a:lnTo>
                    <a:pt x="461" y="469"/>
                  </a:lnTo>
                  <a:lnTo>
                    <a:pt x="365" y="575"/>
                  </a:lnTo>
                  <a:lnTo>
                    <a:pt x="269" y="699"/>
                  </a:lnTo>
                  <a:lnTo>
                    <a:pt x="192" y="833"/>
                  </a:lnTo>
                  <a:lnTo>
                    <a:pt x="125" y="967"/>
                  </a:lnTo>
                  <a:lnTo>
                    <a:pt x="68" y="1111"/>
                  </a:lnTo>
                  <a:lnTo>
                    <a:pt x="30" y="1264"/>
                  </a:lnTo>
                  <a:lnTo>
                    <a:pt x="10" y="1427"/>
                  </a:lnTo>
                  <a:lnTo>
                    <a:pt x="1" y="1590"/>
                  </a:lnTo>
                  <a:lnTo>
                    <a:pt x="2261" y="19865"/>
                  </a:lnTo>
                  <a:lnTo>
                    <a:pt x="2271" y="20028"/>
                  </a:lnTo>
                  <a:lnTo>
                    <a:pt x="2290" y="20181"/>
                  </a:lnTo>
                  <a:lnTo>
                    <a:pt x="2328" y="20334"/>
                  </a:lnTo>
                  <a:lnTo>
                    <a:pt x="2386" y="20478"/>
                  </a:lnTo>
                  <a:lnTo>
                    <a:pt x="2453" y="20622"/>
                  </a:lnTo>
                  <a:lnTo>
                    <a:pt x="2529" y="20756"/>
                  </a:lnTo>
                  <a:lnTo>
                    <a:pt x="2625" y="20871"/>
                  </a:lnTo>
                  <a:lnTo>
                    <a:pt x="2721" y="20986"/>
                  </a:lnTo>
                  <a:lnTo>
                    <a:pt x="2836" y="21091"/>
                  </a:lnTo>
                  <a:lnTo>
                    <a:pt x="2960" y="21177"/>
                  </a:lnTo>
                  <a:lnTo>
                    <a:pt x="3085" y="21263"/>
                  </a:lnTo>
                  <a:lnTo>
                    <a:pt x="3229" y="21321"/>
                  </a:lnTo>
                  <a:lnTo>
                    <a:pt x="3372" y="21378"/>
                  </a:lnTo>
                  <a:lnTo>
                    <a:pt x="3526" y="21417"/>
                  </a:lnTo>
                  <a:lnTo>
                    <a:pt x="3679" y="21445"/>
                  </a:lnTo>
                  <a:lnTo>
                    <a:pt x="31790" y="21445"/>
                  </a:lnTo>
                  <a:lnTo>
                    <a:pt x="31944" y="21417"/>
                  </a:lnTo>
                  <a:lnTo>
                    <a:pt x="32097" y="21378"/>
                  </a:lnTo>
                  <a:lnTo>
                    <a:pt x="32241" y="21321"/>
                  </a:lnTo>
                  <a:lnTo>
                    <a:pt x="32384" y="21263"/>
                  </a:lnTo>
                  <a:lnTo>
                    <a:pt x="32518" y="21177"/>
                  </a:lnTo>
                  <a:lnTo>
                    <a:pt x="32633" y="21091"/>
                  </a:lnTo>
                  <a:lnTo>
                    <a:pt x="32748" y="20986"/>
                  </a:lnTo>
                  <a:lnTo>
                    <a:pt x="32854" y="20871"/>
                  </a:lnTo>
                  <a:lnTo>
                    <a:pt x="32940" y="20756"/>
                  </a:lnTo>
                  <a:lnTo>
                    <a:pt x="33016" y="20622"/>
                  </a:lnTo>
                  <a:lnTo>
                    <a:pt x="33084" y="20478"/>
                  </a:lnTo>
                  <a:lnTo>
                    <a:pt x="33141" y="20334"/>
                  </a:lnTo>
                  <a:lnTo>
                    <a:pt x="33179" y="20181"/>
                  </a:lnTo>
                  <a:lnTo>
                    <a:pt x="33208" y="20028"/>
                  </a:lnTo>
                  <a:lnTo>
                    <a:pt x="33208" y="19865"/>
                  </a:lnTo>
                  <a:lnTo>
                    <a:pt x="30948" y="1590"/>
                  </a:lnTo>
                  <a:lnTo>
                    <a:pt x="30948" y="1427"/>
                  </a:lnTo>
                  <a:lnTo>
                    <a:pt x="30919" y="1264"/>
                  </a:lnTo>
                  <a:lnTo>
                    <a:pt x="30881" y="1111"/>
                  </a:lnTo>
                  <a:lnTo>
                    <a:pt x="30823" y="967"/>
                  </a:lnTo>
                  <a:lnTo>
                    <a:pt x="30756" y="833"/>
                  </a:lnTo>
                  <a:lnTo>
                    <a:pt x="30679" y="699"/>
                  </a:lnTo>
                  <a:lnTo>
                    <a:pt x="30593" y="575"/>
                  </a:lnTo>
                  <a:lnTo>
                    <a:pt x="30488" y="469"/>
                  </a:lnTo>
                  <a:lnTo>
                    <a:pt x="30373" y="364"/>
                  </a:lnTo>
                  <a:lnTo>
                    <a:pt x="30248" y="268"/>
                  </a:lnTo>
                  <a:lnTo>
                    <a:pt x="30124" y="192"/>
                  </a:lnTo>
                  <a:lnTo>
                    <a:pt x="29980" y="125"/>
                  </a:lnTo>
                  <a:lnTo>
                    <a:pt x="29837" y="77"/>
                  </a:lnTo>
                  <a:lnTo>
                    <a:pt x="29683" y="38"/>
                  </a:lnTo>
                  <a:lnTo>
                    <a:pt x="29530" y="10"/>
                  </a:lnTo>
                  <a:lnTo>
                    <a:pt x="293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2"/>
            <p:cNvSpPr/>
            <p:nvPr/>
          </p:nvSpPr>
          <p:spPr>
            <a:xfrm>
              <a:off x="2263154" y="1940136"/>
              <a:ext cx="212244" cy="867008"/>
            </a:xfrm>
            <a:custGeom>
              <a:avLst/>
              <a:gdLst/>
              <a:ahLst/>
              <a:cxnLst/>
              <a:rect l="l" t="t" r="r" b="b"/>
              <a:pathLst>
                <a:path w="5250" h="21446" extrusionOk="0">
                  <a:moveTo>
                    <a:pt x="0" y="0"/>
                  </a:moveTo>
                  <a:lnTo>
                    <a:pt x="163" y="10"/>
                  </a:lnTo>
                  <a:lnTo>
                    <a:pt x="316" y="38"/>
                  </a:lnTo>
                  <a:lnTo>
                    <a:pt x="470" y="77"/>
                  </a:lnTo>
                  <a:lnTo>
                    <a:pt x="613" y="125"/>
                  </a:lnTo>
                  <a:lnTo>
                    <a:pt x="747" y="192"/>
                  </a:lnTo>
                  <a:lnTo>
                    <a:pt x="881" y="268"/>
                  </a:lnTo>
                  <a:lnTo>
                    <a:pt x="1006" y="364"/>
                  </a:lnTo>
                  <a:lnTo>
                    <a:pt x="1121" y="469"/>
                  </a:lnTo>
                  <a:lnTo>
                    <a:pt x="1217" y="575"/>
                  </a:lnTo>
                  <a:lnTo>
                    <a:pt x="1312" y="699"/>
                  </a:lnTo>
                  <a:lnTo>
                    <a:pt x="1389" y="833"/>
                  </a:lnTo>
                  <a:lnTo>
                    <a:pt x="1456" y="967"/>
                  </a:lnTo>
                  <a:lnTo>
                    <a:pt x="1514" y="1111"/>
                  </a:lnTo>
                  <a:lnTo>
                    <a:pt x="1552" y="1264"/>
                  </a:lnTo>
                  <a:lnTo>
                    <a:pt x="1571" y="1427"/>
                  </a:lnTo>
                  <a:lnTo>
                    <a:pt x="1581" y="1590"/>
                  </a:lnTo>
                  <a:lnTo>
                    <a:pt x="3841" y="19865"/>
                  </a:lnTo>
                  <a:lnTo>
                    <a:pt x="3831" y="20028"/>
                  </a:lnTo>
                  <a:lnTo>
                    <a:pt x="3812" y="20181"/>
                  </a:lnTo>
                  <a:lnTo>
                    <a:pt x="3774" y="20334"/>
                  </a:lnTo>
                  <a:lnTo>
                    <a:pt x="3717" y="20478"/>
                  </a:lnTo>
                  <a:lnTo>
                    <a:pt x="3649" y="20622"/>
                  </a:lnTo>
                  <a:lnTo>
                    <a:pt x="3573" y="20756"/>
                  </a:lnTo>
                  <a:lnTo>
                    <a:pt x="3477" y="20871"/>
                  </a:lnTo>
                  <a:lnTo>
                    <a:pt x="3381" y="20986"/>
                  </a:lnTo>
                  <a:lnTo>
                    <a:pt x="3266" y="21091"/>
                  </a:lnTo>
                  <a:lnTo>
                    <a:pt x="3142" y="21177"/>
                  </a:lnTo>
                  <a:lnTo>
                    <a:pt x="3008" y="21263"/>
                  </a:lnTo>
                  <a:lnTo>
                    <a:pt x="2874" y="21321"/>
                  </a:lnTo>
                  <a:lnTo>
                    <a:pt x="2730" y="21378"/>
                  </a:lnTo>
                  <a:lnTo>
                    <a:pt x="2577" y="21417"/>
                  </a:lnTo>
                  <a:lnTo>
                    <a:pt x="2423" y="21445"/>
                  </a:lnTo>
                  <a:lnTo>
                    <a:pt x="3831" y="21445"/>
                  </a:lnTo>
                  <a:lnTo>
                    <a:pt x="3985" y="21417"/>
                  </a:lnTo>
                  <a:lnTo>
                    <a:pt x="4138" y="21378"/>
                  </a:lnTo>
                  <a:lnTo>
                    <a:pt x="4282" y="21321"/>
                  </a:lnTo>
                  <a:lnTo>
                    <a:pt x="4425" y="21263"/>
                  </a:lnTo>
                  <a:lnTo>
                    <a:pt x="4559" y="21177"/>
                  </a:lnTo>
                  <a:lnTo>
                    <a:pt x="4674" y="21091"/>
                  </a:lnTo>
                  <a:lnTo>
                    <a:pt x="4789" y="20986"/>
                  </a:lnTo>
                  <a:lnTo>
                    <a:pt x="4895" y="20871"/>
                  </a:lnTo>
                  <a:lnTo>
                    <a:pt x="4981" y="20756"/>
                  </a:lnTo>
                  <a:lnTo>
                    <a:pt x="5057" y="20622"/>
                  </a:lnTo>
                  <a:lnTo>
                    <a:pt x="5125" y="20478"/>
                  </a:lnTo>
                  <a:lnTo>
                    <a:pt x="5182" y="20334"/>
                  </a:lnTo>
                  <a:lnTo>
                    <a:pt x="5220" y="20181"/>
                  </a:lnTo>
                  <a:lnTo>
                    <a:pt x="5249" y="20028"/>
                  </a:lnTo>
                  <a:lnTo>
                    <a:pt x="5249" y="19865"/>
                  </a:lnTo>
                  <a:lnTo>
                    <a:pt x="2989" y="1590"/>
                  </a:lnTo>
                  <a:lnTo>
                    <a:pt x="2989" y="1427"/>
                  </a:lnTo>
                  <a:lnTo>
                    <a:pt x="2960" y="1264"/>
                  </a:lnTo>
                  <a:lnTo>
                    <a:pt x="2922" y="1111"/>
                  </a:lnTo>
                  <a:lnTo>
                    <a:pt x="2864" y="967"/>
                  </a:lnTo>
                  <a:lnTo>
                    <a:pt x="2797" y="833"/>
                  </a:lnTo>
                  <a:lnTo>
                    <a:pt x="2720" y="699"/>
                  </a:lnTo>
                  <a:lnTo>
                    <a:pt x="2634" y="575"/>
                  </a:lnTo>
                  <a:lnTo>
                    <a:pt x="2529" y="469"/>
                  </a:lnTo>
                  <a:lnTo>
                    <a:pt x="2414" y="364"/>
                  </a:lnTo>
                  <a:lnTo>
                    <a:pt x="2289" y="268"/>
                  </a:lnTo>
                  <a:lnTo>
                    <a:pt x="2165" y="192"/>
                  </a:lnTo>
                  <a:lnTo>
                    <a:pt x="2021" y="125"/>
                  </a:lnTo>
                  <a:lnTo>
                    <a:pt x="1878" y="77"/>
                  </a:lnTo>
                  <a:lnTo>
                    <a:pt x="1724" y="38"/>
                  </a:lnTo>
                  <a:lnTo>
                    <a:pt x="1571" y="10"/>
                  </a:lnTo>
                  <a:lnTo>
                    <a:pt x="1408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2"/>
            <p:cNvSpPr/>
            <p:nvPr/>
          </p:nvSpPr>
          <p:spPr>
            <a:xfrm>
              <a:off x="859489" y="3162564"/>
              <a:ext cx="2251327" cy="48836"/>
            </a:xfrm>
            <a:custGeom>
              <a:avLst/>
              <a:gdLst/>
              <a:ahLst/>
              <a:cxnLst/>
              <a:rect l="l" t="t" r="r" b="b"/>
              <a:pathLst>
                <a:path w="55688" h="1208" extrusionOk="0">
                  <a:moveTo>
                    <a:pt x="1" y="0"/>
                  </a:moveTo>
                  <a:lnTo>
                    <a:pt x="1" y="1207"/>
                  </a:lnTo>
                  <a:lnTo>
                    <a:pt x="55688" y="1207"/>
                  </a:lnTo>
                  <a:lnTo>
                    <a:pt x="556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2"/>
            <p:cNvSpPr/>
            <p:nvPr/>
          </p:nvSpPr>
          <p:spPr>
            <a:xfrm>
              <a:off x="567930" y="3124603"/>
              <a:ext cx="583167" cy="1607397"/>
            </a:xfrm>
            <a:custGeom>
              <a:avLst/>
              <a:gdLst/>
              <a:ahLst/>
              <a:cxnLst/>
              <a:rect l="l" t="t" r="r" b="b"/>
              <a:pathLst>
                <a:path w="14425" h="39760" extrusionOk="0">
                  <a:moveTo>
                    <a:pt x="10661" y="1"/>
                  </a:moveTo>
                  <a:lnTo>
                    <a:pt x="0" y="39759"/>
                  </a:lnTo>
                  <a:lnTo>
                    <a:pt x="1351" y="39759"/>
                  </a:lnTo>
                  <a:lnTo>
                    <a:pt x="14425" y="365"/>
                  </a:lnTo>
                  <a:lnTo>
                    <a:pt x="106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2"/>
            <p:cNvSpPr/>
            <p:nvPr/>
          </p:nvSpPr>
          <p:spPr>
            <a:xfrm>
              <a:off x="2786643" y="3124603"/>
              <a:ext cx="583207" cy="1607397"/>
            </a:xfrm>
            <a:custGeom>
              <a:avLst/>
              <a:gdLst/>
              <a:ahLst/>
              <a:cxnLst/>
              <a:rect l="l" t="t" r="r" b="b"/>
              <a:pathLst>
                <a:path w="14426" h="39760" extrusionOk="0">
                  <a:moveTo>
                    <a:pt x="3765" y="1"/>
                  </a:moveTo>
                  <a:lnTo>
                    <a:pt x="1" y="365"/>
                  </a:lnTo>
                  <a:lnTo>
                    <a:pt x="13075" y="39759"/>
                  </a:lnTo>
                  <a:lnTo>
                    <a:pt x="14425" y="39759"/>
                  </a:lnTo>
                  <a:lnTo>
                    <a:pt x="3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2"/>
            <p:cNvSpPr/>
            <p:nvPr/>
          </p:nvSpPr>
          <p:spPr>
            <a:xfrm>
              <a:off x="747991" y="3048722"/>
              <a:ext cx="2480914" cy="124719"/>
            </a:xfrm>
            <a:custGeom>
              <a:avLst/>
              <a:gdLst/>
              <a:ahLst/>
              <a:cxnLst/>
              <a:rect l="l" t="t" r="r" b="b"/>
              <a:pathLst>
                <a:path w="61367" h="3085" extrusionOk="0">
                  <a:moveTo>
                    <a:pt x="0" y="0"/>
                  </a:moveTo>
                  <a:lnTo>
                    <a:pt x="0" y="3084"/>
                  </a:lnTo>
                  <a:lnTo>
                    <a:pt x="61367" y="3084"/>
                  </a:lnTo>
                  <a:lnTo>
                    <a:pt x="61367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2"/>
            <p:cNvSpPr/>
            <p:nvPr/>
          </p:nvSpPr>
          <p:spPr>
            <a:xfrm>
              <a:off x="2520634" y="2107018"/>
              <a:ext cx="232782" cy="51909"/>
            </a:xfrm>
            <a:custGeom>
              <a:avLst/>
              <a:gdLst/>
              <a:ahLst/>
              <a:cxnLst/>
              <a:rect l="l" t="t" r="r" b="b"/>
              <a:pathLst>
                <a:path w="5758" h="1284" extrusionOk="0">
                  <a:moveTo>
                    <a:pt x="575" y="0"/>
                  </a:moveTo>
                  <a:lnTo>
                    <a:pt x="518" y="10"/>
                  </a:lnTo>
                  <a:lnTo>
                    <a:pt x="451" y="29"/>
                  </a:lnTo>
                  <a:lnTo>
                    <a:pt x="393" y="48"/>
                  </a:lnTo>
                  <a:lnTo>
                    <a:pt x="336" y="77"/>
                  </a:lnTo>
                  <a:lnTo>
                    <a:pt x="288" y="106"/>
                  </a:lnTo>
                  <a:lnTo>
                    <a:pt x="231" y="144"/>
                  </a:lnTo>
                  <a:lnTo>
                    <a:pt x="192" y="192"/>
                  </a:lnTo>
                  <a:lnTo>
                    <a:pt x="144" y="230"/>
                  </a:lnTo>
                  <a:lnTo>
                    <a:pt x="106" y="278"/>
                  </a:lnTo>
                  <a:lnTo>
                    <a:pt x="77" y="335"/>
                  </a:lnTo>
                  <a:lnTo>
                    <a:pt x="49" y="393"/>
                  </a:lnTo>
                  <a:lnTo>
                    <a:pt x="29" y="450"/>
                  </a:lnTo>
                  <a:lnTo>
                    <a:pt x="10" y="508"/>
                  </a:lnTo>
                  <a:lnTo>
                    <a:pt x="1" y="575"/>
                  </a:lnTo>
                  <a:lnTo>
                    <a:pt x="1" y="642"/>
                  </a:lnTo>
                  <a:lnTo>
                    <a:pt x="1" y="709"/>
                  </a:lnTo>
                  <a:lnTo>
                    <a:pt x="10" y="776"/>
                  </a:lnTo>
                  <a:lnTo>
                    <a:pt x="29" y="834"/>
                  </a:lnTo>
                  <a:lnTo>
                    <a:pt x="49" y="891"/>
                  </a:lnTo>
                  <a:lnTo>
                    <a:pt x="77" y="948"/>
                  </a:lnTo>
                  <a:lnTo>
                    <a:pt x="106" y="1006"/>
                  </a:lnTo>
                  <a:lnTo>
                    <a:pt x="144" y="1054"/>
                  </a:lnTo>
                  <a:lnTo>
                    <a:pt x="192" y="1102"/>
                  </a:lnTo>
                  <a:lnTo>
                    <a:pt x="231" y="1140"/>
                  </a:lnTo>
                  <a:lnTo>
                    <a:pt x="288" y="1178"/>
                  </a:lnTo>
                  <a:lnTo>
                    <a:pt x="336" y="1207"/>
                  </a:lnTo>
                  <a:lnTo>
                    <a:pt x="393" y="1236"/>
                  </a:lnTo>
                  <a:lnTo>
                    <a:pt x="451" y="1255"/>
                  </a:lnTo>
                  <a:lnTo>
                    <a:pt x="518" y="1274"/>
                  </a:lnTo>
                  <a:lnTo>
                    <a:pt x="575" y="1284"/>
                  </a:lnTo>
                  <a:lnTo>
                    <a:pt x="5182" y="1284"/>
                  </a:lnTo>
                  <a:lnTo>
                    <a:pt x="5249" y="1274"/>
                  </a:lnTo>
                  <a:lnTo>
                    <a:pt x="5307" y="1255"/>
                  </a:lnTo>
                  <a:lnTo>
                    <a:pt x="5364" y="1236"/>
                  </a:lnTo>
                  <a:lnTo>
                    <a:pt x="5422" y="1207"/>
                  </a:lnTo>
                  <a:lnTo>
                    <a:pt x="5479" y="1178"/>
                  </a:lnTo>
                  <a:lnTo>
                    <a:pt x="5527" y="1140"/>
                  </a:lnTo>
                  <a:lnTo>
                    <a:pt x="5575" y="1102"/>
                  </a:lnTo>
                  <a:lnTo>
                    <a:pt x="5613" y="1054"/>
                  </a:lnTo>
                  <a:lnTo>
                    <a:pt x="5652" y="1006"/>
                  </a:lnTo>
                  <a:lnTo>
                    <a:pt x="5680" y="948"/>
                  </a:lnTo>
                  <a:lnTo>
                    <a:pt x="5709" y="891"/>
                  </a:lnTo>
                  <a:lnTo>
                    <a:pt x="5728" y="834"/>
                  </a:lnTo>
                  <a:lnTo>
                    <a:pt x="5748" y="776"/>
                  </a:lnTo>
                  <a:lnTo>
                    <a:pt x="5757" y="709"/>
                  </a:lnTo>
                  <a:lnTo>
                    <a:pt x="5757" y="642"/>
                  </a:lnTo>
                  <a:lnTo>
                    <a:pt x="5757" y="575"/>
                  </a:lnTo>
                  <a:lnTo>
                    <a:pt x="5748" y="508"/>
                  </a:lnTo>
                  <a:lnTo>
                    <a:pt x="5728" y="450"/>
                  </a:lnTo>
                  <a:lnTo>
                    <a:pt x="5709" y="393"/>
                  </a:lnTo>
                  <a:lnTo>
                    <a:pt x="5680" y="335"/>
                  </a:lnTo>
                  <a:lnTo>
                    <a:pt x="5652" y="278"/>
                  </a:lnTo>
                  <a:lnTo>
                    <a:pt x="5613" y="230"/>
                  </a:lnTo>
                  <a:lnTo>
                    <a:pt x="5575" y="192"/>
                  </a:lnTo>
                  <a:lnTo>
                    <a:pt x="5527" y="144"/>
                  </a:lnTo>
                  <a:lnTo>
                    <a:pt x="5479" y="106"/>
                  </a:lnTo>
                  <a:lnTo>
                    <a:pt x="5422" y="77"/>
                  </a:lnTo>
                  <a:lnTo>
                    <a:pt x="5364" y="48"/>
                  </a:lnTo>
                  <a:lnTo>
                    <a:pt x="5307" y="29"/>
                  </a:lnTo>
                  <a:lnTo>
                    <a:pt x="5249" y="10"/>
                  </a:lnTo>
                  <a:lnTo>
                    <a:pt x="5182" y="0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2"/>
            <p:cNvSpPr/>
            <p:nvPr/>
          </p:nvSpPr>
          <p:spPr>
            <a:xfrm>
              <a:off x="2517157" y="2213867"/>
              <a:ext cx="89870" cy="173919"/>
            </a:xfrm>
            <a:custGeom>
              <a:avLst/>
              <a:gdLst/>
              <a:ahLst/>
              <a:cxnLst/>
              <a:rect l="l" t="t" r="r" b="b"/>
              <a:pathLst>
                <a:path w="2223" h="4302" extrusionOk="0">
                  <a:moveTo>
                    <a:pt x="815" y="1"/>
                  </a:moveTo>
                  <a:lnTo>
                    <a:pt x="767" y="10"/>
                  </a:lnTo>
                  <a:lnTo>
                    <a:pt x="719" y="20"/>
                  </a:lnTo>
                  <a:lnTo>
                    <a:pt x="671" y="30"/>
                  </a:lnTo>
                  <a:lnTo>
                    <a:pt x="623" y="49"/>
                  </a:lnTo>
                  <a:lnTo>
                    <a:pt x="575" y="77"/>
                  </a:lnTo>
                  <a:lnTo>
                    <a:pt x="537" y="116"/>
                  </a:lnTo>
                  <a:lnTo>
                    <a:pt x="499" y="154"/>
                  </a:lnTo>
                  <a:lnTo>
                    <a:pt x="470" y="192"/>
                  </a:lnTo>
                  <a:lnTo>
                    <a:pt x="441" y="240"/>
                  </a:lnTo>
                  <a:lnTo>
                    <a:pt x="288" y="575"/>
                  </a:lnTo>
                  <a:lnTo>
                    <a:pt x="221" y="719"/>
                  </a:lnTo>
                  <a:lnTo>
                    <a:pt x="173" y="872"/>
                  </a:lnTo>
                  <a:lnTo>
                    <a:pt x="125" y="1016"/>
                  </a:lnTo>
                  <a:lnTo>
                    <a:pt x="77" y="1169"/>
                  </a:lnTo>
                  <a:lnTo>
                    <a:pt x="48" y="1323"/>
                  </a:lnTo>
                  <a:lnTo>
                    <a:pt x="29" y="1476"/>
                  </a:lnTo>
                  <a:lnTo>
                    <a:pt x="10" y="1639"/>
                  </a:lnTo>
                  <a:lnTo>
                    <a:pt x="0" y="1792"/>
                  </a:lnTo>
                  <a:lnTo>
                    <a:pt x="0" y="1945"/>
                  </a:lnTo>
                  <a:lnTo>
                    <a:pt x="10" y="2098"/>
                  </a:lnTo>
                  <a:lnTo>
                    <a:pt x="20" y="2261"/>
                  </a:lnTo>
                  <a:lnTo>
                    <a:pt x="48" y="2414"/>
                  </a:lnTo>
                  <a:lnTo>
                    <a:pt x="77" y="2568"/>
                  </a:lnTo>
                  <a:lnTo>
                    <a:pt x="115" y="2721"/>
                  </a:lnTo>
                  <a:lnTo>
                    <a:pt x="163" y="2874"/>
                  </a:lnTo>
                  <a:lnTo>
                    <a:pt x="221" y="3018"/>
                  </a:lnTo>
                  <a:lnTo>
                    <a:pt x="623" y="4043"/>
                  </a:lnTo>
                  <a:lnTo>
                    <a:pt x="652" y="4091"/>
                  </a:lnTo>
                  <a:lnTo>
                    <a:pt x="680" y="4148"/>
                  </a:lnTo>
                  <a:lnTo>
                    <a:pt x="719" y="4186"/>
                  </a:lnTo>
                  <a:lnTo>
                    <a:pt x="767" y="4225"/>
                  </a:lnTo>
                  <a:lnTo>
                    <a:pt x="815" y="4253"/>
                  </a:lnTo>
                  <a:lnTo>
                    <a:pt x="872" y="4282"/>
                  </a:lnTo>
                  <a:lnTo>
                    <a:pt x="930" y="4301"/>
                  </a:lnTo>
                  <a:lnTo>
                    <a:pt x="1112" y="4301"/>
                  </a:lnTo>
                  <a:lnTo>
                    <a:pt x="1226" y="4282"/>
                  </a:lnTo>
                  <a:lnTo>
                    <a:pt x="1332" y="4244"/>
                  </a:lnTo>
                  <a:lnTo>
                    <a:pt x="1428" y="4186"/>
                  </a:lnTo>
                  <a:lnTo>
                    <a:pt x="1514" y="4119"/>
                  </a:lnTo>
                  <a:lnTo>
                    <a:pt x="1590" y="4033"/>
                  </a:lnTo>
                  <a:lnTo>
                    <a:pt x="1657" y="3937"/>
                  </a:lnTo>
                  <a:lnTo>
                    <a:pt x="1705" y="3832"/>
                  </a:lnTo>
                  <a:lnTo>
                    <a:pt x="2146" y="2510"/>
                  </a:lnTo>
                  <a:lnTo>
                    <a:pt x="2194" y="2338"/>
                  </a:lnTo>
                  <a:lnTo>
                    <a:pt x="2223" y="2165"/>
                  </a:lnTo>
                  <a:lnTo>
                    <a:pt x="2223" y="1993"/>
                  </a:lnTo>
                  <a:lnTo>
                    <a:pt x="2203" y="1811"/>
                  </a:lnTo>
                  <a:lnTo>
                    <a:pt x="2165" y="1648"/>
                  </a:lnTo>
                  <a:lnTo>
                    <a:pt x="2108" y="1476"/>
                  </a:lnTo>
                  <a:lnTo>
                    <a:pt x="2021" y="1323"/>
                  </a:lnTo>
                  <a:lnTo>
                    <a:pt x="1926" y="1169"/>
                  </a:lnTo>
                  <a:lnTo>
                    <a:pt x="1131" y="164"/>
                  </a:lnTo>
                  <a:lnTo>
                    <a:pt x="1102" y="125"/>
                  </a:lnTo>
                  <a:lnTo>
                    <a:pt x="1054" y="87"/>
                  </a:lnTo>
                  <a:lnTo>
                    <a:pt x="1016" y="58"/>
                  </a:lnTo>
                  <a:lnTo>
                    <a:pt x="968" y="30"/>
                  </a:lnTo>
                  <a:lnTo>
                    <a:pt x="920" y="20"/>
                  </a:lnTo>
                  <a:lnTo>
                    <a:pt x="862" y="10"/>
                  </a:lnTo>
                  <a:lnTo>
                    <a:pt x="815" y="1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9" name="Google Shape;689;p22"/>
          <p:cNvSpPr txBox="1"/>
          <p:nvPr/>
        </p:nvSpPr>
        <p:spPr>
          <a:xfrm>
            <a:off x="4095763" y="1047750"/>
            <a:ext cx="952500" cy="4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AI</a:t>
            </a:r>
            <a:endParaRPr sz="4800" b="1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90" name="Google Shape;690;p22"/>
          <p:cNvSpPr txBox="1"/>
          <p:nvPr/>
        </p:nvSpPr>
        <p:spPr>
          <a:xfrm>
            <a:off x="3480025" y="1473900"/>
            <a:ext cx="2184000" cy="4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System configuration</a:t>
            </a:r>
            <a:endParaRPr sz="18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691" name="Google Shape;691;p22"/>
          <p:cNvGrpSpPr/>
          <p:nvPr/>
        </p:nvGrpSpPr>
        <p:grpSpPr>
          <a:xfrm>
            <a:off x="4095775" y="2496725"/>
            <a:ext cx="483000" cy="483000"/>
            <a:chOff x="4095775" y="2496725"/>
            <a:chExt cx="483000" cy="483000"/>
          </a:xfrm>
        </p:grpSpPr>
        <p:sp>
          <p:nvSpPr>
            <p:cNvPr id="692" name="Google Shape;692;p22"/>
            <p:cNvSpPr/>
            <p:nvPr/>
          </p:nvSpPr>
          <p:spPr>
            <a:xfrm>
              <a:off x="4095775" y="2496725"/>
              <a:ext cx="483000" cy="483000"/>
            </a:xfrm>
            <a:prstGeom prst="ellipse">
              <a:avLst/>
            </a:prstGeom>
            <a:noFill/>
            <a:ln w="9525" cap="flat" cmpd="sng">
              <a:solidFill>
                <a:schemeClr val="accent6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2"/>
            <p:cNvSpPr/>
            <p:nvPr/>
          </p:nvSpPr>
          <p:spPr>
            <a:xfrm>
              <a:off x="4171375" y="2572325"/>
              <a:ext cx="331800" cy="331800"/>
            </a:xfrm>
            <a:prstGeom prst="ellipse">
              <a:avLst/>
            </a:prstGeom>
            <a:solidFill>
              <a:srgbClr val="8027EA">
                <a:alpha val="37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2"/>
            <p:cNvSpPr/>
            <p:nvPr/>
          </p:nvSpPr>
          <p:spPr>
            <a:xfrm>
              <a:off x="4274000" y="2674950"/>
              <a:ext cx="126600" cy="126600"/>
            </a:xfrm>
            <a:prstGeom prst="ellipse">
              <a:avLst/>
            </a:prstGeom>
            <a:solidFill>
              <a:srgbClr val="8027EA">
                <a:alpha val="501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95" name="Google Shape;695;p22"/>
          <p:cNvCxnSpPr>
            <a:stCxn id="690" idx="2"/>
            <a:endCxn id="692" idx="0"/>
          </p:cNvCxnSpPr>
          <p:nvPr/>
        </p:nvCxnSpPr>
        <p:spPr>
          <a:xfrm rot="5400000">
            <a:off x="4156525" y="2081100"/>
            <a:ext cx="596400" cy="234600"/>
          </a:xfrm>
          <a:prstGeom prst="bentConnector3">
            <a:avLst>
              <a:gd name="adj1" fmla="val 50010"/>
            </a:avLst>
          </a:prstGeom>
          <a:noFill/>
          <a:ln w="9525" cap="flat" cmpd="sng">
            <a:solidFill>
              <a:schemeClr val="accent6"/>
            </a:solidFill>
            <a:prstDash val="dash"/>
            <a:round/>
            <a:headEnd type="oval" w="med" len="med"/>
            <a:tailEnd type="none" w="med" len="med"/>
          </a:ln>
        </p:spPr>
      </p:cxnSp>
      <p:grpSp>
        <p:nvGrpSpPr>
          <p:cNvPr id="696" name="Google Shape;696;p22"/>
          <p:cNvGrpSpPr/>
          <p:nvPr/>
        </p:nvGrpSpPr>
        <p:grpSpPr>
          <a:xfrm>
            <a:off x="457200" y="961538"/>
            <a:ext cx="2518200" cy="824600"/>
            <a:chOff x="457200" y="959300"/>
            <a:chExt cx="2518200" cy="824600"/>
          </a:xfrm>
        </p:grpSpPr>
        <p:grpSp>
          <p:nvGrpSpPr>
            <p:cNvPr id="697" name="Google Shape;697;p22"/>
            <p:cNvGrpSpPr/>
            <p:nvPr/>
          </p:nvGrpSpPr>
          <p:grpSpPr>
            <a:xfrm>
              <a:off x="914400" y="959300"/>
              <a:ext cx="2061000" cy="824600"/>
              <a:chOff x="457200" y="959300"/>
              <a:chExt cx="2061000" cy="824600"/>
            </a:xfrm>
          </p:grpSpPr>
          <p:sp>
            <p:nvSpPr>
              <p:cNvPr id="698" name="Google Shape;698;p22"/>
              <p:cNvSpPr txBox="1"/>
              <p:nvPr/>
            </p:nvSpPr>
            <p:spPr>
              <a:xfrm>
                <a:off x="457200" y="959300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Power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699" name="Google Shape;699;p22"/>
              <p:cNvSpPr txBox="1"/>
              <p:nvPr/>
            </p:nvSpPr>
            <p:spPr>
              <a:xfrm>
                <a:off x="457200" y="1300900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Mercury is the closest planet to the Sun</a:t>
                </a:r>
                <a:endParaRPr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700" name="Google Shape;700;p22"/>
            <p:cNvSpPr txBox="1"/>
            <p:nvPr/>
          </p:nvSpPr>
          <p:spPr>
            <a:xfrm>
              <a:off x="457200" y="9593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701" name="Google Shape;701;p22"/>
          <p:cNvGrpSpPr/>
          <p:nvPr/>
        </p:nvGrpSpPr>
        <p:grpSpPr>
          <a:xfrm>
            <a:off x="457200" y="2970300"/>
            <a:ext cx="2518200" cy="824600"/>
            <a:chOff x="457200" y="2970300"/>
            <a:chExt cx="2518200" cy="824600"/>
          </a:xfrm>
        </p:grpSpPr>
        <p:grpSp>
          <p:nvGrpSpPr>
            <p:cNvPr id="702" name="Google Shape;702;p22"/>
            <p:cNvGrpSpPr/>
            <p:nvPr/>
          </p:nvGrpSpPr>
          <p:grpSpPr>
            <a:xfrm>
              <a:off x="914400" y="2970300"/>
              <a:ext cx="2061000" cy="824600"/>
              <a:chOff x="457200" y="2984950"/>
              <a:chExt cx="2061000" cy="824600"/>
            </a:xfrm>
          </p:grpSpPr>
          <p:sp>
            <p:nvSpPr>
              <p:cNvPr id="703" name="Google Shape;703;p22"/>
              <p:cNvSpPr txBox="1"/>
              <p:nvPr/>
            </p:nvSpPr>
            <p:spPr>
              <a:xfrm>
                <a:off x="457200" y="2984950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Security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704" name="Google Shape;704;p22"/>
              <p:cNvSpPr txBox="1"/>
              <p:nvPr/>
            </p:nvSpPr>
            <p:spPr>
              <a:xfrm>
                <a:off x="457200" y="3326550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Venus has a beautiful name, but it</a:t>
                </a: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’</a:t>
                </a:r>
                <a:r>
                  <a:rPr lang="en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s hot</a:t>
                </a:r>
                <a:endParaRPr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705" name="Google Shape;705;p22"/>
            <p:cNvSpPr txBox="1"/>
            <p:nvPr/>
          </p:nvSpPr>
          <p:spPr>
            <a:xfrm>
              <a:off x="457200" y="29703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05</a:t>
              </a:r>
              <a:endParaRPr sz="18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706" name="Google Shape;706;p22"/>
          <p:cNvGrpSpPr/>
          <p:nvPr/>
        </p:nvGrpSpPr>
        <p:grpSpPr>
          <a:xfrm>
            <a:off x="457200" y="1964800"/>
            <a:ext cx="2518200" cy="824600"/>
            <a:chOff x="457200" y="1964800"/>
            <a:chExt cx="2518200" cy="824600"/>
          </a:xfrm>
        </p:grpSpPr>
        <p:grpSp>
          <p:nvGrpSpPr>
            <p:cNvPr id="707" name="Google Shape;707;p22"/>
            <p:cNvGrpSpPr/>
            <p:nvPr/>
          </p:nvGrpSpPr>
          <p:grpSpPr>
            <a:xfrm>
              <a:off x="914400" y="1964800"/>
              <a:ext cx="2061000" cy="824600"/>
              <a:chOff x="457200" y="2087425"/>
              <a:chExt cx="2061000" cy="824600"/>
            </a:xfrm>
          </p:grpSpPr>
          <p:sp>
            <p:nvSpPr>
              <p:cNvPr id="708" name="Google Shape;708;p22"/>
              <p:cNvSpPr txBox="1"/>
              <p:nvPr/>
            </p:nvSpPr>
            <p:spPr>
              <a:xfrm>
                <a:off x="457200" y="2087425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Memory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709" name="Google Shape;709;p22"/>
              <p:cNvSpPr txBox="1"/>
              <p:nvPr/>
            </p:nvSpPr>
            <p:spPr>
              <a:xfrm>
                <a:off x="457200" y="2429025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Jupiter is a gas giant and the biggest planet</a:t>
                </a:r>
                <a:endParaRPr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710" name="Google Shape;710;p22"/>
            <p:cNvSpPr txBox="1"/>
            <p:nvPr/>
          </p:nvSpPr>
          <p:spPr>
            <a:xfrm>
              <a:off x="457200" y="19648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711" name="Google Shape;711;p22"/>
          <p:cNvGrpSpPr/>
          <p:nvPr/>
        </p:nvGrpSpPr>
        <p:grpSpPr>
          <a:xfrm>
            <a:off x="457200" y="3975800"/>
            <a:ext cx="2518200" cy="824600"/>
            <a:chOff x="457200" y="3975800"/>
            <a:chExt cx="2518200" cy="824600"/>
          </a:xfrm>
        </p:grpSpPr>
        <p:grpSp>
          <p:nvGrpSpPr>
            <p:cNvPr id="712" name="Google Shape;712;p22"/>
            <p:cNvGrpSpPr/>
            <p:nvPr/>
          </p:nvGrpSpPr>
          <p:grpSpPr>
            <a:xfrm>
              <a:off x="914400" y="3975800"/>
              <a:ext cx="2061000" cy="824600"/>
              <a:chOff x="457200" y="3975800"/>
              <a:chExt cx="2061000" cy="824600"/>
            </a:xfrm>
          </p:grpSpPr>
          <p:sp>
            <p:nvSpPr>
              <p:cNvPr id="713" name="Google Shape;713;p22"/>
              <p:cNvSpPr txBox="1"/>
              <p:nvPr/>
            </p:nvSpPr>
            <p:spPr>
              <a:xfrm>
                <a:off x="457200" y="3975800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MCU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714" name="Google Shape;714;p22"/>
              <p:cNvSpPr txBox="1"/>
              <p:nvPr/>
            </p:nvSpPr>
            <p:spPr>
              <a:xfrm>
                <a:off x="457200" y="4317400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The </a:t>
                </a:r>
                <a:r>
                  <a:rPr lang="en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Earth is the third planet from the Sun</a:t>
                </a:r>
                <a:endParaRPr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715" name="Google Shape;715;p22"/>
            <p:cNvSpPr txBox="1"/>
            <p:nvPr/>
          </p:nvSpPr>
          <p:spPr>
            <a:xfrm>
              <a:off x="457200" y="39758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07</a:t>
              </a:r>
              <a:endParaRPr sz="18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716" name="Google Shape;716;p22"/>
          <p:cNvGrpSpPr/>
          <p:nvPr/>
        </p:nvGrpSpPr>
        <p:grpSpPr>
          <a:xfrm>
            <a:off x="6168600" y="959300"/>
            <a:ext cx="2518200" cy="824600"/>
            <a:chOff x="6168600" y="959300"/>
            <a:chExt cx="2518200" cy="824600"/>
          </a:xfrm>
        </p:grpSpPr>
        <p:grpSp>
          <p:nvGrpSpPr>
            <p:cNvPr id="717" name="Google Shape;717;p22"/>
            <p:cNvGrpSpPr/>
            <p:nvPr/>
          </p:nvGrpSpPr>
          <p:grpSpPr>
            <a:xfrm>
              <a:off x="6168600" y="959300"/>
              <a:ext cx="2061000" cy="824600"/>
              <a:chOff x="6625825" y="959300"/>
              <a:chExt cx="2061000" cy="824600"/>
            </a:xfrm>
          </p:grpSpPr>
          <p:sp>
            <p:nvSpPr>
              <p:cNvPr id="718" name="Google Shape;718;p22"/>
              <p:cNvSpPr txBox="1"/>
              <p:nvPr/>
            </p:nvSpPr>
            <p:spPr>
              <a:xfrm>
                <a:off x="6625825" y="959300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Memory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719" name="Google Shape;719;p22"/>
              <p:cNvSpPr txBox="1"/>
              <p:nvPr/>
            </p:nvSpPr>
            <p:spPr>
              <a:xfrm>
                <a:off x="6625825" y="1300900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Neptune is the farthest planet from the Sun</a:t>
                </a:r>
                <a:endParaRPr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720" name="Google Shape;720;p22"/>
            <p:cNvSpPr txBox="1"/>
            <p:nvPr/>
          </p:nvSpPr>
          <p:spPr>
            <a:xfrm>
              <a:off x="8229600" y="9593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721" name="Google Shape;721;p22"/>
          <p:cNvGrpSpPr/>
          <p:nvPr/>
        </p:nvGrpSpPr>
        <p:grpSpPr>
          <a:xfrm>
            <a:off x="6168600" y="2970300"/>
            <a:ext cx="2518200" cy="824600"/>
            <a:chOff x="6168600" y="2970300"/>
            <a:chExt cx="2518200" cy="824600"/>
          </a:xfrm>
        </p:grpSpPr>
        <p:grpSp>
          <p:nvGrpSpPr>
            <p:cNvPr id="722" name="Google Shape;722;p22"/>
            <p:cNvGrpSpPr/>
            <p:nvPr/>
          </p:nvGrpSpPr>
          <p:grpSpPr>
            <a:xfrm>
              <a:off x="6168600" y="2970300"/>
              <a:ext cx="2061000" cy="824600"/>
              <a:chOff x="6625825" y="2984950"/>
              <a:chExt cx="2061000" cy="824600"/>
            </a:xfrm>
          </p:grpSpPr>
          <p:sp>
            <p:nvSpPr>
              <p:cNvPr id="723" name="Google Shape;723;p22"/>
              <p:cNvSpPr txBox="1"/>
              <p:nvPr/>
            </p:nvSpPr>
            <p:spPr>
              <a:xfrm>
                <a:off x="6625825" y="2984950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FPGA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724" name="Google Shape;724;p22"/>
              <p:cNvSpPr txBox="1"/>
              <p:nvPr/>
            </p:nvSpPr>
            <p:spPr>
              <a:xfrm>
                <a:off x="6625825" y="3326550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Pluto is considered a dwarf planet</a:t>
                </a:r>
                <a:endParaRPr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725" name="Google Shape;725;p22"/>
            <p:cNvSpPr txBox="1"/>
            <p:nvPr/>
          </p:nvSpPr>
          <p:spPr>
            <a:xfrm>
              <a:off x="8229600" y="29703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06</a:t>
              </a:r>
              <a:endParaRPr sz="18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726" name="Google Shape;726;p22"/>
          <p:cNvGrpSpPr/>
          <p:nvPr/>
        </p:nvGrpSpPr>
        <p:grpSpPr>
          <a:xfrm>
            <a:off x="6168600" y="1964800"/>
            <a:ext cx="2518200" cy="824600"/>
            <a:chOff x="6168600" y="1964800"/>
            <a:chExt cx="2518200" cy="824600"/>
          </a:xfrm>
        </p:grpSpPr>
        <p:grpSp>
          <p:nvGrpSpPr>
            <p:cNvPr id="727" name="Google Shape;727;p22"/>
            <p:cNvGrpSpPr/>
            <p:nvPr/>
          </p:nvGrpSpPr>
          <p:grpSpPr>
            <a:xfrm>
              <a:off x="6168600" y="1964800"/>
              <a:ext cx="2061000" cy="824600"/>
              <a:chOff x="6625825" y="2087425"/>
              <a:chExt cx="2061000" cy="824600"/>
            </a:xfrm>
          </p:grpSpPr>
          <p:sp>
            <p:nvSpPr>
              <p:cNvPr id="728" name="Google Shape;728;p22"/>
              <p:cNvSpPr txBox="1"/>
              <p:nvPr/>
            </p:nvSpPr>
            <p:spPr>
              <a:xfrm>
                <a:off x="6625825" y="2087425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solidFill>
                      <a:srgbClr val="000000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Mars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729" name="Google Shape;729;p22"/>
              <p:cNvSpPr txBox="1"/>
              <p:nvPr/>
            </p:nvSpPr>
            <p:spPr>
              <a:xfrm>
                <a:off x="6625825" y="2429025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Despite being red, Mars is a cold place</a:t>
                </a:r>
                <a:endParaRPr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730" name="Google Shape;730;p22"/>
            <p:cNvSpPr txBox="1"/>
            <p:nvPr/>
          </p:nvSpPr>
          <p:spPr>
            <a:xfrm>
              <a:off x="8229600" y="19648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6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sz="1800" b="1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731" name="Google Shape;731;p22"/>
          <p:cNvGrpSpPr/>
          <p:nvPr/>
        </p:nvGrpSpPr>
        <p:grpSpPr>
          <a:xfrm>
            <a:off x="6168600" y="3975800"/>
            <a:ext cx="2518200" cy="824600"/>
            <a:chOff x="6168600" y="3975800"/>
            <a:chExt cx="2518200" cy="824600"/>
          </a:xfrm>
        </p:grpSpPr>
        <p:grpSp>
          <p:nvGrpSpPr>
            <p:cNvPr id="732" name="Google Shape;732;p22"/>
            <p:cNvGrpSpPr/>
            <p:nvPr/>
          </p:nvGrpSpPr>
          <p:grpSpPr>
            <a:xfrm>
              <a:off x="6168600" y="3975800"/>
              <a:ext cx="2061000" cy="824600"/>
              <a:chOff x="6625825" y="3975800"/>
              <a:chExt cx="2061000" cy="824600"/>
            </a:xfrm>
          </p:grpSpPr>
          <p:sp>
            <p:nvSpPr>
              <p:cNvPr id="733" name="Google Shape;733;p22"/>
              <p:cNvSpPr txBox="1"/>
              <p:nvPr/>
            </p:nvSpPr>
            <p:spPr>
              <a:xfrm>
                <a:off x="6625825" y="3975800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Wireless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734" name="Google Shape;734;p22"/>
              <p:cNvSpPr txBox="1"/>
              <p:nvPr/>
            </p:nvSpPr>
            <p:spPr>
              <a:xfrm>
                <a:off x="6625825" y="4317400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Ceres is located in the main asteroid belt</a:t>
                </a:r>
                <a:endParaRPr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735" name="Google Shape;735;p22"/>
            <p:cNvSpPr txBox="1"/>
            <p:nvPr/>
          </p:nvSpPr>
          <p:spPr>
            <a:xfrm>
              <a:off x="8229600" y="39758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08</a:t>
              </a:r>
              <a:endParaRPr sz="18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23"/>
          <p:cNvSpPr/>
          <p:nvPr/>
        </p:nvSpPr>
        <p:spPr>
          <a:xfrm>
            <a:off x="4894950" y="1363850"/>
            <a:ext cx="807900" cy="807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23"/>
          <p:cNvSpPr/>
          <p:nvPr/>
        </p:nvSpPr>
        <p:spPr>
          <a:xfrm>
            <a:off x="4894950" y="2501163"/>
            <a:ext cx="807900" cy="807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23"/>
          <p:cNvSpPr/>
          <p:nvPr/>
        </p:nvSpPr>
        <p:spPr>
          <a:xfrm>
            <a:off x="4894950" y="3638488"/>
            <a:ext cx="807900" cy="8079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23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sp>
        <p:nvSpPr>
          <p:cNvPr id="744" name="Google Shape;744;p23"/>
          <p:cNvSpPr/>
          <p:nvPr/>
        </p:nvSpPr>
        <p:spPr>
          <a:xfrm>
            <a:off x="457188" y="1076325"/>
            <a:ext cx="3657600" cy="3657600"/>
          </a:xfrm>
          <a:prstGeom prst="ellipse">
            <a:avLst/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23"/>
          <p:cNvSpPr/>
          <p:nvPr/>
        </p:nvSpPr>
        <p:spPr>
          <a:xfrm>
            <a:off x="919113" y="2000325"/>
            <a:ext cx="2733900" cy="2733900"/>
          </a:xfrm>
          <a:prstGeom prst="ellipse">
            <a:avLst/>
          </a:prstGeom>
          <a:solidFill>
            <a:srgbClr val="E99B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23"/>
          <p:cNvSpPr txBox="1"/>
          <p:nvPr/>
        </p:nvSpPr>
        <p:spPr>
          <a:xfrm>
            <a:off x="1609863" y="1342125"/>
            <a:ext cx="13524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Artificial intelligence</a:t>
            </a:r>
            <a:endParaRPr sz="18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47" name="Google Shape;747;p23"/>
          <p:cNvSpPr txBox="1"/>
          <p:nvPr/>
        </p:nvSpPr>
        <p:spPr>
          <a:xfrm>
            <a:off x="1609863" y="2476313"/>
            <a:ext cx="13524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Machine learning</a:t>
            </a:r>
            <a:endParaRPr sz="18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48" name="Google Shape;748;p23"/>
          <p:cNvSpPr/>
          <p:nvPr/>
        </p:nvSpPr>
        <p:spPr>
          <a:xfrm>
            <a:off x="1504948" y="3171975"/>
            <a:ext cx="1562100" cy="1562100"/>
          </a:xfrm>
          <a:prstGeom prst="ellipse">
            <a:avLst/>
          </a:prstGeom>
          <a:solidFill>
            <a:srgbClr val="EA48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23"/>
          <p:cNvSpPr txBox="1"/>
          <p:nvPr/>
        </p:nvSpPr>
        <p:spPr>
          <a:xfrm>
            <a:off x="1609863" y="3616763"/>
            <a:ext cx="13524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Deep learning</a:t>
            </a:r>
            <a:endParaRPr sz="18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750" name="Google Shape;750;p23"/>
          <p:cNvGrpSpPr/>
          <p:nvPr/>
        </p:nvGrpSpPr>
        <p:grpSpPr>
          <a:xfrm>
            <a:off x="5062920" y="1531801"/>
            <a:ext cx="472011" cy="472011"/>
            <a:chOff x="1190625" y="238125"/>
            <a:chExt cx="5238750" cy="5238750"/>
          </a:xfrm>
        </p:grpSpPr>
        <p:sp>
          <p:nvSpPr>
            <p:cNvPr id="751" name="Google Shape;751;p23"/>
            <p:cNvSpPr/>
            <p:nvPr/>
          </p:nvSpPr>
          <p:spPr>
            <a:xfrm>
              <a:off x="3807425" y="2386825"/>
              <a:ext cx="1355750" cy="306975"/>
            </a:xfrm>
            <a:custGeom>
              <a:avLst/>
              <a:gdLst/>
              <a:ahLst/>
              <a:cxnLst/>
              <a:rect l="l" t="t" r="r" b="b"/>
              <a:pathLst>
                <a:path w="54230" h="12279" extrusionOk="0">
                  <a:moveTo>
                    <a:pt x="5628" y="0"/>
                  </a:moveTo>
                  <a:lnTo>
                    <a:pt x="5219" y="1740"/>
                  </a:lnTo>
                  <a:lnTo>
                    <a:pt x="4707" y="3377"/>
                  </a:lnTo>
                  <a:lnTo>
                    <a:pt x="4093" y="5014"/>
                  </a:lnTo>
                  <a:lnTo>
                    <a:pt x="3480" y="6549"/>
                  </a:lnTo>
                  <a:lnTo>
                    <a:pt x="2661" y="8083"/>
                  </a:lnTo>
                  <a:lnTo>
                    <a:pt x="1842" y="9516"/>
                  </a:lnTo>
                  <a:lnTo>
                    <a:pt x="922" y="10948"/>
                  </a:lnTo>
                  <a:lnTo>
                    <a:pt x="1" y="12279"/>
                  </a:lnTo>
                  <a:lnTo>
                    <a:pt x="51058" y="12279"/>
                  </a:lnTo>
                  <a:lnTo>
                    <a:pt x="52081" y="9209"/>
                  </a:lnTo>
                  <a:lnTo>
                    <a:pt x="53002" y="6242"/>
                  </a:lnTo>
                  <a:lnTo>
                    <a:pt x="53718" y="3172"/>
                  </a:lnTo>
                  <a:lnTo>
                    <a:pt x="542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3"/>
            <p:cNvSpPr/>
            <p:nvPr/>
          </p:nvSpPr>
          <p:spPr>
            <a:xfrm>
              <a:off x="2735625" y="1772900"/>
              <a:ext cx="920900" cy="920900"/>
            </a:xfrm>
            <a:custGeom>
              <a:avLst/>
              <a:gdLst/>
              <a:ahLst/>
              <a:cxnLst/>
              <a:rect l="l" t="t" r="r" b="b"/>
              <a:pathLst>
                <a:path w="36836" h="36836" extrusionOk="0">
                  <a:moveTo>
                    <a:pt x="24558" y="12279"/>
                  </a:moveTo>
                  <a:lnTo>
                    <a:pt x="24558" y="24557"/>
                  </a:lnTo>
                  <a:lnTo>
                    <a:pt x="12279" y="24557"/>
                  </a:lnTo>
                  <a:lnTo>
                    <a:pt x="12279" y="12279"/>
                  </a:lnTo>
                  <a:close/>
                  <a:moveTo>
                    <a:pt x="18418" y="1"/>
                  </a:moveTo>
                  <a:lnTo>
                    <a:pt x="16474" y="103"/>
                  </a:lnTo>
                  <a:lnTo>
                    <a:pt x="14735" y="410"/>
                  </a:lnTo>
                  <a:lnTo>
                    <a:pt x="12893" y="819"/>
                  </a:lnTo>
                  <a:lnTo>
                    <a:pt x="11256" y="1433"/>
                  </a:lnTo>
                  <a:lnTo>
                    <a:pt x="9619" y="2252"/>
                  </a:lnTo>
                  <a:lnTo>
                    <a:pt x="8084" y="3173"/>
                  </a:lnTo>
                  <a:lnTo>
                    <a:pt x="6652" y="4196"/>
                  </a:lnTo>
                  <a:lnTo>
                    <a:pt x="5424" y="5424"/>
                  </a:lnTo>
                  <a:lnTo>
                    <a:pt x="4196" y="6754"/>
                  </a:lnTo>
                  <a:lnTo>
                    <a:pt x="3173" y="8084"/>
                  </a:lnTo>
                  <a:lnTo>
                    <a:pt x="2252" y="9619"/>
                  </a:lnTo>
                  <a:lnTo>
                    <a:pt x="1433" y="11256"/>
                  </a:lnTo>
                  <a:lnTo>
                    <a:pt x="819" y="12995"/>
                  </a:lnTo>
                  <a:lnTo>
                    <a:pt x="410" y="14735"/>
                  </a:lnTo>
                  <a:lnTo>
                    <a:pt x="103" y="16576"/>
                  </a:lnTo>
                  <a:lnTo>
                    <a:pt x="1" y="18418"/>
                  </a:lnTo>
                  <a:lnTo>
                    <a:pt x="103" y="20362"/>
                  </a:lnTo>
                  <a:lnTo>
                    <a:pt x="410" y="22204"/>
                  </a:lnTo>
                  <a:lnTo>
                    <a:pt x="819" y="23943"/>
                  </a:lnTo>
                  <a:lnTo>
                    <a:pt x="1433" y="25580"/>
                  </a:lnTo>
                  <a:lnTo>
                    <a:pt x="2252" y="27218"/>
                  </a:lnTo>
                  <a:lnTo>
                    <a:pt x="3173" y="28752"/>
                  </a:lnTo>
                  <a:lnTo>
                    <a:pt x="4196" y="30185"/>
                  </a:lnTo>
                  <a:lnTo>
                    <a:pt x="5424" y="31515"/>
                  </a:lnTo>
                  <a:lnTo>
                    <a:pt x="6652" y="32640"/>
                  </a:lnTo>
                  <a:lnTo>
                    <a:pt x="8084" y="33766"/>
                  </a:lnTo>
                  <a:lnTo>
                    <a:pt x="9619" y="34687"/>
                  </a:lnTo>
                  <a:lnTo>
                    <a:pt x="11256" y="35403"/>
                  </a:lnTo>
                  <a:lnTo>
                    <a:pt x="12893" y="36017"/>
                  </a:lnTo>
                  <a:lnTo>
                    <a:pt x="14735" y="36529"/>
                  </a:lnTo>
                  <a:lnTo>
                    <a:pt x="16474" y="36733"/>
                  </a:lnTo>
                  <a:lnTo>
                    <a:pt x="18418" y="36836"/>
                  </a:lnTo>
                  <a:lnTo>
                    <a:pt x="20260" y="36733"/>
                  </a:lnTo>
                  <a:lnTo>
                    <a:pt x="22102" y="36529"/>
                  </a:lnTo>
                  <a:lnTo>
                    <a:pt x="23944" y="36017"/>
                  </a:lnTo>
                  <a:lnTo>
                    <a:pt x="25581" y="35403"/>
                  </a:lnTo>
                  <a:lnTo>
                    <a:pt x="27218" y="34687"/>
                  </a:lnTo>
                  <a:lnTo>
                    <a:pt x="28753" y="33766"/>
                  </a:lnTo>
                  <a:lnTo>
                    <a:pt x="30185" y="32640"/>
                  </a:lnTo>
                  <a:lnTo>
                    <a:pt x="31413" y="31515"/>
                  </a:lnTo>
                  <a:lnTo>
                    <a:pt x="32641" y="30185"/>
                  </a:lnTo>
                  <a:lnTo>
                    <a:pt x="33664" y="28752"/>
                  </a:lnTo>
                  <a:lnTo>
                    <a:pt x="34585" y="27218"/>
                  </a:lnTo>
                  <a:lnTo>
                    <a:pt x="35403" y="25580"/>
                  </a:lnTo>
                  <a:lnTo>
                    <a:pt x="36017" y="23943"/>
                  </a:lnTo>
                  <a:lnTo>
                    <a:pt x="36427" y="22204"/>
                  </a:lnTo>
                  <a:lnTo>
                    <a:pt x="36734" y="20362"/>
                  </a:lnTo>
                  <a:lnTo>
                    <a:pt x="36836" y="18418"/>
                  </a:lnTo>
                  <a:lnTo>
                    <a:pt x="36734" y="16576"/>
                  </a:lnTo>
                  <a:lnTo>
                    <a:pt x="36427" y="14735"/>
                  </a:lnTo>
                  <a:lnTo>
                    <a:pt x="36017" y="12995"/>
                  </a:lnTo>
                  <a:lnTo>
                    <a:pt x="35403" y="11256"/>
                  </a:lnTo>
                  <a:lnTo>
                    <a:pt x="34585" y="9619"/>
                  </a:lnTo>
                  <a:lnTo>
                    <a:pt x="33664" y="8084"/>
                  </a:lnTo>
                  <a:lnTo>
                    <a:pt x="32641" y="6754"/>
                  </a:lnTo>
                  <a:lnTo>
                    <a:pt x="31413" y="5424"/>
                  </a:lnTo>
                  <a:lnTo>
                    <a:pt x="30185" y="4196"/>
                  </a:lnTo>
                  <a:lnTo>
                    <a:pt x="28753" y="3173"/>
                  </a:lnTo>
                  <a:lnTo>
                    <a:pt x="27218" y="2252"/>
                  </a:lnTo>
                  <a:lnTo>
                    <a:pt x="25581" y="1433"/>
                  </a:lnTo>
                  <a:lnTo>
                    <a:pt x="23944" y="819"/>
                  </a:lnTo>
                  <a:lnTo>
                    <a:pt x="22102" y="410"/>
                  </a:lnTo>
                  <a:lnTo>
                    <a:pt x="20260" y="103"/>
                  </a:lnTo>
                  <a:lnTo>
                    <a:pt x="184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3"/>
            <p:cNvSpPr/>
            <p:nvPr/>
          </p:nvSpPr>
          <p:spPr>
            <a:xfrm>
              <a:off x="1190625" y="238125"/>
              <a:ext cx="3893275" cy="5238750"/>
            </a:xfrm>
            <a:custGeom>
              <a:avLst/>
              <a:gdLst/>
              <a:ahLst/>
              <a:cxnLst/>
              <a:rect l="l" t="t" r="r" b="b"/>
              <a:pathLst>
                <a:path w="155731" h="209550" extrusionOk="0">
                  <a:moveTo>
                    <a:pt x="86358" y="0"/>
                  </a:moveTo>
                  <a:lnTo>
                    <a:pt x="82879" y="102"/>
                  </a:lnTo>
                  <a:lnTo>
                    <a:pt x="79502" y="307"/>
                  </a:lnTo>
                  <a:lnTo>
                    <a:pt x="76228" y="716"/>
                  </a:lnTo>
                  <a:lnTo>
                    <a:pt x="72851" y="1228"/>
                  </a:lnTo>
                  <a:lnTo>
                    <a:pt x="69679" y="1842"/>
                  </a:lnTo>
                  <a:lnTo>
                    <a:pt x="66508" y="2660"/>
                  </a:lnTo>
                  <a:lnTo>
                    <a:pt x="63438" y="3581"/>
                  </a:lnTo>
                  <a:lnTo>
                    <a:pt x="60368" y="4604"/>
                  </a:lnTo>
                  <a:lnTo>
                    <a:pt x="57401" y="5832"/>
                  </a:lnTo>
                  <a:lnTo>
                    <a:pt x="54536" y="7060"/>
                  </a:lnTo>
                  <a:lnTo>
                    <a:pt x="51671" y="8493"/>
                  </a:lnTo>
                  <a:lnTo>
                    <a:pt x="48909" y="10027"/>
                  </a:lnTo>
                  <a:lnTo>
                    <a:pt x="46248" y="11664"/>
                  </a:lnTo>
                  <a:lnTo>
                    <a:pt x="43690" y="13404"/>
                  </a:lnTo>
                  <a:lnTo>
                    <a:pt x="41235" y="15246"/>
                  </a:lnTo>
                  <a:lnTo>
                    <a:pt x="38779" y="17190"/>
                  </a:lnTo>
                  <a:lnTo>
                    <a:pt x="36426" y="19236"/>
                  </a:lnTo>
                  <a:lnTo>
                    <a:pt x="34277" y="21385"/>
                  </a:lnTo>
                  <a:lnTo>
                    <a:pt x="32128" y="23636"/>
                  </a:lnTo>
                  <a:lnTo>
                    <a:pt x="30082" y="25989"/>
                  </a:lnTo>
                  <a:lnTo>
                    <a:pt x="28138" y="28342"/>
                  </a:lnTo>
                  <a:lnTo>
                    <a:pt x="26296" y="30798"/>
                  </a:lnTo>
                  <a:lnTo>
                    <a:pt x="24557" y="33356"/>
                  </a:lnTo>
                  <a:lnTo>
                    <a:pt x="22920" y="35914"/>
                  </a:lnTo>
                  <a:lnTo>
                    <a:pt x="21385" y="38574"/>
                  </a:lnTo>
                  <a:lnTo>
                    <a:pt x="20055" y="41235"/>
                  </a:lnTo>
                  <a:lnTo>
                    <a:pt x="18724" y="43997"/>
                  </a:lnTo>
                  <a:lnTo>
                    <a:pt x="17599" y="46862"/>
                  </a:lnTo>
                  <a:lnTo>
                    <a:pt x="16576" y="49727"/>
                  </a:lnTo>
                  <a:lnTo>
                    <a:pt x="15655" y="52694"/>
                  </a:lnTo>
                  <a:lnTo>
                    <a:pt x="14836" y="55559"/>
                  </a:lnTo>
                  <a:lnTo>
                    <a:pt x="14120" y="58629"/>
                  </a:lnTo>
                  <a:lnTo>
                    <a:pt x="13711" y="60778"/>
                  </a:lnTo>
                  <a:lnTo>
                    <a:pt x="13404" y="62926"/>
                  </a:lnTo>
                  <a:lnTo>
                    <a:pt x="13097" y="65177"/>
                  </a:lnTo>
                  <a:lnTo>
                    <a:pt x="12892" y="67326"/>
                  </a:lnTo>
                  <a:lnTo>
                    <a:pt x="12790" y="69475"/>
                  </a:lnTo>
                  <a:lnTo>
                    <a:pt x="12688" y="71624"/>
                  </a:lnTo>
                  <a:lnTo>
                    <a:pt x="12688" y="73772"/>
                  </a:lnTo>
                  <a:lnTo>
                    <a:pt x="12688" y="75921"/>
                  </a:lnTo>
                  <a:lnTo>
                    <a:pt x="12790" y="78070"/>
                  </a:lnTo>
                  <a:lnTo>
                    <a:pt x="12995" y="80218"/>
                  </a:lnTo>
                  <a:lnTo>
                    <a:pt x="13199" y="82367"/>
                  </a:lnTo>
                  <a:lnTo>
                    <a:pt x="13506" y="84516"/>
                  </a:lnTo>
                  <a:lnTo>
                    <a:pt x="13813" y="86562"/>
                  </a:lnTo>
                  <a:lnTo>
                    <a:pt x="14222" y="88711"/>
                  </a:lnTo>
                  <a:lnTo>
                    <a:pt x="14734" y="90757"/>
                  </a:lnTo>
                  <a:lnTo>
                    <a:pt x="15246" y="92804"/>
                  </a:lnTo>
                  <a:lnTo>
                    <a:pt x="0" y="118383"/>
                  </a:lnTo>
                  <a:lnTo>
                    <a:pt x="24966" y="136187"/>
                  </a:lnTo>
                  <a:lnTo>
                    <a:pt x="24966" y="171896"/>
                  </a:lnTo>
                  <a:lnTo>
                    <a:pt x="49523" y="171896"/>
                  </a:lnTo>
                  <a:lnTo>
                    <a:pt x="49523" y="209550"/>
                  </a:lnTo>
                  <a:lnTo>
                    <a:pt x="135471" y="209550"/>
                  </a:lnTo>
                  <a:lnTo>
                    <a:pt x="135471" y="184072"/>
                  </a:lnTo>
                  <a:lnTo>
                    <a:pt x="135573" y="179775"/>
                  </a:lnTo>
                  <a:lnTo>
                    <a:pt x="135675" y="175478"/>
                  </a:lnTo>
                  <a:lnTo>
                    <a:pt x="135982" y="171078"/>
                  </a:lnTo>
                  <a:lnTo>
                    <a:pt x="136392" y="166678"/>
                  </a:lnTo>
                  <a:lnTo>
                    <a:pt x="136903" y="162278"/>
                  </a:lnTo>
                  <a:lnTo>
                    <a:pt x="137620" y="157776"/>
                  </a:lnTo>
                  <a:lnTo>
                    <a:pt x="138336" y="153274"/>
                  </a:lnTo>
                  <a:lnTo>
                    <a:pt x="139257" y="148670"/>
                  </a:lnTo>
                  <a:lnTo>
                    <a:pt x="140280" y="144066"/>
                  </a:lnTo>
                  <a:lnTo>
                    <a:pt x="141405" y="139359"/>
                  </a:lnTo>
                  <a:lnTo>
                    <a:pt x="142735" y="134652"/>
                  </a:lnTo>
                  <a:lnTo>
                    <a:pt x="144066" y="129946"/>
                  </a:lnTo>
                  <a:lnTo>
                    <a:pt x="145600" y="125137"/>
                  </a:lnTo>
                  <a:lnTo>
                    <a:pt x="147238" y="120328"/>
                  </a:lnTo>
                  <a:lnTo>
                    <a:pt x="149079" y="115416"/>
                  </a:lnTo>
                  <a:lnTo>
                    <a:pt x="150921" y="110505"/>
                  </a:lnTo>
                  <a:lnTo>
                    <a:pt x="78684" y="110505"/>
                  </a:lnTo>
                  <a:lnTo>
                    <a:pt x="77046" y="110403"/>
                  </a:lnTo>
                  <a:lnTo>
                    <a:pt x="75512" y="110198"/>
                  </a:lnTo>
                  <a:lnTo>
                    <a:pt x="73977" y="109891"/>
                  </a:lnTo>
                  <a:lnTo>
                    <a:pt x="72544" y="109584"/>
                  </a:lnTo>
                  <a:lnTo>
                    <a:pt x="71112" y="109175"/>
                  </a:lnTo>
                  <a:lnTo>
                    <a:pt x="69679" y="108663"/>
                  </a:lnTo>
                  <a:lnTo>
                    <a:pt x="68247" y="108152"/>
                  </a:lnTo>
                  <a:lnTo>
                    <a:pt x="66917" y="107538"/>
                  </a:lnTo>
                  <a:lnTo>
                    <a:pt x="65587" y="106821"/>
                  </a:lnTo>
                  <a:lnTo>
                    <a:pt x="64257" y="106105"/>
                  </a:lnTo>
                  <a:lnTo>
                    <a:pt x="63029" y="105287"/>
                  </a:lnTo>
                  <a:lnTo>
                    <a:pt x="61801" y="104468"/>
                  </a:lnTo>
                  <a:lnTo>
                    <a:pt x="60675" y="103547"/>
                  </a:lnTo>
                  <a:lnTo>
                    <a:pt x="59550" y="102524"/>
                  </a:lnTo>
                  <a:lnTo>
                    <a:pt x="58527" y="101501"/>
                  </a:lnTo>
                  <a:lnTo>
                    <a:pt x="57503" y="100478"/>
                  </a:lnTo>
                  <a:lnTo>
                    <a:pt x="56480" y="99352"/>
                  </a:lnTo>
                  <a:lnTo>
                    <a:pt x="55662" y="98227"/>
                  </a:lnTo>
                  <a:lnTo>
                    <a:pt x="54741" y="96999"/>
                  </a:lnTo>
                  <a:lnTo>
                    <a:pt x="53922" y="95771"/>
                  </a:lnTo>
                  <a:lnTo>
                    <a:pt x="53206" y="94441"/>
                  </a:lnTo>
                  <a:lnTo>
                    <a:pt x="52592" y="93111"/>
                  </a:lnTo>
                  <a:lnTo>
                    <a:pt x="51978" y="91780"/>
                  </a:lnTo>
                  <a:lnTo>
                    <a:pt x="51364" y="90348"/>
                  </a:lnTo>
                  <a:lnTo>
                    <a:pt x="50853" y="88916"/>
                  </a:lnTo>
                  <a:lnTo>
                    <a:pt x="50443" y="87483"/>
                  </a:lnTo>
                  <a:lnTo>
                    <a:pt x="50136" y="86051"/>
                  </a:lnTo>
                  <a:lnTo>
                    <a:pt x="49830" y="84516"/>
                  </a:lnTo>
                  <a:lnTo>
                    <a:pt x="49625" y="82981"/>
                  </a:lnTo>
                  <a:lnTo>
                    <a:pt x="49523" y="81446"/>
                  </a:lnTo>
                  <a:lnTo>
                    <a:pt x="49523" y="79809"/>
                  </a:lnTo>
                  <a:lnTo>
                    <a:pt x="49523" y="78274"/>
                  </a:lnTo>
                  <a:lnTo>
                    <a:pt x="49625" y="76740"/>
                  </a:lnTo>
                  <a:lnTo>
                    <a:pt x="49830" y="75205"/>
                  </a:lnTo>
                  <a:lnTo>
                    <a:pt x="50136" y="73670"/>
                  </a:lnTo>
                  <a:lnTo>
                    <a:pt x="50443" y="72135"/>
                  </a:lnTo>
                  <a:lnTo>
                    <a:pt x="50853" y="70703"/>
                  </a:lnTo>
                  <a:lnTo>
                    <a:pt x="51364" y="69270"/>
                  </a:lnTo>
                  <a:lnTo>
                    <a:pt x="51978" y="67838"/>
                  </a:lnTo>
                  <a:lnTo>
                    <a:pt x="52592" y="66508"/>
                  </a:lnTo>
                  <a:lnTo>
                    <a:pt x="53206" y="65177"/>
                  </a:lnTo>
                  <a:lnTo>
                    <a:pt x="53922" y="63950"/>
                  </a:lnTo>
                  <a:lnTo>
                    <a:pt x="54741" y="62722"/>
                  </a:lnTo>
                  <a:lnTo>
                    <a:pt x="55662" y="61494"/>
                  </a:lnTo>
                  <a:lnTo>
                    <a:pt x="56480" y="60266"/>
                  </a:lnTo>
                  <a:lnTo>
                    <a:pt x="57503" y="59243"/>
                  </a:lnTo>
                  <a:lnTo>
                    <a:pt x="58527" y="58117"/>
                  </a:lnTo>
                  <a:lnTo>
                    <a:pt x="59550" y="57094"/>
                  </a:lnTo>
                  <a:lnTo>
                    <a:pt x="60675" y="56173"/>
                  </a:lnTo>
                  <a:lnTo>
                    <a:pt x="61801" y="55252"/>
                  </a:lnTo>
                  <a:lnTo>
                    <a:pt x="63029" y="54332"/>
                  </a:lnTo>
                  <a:lnTo>
                    <a:pt x="64257" y="53615"/>
                  </a:lnTo>
                  <a:lnTo>
                    <a:pt x="65587" y="52797"/>
                  </a:lnTo>
                  <a:lnTo>
                    <a:pt x="66917" y="52183"/>
                  </a:lnTo>
                  <a:lnTo>
                    <a:pt x="68247" y="51569"/>
                  </a:lnTo>
                  <a:lnTo>
                    <a:pt x="69679" y="50955"/>
                  </a:lnTo>
                  <a:lnTo>
                    <a:pt x="71112" y="50546"/>
                  </a:lnTo>
                  <a:lnTo>
                    <a:pt x="72544" y="50136"/>
                  </a:lnTo>
                  <a:lnTo>
                    <a:pt x="73977" y="49727"/>
                  </a:lnTo>
                  <a:lnTo>
                    <a:pt x="75512" y="49523"/>
                  </a:lnTo>
                  <a:lnTo>
                    <a:pt x="77046" y="49318"/>
                  </a:lnTo>
                  <a:lnTo>
                    <a:pt x="78684" y="49216"/>
                  </a:lnTo>
                  <a:lnTo>
                    <a:pt x="80218" y="49113"/>
                  </a:lnTo>
                  <a:lnTo>
                    <a:pt x="155730" y="49113"/>
                  </a:lnTo>
                  <a:lnTo>
                    <a:pt x="154707" y="46453"/>
                  </a:lnTo>
                  <a:lnTo>
                    <a:pt x="153684" y="43895"/>
                  </a:lnTo>
                  <a:lnTo>
                    <a:pt x="152456" y="41337"/>
                  </a:lnTo>
                  <a:lnTo>
                    <a:pt x="151228" y="38881"/>
                  </a:lnTo>
                  <a:lnTo>
                    <a:pt x="149898" y="36426"/>
                  </a:lnTo>
                  <a:lnTo>
                    <a:pt x="148363" y="34072"/>
                  </a:lnTo>
                  <a:lnTo>
                    <a:pt x="146828" y="31719"/>
                  </a:lnTo>
                  <a:lnTo>
                    <a:pt x="145191" y="29468"/>
                  </a:lnTo>
                  <a:lnTo>
                    <a:pt x="143554" y="27319"/>
                  </a:lnTo>
                  <a:lnTo>
                    <a:pt x="141712" y="25171"/>
                  </a:lnTo>
                  <a:lnTo>
                    <a:pt x="139871" y="23124"/>
                  </a:lnTo>
                  <a:lnTo>
                    <a:pt x="137926" y="21078"/>
                  </a:lnTo>
                  <a:lnTo>
                    <a:pt x="135880" y="19236"/>
                  </a:lnTo>
                  <a:lnTo>
                    <a:pt x="133834" y="17394"/>
                  </a:lnTo>
                  <a:lnTo>
                    <a:pt x="131685" y="15655"/>
                  </a:lnTo>
                  <a:lnTo>
                    <a:pt x="129434" y="13915"/>
                  </a:lnTo>
                  <a:lnTo>
                    <a:pt x="127081" y="12381"/>
                  </a:lnTo>
                  <a:lnTo>
                    <a:pt x="124727" y="10846"/>
                  </a:lnTo>
                  <a:lnTo>
                    <a:pt x="122374" y="9413"/>
                  </a:lnTo>
                  <a:lnTo>
                    <a:pt x="119918" y="8083"/>
                  </a:lnTo>
                  <a:lnTo>
                    <a:pt x="117360" y="6855"/>
                  </a:lnTo>
                  <a:lnTo>
                    <a:pt x="114700" y="5730"/>
                  </a:lnTo>
                  <a:lnTo>
                    <a:pt x="112142" y="4707"/>
                  </a:lnTo>
                  <a:lnTo>
                    <a:pt x="109379" y="3786"/>
                  </a:lnTo>
                  <a:lnTo>
                    <a:pt x="106719" y="2865"/>
                  </a:lnTo>
                  <a:lnTo>
                    <a:pt x="103854" y="2149"/>
                  </a:lnTo>
                  <a:lnTo>
                    <a:pt x="101092" y="1535"/>
                  </a:lnTo>
                  <a:lnTo>
                    <a:pt x="98227" y="1023"/>
                  </a:lnTo>
                  <a:lnTo>
                    <a:pt x="95259" y="614"/>
                  </a:lnTo>
                  <a:lnTo>
                    <a:pt x="92292" y="307"/>
                  </a:lnTo>
                  <a:lnTo>
                    <a:pt x="89325" y="102"/>
                  </a:lnTo>
                  <a:lnTo>
                    <a:pt x="8635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3"/>
            <p:cNvSpPr/>
            <p:nvPr/>
          </p:nvSpPr>
          <p:spPr>
            <a:xfrm>
              <a:off x="3807425" y="1772900"/>
              <a:ext cx="1383900" cy="306975"/>
            </a:xfrm>
            <a:custGeom>
              <a:avLst/>
              <a:gdLst/>
              <a:ahLst/>
              <a:cxnLst/>
              <a:rect l="l" t="t" r="r" b="b"/>
              <a:pathLst>
                <a:path w="55356" h="12279" extrusionOk="0">
                  <a:moveTo>
                    <a:pt x="1" y="1"/>
                  </a:moveTo>
                  <a:lnTo>
                    <a:pt x="922" y="1433"/>
                  </a:lnTo>
                  <a:lnTo>
                    <a:pt x="1842" y="2763"/>
                  </a:lnTo>
                  <a:lnTo>
                    <a:pt x="2661" y="4298"/>
                  </a:lnTo>
                  <a:lnTo>
                    <a:pt x="3480" y="5833"/>
                  </a:lnTo>
                  <a:lnTo>
                    <a:pt x="4093" y="7368"/>
                  </a:lnTo>
                  <a:lnTo>
                    <a:pt x="4707" y="9005"/>
                  </a:lnTo>
                  <a:lnTo>
                    <a:pt x="5219" y="10642"/>
                  </a:lnTo>
                  <a:lnTo>
                    <a:pt x="5628" y="12279"/>
                  </a:lnTo>
                  <a:lnTo>
                    <a:pt x="55355" y="12279"/>
                  </a:lnTo>
                  <a:lnTo>
                    <a:pt x="55253" y="9209"/>
                  </a:lnTo>
                  <a:lnTo>
                    <a:pt x="55048" y="6140"/>
                  </a:lnTo>
                  <a:lnTo>
                    <a:pt x="54742" y="3070"/>
                  </a:lnTo>
                  <a:lnTo>
                    <a:pt x="542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3"/>
            <p:cNvSpPr/>
            <p:nvPr/>
          </p:nvSpPr>
          <p:spPr>
            <a:xfrm>
              <a:off x="5083875" y="545075"/>
              <a:ext cx="1345500" cy="1227850"/>
            </a:xfrm>
            <a:custGeom>
              <a:avLst/>
              <a:gdLst/>
              <a:ahLst/>
              <a:cxnLst/>
              <a:rect l="l" t="t" r="r" b="b"/>
              <a:pathLst>
                <a:path w="53820" h="49114" extrusionOk="0">
                  <a:moveTo>
                    <a:pt x="34993" y="0"/>
                  </a:moveTo>
                  <a:lnTo>
                    <a:pt x="33152" y="103"/>
                  </a:lnTo>
                  <a:lnTo>
                    <a:pt x="31310" y="410"/>
                  </a:lnTo>
                  <a:lnTo>
                    <a:pt x="29468" y="819"/>
                  </a:lnTo>
                  <a:lnTo>
                    <a:pt x="27831" y="1433"/>
                  </a:lnTo>
                  <a:lnTo>
                    <a:pt x="26194" y="2251"/>
                  </a:lnTo>
                  <a:lnTo>
                    <a:pt x="24659" y="3172"/>
                  </a:lnTo>
                  <a:lnTo>
                    <a:pt x="23227" y="4195"/>
                  </a:lnTo>
                  <a:lnTo>
                    <a:pt x="21999" y="5423"/>
                  </a:lnTo>
                  <a:lnTo>
                    <a:pt x="20771" y="6753"/>
                  </a:lnTo>
                  <a:lnTo>
                    <a:pt x="19748" y="8186"/>
                  </a:lnTo>
                  <a:lnTo>
                    <a:pt x="18827" y="9618"/>
                  </a:lnTo>
                  <a:lnTo>
                    <a:pt x="18008" y="11255"/>
                  </a:lnTo>
                  <a:lnTo>
                    <a:pt x="17394" y="12995"/>
                  </a:lnTo>
                  <a:lnTo>
                    <a:pt x="16985" y="14734"/>
                  </a:lnTo>
                  <a:lnTo>
                    <a:pt x="16678" y="16576"/>
                  </a:lnTo>
                  <a:lnTo>
                    <a:pt x="16576" y="18418"/>
                  </a:lnTo>
                  <a:lnTo>
                    <a:pt x="16678" y="20567"/>
                  </a:lnTo>
                  <a:lnTo>
                    <a:pt x="16985" y="22511"/>
                  </a:lnTo>
                  <a:lnTo>
                    <a:pt x="17599" y="24455"/>
                  </a:lnTo>
                  <a:lnTo>
                    <a:pt x="18315" y="26399"/>
                  </a:lnTo>
                  <a:lnTo>
                    <a:pt x="7879" y="36835"/>
                  </a:lnTo>
                  <a:lnTo>
                    <a:pt x="0" y="36835"/>
                  </a:lnTo>
                  <a:lnTo>
                    <a:pt x="1023" y="39803"/>
                  </a:lnTo>
                  <a:lnTo>
                    <a:pt x="1944" y="42872"/>
                  </a:lnTo>
                  <a:lnTo>
                    <a:pt x="2660" y="45942"/>
                  </a:lnTo>
                  <a:lnTo>
                    <a:pt x="3172" y="49114"/>
                  </a:lnTo>
                  <a:lnTo>
                    <a:pt x="12995" y="49114"/>
                  </a:lnTo>
                  <a:lnTo>
                    <a:pt x="27115" y="35096"/>
                  </a:lnTo>
                  <a:lnTo>
                    <a:pt x="28956" y="35812"/>
                  </a:lnTo>
                  <a:lnTo>
                    <a:pt x="30900" y="36426"/>
                  </a:lnTo>
                  <a:lnTo>
                    <a:pt x="32845" y="36733"/>
                  </a:lnTo>
                  <a:lnTo>
                    <a:pt x="34993" y="36835"/>
                  </a:lnTo>
                  <a:lnTo>
                    <a:pt x="36835" y="36733"/>
                  </a:lnTo>
                  <a:lnTo>
                    <a:pt x="38677" y="36528"/>
                  </a:lnTo>
                  <a:lnTo>
                    <a:pt x="40518" y="36017"/>
                  </a:lnTo>
                  <a:lnTo>
                    <a:pt x="42258" y="35403"/>
                  </a:lnTo>
                  <a:lnTo>
                    <a:pt x="43895" y="34584"/>
                  </a:lnTo>
                  <a:lnTo>
                    <a:pt x="45430" y="33663"/>
                  </a:lnTo>
                  <a:lnTo>
                    <a:pt x="46862" y="32640"/>
                  </a:lnTo>
                  <a:lnTo>
                    <a:pt x="48192" y="31412"/>
                  </a:lnTo>
                  <a:lnTo>
                    <a:pt x="49420" y="30185"/>
                  </a:lnTo>
                  <a:lnTo>
                    <a:pt x="50546" y="28752"/>
                  </a:lnTo>
                  <a:lnTo>
                    <a:pt x="51467" y="27217"/>
                  </a:lnTo>
                  <a:lnTo>
                    <a:pt x="52285" y="25580"/>
                  </a:lnTo>
                  <a:lnTo>
                    <a:pt x="52899" y="23943"/>
                  </a:lnTo>
                  <a:lnTo>
                    <a:pt x="53411" y="22101"/>
                  </a:lnTo>
                  <a:lnTo>
                    <a:pt x="53718" y="20362"/>
                  </a:lnTo>
                  <a:lnTo>
                    <a:pt x="53820" y="18418"/>
                  </a:lnTo>
                  <a:lnTo>
                    <a:pt x="53718" y="16576"/>
                  </a:lnTo>
                  <a:lnTo>
                    <a:pt x="53411" y="14734"/>
                  </a:lnTo>
                  <a:lnTo>
                    <a:pt x="52899" y="12995"/>
                  </a:lnTo>
                  <a:lnTo>
                    <a:pt x="52285" y="11255"/>
                  </a:lnTo>
                  <a:lnTo>
                    <a:pt x="51467" y="9618"/>
                  </a:lnTo>
                  <a:lnTo>
                    <a:pt x="50546" y="8186"/>
                  </a:lnTo>
                  <a:lnTo>
                    <a:pt x="49420" y="6753"/>
                  </a:lnTo>
                  <a:lnTo>
                    <a:pt x="48192" y="5423"/>
                  </a:lnTo>
                  <a:lnTo>
                    <a:pt x="46862" y="4195"/>
                  </a:lnTo>
                  <a:lnTo>
                    <a:pt x="45430" y="3172"/>
                  </a:lnTo>
                  <a:lnTo>
                    <a:pt x="43895" y="2251"/>
                  </a:lnTo>
                  <a:lnTo>
                    <a:pt x="42258" y="1433"/>
                  </a:lnTo>
                  <a:lnTo>
                    <a:pt x="40518" y="819"/>
                  </a:lnTo>
                  <a:lnTo>
                    <a:pt x="38677" y="410"/>
                  </a:lnTo>
                  <a:lnTo>
                    <a:pt x="36835" y="103"/>
                  </a:lnTo>
                  <a:lnTo>
                    <a:pt x="3499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3"/>
            <p:cNvSpPr/>
            <p:nvPr/>
          </p:nvSpPr>
          <p:spPr>
            <a:xfrm>
              <a:off x="5163150" y="1772900"/>
              <a:ext cx="1266225" cy="920900"/>
            </a:xfrm>
            <a:custGeom>
              <a:avLst/>
              <a:gdLst/>
              <a:ahLst/>
              <a:cxnLst/>
              <a:rect l="l" t="t" r="r" b="b"/>
              <a:pathLst>
                <a:path w="50649" h="36836" extrusionOk="0">
                  <a:moveTo>
                    <a:pt x="31822" y="1"/>
                  </a:moveTo>
                  <a:lnTo>
                    <a:pt x="30287" y="103"/>
                  </a:lnTo>
                  <a:lnTo>
                    <a:pt x="28855" y="205"/>
                  </a:lnTo>
                  <a:lnTo>
                    <a:pt x="27423" y="512"/>
                  </a:lnTo>
                  <a:lnTo>
                    <a:pt x="26092" y="921"/>
                  </a:lnTo>
                  <a:lnTo>
                    <a:pt x="24762" y="1433"/>
                  </a:lnTo>
                  <a:lnTo>
                    <a:pt x="23432" y="2047"/>
                  </a:lnTo>
                  <a:lnTo>
                    <a:pt x="22204" y="2661"/>
                  </a:lnTo>
                  <a:lnTo>
                    <a:pt x="21079" y="3479"/>
                  </a:lnTo>
                  <a:lnTo>
                    <a:pt x="19953" y="4298"/>
                  </a:lnTo>
                  <a:lnTo>
                    <a:pt x="18930" y="5321"/>
                  </a:lnTo>
                  <a:lnTo>
                    <a:pt x="18009" y="6242"/>
                  </a:lnTo>
                  <a:lnTo>
                    <a:pt x="17088" y="7368"/>
                  </a:lnTo>
                  <a:lnTo>
                    <a:pt x="16270" y="8493"/>
                  </a:lnTo>
                  <a:lnTo>
                    <a:pt x="15553" y="9721"/>
                  </a:lnTo>
                  <a:lnTo>
                    <a:pt x="14940" y="10949"/>
                  </a:lnTo>
                  <a:lnTo>
                    <a:pt x="14428" y="12279"/>
                  </a:lnTo>
                  <a:lnTo>
                    <a:pt x="1126" y="12279"/>
                  </a:lnTo>
                  <a:lnTo>
                    <a:pt x="1024" y="15451"/>
                  </a:lnTo>
                  <a:lnTo>
                    <a:pt x="819" y="18520"/>
                  </a:lnTo>
                  <a:lnTo>
                    <a:pt x="513" y="21488"/>
                  </a:lnTo>
                  <a:lnTo>
                    <a:pt x="1" y="24557"/>
                  </a:lnTo>
                  <a:lnTo>
                    <a:pt x="14428" y="24557"/>
                  </a:lnTo>
                  <a:lnTo>
                    <a:pt x="14940" y="25887"/>
                  </a:lnTo>
                  <a:lnTo>
                    <a:pt x="15553" y="27115"/>
                  </a:lnTo>
                  <a:lnTo>
                    <a:pt x="16270" y="28343"/>
                  </a:lnTo>
                  <a:lnTo>
                    <a:pt x="17088" y="29469"/>
                  </a:lnTo>
                  <a:lnTo>
                    <a:pt x="18009" y="30594"/>
                  </a:lnTo>
                  <a:lnTo>
                    <a:pt x="18930" y="31617"/>
                  </a:lnTo>
                  <a:lnTo>
                    <a:pt x="19953" y="32538"/>
                  </a:lnTo>
                  <a:lnTo>
                    <a:pt x="21079" y="33357"/>
                  </a:lnTo>
                  <a:lnTo>
                    <a:pt x="22204" y="34175"/>
                  </a:lnTo>
                  <a:lnTo>
                    <a:pt x="23432" y="34891"/>
                  </a:lnTo>
                  <a:lnTo>
                    <a:pt x="24762" y="35403"/>
                  </a:lnTo>
                  <a:lnTo>
                    <a:pt x="26092" y="35915"/>
                  </a:lnTo>
                  <a:lnTo>
                    <a:pt x="27423" y="36324"/>
                  </a:lnTo>
                  <a:lnTo>
                    <a:pt x="28855" y="36631"/>
                  </a:lnTo>
                  <a:lnTo>
                    <a:pt x="30287" y="36836"/>
                  </a:lnTo>
                  <a:lnTo>
                    <a:pt x="31822" y="36836"/>
                  </a:lnTo>
                  <a:lnTo>
                    <a:pt x="33664" y="36733"/>
                  </a:lnTo>
                  <a:lnTo>
                    <a:pt x="35506" y="36529"/>
                  </a:lnTo>
                  <a:lnTo>
                    <a:pt x="37347" y="36017"/>
                  </a:lnTo>
                  <a:lnTo>
                    <a:pt x="39087" y="35403"/>
                  </a:lnTo>
                  <a:lnTo>
                    <a:pt x="40724" y="34585"/>
                  </a:lnTo>
                  <a:lnTo>
                    <a:pt x="42259" y="33664"/>
                  </a:lnTo>
                  <a:lnTo>
                    <a:pt x="43691" y="32640"/>
                  </a:lnTo>
                  <a:lnTo>
                    <a:pt x="45021" y="31413"/>
                  </a:lnTo>
                  <a:lnTo>
                    <a:pt x="46249" y="30185"/>
                  </a:lnTo>
                  <a:lnTo>
                    <a:pt x="47375" y="28752"/>
                  </a:lnTo>
                  <a:lnTo>
                    <a:pt x="48296" y="27218"/>
                  </a:lnTo>
                  <a:lnTo>
                    <a:pt x="49114" y="25580"/>
                  </a:lnTo>
                  <a:lnTo>
                    <a:pt x="49728" y="23943"/>
                  </a:lnTo>
                  <a:lnTo>
                    <a:pt x="50240" y="22102"/>
                  </a:lnTo>
                  <a:lnTo>
                    <a:pt x="50547" y="20362"/>
                  </a:lnTo>
                  <a:lnTo>
                    <a:pt x="50649" y="18418"/>
                  </a:lnTo>
                  <a:lnTo>
                    <a:pt x="50547" y="16576"/>
                  </a:lnTo>
                  <a:lnTo>
                    <a:pt x="50240" y="14735"/>
                  </a:lnTo>
                  <a:lnTo>
                    <a:pt x="49728" y="12995"/>
                  </a:lnTo>
                  <a:lnTo>
                    <a:pt x="49114" y="11256"/>
                  </a:lnTo>
                  <a:lnTo>
                    <a:pt x="48296" y="9619"/>
                  </a:lnTo>
                  <a:lnTo>
                    <a:pt x="47375" y="8186"/>
                  </a:lnTo>
                  <a:lnTo>
                    <a:pt x="46249" y="6754"/>
                  </a:lnTo>
                  <a:lnTo>
                    <a:pt x="45021" y="5424"/>
                  </a:lnTo>
                  <a:lnTo>
                    <a:pt x="43691" y="4196"/>
                  </a:lnTo>
                  <a:lnTo>
                    <a:pt x="42259" y="3173"/>
                  </a:lnTo>
                  <a:lnTo>
                    <a:pt x="40724" y="2252"/>
                  </a:lnTo>
                  <a:lnTo>
                    <a:pt x="39087" y="1433"/>
                  </a:lnTo>
                  <a:lnTo>
                    <a:pt x="37347" y="819"/>
                  </a:lnTo>
                  <a:lnTo>
                    <a:pt x="35506" y="410"/>
                  </a:lnTo>
                  <a:lnTo>
                    <a:pt x="33664" y="103"/>
                  </a:lnTo>
                  <a:lnTo>
                    <a:pt x="3182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3"/>
            <p:cNvSpPr/>
            <p:nvPr/>
          </p:nvSpPr>
          <p:spPr>
            <a:xfrm>
              <a:off x="4963650" y="2693775"/>
              <a:ext cx="1465725" cy="1227850"/>
            </a:xfrm>
            <a:custGeom>
              <a:avLst/>
              <a:gdLst/>
              <a:ahLst/>
              <a:cxnLst/>
              <a:rect l="l" t="t" r="r" b="b"/>
              <a:pathLst>
                <a:path w="58629" h="49114" extrusionOk="0">
                  <a:moveTo>
                    <a:pt x="4809" y="1"/>
                  </a:moveTo>
                  <a:lnTo>
                    <a:pt x="4400" y="1228"/>
                  </a:lnTo>
                  <a:lnTo>
                    <a:pt x="3990" y="2354"/>
                  </a:lnTo>
                  <a:lnTo>
                    <a:pt x="2967" y="4810"/>
                  </a:lnTo>
                  <a:lnTo>
                    <a:pt x="1637" y="7981"/>
                  </a:lnTo>
                  <a:lnTo>
                    <a:pt x="0" y="12279"/>
                  </a:lnTo>
                  <a:lnTo>
                    <a:pt x="12688" y="12279"/>
                  </a:lnTo>
                  <a:lnTo>
                    <a:pt x="23124" y="22818"/>
                  </a:lnTo>
                  <a:lnTo>
                    <a:pt x="22408" y="24660"/>
                  </a:lnTo>
                  <a:lnTo>
                    <a:pt x="21794" y="26604"/>
                  </a:lnTo>
                  <a:lnTo>
                    <a:pt x="21487" y="28650"/>
                  </a:lnTo>
                  <a:lnTo>
                    <a:pt x="21385" y="30696"/>
                  </a:lnTo>
                  <a:lnTo>
                    <a:pt x="21487" y="32640"/>
                  </a:lnTo>
                  <a:lnTo>
                    <a:pt x="21794" y="34380"/>
                  </a:lnTo>
                  <a:lnTo>
                    <a:pt x="22203" y="36222"/>
                  </a:lnTo>
                  <a:lnTo>
                    <a:pt x="22817" y="37859"/>
                  </a:lnTo>
                  <a:lnTo>
                    <a:pt x="23636" y="39496"/>
                  </a:lnTo>
                  <a:lnTo>
                    <a:pt x="24557" y="41031"/>
                  </a:lnTo>
                  <a:lnTo>
                    <a:pt x="25580" y="42463"/>
                  </a:lnTo>
                  <a:lnTo>
                    <a:pt x="26808" y="43691"/>
                  </a:lnTo>
                  <a:lnTo>
                    <a:pt x="28036" y="44919"/>
                  </a:lnTo>
                  <a:lnTo>
                    <a:pt x="29468" y="45942"/>
                  </a:lnTo>
                  <a:lnTo>
                    <a:pt x="31003" y="46863"/>
                  </a:lnTo>
                  <a:lnTo>
                    <a:pt x="32640" y="47681"/>
                  </a:lnTo>
                  <a:lnTo>
                    <a:pt x="34277" y="48295"/>
                  </a:lnTo>
                  <a:lnTo>
                    <a:pt x="36119" y="48807"/>
                  </a:lnTo>
                  <a:lnTo>
                    <a:pt x="37961" y="49012"/>
                  </a:lnTo>
                  <a:lnTo>
                    <a:pt x="39802" y="49114"/>
                  </a:lnTo>
                  <a:lnTo>
                    <a:pt x="41644" y="49012"/>
                  </a:lnTo>
                  <a:lnTo>
                    <a:pt x="43486" y="48807"/>
                  </a:lnTo>
                  <a:lnTo>
                    <a:pt x="45327" y="48295"/>
                  </a:lnTo>
                  <a:lnTo>
                    <a:pt x="47067" y="47681"/>
                  </a:lnTo>
                  <a:lnTo>
                    <a:pt x="48704" y="46863"/>
                  </a:lnTo>
                  <a:lnTo>
                    <a:pt x="50239" y="45942"/>
                  </a:lnTo>
                  <a:lnTo>
                    <a:pt x="51671" y="44919"/>
                  </a:lnTo>
                  <a:lnTo>
                    <a:pt x="53001" y="43691"/>
                  </a:lnTo>
                  <a:lnTo>
                    <a:pt x="54229" y="42463"/>
                  </a:lnTo>
                  <a:lnTo>
                    <a:pt x="55355" y="41031"/>
                  </a:lnTo>
                  <a:lnTo>
                    <a:pt x="56276" y="39496"/>
                  </a:lnTo>
                  <a:lnTo>
                    <a:pt x="57094" y="37859"/>
                  </a:lnTo>
                  <a:lnTo>
                    <a:pt x="57708" y="36222"/>
                  </a:lnTo>
                  <a:lnTo>
                    <a:pt x="58220" y="34380"/>
                  </a:lnTo>
                  <a:lnTo>
                    <a:pt x="58527" y="32640"/>
                  </a:lnTo>
                  <a:lnTo>
                    <a:pt x="58629" y="30696"/>
                  </a:lnTo>
                  <a:lnTo>
                    <a:pt x="58527" y="28855"/>
                  </a:lnTo>
                  <a:lnTo>
                    <a:pt x="58220" y="27013"/>
                  </a:lnTo>
                  <a:lnTo>
                    <a:pt x="57708" y="25273"/>
                  </a:lnTo>
                  <a:lnTo>
                    <a:pt x="57094" y="23534"/>
                  </a:lnTo>
                  <a:lnTo>
                    <a:pt x="56276" y="21897"/>
                  </a:lnTo>
                  <a:lnTo>
                    <a:pt x="55355" y="20464"/>
                  </a:lnTo>
                  <a:lnTo>
                    <a:pt x="54229" y="19032"/>
                  </a:lnTo>
                  <a:lnTo>
                    <a:pt x="53001" y="17702"/>
                  </a:lnTo>
                  <a:lnTo>
                    <a:pt x="51671" y="16474"/>
                  </a:lnTo>
                  <a:lnTo>
                    <a:pt x="50239" y="15451"/>
                  </a:lnTo>
                  <a:lnTo>
                    <a:pt x="48704" y="14530"/>
                  </a:lnTo>
                  <a:lnTo>
                    <a:pt x="47067" y="13711"/>
                  </a:lnTo>
                  <a:lnTo>
                    <a:pt x="45327" y="13097"/>
                  </a:lnTo>
                  <a:lnTo>
                    <a:pt x="43486" y="12688"/>
                  </a:lnTo>
                  <a:lnTo>
                    <a:pt x="41644" y="12381"/>
                  </a:lnTo>
                  <a:lnTo>
                    <a:pt x="39802" y="12279"/>
                  </a:lnTo>
                  <a:lnTo>
                    <a:pt x="37654" y="12381"/>
                  </a:lnTo>
                  <a:lnTo>
                    <a:pt x="35709" y="12790"/>
                  </a:lnTo>
                  <a:lnTo>
                    <a:pt x="33765" y="13302"/>
                  </a:lnTo>
                  <a:lnTo>
                    <a:pt x="31924" y="14121"/>
                  </a:lnTo>
                  <a:lnTo>
                    <a:pt x="178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8" name="Google Shape;758;p23"/>
          <p:cNvGrpSpPr/>
          <p:nvPr/>
        </p:nvGrpSpPr>
        <p:grpSpPr>
          <a:xfrm>
            <a:off x="5062859" y="2669057"/>
            <a:ext cx="472142" cy="472112"/>
            <a:chOff x="-44512325" y="3176075"/>
            <a:chExt cx="300900" cy="300900"/>
          </a:xfrm>
        </p:grpSpPr>
        <p:sp>
          <p:nvSpPr>
            <p:cNvPr id="759" name="Google Shape;759;p23"/>
            <p:cNvSpPr/>
            <p:nvPr/>
          </p:nvSpPr>
          <p:spPr>
            <a:xfrm>
              <a:off x="-44512325" y="3176075"/>
              <a:ext cx="300900" cy="300900"/>
            </a:xfrm>
            <a:custGeom>
              <a:avLst/>
              <a:gdLst/>
              <a:ahLst/>
              <a:cxnLst/>
              <a:rect l="l" t="t" r="r" b="b"/>
              <a:pathLst>
                <a:path w="12036" h="12036" extrusionOk="0">
                  <a:moveTo>
                    <a:pt x="3246" y="2868"/>
                  </a:moveTo>
                  <a:cubicBezTo>
                    <a:pt x="3435" y="2868"/>
                    <a:pt x="3592" y="3025"/>
                    <a:pt x="3592" y="3246"/>
                  </a:cubicBezTo>
                  <a:cubicBezTo>
                    <a:pt x="3592" y="3435"/>
                    <a:pt x="3435" y="3592"/>
                    <a:pt x="3246" y="3592"/>
                  </a:cubicBezTo>
                  <a:cubicBezTo>
                    <a:pt x="3057" y="3592"/>
                    <a:pt x="2899" y="3435"/>
                    <a:pt x="2899" y="3246"/>
                  </a:cubicBezTo>
                  <a:cubicBezTo>
                    <a:pt x="2899" y="3025"/>
                    <a:pt x="3057" y="2868"/>
                    <a:pt x="3246" y="2868"/>
                  </a:cubicBezTo>
                  <a:close/>
                  <a:moveTo>
                    <a:pt x="8854" y="2868"/>
                  </a:moveTo>
                  <a:cubicBezTo>
                    <a:pt x="9043" y="2868"/>
                    <a:pt x="9200" y="3025"/>
                    <a:pt x="9200" y="3246"/>
                  </a:cubicBezTo>
                  <a:cubicBezTo>
                    <a:pt x="9200" y="3435"/>
                    <a:pt x="9043" y="3592"/>
                    <a:pt x="8854" y="3592"/>
                  </a:cubicBezTo>
                  <a:cubicBezTo>
                    <a:pt x="8665" y="3592"/>
                    <a:pt x="8507" y="3435"/>
                    <a:pt x="8507" y="3246"/>
                  </a:cubicBezTo>
                  <a:cubicBezTo>
                    <a:pt x="8507" y="3025"/>
                    <a:pt x="8665" y="2868"/>
                    <a:pt x="8854" y="2868"/>
                  </a:cubicBezTo>
                  <a:close/>
                  <a:moveTo>
                    <a:pt x="6774" y="3277"/>
                  </a:moveTo>
                  <a:cubicBezTo>
                    <a:pt x="6963" y="3277"/>
                    <a:pt x="7121" y="3435"/>
                    <a:pt x="7121" y="3624"/>
                  </a:cubicBezTo>
                  <a:lnTo>
                    <a:pt x="7121" y="3876"/>
                  </a:lnTo>
                  <a:cubicBezTo>
                    <a:pt x="7247" y="3907"/>
                    <a:pt x="7341" y="3970"/>
                    <a:pt x="7467" y="4065"/>
                  </a:cubicBezTo>
                  <a:lnTo>
                    <a:pt x="7656" y="3939"/>
                  </a:lnTo>
                  <a:cubicBezTo>
                    <a:pt x="7706" y="3919"/>
                    <a:pt x="7766" y="3908"/>
                    <a:pt x="7825" y="3908"/>
                  </a:cubicBezTo>
                  <a:cubicBezTo>
                    <a:pt x="7955" y="3908"/>
                    <a:pt x="8086" y="3957"/>
                    <a:pt x="8129" y="4065"/>
                  </a:cubicBezTo>
                  <a:lnTo>
                    <a:pt x="8854" y="5294"/>
                  </a:lnTo>
                  <a:cubicBezTo>
                    <a:pt x="8917" y="5451"/>
                    <a:pt x="8885" y="5672"/>
                    <a:pt x="8728" y="5735"/>
                  </a:cubicBezTo>
                  <a:lnTo>
                    <a:pt x="8539" y="5861"/>
                  </a:lnTo>
                  <a:lnTo>
                    <a:pt x="8539" y="6270"/>
                  </a:lnTo>
                  <a:lnTo>
                    <a:pt x="8728" y="6396"/>
                  </a:lnTo>
                  <a:cubicBezTo>
                    <a:pt x="8885" y="6459"/>
                    <a:pt x="8980" y="6711"/>
                    <a:pt x="8854" y="6869"/>
                  </a:cubicBezTo>
                  <a:lnTo>
                    <a:pt x="8129" y="8066"/>
                  </a:lnTo>
                  <a:cubicBezTo>
                    <a:pt x="8043" y="8174"/>
                    <a:pt x="7927" y="8222"/>
                    <a:pt x="7812" y="8222"/>
                  </a:cubicBezTo>
                  <a:cubicBezTo>
                    <a:pt x="7759" y="8222"/>
                    <a:pt x="7706" y="8212"/>
                    <a:pt x="7656" y="8192"/>
                  </a:cubicBezTo>
                  <a:lnTo>
                    <a:pt x="7467" y="8066"/>
                  </a:lnTo>
                  <a:cubicBezTo>
                    <a:pt x="7341" y="8160"/>
                    <a:pt x="7215" y="8223"/>
                    <a:pt x="7121" y="8255"/>
                  </a:cubicBezTo>
                  <a:lnTo>
                    <a:pt x="7121" y="8507"/>
                  </a:lnTo>
                  <a:cubicBezTo>
                    <a:pt x="7121" y="8696"/>
                    <a:pt x="6963" y="8854"/>
                    <a:pt x="6774" y="8854"/>
                  </a:cubicBezTo>
                  <a:lnTo>
                    <a:pt x="5357" y="8854"/>
                  </a:lnTo>
                  <a:cubicBezTo>
                    <a:pt x="5136" y="8854"/>
                    <a:pt x="4978" y="8696"/>
                    <a:pt x="4978" y="8507"/>
                  </a:cubicBezTo>
                  <a:lnTo>
                    <a:pt x="4978" y="8255"/>
                  </a:lnTo>
                  <a:cubicBezTo>
                    <a:pt x="4884" y="8223"/>
                    <a:pt x="4758" y="8160"/>
                    <a:pt x="4632" y="8066"/>
                  </a:cubicBezTo>
                  <a:lnTo>
                    <a:pt x="4443" y="8192"/>
                  </a:lnTo>
                  <a:cubicBezTo>
                    <a:pt x="4393" y="8212"/>
                    <a:pt x="4334" y="8222"/>
                    <a:pt x="4274" y="8222"/>
                  </a:cubicBezTo>
                  <a:cubicBezTo>
                    <a:pt x="4145" y="8222"/>
                    <a:pt x="4013" y="8174"/>
                    <a:pt x="3970" y="8066"/>
                  </a:cubicBezTo>
                  <a:lnTo>
                    <a:pt x="3246" y="6869"/>
                  </a:lnTo>
                  <a:cubicBezTo>
                    <a:pt x="3183" y="6680"/>
                    <a:pt x="3214" y="6459"/>
                    <a:pt x="3372" y="6396"/>
                  </a:cubicBezTo>
                  <a:lnTo>
                    <a:pt x="3561" y="6270"/>
                  </a:lnTo>
                  <a:lnTo>
                    <a:pt x="3561" y="5861"/>
                  </a:lnTo>
                  <a:lnTo>
                    <a:pt x="3372" y="5735"/>
                  </a:lnTo>
                  <a:cubicBezTo>
                    <a:pt x="3214" y="5672"/>
                    <a:pt x="3151" y="5420"/>
                    <a:pt x="3246" y="5294"/>
                  </a:cubicBezTo>
                  <a:lnTo>
                    <a:pt x="3970" y="4065"/>
                  </a:lnTo>
                  <a:cubicBezTo>
                    <a:pt x="4013" y="3958"/>
                    <a:pt x="4142" y="3880"/>
                    <a:pt x="4270" y="3880"/>
                  </a:cubicBezTo>
                  <a:cubicBezTo>
                    <a:pt x="4331" y="3880"/>
                    <a:pt x="4392" y="3898"/>
                    <a:pt x="4443" y="3939"/>
                  </a:cubicBezTo>
                  <a:lnTo>
                    <a:pt x="4632" y="4065"/>
                  </a:lnTo>
                  <a:cubicBezTo>
                    <a:pt x="4758" y="3970"/>
                    <a:pt x="4884" y="3907"/>
                    <a:pt x="4978" y="3876"/>
                  </a:cubicBezTo>
                  <a:lnTo>
                    <a:pt x="4978" y="3624"/>
                  </a:lnTo>
                  <a:cubicBezTo>
                    <a:pt x="4978" y="3435"/>
                    <a:pt x="5136" y="3277"/>
                    <a:pt x="5357" y="3277"/>
                  </a:cubicBezTo>
                  <a:close/>
                  <a:moveTo>
                    <a:pt x="3246" y="8475"/>
                  </a:moveTo>
                  <a:cubicBezTo>
                    <a:pt x="3435" y="8475"/>
                    <a:pt x="3592" y="8633"/>
                    <a:pt x="3592" y="8822"/>
                  </a:cubicBezTo>
                  <a:cubicBezTo>
                    <a:pt x="3592" y="9043"/>
                    <a:pt x="3435" y="9169"/>
                    <a:pt x="3246" y="9169"/>
                  </a:cubicBezTo>
                  <a:cubicBezTo>
                    <a:pt x="3057" y="9169"/>
                    <a:pt x="2899" y="9011"/>
                    <a:pt x="2899" y="8822"/>
                  </a:cubicBezTo>
                  <a:cubicBezTo>
                    <a:pt x="2899" y="8633"/>
                    <a:pt x="3057" y="8475"/>
                    <a:pt x="3246" y="8475"/>
                  </a:cubicBezTo>
                  <a:close/>
                  <a:moveTo>
                    <a:pt x="8854" y="8475"/>
                  </a:moveTo>
                  <a:cubicBezTo>
                    <a:pt x="9043" y="8475"/>
                    <a:pt x="9200" y="8633"/>
                    <a:pt x="9200" y="8822"/>
                  </a:cubicBezTo>
                  <a:cubicBezTo>
                    <a:pt x="9200" y="9043"/>
                    <a:pt x="9043" y="9169"/>
                    <a:pt x="8854" y="9169"/>
                  </a:cubicBezTo>
                  <a:cubicBezTo>
                    <a:pt x="8665" y="9169"/>
                    <a:pt x="8507" y="9011"/>
                    <a:pt x="8507" y="8822"/>
                  </a:cubicBezTo>
                  <a:cubicBezTo>
                    <a:pt x="8507" y="8633"/>
                    <a:pt x="8665" y="8475"/>
                    <a:pt x="8854" y="8475"/>
                  </a:cubicBezTo>
                  <a:close/>
                  <a:moveTo>
                    <a:pt x="3183" y="1"/>
                  </a:moveTo>
                  <a:cubicBezTo>
                    <a:pt x="2994" y="1"/>
                    <a:pt x="2836" y="158"/>
                    <a:pt x="2836" y="347"/>
                  </a:cubicBezTo>
                  <a:lnTo>
                    <a:pt x="2836" y="1418"/>
                  </a:lnTo>
                  <a:lnTo>
                    <a:pt x="2458" y="1418"/>
                  </a:lnTo>
                  <a:cubicBezTo>
                    <a:pt x="1891" y="1418"/>
                    <a:pt x="1418" y="1891"/>
                    <a:pt x="1418" y="2490"/>
                  </a:cubicBezTo>
                  <a:lnTo>
                    <a:pt x="1418" y="2836"/>
                  </a:lnTo>
                  <a:lnTo>
                    <a:pt x="347" y="2836"/>
                  </a:lnTo>
                  <a:cubicBezTo>
                    <a:pt x="158" y="2836"/>
                    <a:pt x="1" y="2994"/>
                    <a:pt x="1" y="3183"/>
                  </a:cubicBezTo>
                  <a:cubicBezTo>
                    <a:pt x="1" y="3372"/>
                    <a:pt x="158" y="3529"/>
                    <a:pt x="347" y="3529"/>
                  </a:cubicBezTo>
                  <a:lnTo>
                    <a:pt x="1418" y="3529"/>
                  </a:lnTo>
                  <a:lnTo>
                    <a:pt x="1418" y="4254"/>
                  </a:lnTo>
                  <a:lnTo>
                    <a:pt x="347" y="4254"/>
                  </a:lnTo>
                  <a:cubicBezTo>
                    <a:pt x="158" y="4254"/>
                    <a:pt x="1" y="4411"/>
                    <a:pt x="1" y="4600"/>
                  </a:cubicBezTo>
                  <a:cubicBezTo>
                    <a:pt x="1" y="4821"/>
                    <a:pt x="158" y="4978"/>
                    <a:pt x="347" y="4978"/>
                  </a:cubicBezTo>
                  <a:lnTo>
                    <a:pt x="1418" y="4978"/>
                  </a:lnTo>
                  <a:lnTo>
                    <a:pt x="1418" y="5672"/>
                  </a:lnTo>
                  <a:lnTo>
                    <a:pt x="347" y="5672"/>
                  </a:lnTo>
                  <a:cubicBezTo>
                    <a:pt x="158" y="5672"/>
                    <a:pt x="1" y="5829"/>
                    <a:pt x="1" y="6018"/>
                  </a:cubicBezTo>
                  <a:cubicBezTo>
                    <a:pt x="1" y="6239"/>
                    <a:pt x="158" y="6396"/>
                    <a:pt x="347" y="6396"/>
                  </a:cubicBezTo>
                  <a:lnTo>
                    <a:pt x="1418" y="6396"/>
                  </a:lnTo>
                  <a:lnTo>
                    <a:pt x="1418" y="7089"/>
                  </a:lnTo>
                  <a:lnTo>
                    <a:pt x="347" y="7089"/>
                  </a:lnTo>
                  <a:cubicBezTo>
                    <a:pt x="158" y="7089"/>
                    <a:pt x="1" y="7247"/>
                    <a:pt x="1" y="7436"/>
                  </a:cubicBezTo>
                  <a:cubicBezTo>
                    <a:pt x="1" y="7656"/>
                    <a:pt x="158" y="7814"/>
                    <a:pt x="347" y="7814"/>
                  </a:cubicBezTo>
                  <a:lnTo>
                    <a:pt x="1418" y="7814"/>
                  </a:lnTo>
                  <a:lnTo>
                    <a:pt x="1418" y="8507"/>
                  </a:lnTo>
                  <a:lnTo>
                    <a:pt x="347" y="8507"/>
                  </a:lnTo>
                  <a:cubicBezTo>
                    <a:pt x="158" y="8507"/>
                    <a:pt x="1" y="8665"/>
                    <a:pt x="1" y="8854"/>
                  </a:cubicBezTo>
                  <a:cubicBezTo>
                    <a:pt x="1" y="9074"/>
                    <a:pt x="158" y="9232"/>
                    <a:pt x="347" y="9232"/>
                  </a:cubicBezTo>
                  <a:lnTo>
                    <a:pt x="1418" y="9232"/>
                  </a:lnTo>
                  <a:lnTo>
                    <a:pt x="1418" y="9578"/>
                  </a:lnTo>
                  <a:cubicBezTo>
                    <a:pt x="1418" y="10177"/>
                    <a:pt x="1891" y="10618"/>
                    <a:pt x="2458" y="10618"/>
                  </a:cubicBezTo>
                  <a:lnTo>
                    <a:pt x="2836" y="10618"/>
                  </a:lnTo>
                  <a:lnTo>
                    <a:pt x="2836" y="11689"/>
                  </a:lnTo>
                  <a:cubicBezTo>
                    <a:pt x="2836" y="11878"/>
                    <a:pt x="2994" y="12036"/>
                    <a:pt x="3183" y="12036"/>
                  </a:cubicBezTo>
                  <a:cubicBezTo>
                    <a:pt x="3372" y="12036"/>
                    <a:pt x="3529" y="11878"/>
                    <a:pt x="3529" y="11689"/>
                  </a:cubicBezTo>
                  <a:lnTo>
                    <a:pt x="3529" y="10618"/>
                  </a:lnTo>
                  <a:lnTo>
                    <a:pt x="4254" y="10618"/>
                  </a:lnTo>
                  <a:lnTo>
                    <a:pt x="4254" y="11689"/>
                  </a:lnTo>
                  <a:cubicBezTo>
                    <a:pt x="4254" y="11878"/>
                    <a:pt x="4411" y="12036"/>
                    <a:pt x="4600" y="12036"/>
                  </a:cubicBezTo>
                  <a:cubicBezTo>
                    <a:pt x="4789" y="12036"/>
                    <a:pt x="4947" y="11878"/>
                    <a:pt x="4947" y="11689"/>
                  </a:cubicBezTo>
                  <a:lnTo>
                    <a:pt x="4947" y="10618"/>
                  </a:lnTo>
                  <a:lnTo>
                    <a:pt x="5672" y="10618"/>
                  </a:lnTo>
                  <a:lnTo>
                    <a:pt x="5672" y="11689"/>
                  </a:lnTo>
                  <a:cubicBezTo>
                    <a:pt x="5672" y="11878"/>
                    <a:pt x="5829" y="12036"/>
                    <a:pt x="6018" y="12036"/>
                  </a:cubicBezTo>
                  <a:cubicBezTo>
                    <a:pt x="6207" y="12036"/>
                    <a:pt x="6365" y="11878"/>
                    <a:pt x="6365" y="11689"/>
                  </a:cubicBezTo>
                  <a:lnTo>
                    <a:pt x="6365" y="10618"/>
                  </a:lnTo>
                  <a:lnTo>
                    <a:pt x="7089" y="10618"/>
                  </a:lnTo>
                  <a:lnTo>
                    <a:pt x="7089" y="11689"/>
                  </a:lnTo>
                  <a:cubicBezTo>
                    <a:pt x="7089" y="11878"/>
                    <a:pt x="7247" y="12036"/>
                    <a:pt x="7436" y="12036"/>
                  </a:cubicBezTo>
                  <a:cubicBezTo>
                    <a:pt x="7625" y="12036"/>
                    <a:pt x="7782" y="11878"/>
                    <a:pt x="7782" y="11689"/>
                  </a:cubicBezTo>
                  <a:lnTo>
                    <a:pt x="7782" y="10618"/>
                  </a:lnTo>
                  <a:lnTo>
                    <a:pt x="8507" y="10618"/>
                  </a:lnTo>
                  <a:lnTo>
                    <a:pt x="8507" y="11689"/>
                  </a:lnTo>
                  <a:cubicBezTo>
                    <a:pt x="8507" y="11878"/>
                    <a:pt x="8665" y="12036"/>
                    <a:pt x="8854" y="12036"/>
                  </a:cubicBezTo>
                  <a:cubicBezTo>
                    <a:pt x="9043" y="12036"/>
                    <a:pt x="9200" y="11878"/>
                    <a:pt x="9200" y="11689"/>
                  </a:cubicBezTo>
                  <a:lnTo>
                    <a:pt x="9200" y="10618"/>
                  </a:lnTo>
                  <a:lnTo>
                    <a:pt x="9547" y="10618"/>
                  </a:lnTo>
                  <a:cubicBezTo>
                    <a:pt x="10145" y="10618"/>
                    <a:pt x="10618" y="10177"/>
                    <a:pt x="10618" y="9578"/>
                  </a:cubicBezTo>
                  <a:lnTo>
                    <a:pt x="10618" y="9232"/>
                  </a:lnTo>
                  <a:lnTo>
                    <a:pt x="11689" y="9232"/>
                  </a:lnTo>
                  <a:cubicBezTo>
                    <a:pt x="11878" y="9232"/>
                    <a:pt x="12036" y="9074"/>
                    <a:pt x="12036" y="8854"/>
                  </a:cubicBezTo>
                  <a:cubicBezTo>
                    <a:pt x="12036" y="8665"/>
                    <a:pt x="11878" y="8507"/>
                    <a:pt x="11689" y="8507"/>
                  </a:cubicBezTo>
                  <a:lnTo>
                    <a:pt x="10618" y="8507"/>
                  </a:lnTo>
                  <a:lnTo>
                    <a:pt x="10618" y="7814"/>
                  </a:lnTo>
                  <a:lnTo>
                    <a:pt x="11689" y="7814"/>
                  </a:lnTo>
                  <a:cubicBezTo>
                    <a:pt x="11878" y="7814"/>
                    <a:pt x="12036" y="7656"/>
                    <a:pt x="12036" y="7436"/>
                  </a:cubicBezTo>
                  <a:cubicBezTo>
                    <a:pt x="12036" y="7247"/>
                    <a:pt x="11878" y="7089"/>
                    <a:pt x="11689" y="7089"/>
                  </a:cubicBezTo>
                  <a:lnTo>
                    <a:pt x="10618" y="7089"/>
                  </a:lnTo>
                  <a:lnTo>
                    <a:pt x="10618" y="6396"/>
                  </a:lnTo>
                  <a:lnTo>
                    <a:pt x="11689" y="6396"/>
                  </a:lnTo>
                  <a:cubicBezTo>
                    <a:pt x="11878" y="6396"/>
                    <a:pt x="12036" y="6239"/>
                    <a:pt x="12036" y="6018"/>
                  </a:cubicBezTo>
                  <a:cubicBezTo>
                    <a:pt x="12036" y="5829"/>
                    <a:pt x="11878" y="5672"/>
                    <a:pt x="11689" y="5672"/>
                  </a:cubicBezTo>
                  <a:lnTo>
                    <a:pt x="10618" y="5672"/>
                  </a:lnTo>
                  <a:lnTo>
                    <a:pt x="10618" y="4978"/>
                  </a:lnTo>
                  <a:lnTo>
                    <a:pt x="11689" y="4978"/>
                  </a:lnTo>
                  <a:cubicBezTo>
                    <a:pt x="11878" y="4978"/>
                    <a:pt x="12036" y="4821"/>
                    <a:pt x="12036" y="4600"/>
                  </a:cubicBezTo>
                  <a:cubicBezTo>
                    <a:pt x="12036" y="4411"/>
                    <a:pt x="11878" y="4254"/>
                    <a:pt x="11689" y="4254"/>
                  </a:cubicBezTo>
                  <a:lnTo>
                    <a:pt x="10618" y="4254"/>
                  </a:lnTo>
                  <a:lnTo>
                    <a:pt x="10618" y="3529"/>
                  </a:lnTo>
                  <a:lnTo>
                    <a:pt x="11689" y="3529"/>
                  </a:lnTo>
                  <a:cubicBezTo>
                    <a:pt x="11878" y="3529"/>
                    <a:pt x="12036" y="3372"/>
                    <a:pt x="12036" y="3183"/>
                  </a:cubicBezTo>
                  <a:cubicBezTo>
                    <a:pt x="12036" y="2994"/>
                    <a:pt x="11878" y="2836"/>
                    <a:pt x="11689" y="2836"/>
                  </a:cubicBezTo>
                  <a:lnTo>
                    <a:pt x="10618" y="2836"/>
                  </a:lnTo>
                  <a:lnTo>
                    <a:pt x="10618" y="2490"/>
                  </a:lnTo>
                  <a:cubicBezTo>
                    <a:pt x="10618" y="1891"/>
                    <a:pt x="10145" y="1418"/>
                    <a:pt x="9547" y="1418"/>
                  </a:cubicBezTo>
                  <a:lnTo>
                    <a:pt x="9200" y="1418"/>
                  </a:lnTo>
                  <a:lnTo>
                    <a:pt x="9200" y="347"/>
                  </a:lnTo>
                  <a:cubicBezTo>
                    <a:pt x="9200" y="158"/>
                    <a:pt x="9043" y="1"/>
                    <a:pt x="8854" y="1"/>
                  </a:cubicBezTo>
                  <a:cubicBezTo>
                    <a:pt x="8665" y="1"/>
                    <a:pt x="8507" y="158"/>
                    <a:pt x="8507" y="347"/>
                  </a:cubicBezTo>
                  <a:lnTo>
                    <a:pt x="8507" y="1418"/>
                  </a:lnTo>
                  <a:lnTo>
                    <a:pt x="7782" y="1418"/>
                  </a:lnTo>
                  <a:lnTo>
                    <a:pt x="7782" y="347"/>
                  </a:lnTo>
                  <a:cubicBezTo>
                    <a:pt x="7782" y="158"/>
                    <a:pt x="7625" y="1"/>
                    <a:pt x="7436" y="1"/>
                  </a:cubicBezTo>
                  <a:cubicBezTo>
                    <a:pt x="7247" y="1"/>
                    <a:pt x="7089" y="158"/>
                    <a:pt x="7089" y="347"/>
                  </a:cubicBezTo>
                  <a:lnTo>
                    <a:pt x="7089" y="1418"/>
                  </a:lnTo>
                  <a:lnTo>
                    <a:pt x="6365" y="1418"/>
                  </a:lnTo>
                  <a:lnTo>
                    <a:pt x="6365" y="347"/>
                  </a:lnTo>
                  <a:cubicBezTo>
                    <a:pt x="6365" y="158"/>
                    <a:pt x="6207" y="1"/>
                    <a:pt x="6018" y="1"/>
                  </a:cubicBezTo>
                  <a:cubicBezTo>
                    <a:pt x="5829" y="1"/>
                    <a:pt x="5672" y="158"/>
                    <a:pt x="5672" y="347"/>
                  </a:cubicBezTo>
                  <a:lnTo>
                    <a:pt x="5672" y="1418"/>
                  </a:lnTo>
                  <a:lnTo>
                    <a:pt x="4947" y="1418"/>
                  </a:lnTo>
                  <a:lnTo>
                    <a:pt x="4947" y="347"/>
                  </a:lnTo>
                  <a:cubicBezTo>
                    <a:pt x="4947" y="158"/>
                    <a:pt x="4789" y="1"/>
                    <a:pt x="4600" y="1"/>
                  </a:cubicBezTo>
                  <a:cubicBezTo>
                    <a:pt x="4411" y="1"/>
                    <a:pt x="4254" y="158"/>
                    <a:pt x="4254" y="347"/>
                  </a:cubicBezTo>
                  <a:lnTo>
                    <a:pt x="4254" y="1418"/>
                  </a:lnTo>
                  <a:lnTo>
                    <a:pt x="3529" y="1418"/>
                  </a:lnTo>
                  <a:lnTo>
                    <a:pt x="3529" y="347"/>
                  </a:lnTo>
                  <a:cubicBezTo>
                    <a:pt x="3529" y="158"/>
                    <a:pt x="3372" y="1"/>
                    <a:pt x="31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3"/>
            <p:cNvSpPr/>
            <p:nvPr/>
          </p:nvSpPr>
          <p:spPr>
            <a:xfrm>
              <a:off x="-44369750" y="3317850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3"/>
            <p:cNvSpPr/>
            <p:nvPr/>
          </p:nvSpPr>
          <p:spPr>
            <a:xfrm>
              <a:off x="-44411500" y="3275325"/>
              <a:ext cx="100825" cy="102400"/>
            </a:xfrm>
            <a:custGeom>
              <a:avLst/>
              <a:gdLst/>
              <a:ahLst/>
              <a:cxnLst/>
              <a:rect l="l" t="t" r="r" b="b"/>
              <a:pathLst>
                <a:path w="4033" h="4096" extrusionOk="0">
                  <a:moveTo>
                    <a:pt x="2017" y="1008"/>
                  </a:moveTo>
                  <a:cubicBezTo>
                    <a:pt x="2615" y="1008"/>
                    <a:pt x="3088" y="1481"/>
                    <a:pt x="3088" y="2048"/>
                  </a:cubicBezTo>
                  <a:cubicBezTo>
                    <a:pt x="3088" y="2647"/>
                    <a:pt x="2615" y="3119"/>
                    <a:pt x="2017" y="3119"/>
                  </a:cubicBezTo>
                  <a:cubicBezTo>
                    <a:pt x="1418" y="3119"/>
                    <a:pt x="945" y="2647"/>
                    <a:pt x="945" y="2048"/>
                  </a:cubicBezTo>
                  <a:cubicBezTo>
                    <a:pt x="945" y="1481"/>
                    <a:pt x="1418" y="1008"/>
                    <a:pt x="2017" y="1008"/>
                  </a:cubicBezTo>
                  <a:close/>
                  <a:moveTo>
                    <a:pt x="1670" y="0"/>
                  </a:moveTo>
                  <a:lnTo>
                    <a:pt x="1670" y="126"/>
                  </a:lnTo>
                  <a:cubicBezTo>
                    <a:pt x="1670" y="284"/>
                    <a:pt x="1576" y="410"/>
                    <a:pt x="1418" y="441"/>
                  </a:cubicBezTo>
                  <a:cubicBezTo>
                    <a:pt x="1229" y="536"/>
                    <a:pt x="1040" y="630"/>
                    <a:pt x="882" y="756"/>
                  </a:cubicBezTo>
                  <a:cubicBezTo>
                    <a:pt x="809" y="811"/>
                    <a:pt x="725" y="845"/>
                    <a:pt x="643" y="845"/>
                  </a:cubicBezTo>
                  <a:cubicBezTo>
                    <a:pt x="584" y="845"/>
                    <a:pt x="526" y="828"/>
                    <a:pt x="473" y="788"/>
                  </a:cubicBezTo>
                  <a:lnTo>
                    <a:pt x="347" y="725"/>
                  </a:lnTo>
                  <a:lnTo>
                    <a:pt x="0" y="1324"/>
                  </a:lnTo>
                  <a:lnTo>
                    <a:pt x="126" y="1387"/>
                  </a:lnTo>
                  <a:cubicBezTo>
                    <a:pt x="252" y="1481"/>
                    <a:pt x="315" y="1639"/>
                    <a:pt x="284" y="1733"/>
                  </a:cubicBezTo>
                  <a:cubicBezTo>
                    <a:pt x="252" y="1985"/>
                    <a:pt x="252" y="2143"/>
                    <a:pt x="284" y="2363"/>
                  </a:cubicBezTo>
                  <a:cubicBezTo>
                    <a:pt x="315" y="2521"/>
                    <a:pt x="252" y="2647"/>
                    <a:pt x="126" y="2741"/>
                  </a:cubicBezTo>
                  <a:lnTo>
                    <a:pt x="0" y="2804"/>
                  </a:lnTo>
                  <a:lnTo>
                    <a:pt x="347" y="3403"/>
                  </a:lnTo>
                  <a:lnTo>
                    <a:pt x="473" y="3308"/>
                  </a:lnTo>
                  <a:cubicBezTo>
                    <a:pt x="518" y="3286"/>
                    <a:pt x="566" y="3276"/>
                    <a:pt x="616" y="3276"/>
                  </a:cubicBezTo>
                  <a:cubicBezTo>
                    <a:pt x="707" y="3276"/>
                    <a:pt x="801" y="3310"/>
                    <a:pt x="882" y="3371"/>
                  </a:cubicBezTo>
                  <a:cubicBezTo>
                    <a:pt x="1040" y="3529"/>
                    <a:pt x="1229" y="3592"/>
                    <a:pt x="1418" y="3686"/>
                  </a:cubicBezTo>
                  <a:cubicBezTo>
                    <a:pt x="1576" y="3718"/>
                    <a:pt x="1670" y="3875"/>
                    <a:pt x="1670" y="4001"/>
                  </a:cubicBezTo>
                  <a:lnTo>
                    <a:pt x="1670" y="4096"/>
                  </a:lnTo>
                  <a:lnTo>
                    <a:pt x="2363" y="4096"/>
                  </a:lnTo>
                  <a:lnTo>
                    <a:pt x="2363" y="4001"/>
                  </a:lnTo>
                  <a:cubicBezTo>
                    <a:pt x="2363" y="3844"/>
                    <a:pt x="2458" y="3718"/>
                    <a:pt x="2615" y="3686"/>
                  </a:cubicBezTo>
                  <a:cubicBezTo>
                    <a:pt x="2804" y="3592"/>
                    <a:pt x="2993" y="3466"/>
                    <a:pt x="3151" y="3371"/>
                  </a:cubicBezTo>
                  <a:cubicBezTo>
                    <a:pt x="3232" y="3310"/>
                    <a:pt x="3327" y="3276"/>
                    <a:pt x="3417" y="3276"/>
                  </a:cubicBezTo>
                  <a:cubicBezTo>
                    <a:pt x="3467" y="3276"/>
                    <a:pt x="3516" y="3286"/>
                    <a:pt x="3560" y="3308"/>
                  </a:cubicBezTo>
                  <a:lnTo>
                    <a:pt x="3686" y="3403"/>
                  </a:lnTo>
                  <a:lnTo>
                    <a:pt x="4033" y="2804"/>
                  </a:lnTo>
                  <a:lnTo>
                    <a:pt x="3907" y="2741"/>
                  </a:lnTo>
                  <a:cubicBezTo>
                    <a:pt x="3781" y="2647"/>
                    <a:pt x="3718" y="2489"/>
                    <a:pt x="3749" y="2363"/>
                  </a:cubicBezTo>
                  <a:cubicBezTo>
                    <a:pt x="3781" y="2143"/>
                    <a:pt x="3781" y="1985"/>
                    <a:pt x="3749" y="1733"/>
                  </a:cubicBezTo>
                  <a:cubicBezTo>
                    <a:pt x="3718" y="1576"/>
                    <a:pt x="3781" y="1481"/>
                    <a:pt x="3907" y="1387"/>
                  </a:cubicBezTo>
                  <a:lnTo>
                    <a:pt x="4033" y="1324"/>
                  </a:lnTo>
                  <a:lnTo>
                    <a:pt x="3686" y="725"/>
                  </a:lnTo>
                  <a:lnTo>
                    <a:pt x="3560" y="788"/>
                  </a:lnTo>
                  <a:cubicBezTo>
                    <a:pt x="3502" y="832"/>
                    <a:pt x="3437" y="855"/>
                    <a:pt x="3371" y="855"/>
                  </a:cubicBezTo>
                  <a:cubicBezTo>
                    <a:pt x="3295" y="855"/>
                    <a:pt x="3218" y="824"/>
                    <a:pt x="3151" y="756"/>
                  </a:cubicBezTo>
                  <a:cubicBezTo>
                    <a:pt x="2993" y="599"/>
                    <a:pt x="2804" y="536"/>
                    <a:pt x="2615" y="441"/>
                  </a:cubicBezTo>
                  <a:cubicBezTo>
                    <a:pt x="2458" y="410"/>
                    <a:pt x="2363" y="252"/>
                    <a:pt x="2363" y="126"/>
                  </a:cubicBezTo>
                  <a:lnTo>
                    <a:pt x="23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2" name="Google Shape;762;p23"/>
          <p:cNvGrpSpPr/>
          <p:nvPr/>
        </p:nvGrpSpPr>
        <p:grpSpPr>
          <a:xfrm>
            <a:off x="5062791" y="3806432"/>
            <a:ext cx="472143" cy="459719"/>
            <a:chOff x="3204349" y="4054012"/>
            <a:chExt cx="370978" cy="361187"/>
          </a:xfrm>
        </p:grpSpPr>
        <p:sp>
          <p:nvSpPr>
            <p:cNvPr id="763" name="Google Shape;763;p23"/>
            <p:cNvSpPr/>
            <p:nvPr/>
          </p:nvSpPr>
          <p:spPr>
            <a:xfrm>
              <a:off x="3204349" y="4054012"/>
              <a:ext cx="118239" cy="279645"/>
            </a:xfrm>
            <a:custGeom>
              <a:avLst/>
              <a:gdLst/>
              <a:ahLst/>
              <a:cxnLst/>
              <a:rect l="l" t="t" r="r" b="b"/>
              <a:pathLst>
                <a:path w="3454" h="8169" extrusionOk="0">
                  <a:moveTo>
                    <a:pt x="2359" y="1948"/>
                  </a:moveTo>
                  <a:cubicBezTo>
                    <a:pt x="2523" y="1948"/>
                    <a:pt x="2689" y="1996"/>
                    <a:pt x="2835" y="2096"/>
                  </a:cubicBezTo>
                  <a:cubicBezTo>
                    <a:pt x="2978" y="2191"/>
                    <a:pt x="3001" y="2382"/>
                    <a:pt x="2906" y="2525"/>
                  </a:cubicBezTo>
                  <a:cubicBezTo>
                    <a:pt x="2845" y="2617"/>
                    <a:pt x="2743" y="2670"/>
                    <a:pt x="2641" y="2670"/>
                  </a:cubicBezTo>
                  <a:cubicBezTo>
                    <a:pt x="2585" y="2670"/>
                    <a:pt x="2528" y="2654"/>
                    <a:pt x="2477" y="2620"/>
                  </a:cubicBezTo>
                  <a:cubicBezTo>
                    <a:pt x="2430" y="2572"/>
                    <a:pt x="2358" y="2572"/>
                    <a:pt x="2311" y="2572"/>
                  </a:cubicBezTo>
                  <a:cubicBezTo>
                    <a:pt x="2263" y="2572"/>
                    <a:pt x="2192" y="2620"/>
                    <a:pt x="2168" y="2668"/>
                  </a:cubicBezTo>
                  <a:cubicBezTo>
                    <a:pt x="2120" y="2739"/>
                    <a:pt x="2025" y="2787"/>
                    <a:pt x="1906" y="2787"/>
                  </a:cubicBezTo>
                  <a:cubicBezTo>
                    <a:pt x="1858" y="2787"/>
                    <a:pt x="1787" y="2787"/>
                    <a:pt x="1739" y="2739"/>
                  </a:cubicBezTo>
                  <a:cubicBezTo>
                    <a:pt x="1596" y="2644"/>
                    <a:pt x="1549" y="2453"/>
                    <a:pt x="1668" y="2311"/>
                  </a:cubicBezTo>
                  <a:cubicBezTo>
                    <a:pt x="1830" y="2075"/>
                    <a:pt x="2092" y="1948"/>
                    <a:pt x="2359" y="1948"/>
                  </a:cubicBezTo>
                  <a:close/>
                  <a:moveTo>
                    <a:pt x="1781" y="3570"/>
                  </a:moveTo>
                  <a:cubicBezTo>
                    <a:pt x="1929" y="3570"/>
                    <a:pt x="2051" y="3682"/>
                    <a:pt x="2073" y="3835"/>
                  </a:cubicBezTo>
                  <a:cubicBezTo>
                    <a:pt x="2073" y="3978"/>
                    <a:pt x="2144" y="4073"/>
                    <a:pt x="2239" y="4168"/>
                  </a:cubicBezTo>
                  <a:cubicBezTo>
                    <a:pt x="2318" y="4227"/>
                    <a:pt x="2412" y="4269"/>
                    <a:pt x="2510" y="4269"/>
                  </a:cubicBezTo>
                  <a:cubicBezTo>
                    <a:pt x="2530" y="4269"/>
                    <a:pt x="2552" y="4268"/>
                    <a:pt x="2573" y="4263"/>
                  </a:cubicBezTo>
                  <a:cubicBezTo>
                    <a:pt x="2588" y="4262"/>
                    <a:pt x="2602" y="4261"/>
                    <a:pt x="2616" y="4261"/>
                  </a:cubicBezTo>
                  <a:cubicBezTo>
                    <a:pt x="2982" y="4261"/>
                    <a:pt x="3034" y="4837"/>
                    <a:pt x="2644" y="4882"/>
                  </a:cubicBezTo>
                  <a:lnTo>
                    <a:pt x="2525" y="4882"/>
                  </a:lnTo>
                  <a:cubicBezTo>
                    <a:pt x="1977" y="4882"/>
                    <a:pt x="1501" y="4454"/>
                    <a:pt x="1453" y="3906"/>
                  </a:cubicBezTo>
                  <a:cubicBezTo>
                    <a:pt x="1430" y="3739"/>
                    <a:pt x="1549" y="3573"/>
                    <a:pt x="1739" y="3573"/>
                  </a:cubicBezTo>
                  <a:cubicBezTo>
                    <a:pt x="1753" y="3571"/>
                    <a:pt x="1768" y="3570"/>
                    <a:pt x="1781" y="3570"/>
                  </a:cubicBezTo>
                  <a:close/>
                  <a:moveTo>
                    <a:pt x="1739" y="5317"/>
                  </a:moveTo>
                  <a:cubicBezTo>
                    <a:pt x="1894" y="5317"/>
                    <a:pt x="2049" y="5418"/>
                    <a:pt x="2049" y="5621"/>
                  </a:cubicBezTo>
                  <a:cubicBezTo>
                    <a:pt x="2049" y="5740"/>
                    <a:pt x="2144" y="5835"/>
                    <a:pt x="2263" y="5859"/>
                  </a:cubicBezTo>
                  <a:cubicBezTo>
                    <a:pt x="2668" y="5859"/>
                    <a:pt x="2668" y="6478"/>
                    <a:pt x="2263" y="6478"/>
                  </a:cubicBezTo>
                  <a:cubicBezTo>
                    <a:pt x="1787" y="6454"/>
                    <a:pt x="1430" y="6097"/>
                    <a:pt x="1430" y="5621"/>
                  </a:cubicBezTo>
                  <a:cubicBezTo>
                    <a:pt x="1430" y="5418"/>
                    <a:pt x="1584" y="5317"/>
                    <a:pt x="1739" y="5317"/>
                  </a:cubicBezTo>
                  <a:close/>
                  <a:moveTo>
                    <a:pt x="2811" y="1"/>
                  </a:moveTo>
                  <a:cubicBezTo>
                    <a:pt x="2335" y="24"/>
                    <a:pt x="1930" y="310"/>
                    <a:pt x="1739" y="715"/>
                  </a:cubicBezTo>
                  <a:cubicBezTo>
                    <a:pt x="1572" y="786"/>
                    <a:pt x="1406" y="858"/>
                    <a:pt x="1287" y="1001"/>
                  </a:cubicBezTo>
                  <a:cubicBezTo>
                    <a:pt x="1096" y="1191"/>
                    <a:pt x="977" y="1477"/>
                    <a:pt x="1001" y="1787"/>
                  </a:cubicBezTo>
                  <a:cubicBezTo>
                    <a:pt x="620" y="2025"/>
                    <a:pt x="406" y="2430"/>
                    <a:pt x="406" y="2882"/>
                  </a:cubicBezTo>
                  <a:cubicBezTo>
                    <a:pt x="406" y="3001"/>
                    <a:pt x="429" y="3120"/>
                    <a:pt x="453" y="3239"/>
                  </a:cubicBezTo>
                  <a:cubicBezTo>
                    <a:pt x="239" y="3477"/>
                    <a:pt x="96" y="3787"/>
                    <a:pt x="96" y="4097"/>
                  </a:cubicBezTo>
                  <a:cubicBezTo>
                    <a:pt x="120" y="4335"/>
                    <a:pt x="167" y="4549"/>
                    <a:pt x="286" y="4763"/>
                  </a:cubicBezTo>
                  <a:cubicBezTo>
                    <a:pt x="1" y="5216"/>
                    <a:pt x="72" y="5787"/>
                    <a:pt x="429" y="6192"/>
                  </a:cubicBezTo>
                  <a:lnTo>
                    <a:pt x="429" y="6288"/>
                  </a:lnTo>
                  <a:cubicBezTo>
                    <a:pt x="429" y="6621"/>
                    <a:pt x="572" y="6954"/>
                    <a:pt x="787" y="7192"/>
                  </a:cubicBezTo>
                  <a:cubicBezTo>
                    <a:pt x="1001" y="7407"/>
                    <a:pt x="1287" y="7550"/>
                    <a:pt x="1596" y="7573"/>
                  </a:cubicBezTo>
                  <a:cubicBezTo>
                    <a:pt x="1858" y="7955"/>
                    <a:pt x="2287" y="8169"/>
                    <a:pt x="2739" y="8169"/>
                  </a:cubicBezTo>
                  <a:cubicBezTo>
                    <a:pt x="3001" y="8169"/>
                    <a:pt x="3239" y="8074"/>
                    <a:pt x="3454" y="7931"/>
                  </a:cubicBezTo>
                  <a:lnTo>
                    <a:pt x="3454" y="191"/>
                  </a:lnTo>
                  <a:cubicBezTo>
                    <a:pt x="3287" y="72"/>
                    <a:pt x="3049" y="1"/>
                    <a:pt x="28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3"/>
            <p:cNvSpPr/>
            <p:nvPr/>
          </p:nvSpPr>
          <p:spPr>
            <a:xfrm>
              <a:off x="3451371" y="4303464"/>
              <a:ext cx="41627" cy="35568"/>
            </a:xfrm>
            <a:custGeom>
              <a:avLst/>
              <a:gdLst/>
              <a:ahLst/>
              <a:cxnLst/>
              <a:rect l="l" t="t" r="r" b="b"/>
              <a:pathLst>
                <a:path w="1216" h="1039" extrusionOk="0">
                  <a:moveTo>
                    <a:pt x="691" y="1"/>
                  </a:moveTo>
                  <a:cubicBezTo>
                    <a:pt x="239" y="1"/>
                    <a:pt x="0" y="572"/>
                    <a:pt x="334" y="882"/>
                  </a:cubicBezTo>
                  <a:cubicBezTo>
                    <a:pt x="434" y="990"/>
                    <a:pt x="562" y="1038"/>
                    <a:pt x="690" y="1038"/>
                  </a:cubicBezTo>
                  <a:cubicBezTo>
                    <a:pt x="954" y="1038"/>
                    <a:pt x="1215" y="830"/>
                    <a:pt x="1215" y="525"/>
                  </a:cubicBezTo>
                  <a:cubicBezTo>
                    <a:pt x="1215" y="239"/>
                    <a:pt x="977" y="1"/>
                    <a:pt x="6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3"/>
            <p:cNvSpPr/>
            <p:nvPr/>
          </p:nvSpPr>
          <p:spPr>
            <a:xfrm>
              <a:off x="3381263" y="4227639"/>
              <a:ext cx="194064" cy="187560"/>
            </a:xfrm>
            <a:custGeom>
              <a:avLst/>
              <a:gdLst/>
              <a:ahLst/>
              <a:cxnLst/>
              <a:rect l="l" t="t" r="r" b="b"/>
              <a:pathLst>
                <a:path w="5669" h="5479" extrusionOk="0">
                  <a:moveTo>
                    <a:pt x="2725" y="1561"/>
                  </a:moveTo>
                  <a:cubicBezTo>
                    <a:pt x="3327" y="1561"/>
                    <a:pt x="3906" y="2030"/>
                    <a:pt x="3906" y="2740"/>
                  </a:cubicBezTo>
                  <a:cubicBezTo>
                    <a:pt x="3906" y="3383"/>
                    <a:pt x="3382" y="3907"/>
                    <a:pt x="2739" y="3907"/>
                  </a:cubicBezTo>
                  <a:cubicBezTo>
                    <a:pt x="1691" y="3907"/>
                    <a:pt x="1167" y="2644"/>
                    <a:pt x="1906" y="1906"/>
                  </a:cubicBezTo>
                  <a:cubicBezTo>
                    <a:pt x="2144" y="1668"/>
                    <a:pt x="2437" y="1561"/>
                    <a:pt x="2725" y="1561"/>
                  </a:cubicBezTo>
                  <a:close/>
                  <a:moveTo>
                    <a:pt x="2739" y="1"/>
                  </a:moveTo>
                  <a:cubicBezTo>
                    <a:pt x="2596" y="1"/>
                    <a:pt x="2477" y="49"/>
                    <a:pt x="2406" y="144"/>
                  </a:cubicBezTo>
                  <a:cubicBezTo>
                    <a:pt x="2310" y="215"/>
                    <a:pt x="2263" y="358"/>
                    <a:pt x="2263" y="477"/>
                  </a:cubicBezTo>
                  <a:lnTo>
                    <a:pt x="2263" y="739"/>
                  </a:lnTo>
                  <a:cubicBezTo>
                    <a:pt x="2048" y="787"/>
                    <a:pt x="1834" y="858"/>
                    <a:pt x="1667" y="977"/>
                  </a:cubicBezTo>
                  <a:lnTo>
                    <a:pt x="1477" y="811"/>
                  </a:lnTo>
                  <a:cubicBezTo>
                    <a:pt x="1382" y="715"/>
                    <a:pt x="1257" y="668"/>
                    <a:pt x="1132" y="668"/>
                  </a:cubicBezTo>
                  <a:cubicBezTo>
                    <a:pt x="1007" y="668"/>
                    <a:pt x="882" y="715"/>
                    <a:pt x="786" y="811"/>
                  </a:cubicBezTo>
                  <a:cubicBezTo>
                    <a:pt x="596" y="1001"/>
                    <a:pt x="596" y="1287"/>
                    <a:pt x="786" y="1477"/>
                  </a:cubicBezTo>
                  <a:lnTo>
                    <a:pt x="977" y="1668"/>
                  </a:lnTo>
                  <a:cubicBezTo>
                    <a:pt x="858" y="1859"/>
                    <a:pt x="786" y="2049"/>
                    <a:pt x="739" y="2263"/>
                  </a:cubicBezTo>
                  <a:lnTo>
                    <a:pt x="477" y="2263"/>
                  </a:lnTo>
                  <a:cubicBezTo>
                    <a:pt x="215" y="2263"/>
                    <a:pt x="0" y="2478"/>
                    <a:pt x="0" y="2740"/>
                  </a:cubicBezTo>
                  <a:cubicBezTo>
                    <a:pt x="0" y="2883"/>
                    <a:pt x="48" y="3002"/>
                    <a:pt x="143" y="3097"/>
                  </a:cubicBezTo>
                  <a:cubicBezTo>
                    <a:pt x="215" y="3168"/>
                    <a:pt x="358" y="3240"/>
                    <a:pt x="477" y="3240"/>
                  </a:cubicBezTo>
                  <a:lnTo>
                    <a:pt x="739" y="3240"/>
                  </a:lnTo>
                  <a:cubicBezTo>
                    <a:pt x="786" y="3430"/>
                    <a:pt x="858" y="3645"/>
                    <a:pt x="977" y="3835"/>
                  </a:cubicBezTo>
                  <a:lnTo>
                    <a:pt x="810" y="4002"/>
                  </a:lnTo>
                  <a:cubicBezTo>
                    <a:pt x="620" y="4192"/>
                    <a:pt x="620" y="4478"/>
                    <a:pt x="810" y="4669"/>
                  </a:cubicBezTo>
                  <a:cubicBezTo>
                    <a:pt x="905" y="4764"/>
                    <a:pt x="1024" y="4811"/>
                    <a:pt x="1167" y="4811"/>
                  </a:cubicBezTo>
                  <a:cubicBezTo>
                    <a:pt x="1286" y="4811"/>
                    <a:pt x="1405" y="4764"/>
                    <a:pt x="1501" y="4669"/>
                  </a:cubicBezTo>
                  <a:lnTo>
                    <a:pt x="1667" y="4502"/>
                  </a:lnTo>
                  <a:cubicBezTo>
                    <a:pt x="1858" y="4621"/>
                    <a:pt x="2048" y="4692"/>
                    <a:pt x="2263" y="4740"/>
                  </a:cubicBezTo>
                  <a:lnTo>
                    <a:pt x="2263" y="5002"/>
                  </a:lnTo>
                  <a:cubicBezTo>
                    <a:pt x="2263" y="5264"/>
                    <a:pt x="2477" y="5478"/>
                    <a:pt x="2763" y="5478"/>
                  </a:cubicBezTo>
                  <a:cubicBezTo>
                    <a:pt x="3025" y="5478"/>
                    <a:pt x="3239" y="5264"/>
                    <a:pt x="3239" y="5002"/>
                  </a:cubicBezTo>
                  <a:lnTo>
                    <a:pt x="3239" y="4740"/>
                  </a:lnTo>
                  <a:cubicBezTo>
                    <a:pt x="3454" y="4692"/>
                    <a:pt x="3644" y="4597"/>
                    <a:pt x="3835" y="4502"/>
                  </a:cubicBezTo>
                  <a:lnTo>
                    <a:pt x="4001" y="4669"/>
                  </a:lnTo>
                  <a:cubicBezTo>
                    <a:pt x="4097" y="4764"/>
                    <a:pt x="4222" y="4811"/>
                    <a:pt x="4347" y="4811"/>
                  </a:cubicBezTo>
                  <a:cubicBezTo>
                    <a:pt x="4472" y="4811"/>
                    <a:pt x="4597" y="4764"/>
                    <a:pt x="4692" y="4669"/>
                  </a:cubicBezTo>
                  <a:cubicBezTo>
                    <a:pt x="4882" y="4478"/>
                    <a:pt x="4882" y="4168"/>
                    <a:pt x="4692" y="3978"/>
                  </a:cubicBezTo>
                  <a:lnTo>
                    <a:pt x="4525" y="3811"/>
                  </a:lnTo>
                  <a:cubicBezTo>
                    <a:pt x="4620" y="3621"/>
                    <a:pt x="4716" y="3430"/>
                    <a:pt x="4763" y="3216"/>
                  </a:cubicBezTo>
                  <a:lnTo>
                    <a:pt x="5001" y="3216"/>
                  </a:lnTo>
                  <a:cubicBezTo>
                    <a:pt x="5668" y="3216"/>
                    <a:pt x="5668" y="2240"/>
                    <a:pt x="5001" y="2240"/>
                  </a:cubicBezTo>
                  <a:lnTo>
                    <a:pt x="5001" y="2263"/>
                  </a:lnTo>
                  <a:lnTo>
                    <a:pt x="4763" y="2263"/>
                  </a:lnTo>
                  <a:cubicBezTo>
                    <a:pt x="4692" y="2049"/>
                    <a:pt x="4620" y="1835"/>
                    <a:pt x="4501" y="1668"/>
                  </a:cubicBezTo>
                  <a:lnTo>
                    <a:pt x="4692" y="1477"/>
                  </a:lnTo>
                  <a:cubicBezTo>
                    <a:pt x="5090" y="1133"/>
                    <a:pt x="4745" y="610"/>
                    <a:pt x="4357" y="610"/>
                  </a:cubicBezTo>
                  <a:cubicBezTo>
                    <a:pt x="4235" y="610"/>
                    <a:pt x="4110" y="662"/>
                    <a:pt x="4001" y="787"/>
                  </a:cubicBezTo>
                  <a:lnTo>
                    <a:pt x="3811" y="977"/>
                  </a:lnTo>
                  <a:cubicBezTo>
                    <a:pt x="3644" y="858"/>
                    <a:pt x="3430" y="787"/>
                    <a:pt x="3215" y="739"/>
                  </a:cubicBezTo>
                  <a:lnTo>
                    <a:pt x="3215" y="477"/>
                  </a:lnTo>
                  <a:cubicBezTo>
                    <a:pt x="3215" y="215"/>
                    <a:pt x="3001" y="1"/>
                    <a:pt x="27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3"/>
            <p:cNvSpPr/>
            <p:nvPr/>
          </p:nvSpPr>
          <p:spPr>
            <a:xfrm>
              <a:off x="3343744" y="4054012"/>
              <a:ext cx="114987" cy="278036"/>
            </a:xfrm>
            <a:custGeom>
              <a:avLst/>
              <a:gdLst/>
              <a:ahLst/>
              <a:cxnLst/>
              <a:rect l="l" t="t" r="r" b="b"/>
              <a:pathLst>
                <a:path w="3359" h="8122" extrusionOk="0">
                  <a:moveTo>
                    <a:pt x="1096" y="1948"/>
                  </a:moveTo>
                  <a:cubicBezTo>
                    <a:pt x="1363" y="1948"/>
                    <a:pt x="1625" y="2075"/>
                    <a:pt x="1787" y="2311"/>
                  </a:cubicBezTo>
                  <a:cubicBezTo>
                    <a:pt x="1948" y="2494"/>
                    <a:pt x="1799" y="2788"/>
                    <a:pt x="1553" y="2788"/>
                  </a:cubicBezTo>
                  <a:cubicBezTo>
                    <a:pt x="1544" y="2788"/>
                    <a:pt x="1535" y="2788"/>
                    <a:pt x="1525" y="2787"/>
                  </a:cubicBezTo>
                  <a:cubicBezTo>
                    <a:pt x="1430" y="2787"/>
                    <a:pt x="1335" y="2739"/>
                    <a:pt x="1287" y="2668"/>
                  </a:cubicBezTo>
                  <a:cubicBezTo>
                    <a:pt x="1239" y="2620"/>
                    <a:pt x="1192" y="2572"/>
                    <a:pt x="1144" y="2572"/>
                  </a:cubicBezTo>
                  <a:cubicBezTo>
                    <a:pt x="1123" y="2566"/>
                    <a:pt x="1104" y="2563"/>
                    <a:pt x="1087" y="2563"/>
                  </a:cubicBezTo>
                  <a:cubicBezTo>
                    <a:pt x="1045" y="2563"/>
                    <a:pt x="1011" y="2579"/>
                    <a:pt x="977" y="2596"/>
                  </a:cubicBezTo>
                  <a:cubicBezTo>
                    <a:pt x="916" y="2640"/>
                    <a:pt x="854" y="2659"/>
                    <a:pt x="795" y="2659"/>
                  </a:cubicBezTo>
                  <a:cubicBezTo>
                    <a:pt x="536" y="2659"/>
                    <a:pt x="348" y="2290"/>
                    <a:pt x="620" y="2096"/>
                  </a:cubicBezTo>
                  <a:cubicBezTo>
                    <a:pt x="765" y="1996"/>
                    <a:pt x="931" y="1948"/>
                    <a:pt x="1096" y="1948"/>
                  </a:cubicBezTo>
                  <a:close/>
                  <a:moveTo>
                    <a:pt x="1721" y="3570"/>
                  </a:moveTo>
                  <a:cubicBezTo>
                    <a:pt x="1735" y="3570"/>
                    <a:pt x="1749" y="3571"/>
                    <a:pt x="1763" y="3573"/>
                  </a:cubicBezTo>
                  <a:cubicBezTo>
                    <a:pt x="1930" y="3573"/>
                    <a:pt x="2073" y="3739"/>
                    <a:pt x="2049" y="3906"/>
                  </a:cubicBezTo>
                  <a:cubicBezTo>
                    <a:pt x="1978" y="4454"/>
                    <a:pt x="1525" y="4882"/>
                    <a:pt x="954" y="4882"/>
                  </a:cubicBezTo>
                  <a:lnTo>
                    <a:pt x="858" y="4882"/>
                  </a:lnTo>
                  <a:cubicBezTo>
                    <a:pt x="692" y="4882"/>
                    <a:pt x="549" y="4716"/>
                    <a:pt x="573" y="4549"/>
                  </a:cubicBezTo>
                  <a:cubicBezTo>
                    <a:pt x="573" y="4395"/>
                    <a:pt x="716" y="4261"/>
                    <a:pt x="869" y="4261"/>
                  </a:cubicBezTo>
                  <a:cubicBezTo>
                    <a:pt x="881" y="4261"/>
                    <a:pt x="894" y="4262"/>
                    <a:pt x="906" y="4263"/>
                  </a:cubicBezTo>
                  <a:cubicBezTo>
                    <a:pt x="921" y="4265"/>
                    <a:pt x="936" y="4265"/>
                    <a:pt x="950" y="4265"/>
                  </a:cubicBezTo>
                  <a:cubicBezTo>
                    <a:pt x="1194" y="4265"/>
                    <a:pt x="1407" y="4083"/>
                    <a:pt x="1430" y="3858"/>
                  </a:cubicBezTo>
                  <a:cubicBezTo>
                    <a:pt x="1430" y="3684"/>
                    <a:pt x="1569" y="3570"/>
                    <a:pt x="1721" y="3570"/>
                  </a:cubicBezTo>
                  <a:close/>
                  <a:moveTo>
                    <a:pt x="1192" y="6621"/>
                  </a:moveTo>
                  <a:lnTo>
                    <a:pt x="1192" y="6621"/>
                  </a:lnTo>
                  <a:cubicBezTo>
                    <a:pt x="1182" y="6625"/>
                    <a:pt x="1172" y="6628"/>
                    <a:pt x="1163" y="6632"/>
                  </a:cubicBezTo>
                  <a:lnTo>
                    <a:pt x="1163" y="6632"/>
                  </a:lnTo>
                  <a:cubicBezTo>
                    <a:pt x="1164" y="6636"/>
                    <a:pt x="1166" y="6641"/>
                    <a:pt x="1168" y="6645"/>
                  </a:cubicBezTo>
                  <a:lnTo>
                    <a:pt x="1192" y="6621"/>
                  </a:lnTo>
                  <a:close/>
                  <a:moveTo>
                    <a:pt x="596" y="1"/>
                  </a:moveTo>
                  <a:cubicBezTo>
                    <a:pt x="382" y="1"/>
                    <a:pt x="191" y="48"/>
                    <a:pt x="1" y="143"/>
                  </a:cubicBezTo>
                  <a:lnTo>
                    <a:pt x="1" y="7883"/>
                  </a:lnTo>
                  <a:cubicBezTo>
                    <a:pt x="168" y="8002"/>
                    <a:pt x="358" y="8074"/>
                    <a:pt x="549" y="8121"/>
                  </a:cubicBezTo>
                  <a:cubicBezTo>
                    <a:pt x="477" y="7978"/>
                    <a:pt x="453" y="7812"/>
                    <a:pt x="453" y="7645"/>
                  </a:cubicBezTo>
                  <a:cubicBezTo>
                    <a:pt x="453" y="7202"/>
                    <a:pt x="727" y="6805"/>
                    <a:pt x="1163" y="6632"/>
                  </a:cubicBezTo>
                  <a:lnTo>
                    <a:pt x="1163" y="6632"/>
                  </a:lnTo>
                  <a:cubicBezTo>
                    <a:pt x="1094" y="6470"/>
                    <a:pt x="1049" y="6307"/>
                    <a:pt x="1049" y="6145"/>
                  </a:cubicBezTo>
                  <a:cubicBezTo>
                    <a:pt x="1049" y="5859"/>
                    <a:pt x="1168" y="5573"/>
                    <a:pt x="1358" y="5383"/>
                  </a:cubicBezTo>
                  <a:cubicBezTo>
                    <a:pt x="1565" y="5176"/>
                    <a:pt x="1844" y="5070"/>
                    <a:pt x="2123" y="5070"/>
                  </a:cubicBezTo>
                  <a:cubicBezTo>
                    <a:pt x="2295" y="5070"/>
                    <a:pt x="2466" y="5110"/>
                    <a:pt x="2621" y="5192"/>
                  </a:cubicBezTo>
                  <a:cubicBezTo>
                    <a:pt x="2716" y="4859"/>
                    <a:pt x="2978" y="4597"/>
                    <a:pt x="3287" y="4501"/>
                  </a:cubicBezTo>
                  <a:cubicBezTo>
                    <a:pt x="3335" y="4359"/>
                    <a:pt x="3359" y="4192"/>
                    <a:pt x="3359" y="4049"/>
                  </a:cubicBezTo>
                  <a:cubicBezTo>
                    <a:pt x="3359" y="3716"/>
                    <a:pt x="3240" y="3406"/>
                    <a:pt x="3002" y="3192"/>
                  </a:cubicBezTo>
                  <a:cubicBezTo>
                    <a:pt x="3025" y="3073"/>
                    <a:pt x="3049" y="2954"/>
                    <a:pt x="3049" y="2834"/>
                  </a:cubicBezTo>
                  <a:cubicBezTo>
                    <a:pt x="3049" y="2382"/>
                    <a:pt x="2811" y="1977"/>
                    <a:pt x="2430" y="1739"/>
                  </a:cubicBezTo>
                  <a:cubicBezTo>
                    <a:pt x="2430" y="1429"/>
                    <a:pt x="2311" y="1167"/>
                    <a:pt x="2120" y="953"/>
                  </a:cubicBezTo>
                  <a:cubicBezTo>
                    <a:pt x="1978" y="834"/>
                    <a:pt x="1835" y="739"/>
                    <a:pt x="1668" y="691"/>
                  </a:cubicBezTo>
                  <a:cubicBezTo>
                    <a:pt x="1477" y="286"/>
                    <a:pt x="1049" y="1"/>
                    <a:pt x="5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67" name="Google Shape;767;p23"/>
          <p:cNvCxnSpPr>
            <a:stCxn id="746" idx="3"/>
            <a:endCxn id="740" idx="2"/>
          </p:cNvCxnSpPr>
          <p:nvPr/>
        </p:nvCxnSpPr>
        <p:spPr>
          <a:xfrm>
            <a:off x="2962263" y="1579875"/>
            <a:ext cx="1932600" cy="187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8" name="Google Shape;768;p23"/>
          <p:cNvCxnSpPr>
            <a:stCxn id="740" idx="6"/>
            <a:endCxn id="769" idx="1"/>
          </p:cNvCxnSpPr>
          <p:nvPr/>
        </p:nvCxnSpPr>
        <p:spPr>
          <a:xfrm>
            <a:off x="5702850" y="1767800"/>
            <a:ext cx="7803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70" name="Google Shape;770;p23"/>
          <p:cNvGrpSpPr/>
          <p:nvPr/>
        </p:nvGrpSpPr>
        <p:grpSpPr>
          <a:xfrm>
            <a:off x="6483000" y="1526288"/>
            <a:ext cx="2203788" cy="483000"/>
            <a:chOff x="6483000" y="1338363"/>
            <a:chExt cx="2203788" cy="483000"/>
          </a:xfrm>
        </p:grpSpPr>
        <p:sp>
          <p:nvSpPr>
            <p:cNvPr id="771" name="Google Shape;771;p23"/>
            <p:cNvSpPr txBox="1"/>
            <p:nvPr/>
          </p:nvSpPr>
          <p:spPr>
            <a:xfrm>
              <a:off x="6625788" y="1338363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69" name="Google Shape;769;p23"/>
            <p:cNvSpPr/>
            <p:nvPr/>
          </p:nvSpPr>
          <p:spPr>
            <a:xfrm>
              <a:off x="6483000" y="1379175"/>
              <a:ext cx="66600" cy="401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2" name="Google Shape;772;p23"/>
          <p:cNvGrpSpPr/>
          <p:nvPr/>
        </p:nvGrpSpPr>
        <p:grpSpPr>
          <a:xfrm>
            <a:off x="6483000" y="2660488"/>
            <a:ext cx="2203788" cy="483000"/>
            <a:chOff x="6483000" y="2472563"/>
            <a:chExt cx="2203788" cy="483000"/>
          </a:xfrm>
        </p:grpSpPr>
        <p:sp>
          <p:nvSpPr>
            <p:cNvPr id="773" name="Google Shape;773;p23"/>
            <p:cNvSpPr txBox="1"/>
            <p:nvPr/>
          </p:nvSpPr>
          <p:spPr>
            <a:xfrm>
              <a:off x="6625788" y="2472563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74" name="Google Shape;774;p23"/>
            <p:cNvSpPr/>
            <p:nvPr/>
          </p:nvSpPr>
          <p:spPr>
            <a:xfrm>
              <a:off x="6483000" y="2513363"/>
              <a:ext cx="66600" cy="4014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5" name="Google Shape;775;p23"/>
          <p:cNvGrpSpPr/>
          <p:nvPr/>
        </p:nvGrpSpPr>
        <p:grpSpPr>
          <a:xfrm>
            <a:off x="6483000" y="3800938"/>
            <a:ext cx="2203788" cy="483000"/>
            <a:chOff x="6483000" y="3613013"/>
            <a:chExt cx="2203788" cy="483000"/>
          </a:xfrm>
        </p:grpSpPr>
        <p:sp>
          <p:nvSpPr>
            <p:cNvPr id="776" name="Google Shape;776;p23"/>
            <p:cNvSpPr txBox="1"/>
            <p:nvPr/>
          </p:nvSpPr>
          <p:spPr>
            <a:xfrm>
              <a:off x="6625788" y="3613013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Venus has a beautiful name, but i</a:t>
              </a: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t’</a:t>
              </a:r>
              <a:r>
                <a:rPr lang="en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 hot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77" name="Google Shape;777;p23"/>
            <p:cNvSpPr/>
            <p:nvPr/>
          </p:nvSpPr>
          <p:spPr>
            <a:xfrm>
              <a:off x="6483000" y="3653813"/>
              <a:ext cx="66600" cy="4014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78" name="Google Shape;778;p23"/>
          <p:cNvCxnSpPr>
            <a:stCxn id="747" idx="3"/>
            <a:endCxn id="741" idx="2"/>
          </p:cNvCxnSpPr>
          <p:nvPr/>
        </p:nvCxnSpPr>
        <p:spPr>
          <a:xfrm>
            <a:off x="2962263" y="2714063"/>
            <a:ext cx="1932600" cy="1911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9" name="Google Shape;779;p23"/>
          <p:cNvCxnSpPr>
            <a:stCxn id="741" idx="6"/>
            <a:endCxn id="774" idx="1"/>
          </p:cNvCxnSpPr>
          <p:nvPr/>
        </p:nvCxnSpPr>
        <p:spPr>
          <a:xfrm rot="10800000" flipH="1">
            <a:off x="5702850" y="2902113"/>
            <a:ext cx="780300" cy="30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0" name="Google Shape;780;p23"/>
          <p:cNvCxnSpPr>
            <a:stCxn id="749" idx="3"/>
            <a:endCxn id="742" idx="2"/>
          </p:cNvCxnSpPr>
          <p:nvPr/>
        </p:nvCxnSpPr>
        <p:spPr>
          <a:xfrm>
            <a:off x="2962263" y="3854513"/>
            <a:ext cx="1932600" cy="1878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1" name="Google Shape;781;p23"/>
          <p:cNvCxnSpPr>
            <a:stCxn id="742" idx="6"/>
            <a:endCxn id="777" idx="1"/>
          </p:cNvCxnSpPr>
          <p:nvPr/>
        </p:nvCxnSpPr>
        <p:spPr>
          <a:xfrm>
            <a:off x="5702850" y="4042438"/>
            <a:ext cx="7803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24"/>
          <p:cNvSpPr/>
          <p:nvPr/>
        </p:nvSpPr>
        <p:spPr>
          <a:xfrm>
            <a:off x="4019550" y="3086100"/>
            <a:ext cx="4667400" cy="800100"/>
          </a:xfrm>
          <a:prstGeom prst="roundRect">
            <a:avLst>
              <a:gd name="adj" fmla="val 50000"/>
            </a:avLst>
          </a:prstGeom>
          <a:solidFill>
            <a:srgbClr val="EA48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24"/>
          <p:cNvSpPr/>
          <p:nvPr/>
        </p:nvSpPr>
        <p:spPr>
          <a:xfrm>
            <a:off x="4019550" y="1752600"/>
            <a:ext cx="4667400" cy="800100"/>
          </a:xfrm>
          <a:prstGeom prst="roundRect">
            <a:avLst>
              <a:gd name="adj" fmla="val 50000"/>
            </a:avLst>
          </a:prstGeom>
          <a:solidFill>
            <a:srgbClr val="E99B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88" name="Google Shape;788;p24"/>
          <p:cNvGrpSpPr/>
          <p:nvPr/>
        </p:nvGrpSpPr>
        <p:grpSpPr>
          <a:xfrm>
            <a:off x="457174" y="2260745"/>
            <a:ext cx="2909328" cy="2471118"/>
            <a:chOff x="726125" y="238125"/>
            <a:chExt cx="6167750" cy="5238750"/>
          </a:xfrm>
        </p:grpSpPr>
        <p:sp>
          <p:nvSpPr>
            <p:cNvPr id="789" name="Google Shape;789;p24"/>
            <p:cNvSpPr/>
            <p:nvPr/>
          </p:nvSpPr>
          <p:spPr>
            <a:xfrm>
              <a:off x="726125" y="238125"/>
              <a:ext cx="6167750" cy="5238750"/>
            </a:xfrm>
            <a:custGeom>
              <a:avLst/>
              <a:gdLst/>
              <a:ahLst/>
              <a:cxnLst/>
              <a:rect l="l" t="t" r="r" b="b"/>
              <a:pathLst>
                <a:path w="246710" h="209550" extrusionOk="0">
                  <a:moveTo>
                    <a:pt x="113232" y="0"/>
                  </a:moveTo>
                  <a:lnTo>
                    <a:pt x="112679" y="26"/>
                  </a:lnTo>
                  <a:lnTo>
                    <a:pt x="112140" y="66"/>
                  </a:lnTo>
                  <a:lnTo>
                    <a:pt x="111587" y="118"/>
                  </a:lnTo>
                  <a:lnTo>
                    <a:pt x="111047" y="171"/>
                  </a:lnTo>
                  <a:lnTo>
                    <a:pt x="110507" y="250"/>
                  </a:lnTo>
                  <a:lnTo>
                    <a:pt x="109981" y="342"/>
                  </a:lnTo>
                  <a:lnTo>
                    <a:pt x="109441" y="448"/>
                  </a:lnTo>
                  <a:lnTo>
                    <a:pt x="108915" y="566"/>
                  </a:lnTo>
                  <a:lnTo>
                    <a:pt x="108388" y="698"/>
                  </a:lnTo>
                  <a:lnTo>
                    <a:pt x="107875" y="842"/>
                  </a:lnTo>
                  <a:lnTo>
                    <a:pt x="107361" y="1000"/>
                  </a:lnTo>
                  <a:lnTo>
                    <a:pt x="106848" y="1172"/>
                  </a:lnTo>
                  <a:lnTo>
                    <a:pt x="106335" y="1356"/>
                  </a:lnTo>
                  <a:lnTo>
                    <a:pt x="105834" y="1553"/>
                  </a:lnTo>
                  <a:lnTo>
                    <a:pt x="105347" y="1764"/>
                  </a:lnTo>
                  <a:lnTo>
                    <a:pt x="104847" y="1988"/>
                  </a:lnTo>
                  <a:lnTo>
                    <a:pt x="104373" y="2211"/>
                  </a:lnTo>
                  <a:lnTo>
                    <a:pt x="103886" y="2462"/>
                  </a:lnTo>
                  <a:lnTo>
                    <a:pt x="103412" y="2725"/>
                  </a:lnTo>
                  <a:lnTo>
                    <a:pt x="102952" y="2988"/>
                  </a:lnTo>
                  <a:lnTo>
                    <a:pt x="102491" y="3278"/>
                  </a:lnTo>
                  <a:lnTo>
                    <a:pt x="102043" y="3567"/>
                  </a:lnTo>
                  <a:lnTo>
                    <a:pt x="101596" y="3870"/>
                  </a:lnTo>
                  <a:lnTo>
                    <a:pt x="101161" y="4186"/>
                  </a:lnTo>
                  <a:lnTo>
                    <a:pt x="100740" y="4515"/>
                  </a:lnTo>
                  <a:lnTo>
                    <a:pt x="100319" y="4857"/>
                  </a:lnTo>
                  <a:lnTo>
                    <a:pt x="99898" y="5200"/>
                  </a:lnTo>
                  <a:lnTo>
                    <a:pt x="99503" y="5568"/>
                  </a:lnTo>
                  <a:lnTo>
                    <a:pt x="99108" y="5937"/>
                  </a:lnTo>
                  <a:lnTo>
                    <a:pt x="98726" y="6318"/>
                  </a:lnTo>
                  <a:lnTo>
                    <a:pt x="98344" y="6713"/>
                  </a:lnTo>
                  <a:lnTo>
                    <a:pt x="97923" y="6371"/>
                  </a:lnTo>
                  <a:lnTo>
                    <a:pt x="97489" y="6042"/>
                  </a:lnTo>
                  <a:lnTo>
                    <a:pt x="97068" y="5713"/>
                  </a:lnTo>
                  <a:lnTo>
                    <a:pt x="96620" y="5397"/>
                  </a:lnTo>
                  <a:lnTo>
                    <a:pt x="96186" y="5094"/>
                  </a:lnTo>
                  <a:lnTo>
                    <a:pt x="95738" y="4792"/>
                  </a:lnTo>
                  <a:lnTo>
                    <a:pt x="95277" y="4502"/>
                  </a:lnTo>
                  <a:lnTo>
                    <a:pt x="94817" y="4225"/>
                  </a:lnTo>
                  <a:lnTo>
                    <a:pt x="94356" y="3949"/>
                  </a:lnTo>
                  <a:lnTo>
                    <a:pt x="93895" y="3699"/>
                  </a:lnTo>
                  <a:lnTo>
                    <a:pt x="93421" y="3449"/>
                  </a:lnTo>
                  <a:lnTo>
                    <a:pt x="92934" y="3199"/>
                  </a:lnTo>
                  <a:lnTo>
                    <a:pt x="92460" y="2962"/>
                  </a:lnTo>
                  <a:lnTo>
                    <a:pt x="91973" y="2751"/>
                  </a:lnTo>
                  <a:lnTo>
                    <a:pt x="91486" y="2527"/>
                  </a:lnTo>
                  <a:lnTo>
                    <a:pt x="90986" y="2330"/>
                  </a:lnTo>
                  <a:lnTo>
                    <a:pt x="90499" y="2132"/>
                  </a:lnTo>
                  <a:lnTo>
                    <a:pt x="89999" y="1948"/>
                  </a:lnTo>
                  <a:lnTo>
                    <a:pt x="89485" y="1777"/>
                  </a:lnTo>
                  <a:lnTo>
                    <a:pt x="88985" y="1606"/>
                  </a:lnTo>
                  <a:lnTo>
                    <a:pt x="88472" y="1448"/>
                  </a:lnTo>
                  <a:lnTo>
                    <a:pt x="87958" y="1303"/>
                  </a:lnTo>
                  <a:lnTo>
                    <a:pt x="87432" y="1172"/>
                  </a:lnTo>
                  <a:lnTo>
                    <a:pt x="86918" y="1040"/>
                  </a:lnTo>
                  <a:lnTo>
                    <a:pt x="86392" y="921"/>
                  </a:lnTo>
                  <a:lnTo>
                    <a:pt x="85865" y="816"/>
                  </a:lnTo>
                  <a:lnTo>
                    <a:pt x="85326" y="724"/>
                  </a:lnTo>
                  <a:lnTo>
                    <a:pt x="84799" y="632"/>
                  </a:lnTo>
                  <a:lnTo>
                    <a:pt x="84259" y="553"/>
                  </a:lnTo>
                  <a:lnTo>
                    <a:pt x="83720" y="487"/>
                  </a:lnTo>
                  <a:lnTo>
                    <a:pt x="83180" y="434"/>
                  </a:lnTo>
                  <a:lnTo>
                    <a:pt x="82640" y="395"/>
                  </a:lnTo>
                  <a:lnTo>
                    <a:pt x="81956" y="316"/>
                  </a:lnTo>
                  <a:lnTo>
                    <a:pt x="81271" y="276"/>
                  </a:lnTo>
                  <a:lnTo>
                    <a:pt x="80587" y="237"/>
                  </a:lnTo>
                  <a:lnTo>
                    <a:pt x="79718" y="237"/>
                  </a:lnTo>
                  <a:lnTo>
                    <a:pt x="79547" y="263"/>
                  </a:lnTo>
                  <a:lnTo>
                    <a:pt x="79376" y="290"/>
                  </a:lnTo>
                  <a:lnTo>
                    <a:pt x="79205" y="342"/>
                  </a:lnTo>
                  <a:lnTo>
                    <a:pt x="78678" y="369"/>
                  </a:lnTo>
                  <a:lnTo>
                    <a:pt x="78138" y="408"/>
                  </a:lnTo>
                  <a:lnTo>
                    <a:pt x="77612" y="461"/>
                  </a:lnTo>
                  <a:lnTo>
                    <a:pt x="77085" y="513"/>
                  </a:lnTo>
                  <a:lnTo>
                    <a:pt x="76572" y="579"/>
                  </a:lnTo>
                  <a:lnTo>
                    <a:pt x="76045" y="658"/>
                  </a:lnTo>
                  <a:lnTo>
                    <a:pt x="75532" y="750"/>
                  </a:lnTo>
                  <a:lnTo>
                    <a:pt x="75019" y="842"/>
                  </a:lnTo>
                  <a:lnTo>
                    <a:pt x="74505" y="948"/>
                  </a:lnTo>
                  <a:lnTo>
                    <a:pt x="74005" y="1066"/>
                  </a:lnTo>
                  <a:lnTo>
                    <a:pt x="73505" y="1198"/>
                  </a:lnTo>
                  <a:lnTo>
                    <a:pt x="73005" y="1330"/>
                  </a:lnTo>
                  <a:lnTo>
                    <a:pt x="72504" y="1474"/>
                  </a:lnTo>
                  <a:lnTo>
                    <a:pt x="72004" y="1619"/>
                  </a:lnTo>
                  <a:lnTo>
                    <a:pt x="71517" y="1777"/>
                  </a:lnTo>
                  <a:lnTo>
                    <a:pt x="71030" y="1948"/>
                  </a:lnTo>
                  <a:lnTo>
                    <a:pt x="70543" y="2132"/>
                  </a:lnTo>
                  <a:lnTo>
                    <a:pt x="70069" y="2317"/>
                  </a:lnTo>
                  <a:lnTo>
                    <a:pt x="69595" y="2514"/>
                  </a:lnTo>
                  <a:lnTo>
                    <a:pt x="69121" y="2712"/>
                  </a:lnTo>
                  <a:lnTo>
                    <a:pt x="68661" y="2922"/>
                  </a:lnTo>
                  <a:lnTo>
                    <a:pt x="68200" y="3146"/>
                  </a:lnTo>
                  <a:lnTo>
                    <a:pt x="67739" y="3370"/>
                  </a:lnTo>
                  <a:lnTo>
                    <a:pt x="67292" y="3607"/>
                  </a:lnTo>
                  <a:lnTo>
                    <a:pt x="66831" y="3857"/>
                  </a:lnTo>
                  <a:lnTo>
                    <a:pt x="66397" y="4107"/>
                  </a:lnTo>
                  <a:lnTo>
                    <a:pt x="65949" y="4370"/>
                  </a:lnTo>
                  <a:lnTo>
                    <a:pt x="65528" y="4634"/>
                  </a:lnTo>
                  <a:lnTo>
                    <a:pt x="65093" y="4910"/>
                  </a:lnTo>
                  <a:lnTo>
                    <a:pt x="64672" y="5200"/>
                  </a:lnTo>
                  <a:lnTo>
                    <a:pt x="64251" y="5489"/>
                  </a:lnTo>
                  <a:lnTo>
                    <a:pt x="63843" y="5779"/>
                  </a:lnTo>
                  <a:lnTo>
                    <a:pt x="63435" y="6095"/>
                  </a:lnTo>
                  <a:lnTo>
                    <a:pt x="63027" y="6397"/>
                  </a:lnTo>
                  <a:lnTo>
                    <a:pt x="62632" y="6727"/>
                  </a:lnTo>
                  <a:lnTo>
                    <a:pt x="62250" y="7056"/>
                  </a:lnTo>
                  <a:lnTo>
                    <a:pt x="61855" y="7385"/>
                  </a:lnTo>
                  <a:lnTo>
                    <a:pt x="61487" y="7727"/>
                  </a:lnTo>
                  <a:lnTo>
                    <a:pt x="61105" y="8082"/>
                  </a:lnTo>
                  <a:lnTo>
                    <a:pt x="60749" y="8438"/>
                  </a:lnTo>
                  <a:lnTo>
                    <a:pt x="60381" y="8793"/>
                  </a:lnTo>
                  <a:lnTo>
                    <a:pt x="60039" y="9162"/>
                  </a:lnTo>
                  <a:lnTo>
                    <a:pt x="59683" y="9544"/>
                  </a:lnTo>
                  <a:lnTo>
                    <a:pt x="59354" y="9925"/>
                  </a:lnTo>
                  <a:lnTo>
                    <a:pt x="59012" y="10307"/>
                  </a:lnTo>
                  <a:lnTo>
                    <a:pt x="58683" y="10702"/>
                  </a:lnTo>
                  <a:lnTo>
                    <a:pt x="58367" y="11097"/>
                  </a:lnTo>
                  <a:lnTo>
                    <a:pt x="58064" y="11505"/>
                  </a:lnTo>
                  <a:lnTo>
                    <a:pt x="57748" y="11926"/>
                  </a:lnTo>
                  <a:lnTo>
                    <a:pt x="57459" y="12347"/>
                  </a:lnTo>
                  <a:lnTo>
                    <a:pt x="57169" y="12769"/>
                  </a:lnTo>
                  <a:lnTo>
                    <a:pt x="56879" y="13203"/>
                  </a:lnTo>
                  <a:lnTo>
                    <a:pt x="56616" y="13637"/>
                  </a:lnTo>
                  <a:lnTo>
                    <a:pt x="56340" y="14072"/>
                  </a:lnTo>
                  <a:lnTo>
                    <a:pt x="56090" y="14519"/>
                  </a:lnTo>
                  <a:lnTo>
                    <a:pt x="55826" y="14980"/>
                  </a:lnTo>
                  <a:lnTo>
                    <a:pt x="55589" y="15441"/>
                  </a:lnTo>
                  <a:lnTo>
                    <a:pt x="55352" y="15902"/>
                  </a:lnTo>
                  <a:lnTo>
                    <a:pt x="55129" y="16375"/>
                  </a:lnTo>
                  <a:lnTo>
                    <a:pt x="54905" y="16849"/>
                  </a:lnTo>
                  <a:lnTo>
                    <a:pt x="54694" y="17323"/>
                  </a:lnTo>
                  <a:lnTo>
                    <a:pt x="54497" y="17810"/>
                  </a:lnTo>
                  <a:lnTo>
                    <a:pt x="54299" y="18297"/>
                  </a:lnTo>
                  <a:lnTo>
                    <a:pt x="54115" y="18798"/>
                  </a:lnTo>
                  <a:lnTo>
                    <a:pt x="53523" y="18719"/>
                  </a:lnTo>
                  <a:lnTo>
                    <a:pt x="52917" y="18666"/>
                  </a:lnTo>
                  <a:lnTo>
                    <a:pt x="52220" y="18587"/>
                  </a:lnTo>
                  <a:lnTo>
                    <a:pt x="51522" y="18534"/>
                  </a:lnTo>
                  <a:lnTo>
                    <a:pt x="50811" y="18495"/>
                  </a:lnTo>
                  <a:lnTo>
                    <a:pt x="50113" y="18482"/>
                  </a:lnTo>
                  <a:lnTo>
                    <a:pt x="49521" y="18495"/>
                  </a:lnTo>
                  <a:lnTo>
                    <a:pt x="48916" y="18521"/>
                  </a:lnTo>
                  <a:lnTo>
                    <a:pt x="48336" y="18561"/>
                  </a:lnTo>
                  <a:lnTo>
                    <a:pt x="47744" y="18613"/>
                  </a:lnTo>
                  <a:lnTo>
                    <a:pt x="47165" y="18679"/>
                  </a:lnTo>
                  <a:lnTo>
                    <a:pt x="46586" y="18758"/>
                  </a:lnTo>
                  <a:lnTo>
                    <a:pt x="46006" y="18850"/>
                  </a:lnTo>
                  <a:lnTo>
                    <a:pt x="45440" y="18955"/>
                  </a:lnTo>
                  <a:lnTo>
                    <a:pt x="44874" y="19087"/>
                  </a:lnTo>
                  <a:lnTo>
                    <a:pt x="44321" y="19219"/>
                  </a:lnTo>
                  <a:lnTo>
                    <a:pt x="43769" y="19364"/>
                  </a:lnTo>
                  <a:lnTo>
                    <a:pt x="43216" y="19535"/>
                  </a:lnTo>
                  <a:lnTo>
                    <a:pt x="42676" y="19706"/>
                  </a:lnTo>
                  <a:lnTo>
                    <a:pt x="42149" y="19903"/>
                  </a:lnTo>
                  <a:lnTo>
                    <a:pt x="41610" y="20101"/>
                  </a:lnTo>
                  <a:lnTo>
                    <a:pt x="41096" y="20311"/>
                  </a:lnTo>
                  <a:lnTo>
                    <a:pt x="40570" y="20535"/>
                  </a:lnTo>
                  <a:lnTo>
                    <a:pt x="40070" y="20772"/>
                  </a:lnTo>
                  <a:lnTo>
                    <a:pt x="39556" y="21035"/>
                  </a:lnTo>
                  <a:lnTo>
                    <a:pt x="39069" y="21285"/>
                  </a:lnTo>
                  <a:lnTo>
                    <a:pt x="38569" y="21562"/>
                  </a:lnTo>
                  <a:lnTo>
                    <a:pt x="38095" y="21851"/>
                  </a:lnTo>
                  <a:lnTo>
                    <a:pt x="37621" y="22141"/>
                  </a:lnTo>
                  <a:lnTo>
                    <a:pt x="37147" y="22457"/>
                  </a:lnTo>
                  <a:lnTo>
                    <a:pt x="36687" y="22773"/>
                  </a:lnTo>
                  <a:lnTo>
                    <a:pt x="36239" y="23102"/>
                  </a:lnTo>
                  <a:lnTo>
                    <a:pt x="35792" y="23444"/>
                  </a:lnTo>
                  <a:lnTo>
                    <a:pt x="35357" y="23786"/>
                  </a:lnTo>
                  <a:lnTo>
                    <a:pt x="34936" y="24155"/>
                  </a:lnTo>
                  <a:lnTo>
                    <a:pt x="34528" y="24524"/>
                  </a:lnTo>
                  <a:lnTo>
                    <a:pt x="34120" y="24905"/>
                  </a:lnTo>
                  <a:lnTo>
                    <a:pt x="33712" y="25287"/>
                  </a:lnTo>
                  <a:lnTo>
                    <a:pt x="33330" y="25682"/>
                  </a:lnTo>
                  <a:lnTo>
                    <a:pt x="32948" y="26090"/>
                  </a:lnTo>
                  <a:lnTo>
                    <a:pt x="32580" y="26511"/>
                  </a:lnTo>
                  <a:lnTo>
                    <a:pt x="32211" y="26933"/>
                  </a:lnTo>
                  <a:lnTo>
                    <a:pt x="31869" y="27367"/>
                  </a:lnTo>
                  <a:lnTo>
                    <a:pt x="31527" y="27815"/>
                  </a:lnTo>
                  <a:lnTo>
                    <a:pt x="31197" y="28262"/>
                  </a:lnTo>
                  <a:lnTo>
                    <a:pt x="30882" y="28723"/>
                  </a:lnTo>
                  <a:lnTo>
                    <a:pt x="30566" y="29184"/>
                  </a:lnTo>
                  <a:lnTo>
                    <a:pt x="30276" y="29657"/>
                  </a:lnTo>
                  <a:lnTo>
                    <a:pt x="29986" y="30144"/>
                  </a:lnTo>
                  <a:lnTo>
                    <a:pt x="29710" y="30632"/>
                  </a:lnTo>
                  <a:lnTo>
                    <a:pt x="29460" y="31132"/>
                  </a:lnTo>
                  <a:lnTo>
                    <a:pt x="29210" y="31632"/>
                  </a:lnTo>
                  <a:lnTo>
                    <a:pt x="28960" y="32145"/>
                  </a:lnTo>
                  <a:lnTo>
                    <a:pt x="28736" y="32659"/>
                  </a:lnTo>
                  <a:lnTo>
                    <a:pt x="28525" y="33185"/>
                  </a:lnTo>
                  <a:lnTo>
                    <a:pt x="28328" y="33712"/>
                  </a:lnTo>
                  <a:lnTo>
                    <a:pt x="28130" y="34251"/>
                  </a:lnTo>
                  <a:lnTo>
                    <a:pt x="27959" y="34791"/>
                  </a:lnTo>
                  <a:lnTo>
                    <a:pt x="27788" y="35344"/>
                  </a:lnTo>
                  <a:lnTo>
                    <a:pt x="27643" y="35897"/>
                  </a:lnTo>
                  <a:lnTo>
                    <a:pt x="27512" y="36450"/>
                  </a:lnTo>
                  <a:lnTo>
                    <a:pt x="27380" y="37016"/>
                  </a:lnTo>
                  <a:lnTo>
                    <a:pt x="27275" y="37582"/>
                  </a:lnTo>
                  <a:lnTo>
                    <a:pt x="27183" y="38148"/>
                  </a:lnTo>
                  <a:lnTo>
                    <a:pt x="27104" y="38727"/>
                  </a:lnTo>
                  <a:lnTo>
                    <a:pt x="27038" y="39319"/>
                  </a:lnTo>
                  <a:lnTo>
                    <a:pt x="26985" y="39899"/>
                  </a:lnTo>
                  <a:lnTo>
                    <a:pt x="26946" y="40491"/>
                  </a:lnTo>
                  <a:lnTo>
                    <a:pt x="26919" y="41083"/>
                  </a:lnTo>
                  <a:lnTo>
                    <a:pt x="26906" y="41676"/>
                  </a:lnTo>
                  <a:lnTo>
                    <a:pt x="26919" y="42479"/>
                  </a:lnTo>
                  <a:lnTo>
                    <a:pt x="26959" y="43268"/>
                  </a:lnTo>
                  <a:lnTo>
                    <a:pt x="27038" y="44045"/>
                  </a:lnTo>
                  <a:lnTo>
                    <a:pt x="27130" y="44822"/>
                  </a:lnTo>
                  <a:lnTo>
                    <a:pt x="27248" y="45598"/>
                  </a:lnTo>
                  <a:lnTo>
                    <a:pt x="27393" y="46375"/>
                  </a:lnTo>
                  <a:lnTo>
                    <a:pt x="27564" y="47139"/>
                  </a:lnTo>
                  <a:lnTo>
                    <a:pt x="27762" y="47902"/>
                  </a:lnTo>
                  <a:lnTo>
                    <a:pt x="27354" y="48034"/>
                  </a:lnTo>
                  <a:lnTo>
                    <a:pt x="26972" y="48165"/>
                  </a:lnTo>
                  <a:lnTo>
                    <a:pt x="26577" y="48323"/>
                  </a:lnTo>
                  <a:lnTo>
                    <a:pt x="26195" y="48468"/>
                  </a:lnTo>
                  <a:lnTo>
                    <a:pt x="25814" y="48639"/>
                  </a:lnTo>
                  <a:lnTo>
                    <a:pt x="25432" y="48810"/>
                  </a:lnTo>
                  <a:lnTo>
                    <a:pt x="25050" y="48981"/>
                  </a:lnTo>
                  <a:lnTo>
                    <a:pt x="24682" y="49166"/>
                  </a:lnTo>
                  <a:lnTo>
                    <a:pt x="24326" y="49363"/>
                  </a:lnTo>
                  <a:lnTo>
                    <a:pt x="23958" y="49561"/>
                  </a:lnTo>
                  <a:lnTo>
                    <a:pt x="23602" y="49758"/>
                  </a:lnTo>
                  <a:lnTo>
                    <a:pt x="23260" y="49969"/>
                  </a:lnTo>
                  <a:lnTo>
                    <a:pt x="22904" y="50192"/>
                  </a:lnTo>
                  <a:lnTo>
                    <a:pt x="22562" y="50416"/>
                  </a:lnTo>
                  <a:lnTo>
                    <a:pt x="22233" y="50640"/>
                  </a:lnTo>
                  <a:lnTo>
                    <a:pt x="21904" y="50877"/>
                  </a:lnTo>
                  <a:lnTo>
                    <a:pt x="21575" y="51127"/>
                  </a:lnTo>
                  <a:lnTo>
                    <a:pt x="21246" y="51377"/>
                  </a:lnTo>
                  <a:lnTo>
                    <a:pt x="20930" y="51627"/>
                  </a:lnTo>
                  <a:lnTo>
                    <a:pt x="20627" y="51891"/>
                  </a:lnTo>
                  <a:lnTo>
                    <a:pt x="20022" y="52430"/>
                  </a:lnTo>
                  <a:lnTo>
                    <a:pt x="19429" y="52996"/>
                  </a:lnTo>
                  <a:lnTo>
                    <a:pt x="18876" y="53576"/>
                  </a:lnTo>
                  <a:lnTo>
                    <a:pt x="18337" y="54181"/>
                  </a:lnTo>
                  <a:lnTo>
                    <a:pt x="17823" y="54800"/>
                  </a:lnTo>
                  <a:lnTo>
                    <a:pt x="17323" y="55445"/>
                  </a:lnTo>
                  <a:lnTo>
                    <a:pt x="16862" y="56116"/>
                  </a:lnTo>
                  <a:lnTo>
                    <a:pt x="16428" y="56787"/>
                  </a:lnTo>
                  <a:lnTo>
                    <a:pt x="16217" y="57143"/>
                  </a:lnTo>
                  <a:lnTo>
                    <a:pt x="16007" y="57485"/>
                  </a:lnTo>
                  <a:lnTo>
                    <a:pt x="15809" y="57840"/>
                  </a:lnTo>
                  <a:lnTo>
                    <a:pt x="15625" y="58209"/>
                  </a:lnTo>
                  <a:lnTo>
                    <a:pt x="15441" y="58564"/>
                  </a:lnTo>
                  <a:lnTo>
                    <a:pt x="15270" y="58933"/>
                  </a:lnTo>
                  <a:lnTo>
                    <a:pt x="15099" y="59315"/>
                  </a:lnTo>
                  <a:lnTo>
                    <a:pt x="14941" y="59683"/>
                  </a:lnTo>
                  <a:lnTo>
                    <a:pt x="14783" y="60065"/>
                  </a:lnTo>
                  <a:lnTo>
                    <a:pt x="14638" y="60447"/>
                  </a:lnTo>
                  <a:lnTo>
                    <a:pt x="14493" y="60829"/>
                  </a:lnTo>
                  <a:lnTo>
                    <a:pt x="14361" y="61224"/>
                  </a:lnTo>
                  <a:lnTo>
                    <a:pt x="14230" y="61618"/>
                  </a:lnTo>
                  <a:lnTo>
                    <a:pt x="14111" y="62013"/>
                  </a:lnTo>
                  <a:lnTo>
                    <a:pt x="14006" y="62408"/>
                  </a:lnTo>
                  <a:lnTo>
                    <a:pt x="13901" y="62816"/>
                  </a:lnTo>
                  <a:lnTo>
                    <a:pt x="13808" y="63211"/>
                  </a:lnTo>
                  <a:lnTo>
                    <a:pt x="13716" y="63619"/>
                  </a:lnTo>
                  <a:lnTo>
                    <a:pt x="13637" y="64027"/>
                  </a:lnTo>
                  <a:lnTo>
                    <a:pt x="13572" y="64449"/>
                  </a:lnTo>
                  <a:lnTo>
                    <a:pt x="13506" y="64857"/>
                  </a:lnTo>
                  <a:lnTo>
                    <a:pt x="13453" y="65278"/>
                  </a:lnTo>
                  <a:lnTo>
                    <a:pt x="13400" y="65699"/>
                  </a:lnTo>
                  <a:lnTo>
                    <a:pt x="13374" y="66120"/>
                  </a:lnTo>
                  <a:lnTo>
                    <a:pt x="13335" y="66555"/>
                  </a:lnTo>
                  <a:lnTo>
                    <a:pt x="13321" y="66976"/>
                  </a:lnTo>
                  <a:lnTo>
                    <a:pt x="13308" y="67410"/>
                  </a:lnTo>
                  <a:lnTo>
                    <a:pt x="13295" y="67832"/>
                  </a:lnTo>
                  <a:lnTo>
                    <a:pt x="13308" y="68608"/>
                  </a:lnTo>
                  <a:lnTo>
                    <a:pt x="13361" y="69385"/>
                  </a:lnTo>
                  <a:lnTo>
                    <a:pt x="13427" y="70148"/>
                  </a:lnTo>
                  <a:lnTo>
                    <a:pt x="13519" y="70912"/>
                  </a:lnTo>
                  <a:lnTo>
                    <a:pt x="13651" y="71675"/>
                  </a:lnTo>
                  <a:lnTo>
                    <a:pt x="13808" y="72426"/>
                  </a:lnTo>
                  <a:lnTo>
                    <a:pt x="13993" y="73176"/>
                  </a:lnTo>
                  <a:lnTo>
                    <a:pt x="14203" y="73913"/>
                  </a:lnTo>
                  <a:lnTo>
                    <a:pt x="13795" y="74111"/>
                  </a:lnTo>
                  <a:lnTo>
                    <a:pt x="13400" y="74321"/>
                  </a:lnTo>
                  <a:lnTo>
                    <a:pt x="13006" y="74532"/>
                  </a:lnTo>
                  <a:lnTo>
                    <a:pt x="12624" y="74742"/>
                  </a:lnTo>
                  <a:lnTo>
                    <a:pt x="11860" y="75190"/>
                  </a:lnTo>
                  <a:lnTo>
                    <a:pt x="11123" y="75677"/>
                  </a:lnTo>
                  <a:lnTo>
                    <a:pt x="10399" y="76177"/>
                  </a:lnTo>
                  <a:lnTo>
                    <a:pt x="9701" y="76704"/>
                  </a:lnTo>
                  <a:lnTo>
                    <a:pt x="9017" y="77244"/>
                  </a:lnTo>
                  <a:lnTo>
                    <a:pt x="8359" y="77823"/>
                  </a:lnTo>
                  <a:lnTo>
                    <a:pt x="7714" y="78415"/>
                  </a:lnTo>
                  <a:lnTo>
                    <a:pt x="7095" y="79034"/>
                  </a:lnTo>
                  <a:lnTo>
                    <a:pt x="6503" y="79666"/>
                  </a:lnTo>
                  <a:lnTo>
                    <a:pt x="5924" y="80324"/>
                  </a:lnTo>
                  <a:lnTo>
                    <a:pt x="5384" y="80995"/>
                  </a:lnTo>
                  <a:lnTo>
                    <a:pt x="4857" y="81680"/>
                  </a:lnTo>
                  <a:lnTo>
                    <a:pt x="4357" y="82390"/>
                  </a:lnTo>
                  <a:lnTo>
                    <a:pt x="3870" y="83114"/>
                  </a:lnTo>
                  <a:lnTo>
                    <a:pt x="3423" y="83865"/>
                  </a:lnTo>
                  <a:lnTo>
                    <a:pt x="3001" y="84615"/>
                  </a:lnTo>
                  <a:lnTo>
                    <a:pt x="2593" y="85392"/>
                  </a:lnTo>
                  <a:lnTo>
                    <a:pt x="2225" y="86182"/>
                  </a:lnTo>
                  <a:lnTo>
                    <a:pt x="1882" y="86985"/>
                  </a:lnTo>
                  <a:lnTo>
                    <a:pt x="1553" y="87801"/>
                  </a:lnTo>
                  <a:lnTo>
                    <a:pt x="1264" y="88617"/>
                  </a:lnTo>
                  <a:lnTo>
                    <a:pt x="1000" y="89459"/>
                  </a:lnTo>
                  <a:lnTo>
                    <a:pt x="777" y="90302"/>
                  </a:lnTo>
                  <a:lnTo>
                    <a:pt x="566" y="91171"/>
                  </a:lnTo>
                  <a:lnTo>
                    <a:pt x="395" y="92039"/>
                  </a:lnTo>
                  <a:lnTo>
                    <a:pt x="316" y="92474"/>
                  </a:lnTo>
                  <a:lnTo>
                    <a:pt x="250" y="92908"/>
                  </a:lnTo>
                  <a:lnTo>
                    <a:pt x="197" y="93356"/>
                  </a:lnTo>
                  <a:lnTo>
                    <a:pt x="145" y="93790"/>
                  </a:lnTo>
                  <a:lnTo>
                    <a:pt x="92" y="94238"/>
                  </a:lnTo>
                  <a:lnTo>
                    <a:pt x="66" y="94685"/>
                  </a:lnTo>
                  <a:lnTo>
                    <a:pt x="26" y="95133"/>
                  </a:lnTo>
                  <a:lnTo>
                    <a:pt x="13" y="95580"/>
                  </a:lnTo>
                  <a:lnTo>
                    <a:pt x="0" y="96041"/>
                  </a:lnTo>
                  <a:lnTo>
                    <a:pt x="0" y="96489"/>
                  </a:lnTo>
                  <a:lnTo>
                    <a:pt x="0" y="97068"/>
                  </a:lnTo>
                  <a:lnTo>
                    <a:pt x="26" y="97647"/>
                  </a:lnTo>
                  <a:lnTo>
                    <a:pt x="53" y="98213"/>
                  </a:lnTo>
                  <a:lnTo>
                    <a:pt x="92" y="98779"/>
                  </a:lnTo>
                  <a:lnTo>
                    <a:pt x="158" y="99358"/>
                  </a:lnTo>
                  <a:lnTo>
                    <a:pt x="224" y="99911"/>
                  </a:lnTo>
                  <a:lnTo>
                    <a:pt x="303" y="100477"/>
                  </a:lnTo>
                  <a:lnTo>
                    <a:pt x="408" y="101030"/>
                  </a:lnTo>
                  <a:lnTo>
                    <a:pt x="513" y="101583"/>
                  </a:lnTo>
                  <a:lnTo>
                    <a:pt x="632" y="102136"/>
                  </a:lnTo>
                  <a:lnTo>
                    <a:pt x="763" y="102689"/>
                  </a:lnTo>
                  <a:lnTo>
                    <a:pt x="908" y="103228"/>
                  </a:lnTo>
                  <a:lnTo>
                    <a:pt x="1066" y="103768"/>
                  </a:lnTo>
                  <a:lnTo>
                    <a:pt x="1224" y="104308"/>
                  </a:lnTo>
                  <a:lnTo>
                    <a:pt x="1408" y="104834"/>
                  </a:lnTo>
                  <a:lnTo>
                    <a:pt x="1606" y="105361"/>
                  </a:lnTo>
                  <a:lnTo>
                    <a:pt x="1803" y="105874"/>
                  </a:lnTo>
                  <a:lnTo>
                    <a:pt x="2027" y="106401"/>
                  </a:lnTo>
                  <a:lnTo>
                    <a:pt x="2251" y="106901"/>
                  </a:lnTo>
                  <a:lnTo>
                    <a:pt x="2488" y="107414"/>
                  </a:lnTo>
                  <a:lnTo>
                    <a:pt x="2738" y="107915"/>
                  </a:lnTo>
                  <a:lnTo>
                    <a:pt x="3001" y="108415"/>
                  </a:lnTo>
                  <a:lnTo>
                    <a:pt x="3278" y="108902"/>
                  </a:lnTo>
                  <a:lnTo>
                    <a:pt x="3554" y="109389"/>
                  </a:lnTo>
                  <a:lnTo>
                    <a:pt x="3857" y="109863"/>
                  </a:lnTo>
                  <a:lnTo>
                    <a:pt x="4160" y="110337"/>
                  </a:lnTo>
                  <a:lnTo>
                    <a:pt x="4476" y="110797"/>
                  </a:lnTo>
                  <a:lnTo>
                    <a:pt x="4805" y="111258"/>
                  </a:lnTo>
                  <a:lnTo>
                    <a:pt x="5147" y="111719"/>
                  </a:lnTo>
                  <a:lnTo>
                    <a:pt x="5502" y="112166"/>
                  </a:lnTo>
                  <a:lnTo>
                    <a:pt x="5871" y="112601"/>
                  </a:lnTo>
                  <a:lnTo>
                    <a:pt x="6239" y="113035"/>
                  </a:lnTo>
                  <a:lnTo>
                    <a:pt x="5924" y="113641"/>
                  </a:lnTo>
                  <a:lnTo>
                    <a:pt x="5634" y="114272"/>
                  </a:lnTo>
                  <a:lnTo>
                    <a:pt x="5358" y="114904"/>
                  </a:lnTo>
                  <a:lnTo>
                    <a:pt x="5107" y="115536"/>
                  </a:lnTo>
                  <a:lnTo>
                    <a:pt x="4870" y="116181"/>
                  </a:lnTo>
                  <a:lnTo>
                    <a:pt x="4660" y="116826"/>
                  </a:lnTo>
                  <a:lnTo>
                    <a:pt x="4462" y="117484"/>
                  </a:lnTo>
                  <a:lnTo>
                    <a:pt x="4291" y="118156"/>
                  </a:lnTo>
                  <a:lnTo>
                    <a:pt x="4133" y="118814"/>
                  </a:lnTo>
                  <a:lnTo>
                    <a:pt x="4002" y="119485"/>
                  </a:lnTo>
                  <a:lnTo>
                    <a:pt x="3883" y="120170"/>
                  </a:lnTo>
                  <a:lnTo>
                    <a:pt x="3791" y="120854"/>
                  </a:lnTo>
                  <a:lnTo>
                    <a:pt x="3712" y="121539"/>
                  </a:lnTo>
                  <a:lnTo>
                    <a:pt x="3659" y="122223"/>
                  </a:lnTo>
                  <a:lnTo>
                    <a:pt x="3633" y="122908"/>
                  </a:lnTo>
                  <a:lnTo>
                    <a:pt x="3620" y="123605"/>
                  </a:lnTo>
                  <a:lnTo>
                    <a:pt x="3633" y="124264"/>
                  </a:lnTo>
                  <a:lnTo>
                    <a:pt x="3659" y="124922"/>
                  </a:lnTo>
                  <a:lnTo>
                    <a:pt x="3712" y="125580"/>
                  </a:lnTo>
                  <a:lnTo>
                    <a:pt x="3778" y="126238"/>
                  </a:lnTo>
                  <a:lnTo>
                    <a:pt x="3857" y="126883"/>
                  </a:lnTo>
                  <a:lnTo>
                    <a:pt x="3962" y="127528"/>
                  </a:lnTo>
                  <a:lnTo>
                    <a:pt x="4081" y="128160"/>
                  </a:lnTo>
                  <a:lnTo>
                    <a:pt x="4212" y="128792"/>
                  </a:lnTo>
                  <a:lnTo>
                    <a:pt x="4370" y="129424"/>
                  </a:lnTo>
                  <a:lnTo>
                    <a:pt x="4541" y="130042"/>
                  </a:lnTo>
                  <a:lnTo>
                    <a:pt x="4739" y="130661"/>
                  </a:lnTo>
                  <a:lnTo>
                    <a:pt x="4949" y="131267"/>
                  </a:lnTo>
                  <a:lnTo>
                    <a:pt x="5173" y="131859"/>
                  </a:lnTo>
                  <a:lnTo>
                    <a:pt x="5410" y="132464"/>
                  </a:lnTo>
                  <a:lnTo>
                    <a:pt x="5673" y="133044"/>
                  </a:lnTo>
                  <a:lnTo>
                    <a:pt x="5950" y="133623"/>
                  </a:lnTo>
                  <a:lnTo>
                    <a:pt x="6239" y="134189"/>
                  </a:lnTo>
                  <a:lnTo>
                    <a:pt x="6542" y="134755"/>
                  </a:lnTo>
                  <a:lnTo>
                    <a:pt x="6871" y="135308"/>
                  </a:lnTo>
                  <a:lnTo>
                    <a:pt x="7214" y="135847"/>
                  </a:lnTo>
                  <a:lnTo>
                    <a:pt x="7556" y="136387"/>
                  </a:lnTo>
                  <a:lnTo>
                    <a:pt x="7938" y="136914"/>
                  </a:lnTo>
                  <a:lnTo>
                    <a:pt x="8319" y="137427"/>
                  </a:lnTo>
                  <a:lnTo>
                    <a:pt x="8714" y="137927"/>
                  </a:lnTo>
                  <a:lnTo>
                    <a:pt x="9135" y="138428"/>
                  </a:lnTo>
                  <a:lnTo>
                    <a:pt x="9557" y="138901"/>
                  </a:lnTo>
                  <a:lnTo>
                    <a:pt x="10004" y="139375"/>
                  </a:lnTo>
                  <a:lnTo>
                    <a:pt x="10465" y="139836"/>
                  </a:lnTo>
                  <a:lnTo>
                    <a:pt x="10939" y="140284"/>
                  </a:lnTo>
                  <a:lnTo>
                    <a:pt x="11426" y="140718"/>
                  </a:lnTo>
                  <a:lnTo>
                    <a:pt x="11926" y="141139"/>
                  </a:lnTo>
                  <a:lnTo>
                    <a:pt x="12439" y="141547"/>
                  </a:lnTo>
                  <a:lnTo>
                    <a:pt x="12347" y="142008"/>
                  </a:lnTo>
                  <a:lnTo>
                    <a:pt x="12268" y="142482"/>
                  </a:lnTo>
                  <a:lnTo>
                    <a:pt x="12203" y="142956"/>
                  </a:lnTo>
                  <a:lnTo>
                    <a:pt x="12150" y="143430"/>
                  </a:lnTo>
                  <a:lnTo>
                    <a:pt x="12110" y="143904"/>
                  </a:lnTo>
                  <a:lnTo>
                    <a:pt x="12084" y="144377"/>
                  </a:lnTo>
                  <a:lnTo>
                    <a:pt x="12058" y="144851"/>
                  </a:lnTo>
                  <a:lnTo>
                    <a:pt x="12058" y="145325"/>
                  </a:lnTo>
                  <a:lnTo>
                    <a:pt x="12058" y="145760"/>
                  </a:lnTo>
                  <a:lnTo>
                    <a:pt x="12071" y="146194"/>
                  </a:lnTo>
                  <a:lnTo>
                    <a:pt x="12097" y="146628"/>
                  </a:lnTo>
                  <a:lnTo>
                    <a:pt x="12137" y="147050"/>
                  </a:lnTo>
                  <a:lnTo>
                    <a:pt x="12176" y="147471"/>
                  </a:lnTo>
                  <a:lnTo>
                    <a:pt x="12229" y="147892"/>
                  </a:lnTo>
                  <a:lnTo>
                    <a:pt x="12295" y="148313"/>
                  </a:lnTo>
                  <a:lnTo>
                    <a:pt x="12361" y="148721"/>
                  </a:lnTo>
                  <a:lnTo>
                    <a:pt x="12439" y="149129"/>
                  </a:lnTo>
                  <a:lnTo>
                    <a:pt x="12532" y="149538"/>
                  </a:lnTo>
                  <a:lnTo>
                    <a:pt x="12624" y="149946"/>
                  </a:lnTo>
                  <a:lnTo>
                    <a:pt x="12729" y="150354"/>
                  </a:lnTo>
                  <a:lnTo>
                    <a:pt x="12848" y="150749"/>
                  </a:lnTo>
                  <a:lnTo>
                    <a:pt x="12966" y="151143"/>
                  </a:lnTo>
                  <a:lnTo>
                    <a:pt x="13098" y="151538"/>
                  </a:lnTo>
                  <a:lnTo>
                    <a:pt x="13229" y="151920"/>
                  </a:lnTo>
                  <a:lnTo>
                    <a:pt x="13387" y="152302"/>
                  </a:lnTo>
                  <a:lnTo>
                    <a:pt x="13532" y="152684"/>
                  </a:lnTo>
                  <a:lnTo>
                    <a:pt x="13703" y="153052"/>
                  </a:lnTo>
                  <a:lnTo>
                    <a:pt x="13874" y="153434"/>
                  </a:lnTo>
                  <a:lnTo>
                    <a:pt x="14045" y="153789"/>
                  </a:lnTo>
                  <a:lnTo>
                    <a:pt x="14230" y="154158"/>
                  </a:lnTo>
                  <a:lnTo>
                    <a:pt x="14427" y="154513"/>
                  </a:lnTo>
                  <a:lnTo>
                    <a:pt x="14625" y="154869"/>
                  </a:lnTo>
                  <a:lnTo>
                    <a:pt x="14835" y="155211"/>
                  </a:lnTo>
                  <a:lnTo>
                    <a:pt x="15059" y="155553"/>
                  </a:lnTo>
                  <a:lnTo>
                    <a:pt x="15270" y="155896"/>
                  </a:lnTo>
                  <a:lnTo>
                    <a:pt x="15507" y="156225"/>
                  </a:lnTo>
                  <a:lnTo>
                    <a:pt x="15744" y="156554"/>
                  </a:lnTo>
                  <a:lnTo>
                    <a:pt x="15980" y="156883"/>
                  </a:lnTo>
                  <a:lnTo>
                    <a:pt x="16231" y="157199"/>
                  </a:lnTo>
                  <a:lnTo>
                    <a:pt x="16494" y="157515"/>
                  </a:lnTo>
                  <a:lnTo>
                    <a:pt x="16757" y="157817"/>
                  </a:lnTo>
                  <a:lnTo>
                    <a:pt x="17020" y="158120"/>
                  </a:lnTo>
                  <a:lnTo>
                    <a:pt x="17297" y="158410"/>
                  </a:lnTo>
                  <a:lnTo>
                    <a:pt x="17573" y="158699"/>
                  </a:lnTo>
                  <a:lnTo>
                    <a:pt x="17863" y="158989"/>
                  </a:lnTo>
                  <a:lnTo>
                    <a:pt x="18152" y="159265"/>
                  </a:lnTo>
                  <a:lnTo>
                    <a:pt x="18455" y="159529"/>
                  </a:lnTo>
                  <a:lnTo>
                    <a:pt x="18758" y="159805"/>
                  </a:lnTo>
                  <a:lnTo>
                    <a:pt x="19074" y="160055"/>
                  </a:lnTo>
                  <a:lnTo>
                    <a:pt x="19390" y="160305"/>
                  </a:lnTo>
                  <a:lnTo>
                    <a:pt x="19706" y="160555"/>
                  </a:lnTo>
                  <a:lnTo>
                    <a:pt x="20035" y="160792"/>
                  </a:lnTo>
                  <a:lnTo>
                    <a:pt x="20364" y="161029"/>
                  </a:lnTo>
                  <a:lnTo>
                    <a:pt x="20706" y="161253"/>
                  </a:lnTo>
                  <a:lnTo>
                    <a:pt x="21048" y="161464"/>
                  </a:lnTo>
                  <a:lnTo>
                    <a:pt x="21391" y="161674"/>
                  </a:lnTo>
                  <a:lnTo>
                    <a:pt x="21746" y="161885"/>
                  </a:lnTo>
                  <a:lnTo>
                    <a:pt x="22101" y="162082"/>
                  </a:lnTo>
                  <a:lnTo>
                    <a:pt x="22457" y="162267"/>
                  </a:lnTo>
                  <a:lnTo>
                    <a:pt x="22825" y="162451"/>
                  </a:lnTo>
                  <a:lnTo>
                    <a:pt x="23194" y="162622"/>
                  </a:lnTo>
                  <a:lnTo>
                    <a:pt x="23563" y="162780"/>
                  </a:lnTo>
                  <a:lnTo>
                    <a:pt x="23944" y="162938"/>
                  </a:lnTo>
                  <a:lnTo>
                    <a:pt x="24326" y="163096"/>
                  </a:lnTo>
                  <a:lnTo>
                    <a:pt x="24708" y="163241"/>
                  </a:lnTo>
                  <a:lnTo>
                    <a:pt x="25103" y="163372"/>
                  </a:lnTo>
                  <a:lnTo>
                    <a:pt x="25498" y="163491"/>
                  </a:lnTo>
                  <a:lnTo>
                    <a:pt x="25893" y="163609"/>
                  </a:lnTo>
                  <a:lnTo>
                    <a:pt x="26287" y="163715"/>
                  </a:lnTo>
                  <a:lnTo>
                    <a:pt x="26696" y="163820"/>
                  </a:lnTo>
                  <a:lnTo>
                    <a:pt x="27104" y="163912"/>
                  </a:lnTo>
                  <a:lnTo>
                    <a:pt x="27512" y="163991"/>
                  </a:lnTo>
                  <a:lnTo>
                    <a:pt x="27393" y="164333"/>
                  </a:lnTo>
                  <a:lnTo>
                    <a:pt x="28275" y="164412"/>
                  </a:lnTo>
                  <a:lnTo>
                    <a:pt x="29144" y="164504"/>
                  </a:lnTo>
                  <a:lnTo>
                    <a:pt x="30000" y="164623"/>
                  </a:lnTo>
                  <a:lnTo>
                    <a:pt x="30842" y="164741"/>
                  </a:lnTo>
                  <a:lnTo>
                    <a:pt x="31671" y="164886"/>
                  </a:lnTo>
                  <a:lnTo>
                    <a:pt x="32474" y="165031"/>
                  </a:lnTo>
                  <a:lnTo>
                    <a:pt x="33264" y="165189"/>
                  </a:lnTo>
                  <a:lnTo>
                    <a:pt x="34041" y="165373"/>
                  </a:lnTo>
                  <a:lnTo>
                    <a:pt x="34804" y="165558"/>
                  </a:lnTo>
                  <a:lnTo>
                    <a:pt x="35555" y="165755"/>
                  </a:lnTo>
                  <a:lnTo>
                    <a:pt x="36292" y="165966"/>
                  </a:lnTo>
                  <a:lnTo>
                    <a:pt x="37003" y="166189"/>
                  </a:lnTo>
                  <a:lnTo>
                    <a:pt x="37713" y="166426"/>
                  </a:lnTo>
                  <a:lnTo>
                    <a:pt x="38398" y="166676"/>
                  </a:lnTo>
                  <a:lnTo>
                    <a:pt x="39082" y="166927"/>
                  </a:lnTo>
                  <a:lnTo>
                    <a:pt x="39741" y="167203"/>
                  </a:lnTo>
                  <a:lnTo>
                    <a:pt x="40386" y="167479"/>
                  </a:lnTo>
                  <a:lnTo>
                    <a:pt x="41017" y="167769"/>
                  </a:lnTo>
                  <a:lnTo>
                    <a:pt x="41649" y="168059"/>
                  </a:lnTo>
                  <a:lnTo>
                    <a:pt x="42255" y="168375"/>
                  </a:lnTo>
                  <a:lnTo>
                    <a:pt x="42847" y="168690"/>
                  </a:lnTo>
                  <a:lnTo>
                    <a:pt x="43426" y="169020"/>
                  </a:lnTo>
                  <a:lnTo>
                    <a:pt x="43992" y="169349"/>
                  </a:lnTo>
                  <a:lnTo>
                    <a:pt x="44545" y="169704"/>
                  </a:lnTo>
                  <a:lnTo>
                    <a:pt x="45098" y="170046"/>
                  </a:lnTo>
                  <a:lnTo>
                    <a:pt x="45625" y="170415"/>
                  </a:lnTo>
                  <a:lnTo>
                    <a:pt x="46138" y="170783"/>
                  </a:lnTo>
                  <a:lnTo>
                    <a:pt x="46638" y="171165"/>
                  </a:lnTo>
                  <a:lnTo>
                    <a:pt x="47138" y="171547"/>
                  </a:lnTo>
                  <a:lnTo>
                    <a:pt x="47612" y="171942"/>
                  </a:lnTo>
                  <a:lnTo>
                    <a:pt x="48086" y="172350"/>
                  </a:lnTo>
                  <a:lnTo>
                    <a:pt x="48547" y="172758"/>
                  </a:lnTo>
                  <a:lnTo>
                    <a:pt x="48994" y="173166"/>
                  </a:lnTo>
                  <a:lnTo>
                    <a:pt x="49429" y="173587"/>
                  </a:lnTo>
                  <a:lnTo>
                    <a:pt x="49850" y="174022"/>
                  </a:lnTo>
                  <a:lnTo>
                    <a:pt x="50258" y="174456"/>
                  </a:lnTo>
                  <a:lnTo>
                    <a:pt x="50666" y="174890"/>
                  </a:lnTo>
                  <a:lnTo>
                    <a:pt x="51048" y="175338"/>
                  </a:lnTo>
                  <a:lnTo>
                    <a:pt x="51430" y="175786"/>
                  </a:lnTo>
                  <a:lnTo>
                    <a:pt x="51798" y="176246"/>
                  </a:lnTo>
                  <a:lnTo>
                    <a:pt x="52167" y="176707"/>
                  </a:lnTo>
                  <a:lnTo>
                    <a:pt x="52509" y="177168"/>
                  </a:lnTo>
                  <a:lnTo>
                    <a:pt x="52851" y="177642"/>
                  </a:lnTo>
                  <a:lnTo>
                    <a:pt x="53180" y="178116"/>
                  </a:lnTo>
                  <a:lnTo>
                    <a:pt x="53496" y="178589"/>
                  </a:lnTo>
                  <a:lnTo>
                    <a:pt x="53799" y="179076"/>
                  </a:lnTo>
                  <a:lnTo>
                    <a:pt x="54102" y="179564"/>
                  </a:lnTo>
                  <a:lnTo>
                    <a:pt x="54392" y="180051"/>
                  </a:lnTo>
                  <a:lnTo>
                    <a:pt x="54668" y="180538"/>
                  </a:lnTo>
                  <a:lnTo>
                    <a:pt x="54944" y="181038"/>
                  </a:lnTo>
                  <a:lnTo>
                    <a:pt x="55208" y="181538"/>
                  </a:lnTo>
                  <a:lnTo>
                    <a:pt x="55458" y="182038"/>
                  </a:lnTo>
                  <a:lnTo>
                    <a:pt x="55708" y="182538"/>
                  </a:lnTo>
                  <a:lnTo>
                    <a:pt x="55945" y="183039"/>
                  </a:lnTo>
                  <a:lnTo>
                    <a:pt x="56169" y="183552"/>
                  </a:lnTo>
                  <a:lnTo>
                    <a:pt x="56392" y="184052"/>
                  </a:lnTo>
                  <a:lnTo>
                    <a:pt x="56800" y="185079"/>
                  </a:lnTo>
                  <a:lnTo>
                    <a:pt x="57182" y="186093"/>
                  </a:lnTo>
                  <a:lnTo>
                    <a:pt x="57538" y="187119"/>
                  </a:lnTo>
                  <a:lnTo>
                    <a:pt x="57867" y="188146"/>
                  </a:lnTo>
                  <a:lnTo>
                    <a:pt x="58156" y="189160"/>
                  </a:lnTo>
                  <a:lnTo>
                    <a:pt x="58433" y="190186"/>
                  </a:lnTo>
                  <a:lnTo>
                    <a:pt x="58683" y="191187"/>
                  </a:lnTo>
                  <a:lnTo>
                    <a:pt x="58893" y="192200"/>
                  </a:lnTo>
                  <a:lnTo>
                    <a:pt x="59091" y="193188"/>
                  </a:lnTo>
                  <a:lnTo>
                    <a:pt x="59262" y="194175"/>
                  </a:lnTo>
                  <a:lnTo>
                    <a:pt x="59420" y="195136"/>
                  </a:lnTo>
                  <a:lnTo>
                    <a:pt x="59552" y="196084"/>
                  </a:lnTo>
                  <a:lnTo>
                    <a:pt x="59670" y="197018"/>
                  </a:lnTo>
                  <a:lnTo>
                    <a:pt x="59762" y="197940"/>
                  </a:lnTo>
                  <a:lnTo>
                    <a:pt x="59841" y="198835"/>
                  </a:lnTo>
                  <a:lnTo>
                    <a:pt x="59907" y="199704"/>
                  </a:lnTo>
                  <a:lnTo>
                    <a:pt x="59960" y="200559"/>
                  </a:lnTo>
                  <a:lnTo>
                    <a:pt x="59986" y="201375"/>
                  </a:lnTo>
                  <a:lnTo>
                    <a:pt x="60012" y="202165"/>
                  </a:lnTo>
                  <a:lnTo>
                    <a:pt x="60025" y="202929"/>
                  </a:lnTo>
                  <a:lnTo>
                    <a:pt x="60039" y="203666"/>
                  </a:lnTo>
                  <a:lnTo>
                    <a:pt x="60025" y="204364"/>
                  </a:lnTo>
                  <a:lnTo>
                    <a:pt x="59999" y="205654"/>
                  </a:lnTo>
                  <a:lnTo>
                    <a:pt x="59947" y="206773"/>
                  </a:lnTo>
                  <a:lnTo>
                    <a:pt x="59894" y="207733"/>
                  </a:lnTo>
                  <a:lnTo>
                    <a:pt x="59828" y="208510"/>
                  </a:lnTo>
                  <a:lnTo>
                    <a:pt x="59775" y="209076"/>
                  </a:lnTo>
                  <a:lnTo>
                    <a:pt x="59710" y="209550"/>
                  </a:lnTo>
                  <a:lnTo>
                    <a:pt x="98213" y="209550"/>
                  </a:lnTo>
                  <a:lnTo>
                    <a:pt x="98213" y="166229"/>
                  </a:lnTo>
                  <a:lnTo>
                    <a:pt x="98226" y="165294"/>
                  </a:lnTo>
                  <a:lnTo>
                    <a:pt x="98265" y="164386"/>
                  </a:lnTo>
                  <a:lnTo>
                    <a:pt x="98331" y="163491"/>
                  </a:lnTo>
                  <a:lnTo>
                    <a:pt x="98423" y="162622"/>
                  </a:lnTo>
                  <a:lnTo>
                    <a:pt x="98542" y="161766"/>
                  </a:lnTo>
                  <a:lnTo>
                    <a:pt x="98687" y="160937"/>
                  </a:lnTo>
                  <a:lnTo>
                    <a:pt x="98845" y="160121"/>
                  </a:lnTo>
                  <a:lnTo>
                    <a:pt x="99029" y="159331"/>
                  </a:lnTo>
                  <a:lnTo>
                    <a:pt x="99240" y="158555"/>
                  </a:lnTo>
                  <a:lnTo>
                    <a:pt x="99463" y="157804"/>
                  </a:lnTo>
                  <a:lnTo>
                    <a:pt x="99700" y="157067"/>
                  </a:lnTo>
                  <a:lnTo>
                    <a:pt x="99963" y="156343"/>
                  </a:lnTo>
                  <a:lnTo>
                    <a:pt x="100253" y="155645"/>
                  </a:lnTo>
                  <a:lnTo>
                    <a:pt x="100543" y="154961"/>
                  </a:lnTo>
                  <a:lnTo>
                    <a:pt x="100859" y="154303"/>
                  </a:lnTo>
                  <a:lnTo>
                    <a:pt x="101188" y="153645"/>
                  </a:lnTo>
                  <a:lnTo>
                    <a:pt x="101530" y="153026"/>
                  </a:lnTo>
                  <a:lnTo>
                    <a:pt x="101885" y="152407"/>
                  </a:lnTo>
                  <a:lnTo>
                    <a:pt x="102254" y="151815"/>
                  </a:lnTo>
                  <a:lnTo>
                    <a:pt x="102636" y="151236"/>
                  </a:lnTo>
                  <a:lnTo>
                    <a:pt x="103017" y="150670"/>
                  </a:lnTo>
                  <a:lnTo>
                    <a:pt x="103425" y="150130"/>
                  </a:lnTo>
                  <a:lnTo>
                    <a:pt x="103834" y="149603"/>
                  </a:lnTo>
                  <a:lnTo>
                    <a:pt x="104242" y="149090"/>
                  </a:lnTo>
                  <a:lnTo>
                    <a:pt x="104663" y="148590"/>
                  </a:lnTo>
                  <a:lnTo>
                    <a:pt x="105097" y="148116"/>
                  </a:lnTo>
                  <a:lnTo>
                    <a:pt x="105532" y="147642"/>
                  </a:lnTo>
                  <a:lnTo>
                    <a:pt x="105966" y="147194"/>
                  </a:lnTo>
                  <a:lnTo>
                    <a:pt x="106414" y="146760"/>
                  </a:lnTo>
                  <a:lnTo>
                    <a:pt x="106861" y="146352"/>
                  </a:lnTo>
                  <a:lnTo>
                    <a:pt x="107309" y="145944"/>
                  </a:lnTo>
                  <a:lnTo>
                    <a:pt x="107756" y="145562"/>
                  </a:lnTo>
                  <a:lnTo>
                    <a:pt x="108191" y="145180"/>
                  </a:lnTo>
                  <a:lnTo>
                    <a:pt x="108638" y="144825"/>
                  </a:lnTo>
                  <a:lnTo>
                    <a:pt x="109086" y="144483"/>
                  </a:lnTo>
                  <a:lnTo>
                    <a:pt x="109533" y="144154"/>
                  </a:lnTo>
                  <a:lnTo>
                    <a:pt x="109968" y="143838"/>
                  </a:lnTo>
                  <a:lnTo>
                    <a:pt x="110402" y="143535"/>
                  </a:lnTo>
                  <a:lnTo>
                    <a:pt x="110837" y="143245"/>
                  </a:lnTo>
                  <a:lnTo>
                    <a:pt x="111258" y="142969"/>
                  </a:lnTo>
                  <a:lnTo>
                    <a:pt x="112074" y="142456"/>
                  </a:lnTo>
                  <a:lnTo>
                    <a:pt x="112864" y="141995"/>
                  </a:lnTo>
                  <a:lnTo>
                    <a:pt x="113614" y="141587"/>
                  </a:lnTo>
                  <a:lnTo>
                    <a:pt x="114312" y="141231"/>
                  </a:lnTo>
                  <a:lnTo>
                    <a:pt x="114957" y="140915"/>
                  </a:lnTo>
                  <a:lnTo>
                    <a:pt x="115536" y="140652"/>
                  </a:lnTo>
                  <a:lnTo>
                    <a:pt x="116036" y="140428"/>
                  </a:lnTo>
                  <a:lnTo>
                    <a:pt x="116471" y="140257"/>
                  </a:lnTo>
                  <a:lnTo>
                    <a:pt x="117076" y="140020"/>
                  </a:lnTo>
                  <a:lnTo>
                    <a:pt x="117287" y="139941"/>
                  </a:lnTo>
                  <a:lnTo>
                    <a:pt x="117813" y="139915"/>
                  </a:lnTo>
                  <a:lnTo>
                    <a:pt x="118327" y="139862"/>
                  </a:lnTo>
                  <a:lnTo>
                    <a:pt x="118840" y="139810"/>
                  </a:lnTo>
                  <a:lnTo>
                    <a:pt x="119353" y="139744"/>
                  </a:lnTo>
                  <a:lnTo>
                    <a:pt x="119854" y="139652"/>
                  </a:lnTo>
                  <a:lnTo>
                    <a:pt x="120367" y="139573"/>
                  </a:lnTo>
                  <a:lnTo>
                    <a:pt x="120867" y="139467"/>
                  </a:lnTo>
                  <a:lnTo>
                    <a:pt x="121367" y="139349"/>
                  </a:lnTo>
                  <a:lnTo>
                    <a:pt x="121868" y="139231"/>
                  </a:lnTo>
                  <a:lnTo>
                    <a:pt x="122368" y="139099"/>
                  </a:lnTo>
                  <a:lnTo>
                    <a:pt x="122855" y="138954"/>
                  </a:lnTo>
                  <a:lnTo>
                    <a:pt x="123355" y="138796"/>
                  </a:lnTo>
                  <a:lnTo>
                    <a:pt x="123842" y="138625"/>
                  </a:lnTo>
                  <a:lnTo>
                    <a:pt x="124316" y="138454"/>
                  </a:lnTo>
                  <a:lnTo>
                    <a:pt x="124803" y="138270"/>
                  </a:lnTo>
                  <a:lnTo>
                    <a:pt x="125277" y="138072"/>
                  </a:lnTo>
                  <a:lnTo>
                    <a:pt x="125395" y="138559"/>
                  </a:lnTo>
                  <a:lnTo>
                    <a:pt x="125527" y="139046"/>
                  </a:lnTo>
                  <a:lnTo>
                    <a:pt x="125672" y="139533"/>
                  </a:lnTo>
                  <a:lnTo>
                    <a:pt x="125830" y="140020"/>
                  </a:lnTo>
                  <a:lnTo>
                    <a:pt x="125988" y="140494"/>
                  </a:lnTo>
                  <a:lnTo>
                    <a:pt x="126172" y="140968"/>
                  </a:lnTo>
                  <a:lnTo>
                    <a:pt x="126343" y="141429"/>
                  </a:lnTo>
                  <a:lnTo>
                    <a:pt x="126541" y="141890"/>
                  </a:lnTo>
                  <a:lnTo>
                    <a:pt x="126738" y="142350"/>
                  </a:lnTo>
                  <a:lnTo>
                    <a:pt x="126949" y="142798"/>
                  </a:lnTo>
                  <a:lnTo>
                    <a:pt x="127172" y="143245"/>
                  </a:lnTo>
                  <a:lnTo>
                    <a:pt x="127396" y="143693"/>
                  </a:lnTo>
                  <a:lnTo>
                    <a:pt x="127633" y="144127"/>
                  </a:lnTo>
                  <a:lnTo>
                    <a:pt x="127883" y="144562"/>
                  </a:lnTo>
                  <a:lnTo>
                    <a:pt x="128133" y="144983"/>
                  </a:lnTo>
                  <a:lnTo>
                    <a:pt x="128397" y="145404"/>
                  </a:lnTo>
                  <a:lnTo>
                    <a:pt x="128673" y="145812"/>
                  </a:lnTo>
                  <a:lnTo>
                    <a:pt x="128949" y="146220"/>
                  </a:lnTo>
                  <a:lnTo>
                    <a:pt x="129239" y="146628"/>
                  </a:lnTo>
                  <a:lnTo>
                    <a:pt x="129542" y="147023"/>
                  </a:lnTo>
                  <a:lnTo>
                    <a:pt x="129845" y="147405"/>
                  </a:lnTo>
                  <a:lnTo>
                    <a:pt x="130147" y="147787"/>
                  </a:lnTo>
                  <a:lnTo>
                    <a:pt x="130476" y="148169"/>
                  </a:lnTo>
                  <a:lnTo>
                    <a:pt x="130792" y="148537"/>
                  </a:lnTo>
                  <a:lnTo>
                    <a:pt x="131135" y="148893"/>
                  </a:lnTo>
                  <a:lnTo>
                    <a:pt x="131477" y="149248"/>
                  </a:lnTo>
                  <a:lnTo>
                    <a:pt x="131819" y="149590"/>
                  </a:lnTo>
                  <a:lnTo>
                    <a:pt x="132175" y="149932"/>
                  </a:lnTo>
                  <a:lnTo>
                    <a:pt x="132543" y="150275"/>
                  </a:lnTo>
                  <a:lnTo>
                    <a:pt x="132912" y="150591"/>
                  </a:lnTo>
                  <a:lnTo>
                    <a:pt x="133280" y="150920"/>
                  </a:lnTo>
                  <a:lnTo>
                    <a:pt x="133662" y="151222"/>
                  </a:lnTo>
                  <a:lnTo>
                    <a:pt x="134057" y="151525"/>
                  </a:lnTo>
                  <a:lnTo>
                    <a:pt x="134439" y="151828"/>
                  </a:lnTo>
                  <a:lnTo>
                    <a:pt x="134847" y="152104"/>
                  </a:lnTo>
                  <a:lnTo>
                    <a:pt x="135255" y="152394"/>
                  </a:lnTo>
                  <a:lnTo>
                    <a:pt x="135663" y="152657"/>
                  </a:lnTo>
                  <a:lnTo>
                    <a:pt x="136084" y="152921"/>
                  </a:lnTo>
                  <a:lnTo>
                    <a:pt x="136505" y="153184"/>
                  </a:lnTo>
                  <a:lnTo>
                    <a:pt x="136940" y="153421"/>
                  </a:lnTo>
                  <a:lnTo>
                    <a:pt x="137374" y="153658"/>
                  </a:lnTo>
                  <a:lnTo>
                    <a:pt x="137809" y="153895"/>
                  </a:lnTo>
                  <a:lnTo>
                    <a:pt x="138256" y="154105"/>
                  </a:lnTo>
                  <a:lnTo>
                    <a:pt x="138704" y="154316"/>
                  </a:lnTo>
                  <a:lnTo>
                    <a:pt x="139151" y="154527"/>
                  </a:lnTo>
                  <a:lnTo>
                    <a:pt x="139612" y="154711"/>
                  </a:lnTo>
                  <a:lnTo>
                    <a:pt x="140073" y="154895"/>
                  </a:lnTo>
                  <a:lnTo>
                    <a:pt x="140547" y="155066"/>
                  </a:lnTo>
                  <a:lnTo>
                    <a:pt x="141020" y="155237"/>
                  </a:lnTo>
                  <a:lnTo>
                    <a:pt x="141494" y="155382"/>
                  </a:lnTo>
                  <a:lnTo>
                    <a:pt x="141981" y="155527"/>
                  </a:lnTo>
                  <a:lnTo>
                    <a:pt x="142468" y="155659"/>
                  </a:lnTo>
                  <a:lnTo>
                    <a:pt x="142955" y="155790"/>
                  </a:lnTo>
                  <a:lnTo>
                    <a:pt x="143442" y="155896"/>
                  </a:lnTo>
                  <a:lnTo>
                    <a:pt x="143943" y="156001"/>
                  </a:lnTo>
                  <a:lnTo>
                    <a:pt x="144443" y="156093"/>
                  </a:lnTo>
                  <a:lnTo>
                    <a:pt x="144943" y="156185"/>
                  </a:lnTo>
                  <a:lnTo>
                    <a:pt x="145443" y="156251"/>
                  </a:lnTo>
                  <a:lnTo>
                    <a:pt x="145957" y="156317"/>
                  </a:lnTo>
                  <a:lnTo>
                    <a:pt x="146470" y="156369"/>
                  </a:lnTo>
                  <a:lnTo>
                    <a:pt x="146983" y="156409"/>
                  </a:lnTo>
                  <a:lnTo>
                    <a:pt x="147497" y="156435"/>
                  </a:lnTo>
                  <a:lnTo>
                    <a:pt x="148023" y="156448"/>
                  </a:lnTo>
                  <a:lnTo>
                    <a:pt x="149103" y="156448"/>
                  </a:lnTo>
                  <a:lnTo>
                    <a:pt x="149669" y="156422"/>
                  </a:lnTo>
                  <a:lnTo>
                    <a:pt x="150222" y="156396"/>
                  </a:lnTo>
                  <a:lnTo>
                    <a:pt x="150775" y="156356"/>
                  </a:lnTo>
                  <a:lnTo>
                    <a:pt x="151327" y="156290"/>
                  </a:lnTo>
                  <a:lnTo>
                    <a:pt x="151880" y="156225"/>
                  </a:lnTo>
                  <a:lnTo>
                    <a:pt x="152433" y="156132"/>
                  </a:lnTo>
                  <a:lnTo>
                    <a:pt x="152973" y="156040"/>
                  </a:lnTo>
                  <a:lnTo>
                    <a:pt x="153381" y="155975"/>
                  </a:lnTo>
                  <a:lnTo>
                    <a:pt x="153802" y="155909"/>
                  </a:lnTo>
                  <a:lnTo>
                    <a:pt x="154210" y="155830"/>
                  </a:lnTo>
                  <a:lnTo>
                    <a:pt x="154605" y="155751"/>
                  </a:lnTo>
                  <a:lnTo>
                    <a:pt x="155013" y="155645"/>
                  </a:lnTo>
                  <a:lnTo>
                    <a:pt x="155408" y="155553"/>
                  </a:lnTo>
                  <a:lnTo>
                    <a:pt x="155803" y="155448"/>
                  </a:lnTo>
                  <a:lnTo>
                    <a:pt x="156198" y="155329"/>
                  </a:lnTo>
                  <a:lnTo>
                    <a:pt x="156975" y="155079"/>
                  </a:lnTo>
                  <a:lnTo>
                    <a:pt x="157738" y="154790"/>
                  </a:lnTo>
                  <a:lnTo>
                    <a:pt x="158488" y="154487"/>
                  </a:lnTo>
                  <a:lnTo>
                    <a:pt x="159212" y="154145"/>
                  </a:lnTo>
                  <a:lnTo>
                    <a:pt x="159936" y="153789"/>
                  </a:lnTo>
                  <a:lnTo>
                    <a:pt x="160634" y="153394"/>
                  </a:lnTo>
                  <a:lnTo>
                    <a:pt x="161332" y="152986"/>
                  </a:lnTo>
                  <a:lnTo>
                    <a:pt x="162003" y="152539"/>
                  </a:lnTo>
                  <a:lnTo>
                    <a:pt x="162648" y="152078"/>
                  </a:lnTo>
                  <a:lnTo>
                    <a:pt x="163280" y="151591"/>
                  </a:lnTo>
                  <a:lnTo>
                    <a:pt x="163899" y="151091"/>
                  </a:lnTo>
                  <a:lnTo>
                    <a:pt x="164491" y="150551"/>
                  </a:lnTo>
                  <a:lnTo>
                    <a:pt x="164780" y="150920"/>
                  </a:lnTo>
                  <a:lnTo>
                    <a:pt x="165057" y="151288"/>
                  </a:lnTo>
                  <a:lnTo>
                    <a:pt x="165360" y="151631"/>
                  </a:lnTo>
                  <a:lnTo>
                    <a:pt x="165662" y="151973"/>
                  </a:lnTo>
                  <a:lnTo>
                    <a:pt x="165978" y="152302"/>
                  </a:lnTo>
                  <a:lnTo>
                    <a:pt x="166307" y="152631"/>
                  </a:lnTo>
                  <a:lnTo>
                    <a:pt x="166637" y="152934"/>
                  </a:lnTo>
                  <a:lnTo>
                    <a:pt x="166979" y="153236"/>
                  </a:lnTo>
                  <a:lnTo>
                    <a:pt x="167334" y="153526"/>
                  </a:lnTo>
                  <a:lnTo>
                    <a:pt x="167690" y="153803"/>
                  </a:lnTo>
                  <a:lnTo>
                    <a:pt x="168058" y="154079"/>
                  </a:lnTo>
                  <a:lnTo>
                    <a:pt x="168440" y="154329"/>
                  </a:lnTo>
                  <a:lnTo>
                    <a:pt x="168809" y="154579"/>
                  </a:lnTo>
                  <a:lnTo>
                    <a:pt x="169203" y="154816"/>
                  </a:lnTo>
                  <a:lnTo>
                    <a:pt x="169598" y="155040"/>
                  </a:lnTo>
                  <a:lnTo>
                    <a:pt x="170006" y="155251"/>
                  </a:lnTo>
                  <a:lnTo>
                    <a:pt x="170414" y="155461"/>
                  </a:lnTo>
                  <a:lnTo>
                    <a:pt x="170823" y="155645"/>
                  </a:lnTo>
                  <a:lnTo>
                    <a:pt x="171244" y="155817"/>
                  </a:lnTo>
                  <a:lnTo>
                    <a:pt x="171678" y="155988"/>
                  </a:lnTo>
                  <a:lnTo>
                    <a:pt x="172099" y="156146"/>
                  </a:lnTo>
                  <a:lnTo>
                    <a:pt x="172547" y="156277"/>
                  </a:lnTo>
                  <a:lnTo>
                    <a:pt x="172981" y="156409"/>
                  </a:lnTo>
                  <a:lnTo>
                    <a:pt x="173429" y="156527"/>
                  </a:lnTo>
                  <a:lnTo>
                    <a:pt x="173876" y="156633"/>
                  </a:lnTo>
                  <a:lnTo>
                    <a:pt x="174337" y="156712"/>
                  </a:lnTo>
                  <a:lnTo>
                    <a:pt x="174798" y="156791"/>
                  </a:lnTo>
                  <a:lnTo>
                    <a:pt x="175259" y="156856"/>
                  </a:lnTo>
                  <a:lnTo>
                    <a:pt x="175733" y="156896"/>
                  </a:lnTo>
                  <a:lnTo>
                    <a:pt x="176206" y="156935"/>
                  </a:lnTo>
                  <a:lnTo>
                    <a:pt x="176680" y="156962"/>
                  </a:lnTo>
                  <a:lnTo>
                    <a:pt x="177154" y="156962"/>
                  </a:lnTo>
                  <a:lnTo>
                    <a:pt x="177786" y="156949"/>
                  </a:lnTo>
                  <a:lnTo>
                    <a:pt x="178405" y="156922"/>
                  </a:lnTo>
                  <a:lnTo>
                    <a:pt x="179023" y="156856"/>
                  </a:lnTo>
                  <a:lnTo>
                    <a:pt x="179629" y="156777"/>
                  </a:lnTo>
                  <a:lnTo>
                    <a:pt x="180234" y="156672"/>
                  </a:lnTo>
                  <a:lnTo>
                    <a:pt x="180827" y="156541"/>
                  </a:lnTo>
                  <a:lnTo>
                    <a:pt x="181419" y="156396"/>
                  </a:lnTo>
                  <a:lnTo>
                    <a:pt x="181985" y="156211"/>
                  </a:lnTo>
                  <a:lnTo>
                    <a:pt x="182564" y="156027"/>
                  </a:lnTo>
                  <a:lnTo>
                    <a:pt x="183117" y="155817"/>
                  </a:lnTo>
                  <a:lnTo>
                    <a:pt x="183657" y="155580"/>
                  </a:lnTo>
                  <a:lnTo>
                    <a:pt x="184197" y="155329"/>
                  </a:lnTo>
                  <a:lnTo>
                    <a:pt x="184723" y="155053"/>
                  </a:lnTo>
                  <a:lnTo>
                    <a:pt x="185237" y="154763"/>
                  </a:lnTo>
                  <a:lnTo>
                    <a:pt x="185737" y="154448"/>
                  </a:lnTo>
                  <a:lnTo>
                    <a:pt x="186224" y="154118"/>
                  </a:lnTo>
                  <a:lnTo>
                    <a:pt x="186685" y="153776"/>
                  </a:lnTo>
                  <a:lnTo>
                    <a:pt x="187145" y="153408"/>
                  </a:lnTo>
                  <a:lnTo>
                    <a:pt x="187593" y="153026"/>
                  </a:lnTo>
                  <a:lnTo>
                    <a:pt x="188027" y="152631"/>
                  </a:lnTo>
                  <a:lnTo>
                    <a:pt x="188448" y="152223"/>
                  </a:lnTo>
                  <a:lnTo>
                    <a:pt x="188843" y="151789"/>
                  </a:lnTo>
                  <a:lnTo>
                    <a:pt x="189225" y="151341"/>
                  </a:lnTo>
                  <a:lnTo>
                    <a:pt x="189594" y="150893"/>
                  </a:lnTo>
                  <a:lnTo>
                    <a:pt x="189949" y="150419"/>
                  </a:lnTo>
                  <a:lnTo>
                    <a:pt x="190278" y="149932"/>
                  </a:lnTo>
                  <a:lnTo>
                    <a:pt x="190594" y="149432"/>
                  </a:lnTo>
                  <a:lnTo>
                    <a:pt x="190884" y="148919"/>
                  </a:lnTo>
                  <a:lnTo>
                    <a:pt x="191160" y="148392"/>
                  </a:lnTo>
                  <a:lnTo>
                    <a:pt x="191423" y="147853"/>
                  </a:lnTo>
                  <a:lnTo>
                    <a:pt x="191660" y="147300"/>
                  </a:lnTo>
                  <a:lnTo>
                    <a:pt x="191884" y="146747"/>
                  </a:lnTo>
                  <a:lnTo>
                    <a:pt x="192555" y="147115"/>
                  </a:lnTo>
                  <a:lnTo>
                    <a:pt x="193240" y="147458"/>
                  </a:lnTo>
                  <a:lnTo>
                    <a:pt x="193938" y="147787"/>
                  </a:lnTo>
                  <a:lnTo>
                    <a:pt x="194648" y="148076"/>
                  </a:lnTo>
                  <a:lnTo>
                    <a:pt x="195359" y="148366"/>
                  </a:lnTo>
                  <a:lnTo>
                    <a:pt x="196083" y="148616"/>
                  </a:lnTo>
                  <a:lnTo>
                    <a:pt x="196820" y="148853"/>
                  </a:lnTo>
                  <a:lnTo>
                    <a:pt x="197558" y="149050"/>
                  </a:lnTo>
                  <a:lnTo>
                    <a:pt x="198308" y="149235"/>
                  </a:lnTo>
                  <a:lnTo>
                    <a:pt x="199058" y="149406"/>
                  </a:lnTo>
                  <a:lnTo>
                    <a:pt x="199822" y="149538"/>
                  </a:lnTo>
                  <a:lnTo>
                    <a:pt x="200585" y="149656"/>
                  </a:lnTo>
                  <a:lnTo>
                    <a:pt x="201349" y="149735"/>
                  </a:lnTo>
                  <a:lnTo>
                    <a:pt x="202125" y="149801"/>
                  </a:lnTo>
                  <a:lnTo>
                    <a:pt x="202889" y="149840"/>
                  </a:lnTo>
                  <a:lnTo>
                    <a:pt x="203665" y="149853"/>
                  </a:lnTo>
                  <a:lnTo>
                    <a:pt x="204205" y="149840"/>
                  </a:lnTo>
                  <a:lnTo>
                    <a:pt x="204745" y="149827"/>
                  </a:lnTo>
                  <a:lnTo>
                    <a:pt x="205271" y="149801"/>
                  </a:lnTo>
                  <a:lnTo>
                    <a:pt x="205798" y="149761"/>
                  </a:lnTo>
                  <a:lnTo>
                    <a:pt x="206324" y="149709"/>
                  </a:lnTo>
                  <a:lnTo>
                    <a:pt x="206851" y="149643"/>
                  </a:lnTo>
                  <a:lnTo>
                    <a:pt x="207364" y="149564"/>
                  </a:lnTo>
                  <a:lnTo>
                    <a:pt x="207878" y="149485"/>
                  </a:lnTo>
                  <a:lnTo>
                    <a:pt x="208391" y="149380"/>
                  </a:lnTo>
                  <a:lnTo>
                    <a:pt x="208904" y="149274"/>
                  </a:lnTo>
                  <a:lnTo>
                    <a:pt x="209405" y="149156"/>
                  </a:lnTo>
                  <a:lnTo>
                    <a:pt x="209905" y="149024"/>
                  </a:lnTo>
                  <a:lnTo>
                    <a:pt x="210392" y="148893"/>
                  </a:lnTo>
                  <a:lnTo>
                    <a:pt x="210892" y="148735"/>
                  </a:lnTo>
                  <a:lnTo>
                    <a:pt x="211366" y="148577"/>
                  </a:lnTo>
                  <a:lnTo>
                    <a:pt x="211853" y="148405"/>
                  </a:lnTo>
                  <a:lnTo>
                    <a:pt x="212327" y="148221"/>
                  </a:lnTo>
                  <a:lnTo>
                    <a:pt x="212801" y="148037"/>
                  </a:lnTo>
                  <a:lnTo>
                    <a:pt x="213262" y="147839"/>
                  </a:lnTo>
                  <a:lnTo>
                    <a:pt x="213735" y="147629"/>
                  </a:lnTo>
                  <a:lnTo>
                    <a:pt x="214183" y="147405"/>
                  </a:lnTo>
                  <a:lnTo>
                    <a:pt x="214631" y="147181"/>
                  </a:lnTo>
                  <a:lnTo>
                    <a:pt x="215078" y="146944"/>
                  </a:lnTo>
                  <a:lnTo>
                    <a:pt x="215526" y="146694"/>
                  </a:lnTo>
                  <a:lnTo>
                    <a:pt x="215960" y="146444"/>
                  </a:lnTo>
                  <a:lnTo>
                    <a:pt x="216381" y="146181"/>
                  </a:lnTo>
                  <a:lnTo>
                    <a:pt x="216803" y="145904"/>
                  </a:lnTo>
                  <a:lnTo>
                    <a:pt x="217224" y="145628"/>
                  </a:lnTo>
                  <a:lnTo>
                    <a:pt x="217632" y="145338"/>
                  </a:lnTo>
                  <a:lnTo>
                    <a:pt x="218040" y="145036"/>
                  </a:lnTo>
                  <a:lnTo>
                    <a:pt x="218435" y="144733"/>
                  </a:lnTo>
                  <a:lnTo>
                    <a:pt x="218830" y="144417"/>
                  </a:lnTo>
                  <a:lnTo>
                    <a:pt x="219067" y="144338"/>
                  </a:lnTo>
                  <a:lnTo>
                    <a:pt x="219304" y="144219"/>
                  </a:lnTo>
                  <a:lnTo>
                    <a:pt x="219527" y="144088"/>
                  </a:lnTo>
                  <a:lnTo>
                    <a:pt x="219738" y="143917"/>
                  </a:lnTo>
                  <a:lnTo>
                    <a:pt x="220238" y="143469"/>
                  </a:lnTo>
                  <a:lnTo>
                    <a:pt x="220725" y="143008"/>
                  </a:lnTo>
                  <a:lnTo>
                    <a:pt x="221186" y="142535"/>
                  </a:lnTo>
                  <a:lnTo>
                    <a:pt x="221647" y="142061"/>
                  </a:lnTo>
                  <a:lnTo>
                    <a:pt x="222068" y="141560"/>
                  </a:lnTo>
                  <a:lnTo>
                    <a:pt x="222489" y="141060"/>
                  </a:lnTo>
                  <a:lnTo>
                    <a:pt x="222871" y="140534"/>
                  </a:lnTo>
                  <a:lnTo>
                    <a:pt x="223253" y="140007"/>
                  </a:lnTo>
                  <a:lnTo>
                    <a:pt x="223608" y="139481"/>
                  </a:lnTo>
                  <a:lnTo>
                    <a:pt x="223950" y="138928"/>
                  </a:lnTo>
                  <a:lnTo>
                    <a:pt x="224266" y="138375"/>
                  </a:lnTo>
                  <a:lnTo>
                    <a:pt x="224569" y="137822"/>
                  </a:lnTo>
                  <a:lnTo>
                    <a:pt x="224859" y="137243"/>
                  </a:lnTo>
                  <a:lnTo>
                    <a:pt x="225122" y="136677"/>
                  </a:lnTo>
                  <a:lnTo>
                    <a:pt x="225372" y="136084"/>
                  </a:lnTo>
                  <a:lnTo>
                    <a:pt x="225596" y="135492"/>
                  </a:lnTo>
                  <a:lnTo>
                    <a:pt x="225793" y="135045"/>
                  </a:lnTo>
                  <a:lnTo>
                    <a:pt x="225978" y="134597"/>
                  </a:lnTo>
                  <a:lnTo>
                    <a:pt x="226149" y="134136"/>
                  </a:lnTo>
                  <a:lnTo>
                    <a:pt x="226320" y="133662"/>
                  </a:lnTo>
                  <a:lnTo>
                    <a:pt x="226465" y="133202"/>
                  </a:lnTo>
                  <a:lnTo>
                    <a:pt x="226623" y="132728"/>
                  </a:lnTo>
                  <a:lnTo>
                    <a:pt x="226754" y="132241"/>
                  </a:lnTo>
                  <a:lnTo>
                    <a:pt x="226886" y="131767"/>
                  </a:lnTo>
                  <a:lnTo>
                    <a:pt x="226991" y="131280"/>
                  </a:lnTo>
                  <a:lnTo>
                    <a:pt x="227110" y="130793"/>
                  </a:lnTo>
                  <a:lnTo>
                    <a:pt x="227202" y="130292"/>
                  </a:lnTo>
                  <a:lnTo>
                    <a:pt x="227294" y="129805"/>
                  </a:lnTo>
                  <a:lnTo>
                    <a:pt x="227360" y="129305"/>
                  </a:lnTo>
                  <a:lnTo>
                    <a:pt x="227426" y="128792"/>
                  </a:lnTo>
                  <a:lnTo>
                    <a:pt x="227491" y="128292"/>
                  </a:lnTo>
                  <a:lnTo>
                    <a:pt x="227531" y="127778"/>
                  </a:lnTo>
                  <a:lnTo>
                    <a:pt x="228136" y="127581"/>
                  </a:lnTo>
                  <a:lnTo>
                    <a:pt x="228716" y="127357"/>
                  </a:lnTo>
                  <a:lnTo>
                    <a:pt x="229295" y="127107"/>
                  </a:lnTo>
                  <a:lnTo>
                    <a:pt x="229861" y="126844"/>
                  </a:lnTo>
                  <a:lnTo>
                    <a:pt x="230400" y="126554"/>
                  </a:lnTo>
                  <a:lnTo>
                    <a:pt x="230940" y="126238"/>
                  </a:lnTo>
                  <a:lnTo>
                    <a:pt x="231467" y="125909"/>
                  </a:lnTo>
                  <a:lnTo>
                    <a:pt x="231967" y="125567"/>
                  </a:lnTo>
                  <a:lnTo>
                    <a:pt x="232454" y="125198"/>
                  </a:lnTo>
                  <a:lnTo>
                    <a:pt x="232928" y="124816"/>
                  </a:lnTo>
                  <a:lnTo>
                    <a:pt x="233389" y="124408"/>
                  </a:lnTo>
                  <a:lnTo>
                    <a:pt x="233836" y="123987"/>
                  </a:lnTo>
                  <a:lnTo>
                    <a:pt x="234257" y="123553"/>
                  </a:lnTo>
                  <a:lnTo>
                    <a:pt x="234665" y="123092"/>
                  </a:lnTo>
                  <a:lnTo>
                    <a:pt x="235060" y="122631"/>
                  </a:lnTo>
                  <a:lnTo>
                    <a:pt x="235429" y="122144"/>
                  </a:lnTo>
                  <a:lnTo>
                    <a:pt x="235784" y="121644"/>
                  </a:lnTo>
                  <a:lnTo>
                    <a:pt x="236113" y="121131"/>
                  </a:lnTo>
                  <a:lnTo>
                    <a:pt x="236429" y="120604"/>
                  </a:lnTo>
                  <a:lnTo>
                    <a:pt x="236719" y="120064"/>
                  </a:lnTo>
                  <a:lnTo>
                    <a:pt x="236995" y="119525"/>
                  </a:lnTo>
                  <a:lnTo>
                    <a:pt x="237245" y="118959"/>
                  </a:lnTo>
                  <a:lnTo>
                    <a:pt x="237469" y="118379"/>
                  </a:lnTo>
                  <a:lnTo>
                    <a:pt x="237680" y="117800"/>
                  </a:lnTo>
                  <a:lnTo>
                    <a:pt x="237864" y="117208"/>
                  </a:lnTo>
                  <a:lnTo>
                    <a:pt x="238022" y="116602"/>
                  </a:lnTo>
                  <a:lnTo>
                    <a:pt x="238167" y="115997"/>
                  </a:lnTo>
                  <a:lnTo>
                    <a:pt x="238272" y="115378"/>
                  </a:lnTo>
                  <a:lnTo>
                    <a:pt x="238364" y="114746"/>
                  </a:lnTo>
                  <a:lnTo>
                    <a:pt x="238430" y="114115"/>
                  </a:lnTo>
                  <a:lnTo>
                    <a:pt x="238470" y="113470"/>
                  </a:lnTo>
                  <a:lnTo>
                    <a:pt x="238483" y="112824"/>
                  </a:lnTo>
                  <a:lnTo>
                    <a:pt x="238483" y="112416"/>
                  </a:lnTo>
                  <a:lnTo>
                    <a:pt x="238470" y="112022"/>
                  </a:lnTo>
                  <a:lnTo>
                    <a:pt x="238443" y="111627"/>
                  </a:lnTo>
                  <a:lnTo>
                    <a:pt x="238404" y="111232"/>
                  </a:lnTo>
                  <a:lnTo>
                    <a:pt x="238364" y="110837"/>
                  </a:lnTo>
                  <a:lnTo>
                    <a:pt x="238312" y="110455"/>
                  </a:lnTo>
                  <a:lnTo>
                    <a:pt x="238246" y="110060"/>
                  </a:lnTo>
                  <a:lnTo>
                    <a:pt x="238180" y="109678"/>
                  </a:lnTo>
                  <a:lnTo>
                    <a:pt x="238088" y="109310"/>
                  </a:lnTo>
                  <a:lnTo>
                    <a:pt x="238009" y="108928"/>
                  </a:lnTo>
                  <a:lnTo>
                    <a:pt x="237904" y="108560"/>
                  </a:lnTo>
                  <a:lnTo>
                    <a:pt x="237798" y="108178"/>
                  </a:lnTo>
                  <a:lnTo>
                    <a:pt x="237680" y="107822"/>
                  </a:lnTo>
                  <a:lnTo>
                    <a:pt x="237548" y="107454"/>
                  </a:lnTo>
                  <a:lnTo>
                    <a:pt x="237417" y="107098"/>
                  </a:lnTo>
                  <a:lnTo>
                    <a:pt x="237272" y="106743"/>
                  </a:lnTo>
                  <a:lnTo>
                    <a:pt x="237127" y="106388"/>
                  </a:lnTo>
                  <a:lnTo>
                    <a:pt x="236956" y="106045"/>
                  </a:lnTo>
                  <a:lnTo>
                    <a:pt x="236798" y="105703"/>
                  </a:lnTo>
                  <a:lnTo>
                    <a:pt x="236614" y="105361"/>
                  </a:lnTo>
                  <a:lnTo>
                    <a:pt x="236429" y="105032"/>
                  </a:lnTo>
                  <a:lnTo>
                    <a:pt x="236232" y="104703"/>
                  </a:lnTo>
                  <a:lnTo>
                    <a:pt x="236034" y="104374"/>
                  </a:lnTo>
                  <a:lnTo>
                    <a:pt x="235824" y="104058"/>
                  </a:lnTo>
                  <a:lnTo>
                    <a:pt x="235613" y="103742"/>
                  </a:lnTo>
                  <a:lnTo>
                    <a:pt x="235389" y="103426"/>
                  </a:lnTo>
                  <a:lnTo>
                    <a:pt x="235152" y="103123"/>
                  </a:lnTo>
                  <a:lnTo>
                    <a:pt x="234916" y="102833"/>
                  </a:lnTo>
                  <a:lnTo>
                    <a:pt x="234665" y="102544"/>
                  </a:lnTo>
                  <a:lnTo>
                    <a:pt x="234415" y="102254"/>
                  </a:lnTo>
                  <a:lnTo>
                    <a:pt x="234152" y="101978"/>
                  </a:lnTo>
                  <a:lnTo>
                    <a:pt x="233876" y="101701"/>
                  </a:lnTo>
                  <a:lnTo>
                    <a:pt x="234600" y="101306"/>
                  </a:lnTo>
                  <a:lnTo>
                    <a:pt x="235297" y="100885"/>
                  </a:lnTo>
                  <a:lnTo>
                    <a:pt x="235982" y="100451"/>
                  </a:lnTo>
                  <a:lnTo>
                    <a:pt x="236653" y="99990"/>
                  </a:lnTo>
                  <a:lnTo>
                    <a:pt x="237298" y="99503"/>
                  </a:lnTo>
                  <a:lnTo>
                    <a:pt x="237930" y="99003"/>
                  </a:lnTo>
                  <a:lnTo>
                    <a:pt x="238549" y="98476"/>
                  </a:lnTo>
                  <a:lnTo>
                    <a:pt x="239154" y="97937"/>
                  </a:lnTo>
                  <a:lnTo>
                    <a:pt x="239720" y="97371"/>
                  </a:lnTo>
                  <a:lnTo>
                    <a:pt x="240286" y="96791"/>
                  </a:lnTo>
                  <a:lnTo>
                    <a:pt x="240826" y="96199"/>
                  </a:lnTo>
                  <a:lnTo>
                    <a:pt x="241339" y="95580"/>
                  </a:lnTo>
                  <a:lnTo>
                    <a:pt x="241840" y="94948"/>
                  </a:lnTo>
                  <a:lnTo>
                    <a:pt x="242313" y="94290"/>
                  </a:lnTo>
                  <a:lnTo>
                    <a:pt x="242761" y="93632"/>
                  </a:lnTo>
                  <a:lnTo>
                    <a:pt x="243195" y="92948"/>
                  </a:lnTo>
                  <a:lnTo>
                    <a:pt x="243603" y="92263"/>
                  </a:lnTo>
                  <a:lnTo>
                    <a:pt x="243985" y="91552"/>
                  </a:lnTo>
                  <a:lnTo>
                    <a:pt x="244354" y="90828"/>
                  </a:lnTo>
                  <a:lnTo>
                    <a:pt x="244683" y="90091"/>
                  </a:lnTo>
                  <a:lnTo>
                    <a:pt x="244999" y="89341"/>
                  </a:lnTo>
                  <a:lnTo>
                    <a:pt x="245288" y="88590"/>
                  </a:lnTo>
                  <a:lnTo>
                    <a:pt x="245552" y="87814"/>
                  </a:lnTo>
                  <a:lnTo>
                    <a:pt x="245789" y="87037"/>
                  </a:lnTo>
                  <a:lnTo>
                    <a:pt x="245999" y="86247"/>
                  </a:lnTo>
                  <a:lnTo>
                    <a:pt x="246183" y="85458"/>
                  </a:lnTo>
                  <a:lnTo>
                    <a:pt x="246341" y="84641"/>
                  </a:lnTo>
                  <a:lnTo>
                    <a:pt x="246473" y="83825"/>
                  </a:lnTo>
                  <a:lnTo>
                    <a:pt x="246578" y="83009"/>
                  </a:lnTo>
                  <a:lnTo>
                    <a:pt x="246644" y="82180"/>
                  </a:lnTo>
                  <a:lnTo>
                    <a:pt x="246697" y="81351"/>
                  </a:lnTo>
                  <a:lnTo>
                    <a:pt x="246710" y="80508"/>
                  </a:lnTo>
                  <a:lnTo>
                    <a:pt x="246697" y="79955"/>
                  </a:lnTo>
                  <a:lnTo>
                    <a:pt x="246684" y="79415"/>
                  </a:lnTo>
                  <a:lnTo>
                    <a:pt x="246657" y="78863"/>
                  </a:lnTo>
                  <a:lnTo>
                    <a:pt x="246605" y="78336"/>
                  </a:lnTo>
                  <a:lnTo>
                    <a:pt x="246552" y="77796"/>
                  </a:lnTo>
                  <a:lnTo>
                    <a:pt x="246486" y="77257"/>
                  </a:lnTo>
                  <a:lnTo>
                    <a:pt x="246407" y="76730"/>
                  </a:lnTo>
                  <a:lnTo>
                    <a:pt x="246328" y="76217"/>
                  </a:lnTo>
                  <a:lnTo>
                    <a:pt x="246223" y="75690"/>
                  </a:lnTo>
                  <a:lnTo>
                    <a:pt x="246118" y="75177"/>
                  </a:lnTo>
                  <a:lnTo>
                    <a:pt x="245999" y="74663"/>
                  </a:lnTo>
                  <a:lnTo>
                    <a:pt x="245868" y="74150"/>
                  </a:lnTo>
                  <a:lnTo>
                    <a:pt x="245723" y="73650"/>
                  </a:lnTo>
                  <a:lnTo>
                    <a:pt x="245565" y="73150"/>
                  </a:lnTo>
                  <a:lnTo>
                    <a:pt x="245394" y="72663"/>
                  </a:lnTo>
                  <a:lnTo>
                    <a:pt x="245223" y="72176"/>
                  </a:lnTo>
                  <a:lnTo>
                    <a:pt x="245038" y="71689"/>
                  </a:lnTo>
                  <a:lnTo>
                    <a:pt x="244841" y="71201"/>
                  </a:lnTo>
                  <a:lnTo>
                    <a:pt x="244643" y="70728"/>
                  </a:lnTo>
                  <a:lnTo>
                    <a:pt x="244433" y="70267"/>
                  </a:lnTo>
                  <a:lnTo>
                    <a:pt x="244196" y="69806"/>
                  </a:lnTo>
                  <a:lnTo>
                    <a:pt x="243972" y="69345"/>
                  </a:lnTo>
                  <a:lnTo>
                    <a:pt x="243722" y="68898"/>
                  </a:lnTo>
                  <a:lnTo>
                    <a:pt x="243472" y="68450"/>
                  </a:lnTo>
                  <a:lnTo>
                    <a:pt x="243209" y="68003"/>
                  </a:lnTo>
                  <a:lnTo>
                    <a:pt x="242932" y="67568"/>
                  </a:lnTo>
                  <a:lnTo>
                    <a:pt x="242656" y="67147"/>
                  </a:lnTo>
                  <a:lnTo>
                    <a:pt x="242366" y="66726"/>
                  </a:lnTo>
                  <a:lnTo>
                    <a:pt x="242076" y="66318"/>
                  </a:lnTo>
                  <a:lnTo>
                    <a:pt x="241761" y="65910"/>
                  </a:lnTo>
                  <a:lnTo>
                    <a:pt x="241445" y="65502"/>
                  </a:lnTo>
                  <a:lnTo>
                    <a:pt x="241129" y="65107"/>
                  </a:lnTo>
                  <a:lnTo>
                    <a:pt x="240800" y="64725"/>
                  </a:lnTo>
                  <a:lnTo>
                    <a:pt x="240457" y="64343"/>
                  </a:lnTo>
                  <a:lnTo>
                    <a:pt x="240115" y="63975"/>
                  </a:lnTo>
                  <a:lnTo>
                    <a:pt x="239760" y="63606"/>
                  </a:lnTo>
                  <a:lnTo>
                    <a:pt x="239391" y="63251"/>
                  </a:lnTo>
                  <a:lnTo>
                    <a:pt x="239023" y="62895"/>
                  </a:lnTo>
                  <a:lnTo>
                    <a:pt x="238641" y="62553"/>
                  </a:lnTo>
                  <a:lnTo>
                    <a:pt x="238259" y="62224"/>
                  </a:lnTo>
                  <a:lnTo>
                    <a:pt x="237864" y="61895"/>
                  </a:lnTo>
                  <a:lnTo>
                    <a:pt x="237469" y="61579"/>
                  </a:lnTo>
                  <a:lnTo>
                    <a:pt x="237061" y="61276"/>
                  </a:lnTo>
                  <a:lnTo>
                    <a:pt x="236653" y="60973"/>
                  </a:lnTo>
                  <a:lnTo>
                    <a:pt x="236232" y="60684"/>
                  </a:lnTo>
                  <a:lnTo>
                    <a:pt x="235797" y="60407"/>
                  </a:lnTo>
                  <a:lnTo>
                    <a:pt x="235363" y="60131"/>
                  </a:lnTo>
                  <a:lnTo>
                    <a:pt x="234929" y="59868"/>
                  </a:lnTo>
                  <a:lnTo>
                    <a:pt x="234481" y="59604"/>
                  </a:lnTo>
                  <a:lnTo>
                    <a:pt x="234034" y="59367"/>
                  </a:lnTo>
                  <a:lnTo>
                    <a:pt x="233573" y="59131"/>
                  </a:lnTo>
                  <a:lnTo>
                    <a:pt x="233112" y="58894"/>
                  </a:lnTo>
                  <a:lnTo>
                    <a:pt x="232638" y="58683"/>
                  </a:lnTo>
                  <a:lnTo>
                    <a:pt x="232164" y="58472"/>
                  </a:lnTo>
                  <a:lnTo>
                    <a:pt x="231690" y="58275"/>
                  </a:lnTo>
                  <a:lnTo>
                    <a:pt x="231203" y="58091"/>
                  </a:lnTo>
                  <a:lnTo>
                    <a:pt x="230716" y="57906"/>
                  </a:lnTo>
                  <a:lnTo>
                    <a:pt x="230216" y="57748"/>
                  </a:lnTo>
                  <a:lnTo>
                    <a:pt x="229716" y="57590"/>
                  </a:lnTo>
                  <a:lnTo>
                    <a:pt x="229216" y="57446"/>
                  </a:lnTo>
                  <a:lnTo>
                    <a:pt x="228702" y="57314"/>
                  </a:lnTo>
                  <a:lnTo>
                    <a:pt x="228189" y="57182"/>
                  </a:lnTo>
                  <a:lnTo>
                    <a:pt x="227676" y="57077"/>
                  </a:lnTo>
                  <a:lnTo>
                    <a:pt x="227149" y="56972"/>
                  </a:lnTo>
                  <a:lnTo>
                    <a:pt x="227228" y="56550"/>
                  </a:lnTo>
                  <a:lnTo>
                    <a:pt x="227307" y="56116"/>
                  </a:lnTo>
                  <a:lnTo>
                    <a:pt x="227360" y="55695"/>
                  </a:lnTo>
                  <a:lnTo>
                    <a:pt x="227412" y="55274"/>
                  </a:lnTo>
                  <a:lnTo>
                    <a:pt x="227452" y="54839"/>
                  </a:lnTo>
                  <a:lnTo>
                    <a:pt x="227478" y="54405"/>
                  </a:lnTo>
                  <a:lnTo>
                    <a:pt x="227491" y="53970"/>
                  </a:lnTo>
                  <a:lnTo>
                    <a:pt x="227504" y="53536"/>
                  </a:lnTo>
                  <a:lnTo>
                    <a:pt x="227491" y="53102"/>
                  </a:lnTo>
                  <a:lnTo>
                    <a:pt x="227478" y="52667"/>
                  </a:lnTo>
                  <a:lnTo>
                    <a:pt x="227452" y="52246"/>
                  </a:lnTo>
                  <a:lnTo>
                    <a:pt x="227412" y="51825"/>
                  </a:lnTo>
                  <a:lnTo>
                    <a:pt x="227360" y="51390"/>
                  </a:lnTo>
                  <a:lnTo>
                    <a:pt x="227307" y="50982"/>
                  </a:lnTo>
                  <a:lnTo>
                    <a:pt x="227241" y="50561"/>
                  </a:lnTo>
                  <a:lnTo>
                    <a:pt x="227162" y="50153"/>
                  </a:lnTo>
                  <a:lnTo>
                    <a:pt x="227070" y="49732"/>
                  </a:lnTo>
                  <a:lnTo>
                    <a:pt x="226965" y="49337"/>
                  </a:lnTo>
                  <a:lnTo>
                    <a:pt x="226859" y="48929"/>
                  </a:lnTo>
                  <a:lnTo>
                    <a:pt x="226741" y="48534"/>
                  </a:lnTo>
                  <a:lnTo>
                    <a:pt x="226609" y="48139"/>
                  </a:lnTo>
                  <a:lnTo>
                    <a:pt x="226478" y="47757"/>
                  </a:lnTo>
                  <a:lnTo>
                    <a:pt x="226333" y="47362"/>
                  </a:lnTo>
                  <a:lnTo>
                    <a:pt x="226175" y="46981"/>
                  </a:lnTo>
                  <a:lnTo>
                    <a:pt x="226004" y="46612"/>
                  </a:lnTo>
                  <a:lnTo>
                    <a:pt x="225833" y="46243"/>
                  </a:lnTo>
                  <a:lnTo>
                    <a:pt x="225648" y="45875"/>
                  </a:lnTo>
                  <a:lnTo>
                    <a:pt x="225464" y="45519"/>
                  </a:lnTo>
                  <a:lnTo>
                    <a:pt x="225267" y="45164"/>
                  </a:lnTo>
                  <a:lnTo>
                    <a:pt x="225056" y="44809"/>
                  </a:lnTo>
                  <a:lnTo>
                    <a:pt x="224845" y="44466"/>
                  </a:lnTo>
                  <a:lnTo>
                    <a:pt x="224622" y="44124"/>
                  </a:lnTo>
                  <a:lnTo>
                    <a:pt x="224385" y="43795"/>
                  </a:lnTo>
                  <a:lnTo>
                    <a:pt x="224148" y="43466"/>
                  </a:lnTo>
                  <a:lnTo>
                    <a:pt x="223898" y="43137"/>
                  </a:lnTo>
                  <a:lnTo>
                    <a:pt x="223648" y="42821"/>
                  </a:lnTo>
                  <a:lnTo>
                    <a:pt x="223384" y="42518"/>
                  </a:lnTo>
                  <a:lnTo>
                    <a:pt x="223121" y="42215"/>
                  </a:lnTo>
                  <a:lnTo>
                    <a:pt x="222845" y="41913"/>
                  </a:lnTo>
                  <a:lnTo>
                    <a:pt x="222555" y="41623"/>
                  </a:lnTo>
                  <a:lnTo>
                    <a:pt x="222265" y="41347"/>
                  </a:lnTo>
                  <a:lnTo>
                    <a:pt x="221976" y="41070"/>
                  </a:lnTo>
                  <a:lnTo>
                    <a:pt x="221673" y="40807"/>
                  </a:lnTo>
                  <a:lnTo>
                    <a:pt x="221357" y="40544"/>
                  </a:lnTo>
                  <a:lnTo>
                    <a:pt x="221041" y="40280"/>
                  </a:lnTo>
                  <a:lnTo>
                    <a:pt x="220725" y="40043"/>
                  </a:lnTo>
                  <a:lnTo>
                    <a:pt x="220396" y="39806"/>
                  </a:lnTo>
                  <a:lnTo>
                    <a:pt x="220067" y="39570"/>
                  </a:lnTo>
                  <a:lnTo>
                    <a:pt x="219725" y="39346"/>
                  </a:lnTo>
                  <a:lnTo>
                    <a:pt x="219383" y="39135"/>
                  </a:lnTo>
                  <a:lnTo>
                    <a:pt x="219027" y="38925"/>
                  </a:lnTo>
                  <a:lnTo>
                    <a:pt x="218672" y="38727"/>
                  </a:lnTo>
                  <a:lnTo>
                    <a:pt x="218316" y="38530"/>
                  </a:lnTo>
                  <a:lnTo>
                    <a:pt x="217948" y="38345"/>
                  </a:lnTo>
                  <a:lnTo>
                    <a:pt x="217579" y="38174"/>
                  </a:lnTo>
                  <a:lnTo>
                    <a:pt x="217197" y="38016"/>
                  </a:lnTo>
                  <a:lnTo>
                    <a:pt x="216816" y="37858"/>
                  </a:lnTo>
                  <a:lnTo>
                    <a:pt x="216434" y="37713"/>
                  </a:lnTo>
                  <a:lnTo>
                    <a:pt x="216052" y="37569"/>
                  </a:lnTo>
                  <a:lnTo>
                    <a:pt x="215657" y="37450"/>
                  </a:lnTo>
                  <a:lnTo>
                    <a:pt x="215262" y="37332"/>
                  </a:lnTo>
                  <a:lnTo>
                    <a:pt x="214854" y="37213"/>
                  </a:lnTo>
                  <a:lnTo>
                    <a:pt x="214446" y="37121"/>
                  </a:lnTo>
                  <a:lnTo>
                    <a:pt x="214038" y="37029"/>
                  </a:lnTo>
                  <a:lnTo>
                    <a:pt x="213630" y="36950"/>
                  </a:lnTo>
                  <a:lnTo>
                    <a:pt x="213209" y="36884"/>
                  </a:lnTo>
                  <a:lnTo>
                    <a:pt x="212788" y="36818"/>
                  </a:lnTo>
                  <a:lnTo>
                    <a:pt x="212366" y="36779"/>
                  </a:lnTo>
                  <a:lnTo>
                    <a:pt x="211945" y="36739"/>
                  </a:lnTo>
                  <a:lnTo>
                    <a:pt x="211511" y="36713"/>
                  </a:lnTo>
                  <a:lnTo>
                    <a:pt x="211090" y="36687"/>
                  </a:lnTo>
                  <a:lnTo>
                    <a:pt x="210655" y="36687"/>
                  </a:lnTo>
                  <a:lnTo>
                    <a:pt x="210195" y="36700"/>
                  </a:lnTo>
                  <a:lnTo>
                    <a:pt x="209734" y="36713"/>
                  </a:lnTo>
                  <a:lnTo>
                    <a:pt x="209273" y="36739"/>
                  </a:lnTo>
                  <a:lnTo>
                    <a:pt x="208812" y="36792"/>
                  </a:lnTo>
                  <a:lnTo>
                    <a:pt x="208760" y="36292"/>
                  </a:lnTo>
                  <a:lnTo>
                    <a:pt x="208707" y="35805"/>
                  </a:lnTo>
                  <a:lnTo>
                    <a:pt x="208641" y="35318"/>
                  </a:lnTo>
                  <a:lnTo>
                    <a:pt x="208562" y="34844"/>
                  </a:lnTo>
                  <a:lnTo>
                    <a:pt x="208483" y="34357"/>
                  </a:lnTo>
                  <a:lnTo>
                    <a:pt x="208378" y="33883"/>
                  </a:lnTo>
                  <a:lnTo>
                    <a:pt x="208259" y="33422"/>
                  </a:lnTo>
                  <a:lnTo>
                    <a:pt x="208141" y="32948"/>
                  </a:lnTo>
                  <a:lnTo>
                    <a:pt x="208036" y="32567"/>
                  </a:lnTo>
                  <a:lnTo>
                    <a:pt x="207930" y="32172"/>
                  </a:lnTo>
                  <a:lnTo>
                    <a:pt x="207825" y="31790"/>
                  </a:lnTo>
                  <a:lnTo>
                    <a:pt x="207693" y="31408"/>
                  </a:lnTo>
                  <a:lnTo>
                    <a:pt x="207575" y="31026"/>
                  </a:lnTo>
                  <a:lnTo>
                    <a:pt x="207430" y="30658"/>
                  </a:lnTo>
                  <a:lnTo>
                    <a:pt x="207285" y="30289"/>
                  </a:lnTo>
                  <a:lnTo>
                    <a:pt x="207141" y="29921"/>
                  </a:lnTo>
                  <a:lnTo>
                    <a:pt x="206969" y="29552"/>
                  </a:lnTo>
                  <a:lnTo>
                    <a:pt x="206811" y="29197"/>
                  </a:lnTo>
                  <a:lnTo>
                    <a:pt x="206640" y="28841"/>
                  </a:lnTo>
                  <a:lnTo>
                    <a:pt x="206456" y="28486"/>
                  </a:lnTo>
                  <a:lnTo>
                    <a:pt x="206259" y="28144"/>
                  </a:lnTo>
                  <a:lnTo>
                    <a:pt x="206074" y="27801"/>
                  </a:lnTo>
                  <a:lnTo>
                    <a:pt x="205864" y="27472"/>
                  </a:lnTo>
                  <a:lnTo>
                    <a:pt x="205653" y="27130"/>
                  </a:lnTo>
                  <a:lnTo>
                    <a:pt x="205442" y="26801"/>
                  </a:lnTo>
                  <a:lnTo>
                    <a:pt x="205219" y="26485"/>
                  </a:lnTo>
                  <a:lnTo>
                    <a:pt x="204995" y="26169"/>
                  </a:lnTo>
                  <a:lnTo>
                    <a:pt x="204758" y="25853"/>
                  </a:lnTo>
                  <a:lnTo>
                    <a:pt x="204521" y="25537"/>
                  </a:lnTo>
                  <a:lnTo>
                    <a:pt x="204271" y="25234"/>
                  </a:lnTo>
                  <a:lnTo>
                    <a:pt x="204021" y="24932"/>
                  </a:lnTo>
                  <a:lnTo>
                    <a:pt x="203758" y="24642"/>
                  </a:lnTo>
                  <a:lnTo>
                    <a:pt x="203494" y="24353"/>
                  </a:lnTo>
                  <a:lnTo>
                    <a:pt x="203231" y="24076"/>
                  </a:lnTo>
                  <a:lnTo>
                    <a:pt x="202955" y="23800"/>
                  </a:lnTo>
                  <a:lnTo>
                    <a:pt x="202665" y="23523"/>
                  </a:lnTo>
                  <a:lnTo>
                    <a:pt x="202375" y="23260"/>
                  </a:lnTo>
                  <a:lnTo>
                    <a:pt x="202086" y="22997"/>
                  </a:lnTo>
                  <a:lnTo>
                    <a:pt x="201783" y="22747"/>
                  </a:lnTo>
                  <a:lnTo>
                    <a:pt x="201480" y="22496"/>
                  </a:lnTo>
                  <a:lnTo>
                    <a:pt x="201178" y="22260"/>
                  </a:lnTo>
                  <a:lnTo>
                    <a:pt x="200862" y="22023"/>
                  </a:lnTo>
                  <a:lnTo>
                    <a:pt x="200546" y="21799"/>
                  </a:lnTo>
                  <a:lnTo>
                    <a:pt x="200217" y="21575"/>
                  </a:lnTo>
                  <a:lnTo>
                    <a:pt x="199901" y="21351"/>
                  </a:lnTo>
                  <a:lnTo>
                    <a:pt x="199558" y="21141"/>
                  </a:lnTo>
                  <a:lnTo>
                    <a:pt x="199229" y="20943"/>
                  </a:lnTo>
                  <a:lnTo>
                    <a:pt x="198887" y="20746"/>
                  </a:lnTo>
                  <a:lnTo>
                    <a:pt x="198545" y="20561"/>
                  </a:lnTo>
                  <a:lnTo>
                    <a:pt x="198189" y="20377"/>
                  </a:lnTo>
                  <a:lnTo>
                    <a:pt x="197834" y="20206"/>
                  </a:lnTo>
                  <a:lnTo>
                    <a:pt x="197479" y="20035"/>
                  </a:lnTo>
                  <a:lnTo>
                    <a:pt x="197110" y="19877"/>
                  </a:lnTo>
                  <a:lnTo>
                    <a:pt x="196755" y="19719"/>
                  </a:lnTo>
                  <a:lnTo>
                    <a:pt x="196373" y="19574"/>
                  </a:lnTo>
                  <a:lnTo>
                    <a:pt x="196004" y="19443"/>
                  </a:lnTo>
                  <a:lnTo>
                    <a:pt x="195623" y="19311"/>
                  </a:lnTo>
                  <a:lnTo>
                    <a:pt x="195241" y="19179"/>
                  </a:lnTo>
                  <a:lnTo>
                    <a:pt x="194859" y="19074"/>
                  </a:lnTo>
                  <a:lnTo>
                    <a:pt x="194477" y="18955"/>
                  </a:lnTo>
                  <a:lnTo>
                    <a:pt x="194082" y="18863"/>
                  </a:lnTo>
                  <a:lnTo>
                    <a:pt x="193687" y="18771"/>
                  </a:lnTo>
                  <a:lnTo>
                    <a:pt x="193293" y="18692"/>
                  </a:lnTo>
                  <a:lnTo>
                    <a:pt x="192898" y="18613"/>
                  </a:lnTo>
                  <a:lnTo>
                    <a:pt x="192490" y="18547"/>
                  </a:lnTo>
                  <a:lnTo>
                    <a:pt x="192082" y="18495"/>
                  </a:lnTo>
                  <a:lnTo>
                    <a:pt x="191673" y="18442"/>
                  </a:lnTo>
                  <a:lnTo>
                    <a:pt x="191265" y="18403"/>
                  </a:lnTo>
                  <a:lnTo>
                    <a:pt x="190857" y="18376"/>
                  </a:lnTo>
                  <a:lnTo>
                    <a:pt x="190436" y="18350"/>
                  </a:lnTo>
                  <a:lnTo>
                    <a:pt x="190015" y="18337"/>
                  </a:lnTo>
                  <a:lnTo>
                    <a:pt x="189607" y="18324"/>
                  </a:lnTo>
                  <a:lnTo>
                    <a:pt x="188922" y="18337"/>
                  </a:lnTo>
                  <a:lnTo>
                    <a:pt x="188251" y="18376"/>
                  </a:lnTo>
                  <a:lnTo>
                    <a:pt x="187593" y="18442"/>
                  </a:lnTo>
                  <a:lnTo>
                    <a:pt x="186935" y="18521"/>
                  </a:lnTo>
                  <a:lnTo>
                    <a:pt x="186290" y="18626"/>
                  </a:lnTo>
                  <a:lnTo>
                    <a:pt x="185645" y="18745"/>
                  </a:lnTo>
                  <a:lnTo>
                    <a:pt x="185013" y="18890"/>
                  </a:lnTo>
                  <a:lnTo>
                    <a:pt x="184381" y="19061"/>
                  </a:lnTo>
                  <a:lnTo>
                    <a:pt x="183907" y="19179"/>
                  </a:lnTo>
                  <a:lnTo>
                    <a:pt x="183433" y="19324"/>
                  </a:lnTo>
                  <a:lnTo>
                    <a:pt x="182959" y="19469"/>
                  </a:lnTo>
                  <a:lnTo>
                    <a:pt x="182499" y="19627"/>
                  </a:lnTo>
                  <a:lnTo>
                    <a:pt x="182038" y="19798"/>
                  </a:lnTo>
                  <a:lnTo>
                    <a:pt x="181577" y="19982"/>
                  </a:lnTo>
                  <a:lnTo>
                    <a:pt x="181116" y="20180"/>
                  </a:lnTo>
                  <a:lnTo>
                    <a:pt x="180669" y="20377"/>
                  </a:lnTo>
                  <a:lnTo>
                    <a:pt x="180234" y="20601"/>
                  </a:lnTo>
                  <a:lnTo>
                    <a:pt x="179800" y="20825"/>
                  </a:lnTo>
                  <a:lnTo>
                    <a:pt x="179366" y="21062"/>
                  </a:lnTo>
                  <a:lnTo>
                    <a:pt x="178944" y="21312"/>
                  </a:lnTo>
                  <a:lnTo>
                    <a:pt x="178523" y="21575"/>
                  </a:lnTo>
                  <a:lnTo>
                    <a:pt x="178102" y="21838"/>
                  </a:lnTo>
                  <a:lnTo>
                    <a:pt x="177694" y="22115"/>
                  </a:lnTo>
                  <a:lnTo>
                    <a:pt x="177299" y="22417"/>
                  </a:lnTo>
                  <a:lnTo>
                    <a:pt x="177088" y="21917"/>
                  </a:lnTo>
                  <a:lnTo>
                    <a:pt x="176865" y="21417"/>
                  </a:lnTo>
                  <a:lnTo>
                    <a:pt x="176641" y="20930"/>
                  </a:lnTo>
                  <a:lnTo>
                    <a:pt x="176404" y="20443"/>
                  </a:lnTo>
                  <a:lnTo>
                    <a:pt x="176154" y="19969"/>
                  </a:lnTo>
                  <a:lnTo>
                    <a:pt x="175904" y="19495"/>
                  </a:lnTo>
                  <a:lnTo>
                    <a:pt x="175640" y="19021"/>
                  </a:lnTo>
                  <a:lnTo>
                    <a:pt x="175364" y="18561"/>
                  </a:lnTo>
                  <a:lnTo>
                    <a:pt x="175087" y="18113"/>
                  </a:lnTo>
                  <a:lnTo>
                    <a:pt x="174811" y="17652"/>
                  </a:lnTo>
                  <a:lnTo>
                    <a:pt x="174508" y="17218"/>
                  </a:lnTo>
                  <a:lnTo>
                    <a:pt x="174206" y="16783"/>
                  </a:lnTo>
                  <a:lnTo>
                    <a:pt x="173903" y="16349"/>
                  </a:lnTo>
                  <a:lnTo>
                    <a:pt x="173587" y="15915"/>
                  </a:lnTo>
                  <a:lnTo>
                    <a:pt x="173258" y="15507"/>
                  </a:lnTo>
                  <a:lnTo>
                    <a:pt x="172929" y="15085"/>
                  </a:lnTo>
                  <a:lnTo>
                    <a:pt x="172586" y="14690"/>
                  </a:lnTo>
                  <a:lnTo>
                    <a:pt x="172244" y="14282"/>
                  </a:lnTo>
                  <a:lnTo>
                    <a:pt x="171889" y="13888"/>
                  </a:lnTo>
                  <a:lnTo>
                    <a:pt x="171533" y="13506"/>
                  </a:lnTo>
                  <a:lnTo>
                    <a:pt x="171165" y="13124"/>
                  </a:lnTo>
                  <a:lnTo>
                    <a:pt x="170796" y="12755"/>
                  </a:lnTo>
                  <a:lnTo>
                    <a:pt x="170414" y="12387"/>
                  </a:lnTo>
                  <a:lnTo>
                    <a:pt x="170020" y="12031"/>
                  </a:lnTo>
                  <a:lnTo>
                    <a:pt x="169638" y="11689"/>
                  </a:lnTo>
                  <a:lnTo>
                    <a:pt x="169230" y="11334"/>
                  </a:lnTo>
                  <a:lnTo>
                    <a:pt x="168835" y="11005"/>
                  </a:lnTo>
                  <a:lnTo>
                    <a:pt x="168414" y="10676"/>
                  </a:lnTo>
                  <a:lnTo>
                    <a:pt x="168006" y="10360"/>
                  </a:lnTo>
                  <a:lnTo>
                    <a:pt x="167584" y="10044"/>
                  </a:lnTo>
                  <a:lnTo>
                    <a:pt x="167150" y="9741"/>
                  </a:lnTo>
                  <a:lnTo>
                    <a:pt x="166716" y="9438"/>
                  </a:lnTo>
                  <a:lnTo>
                    <a:pt x="166281" y="9149"/>
                  </a:lnTo>
                  <a:lnTo>
                    <a:pt x="165834" y="8859"/>
                  </a:lnTo>
                  <a:lnTo>
                    <a:pt x="165386" y="8596"/>
                  </a:lnTo>
                  <a:lnTo>
                    <a:pt x="164925" y="8319"/>
                  </a:lnTo>
                  <a:lnTo>
                    <a:pt x="164465" y="8069"/>
                  </a:lnTo>
                  <a:lnTo>
                    <a:pt x="164004" y="7819"/>
                  </a:lnTo>
                  <a:lnTo>
                    <a:pt x="163530" y="7582"/>
                  </a:lnTo>
                  <a:lnTo>
                    <a:pt x="163056" y="7345"/>
                  </a:lnTo>
                  <a:lnTo>
                    <a:pt x="162582" y="7121"/>
                  </a:lnTo>
                  <a:lnTo>
                    <a:pt x="162095" y="6911"/>
                  </a:lnTo>
                  <a:lnTo>
                    <a:pt x="161608" y="6700"/>
                  </a:lnTo>
                  <a:lnTo>
                    <a:pt x="161108" y="6503"/>
                  </a:lnTo>
                  <a:lnTo>
                    <a:pt x="160621" y="6305"/>
                  </a:lnTo>
                  <a:lnTo>
                    <a:pt x="160121" y="6134"/>
                  </a:lnTo>
                  <a:lnTo>
                    <a:pt x="159607" y="5963"/>
                  </a:lnTo>
                  <a:lnTo>
                    <a:pt x="159107" y="5792"/>
                  </a:lnTo>
                  <a:lnTo>
                    <a:pt x="158594" y="5647"/>
                  </a:lnTo>
                  <a:lnTo>
                    <a:pt x="158067" y="5502"/>
                  </a:lnTo>
                  <a:lnTo>
                    <a:pt x="157554" y="5371"/>
                  </a:lnTo>
                  <a:lnTo>
                    <a:pt x="157027" y="5239"/>
                  </a:lnTo>
                  <a:lnTo>
                    <a:pt x="156501" y="5121"/>
                  </a:lnTo>
                  <a:lnTo>
                    <a:pt x="155974" y="5015"/>
                  </a:lnTo>
                  <a:lnTo>
                    <a:pt x="155434" y="4923"/>
                  </a:lnTo>
                  <a:lnTo>
                    <a:pt x="154908" y="4831"/>
                  </a:lnTo>
                  <a:lnTo>
                    <a:pt x="154368" y="4765"/>
                  </a:lnTo>
                  <a:lnTo>
                    <a:pt x="153828" y="4686"/>
                  </a:lnTo>
                  <a:lnTo>
                    <a:pt x="153276" y="4634"/>
                  </a:lnTo>
                  <a:lnTo>
                    <a:pt x="152736" y="4594"/>
                  </a:lnTo>
                  <a:lnTo>
                    <a:pt x="152183" y="4555"/>
                  </a:lnTo>
                  <a:lnTo>
                    <a:pt x="151630" y="4528"/>
                  </a:lnTo>
                  <a:lnTo>
                    <a:pt x="151077" y="4515"/>
                  </a:lnTo>
                  <a:lnTo>
                    <a:pt x="150524" y="4502"/>
                  </a:lnTo>
                  <a:lnTo>
                    <a:pt x="149616" y="4515"/>
                  </a:lnTo>
                  <a:lnTo>
                    <a:pt x="148721" y="4555"/>
                  </a:lnTo>
                  <a:lnTo>
                    <a:pt x="147839" y="4634"/>
                  </a:lnTo>
                  <a:lnTo>
                    <a:pt x="146944" y="4726"/>
                  </a:lnTo>
                  <a:lnTo>
                    <a:pt x="146075" y="4844"/>
                  </a:lnTo>
                  <a:lnTo>
                    <a:pt x="145206" y="4989"/>
                  </a:lnTo>
                  <a:lnTo>
                    <a:pt x="144338" y="5160"/>
                  </a:lnTo>
                  <a:lnTo>
                    <a:pt x="143482" y="5358"/>
                  </a:lnTo>
                  <a:lnTo>
                    <a:pt x="142837" y="5529"/>
                  </a:lnTo>
                  <a:lnTo>
                    <a:pt x="142192" y="5700"/>
                  </a:lnTo>
                  <a:lnTo>
                    <a:pt x="141560" y="5897"/>
                  </a:lnTo>
                  <a:lnTo>
                    <a:pt x="140928" y="6121"/>
                  </a:lnTo>
                  <a:lnTo>
                    <a:pt x="140349" y="6332"/>
                  </a:lnTo>
                  <a:lnTo>
                    <a:pt x="139770" y="6555"/>
                  </a:lnTo>
                  <a:lnTo>
                    <a:pt x="139204" y="6792"/>
                  </a:lnTo>
                  <a:lnTo>
                    <a:pt x="138625" y="7042"/>
                  </a:lnTo>
                  <a:lnTo>
                    <a:pt x="138072" y="7293"/>
                  </a:lnTo>
                  <a:lnTo>
                    <a:pt x="137519" y="7569"/>
                  </a:lnTo>
                  <a:lnTo>
                    <a:pt x="136966" y="7859"/>
                  </a:lnTo>
                  <a:lnTo>
                    <a:pt x="136413" y="8148"/>
                  </a:lnTo>
                  <a:lnTo>
                    <a:pt x="135873" y="8464"/>
                  </a:lnTo>
                  <a:lnTo>
                    <a:pt x="135347" y="8780"/>
                  </a:lnTo>
                  <a:lnTo>
                    <a:pt x="134820" y="9109"/>
                  </a:lnTo>
                  <a:lnTo>
                    <a:pt x="134307" y="9465"/>
                  </a:lnTo>
                  <a:lnTo>
                    <a:pt x="133794" y="9820"/>
                  </a:lnTo>
                  <a:lnTo>
                    <a:pt x="133280" y="10189"/>
                  </a:lnTo>
                  <a:lnTo>
                    <a:pt x="132780" y="10570"/>
                  </a:lnTo>
                  <a:lnTo>
                    <a:pt x="132293" y="10952"/>
                  </a:lnTo>
                  <a:lnTo>
                    <a:pt x="131938" y="10333"/>
                  </a:lnTo>
                  <a:lnTo>
                    <a:pt x="131569" y="9728"/>
                  </a:lnTo>
                  <a:lnTo>
                    <a:pt x="131174" y="9149"/>
                  </a:lnTo>
                  <a:lnTo>
                    <a:pt x="130766" y="8569"/>
                  </a:lnTo>
                  <a:lnTo>
                    <a:pt x="130345" y="8003"/>
                  </a:lnTo>
                  <a:lnTo>
                    <a:pt x="129897" y="7464"/>
                  </a:lnTo>
                  <a:lnTo>
                    <a:pt x="129437" y="6937"/>
                  </a:lnTo>
                  <a:lnTo>
                    <a:pt x="128963" y="6424"/>
                  </a:lnTo>
                  <a:lnTo>
                    <a:pt x="128462" y="5937"/>
                  </a:lnTo>
                  <a:lnTo>
                    <a:pt x="127962" y="5450"/>
                  </a:lnTo>
                  <a:lnTo>
                    <a:pt x="127436" y="4989"/>
                  </a:lnTo>
                  <a:lnTo>
                    <a:pt x="126896" y="4555"/>
                  </a:lnTo>
                  <a:lnTo>
                    <a:pt x="126343" y="4133"/>
                  </a:lnTo>
                  <a:lnTo>
                    <a:pt x="125777" y="3725"/>
                  </a:lnTo>
                  <a:lnTo>
                    <a:pt x="125198" y="3344"/>
                  </a:lnTo>
                  <a:lnTo>
                    <a:pt x="124606" y="2975"/>
                  </a:lnTo>
                  <a:lnTo>
                    <a:pt x="124000" y="2620"/>
                  </a:lnTo>
                  <a:lnTo>
                    <a:pt x="123381" y="2290"/>
                  </a:lnTo>
                  <a:lnTo>
                    <a:pt x="122763" y="1988"/>
                  </a:lnTo>
                  <a:lnTo>
                    <a:pt x="122118" y="1698"/>
                  </a:lnTo>
                  <a:lnTo>
                    <a:pt x="121473" y="1435"/>
                  </a:lnTo>
                  <a:lnTo>
                    <a:pt x="120814" y="1198"/>
                  </a:lnTo>
                  <a:lnTo>
                    <a:pt x="120143" y="974"/>
                  </a:lnTo>
                  <a:lnTo>
                    <a:pt x="119472" y="777"/>
                  </a:lnTo>
                  <a:lnTo>
                    <a:pt x="118774" y="592"/>
                  </a:lnTo>
                  <a:lnTo>
                    <a:pt x="118090" y="434"/>
                  </a:lnTo>
                  <a:lnTo>
                    <a:pt x="117379" y="303"/>
                  </a:lnTo>
                  <a:lnTo>
                    <a:pt x="116681" y="197"/>
                  </a:lnTo>
                  <a:lnTo>
                    <a:pt x="115957" y="105"/>
                  </a:lnTo>
                  <a:lnTo>
                    <a:pt x="115246" y="53"/>
                  </a:lnTo>
                  <a:lnTo>
                    <a:pt x="114509" y="13"/>
                  </a:lnTo>
                  <a:lnTo>
                    <a:pt x="1137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4"/>
            <p:cNvSpPr/>
            <p:nvPr/>
          </p:nvSpPr>
          <p:spPr>
            <a:xfrm>
              <a:off x="4780475" y="3381225"/>
              <a:ext cx="1092925" cy="285350"/>
            </a:xfrm>
            <a:custGeom>
              <a:avLst/>
              <a:gdLst/>
              <a:ahLst/>
              <a:cxnLst/>
              <a:rect l="l" t="t" r="r" b="b"/>
              <a:pathLst>
                <a:path w="43717" h="11414" extrusionOk="0">
                  <a:moveTo>
                    <a:pt x="41333" y="7833"/>
                  </a:moveTo>
                  <a:lnTo>
                    <a:pt x="41452" y="7846"/>
                  </a:lnTo>
                  <a:lnTo>
                    <a:pt x="41570" y="7859"/>
                  </a:lnTo>
                  <a:lnTo>
                    <a:pt x="41689" y="7886"/>
                  </a:lnTo>
                  <a:lnTo>
                    <a:pt x="41794" y="7925"/>
                  </a:lnTo>
                  <a:lnTo>
                    <a:pt x="41899" y="7978"/>
                  </a:lnTo>
                  <a:lnTo>
                    <a:pt x="42005" y="8044"/>
                  </a:lnTo>
                  <a:lnTo>
                    <a:pt x="42097" y="8109"/>
                  </a:lnTo>
                  <a:lnTo>
                    <a:pt x="42176" y="8188"/>
                  </a:lnTo>
                  <a:lnTo>
                    <a:pt x="42255" y="8267"/>
                  </a:lnTo>
                  <a:lnTo>
                    <a:pt x="42321" y="8360"/>
                  </a:lnTo>
                  <a:lnTo>
                    <a:pt x="42387" y="8465"/>
                  </a:lnTo>
                  <a:lnTo>
                    <a:pt x="42439" y="8570"/>
                  </a:lnTo>
                  <a:lnTo>
                    <a:pt x="42479" y="8675"/>
                  </a:lnTo>
                  <a:lnTo>
                    <a:pt x="42505" y="8794"/>
                  </a:lnTo>
                  <a:lnTo>
                    <a:pt x="42518" y="8912"/>
                  </a:lnTo>
                  <a:lnTo>
                    <a:pt x="42531" y="9031"/>
                  </a:lnTo>
                  <a:lnTo>
                    <a:pt x="42518" y="9163"/>
                  </a:lnTo>
                  <a:lnTo>
                    <a:pt x="42505" y="9281"/>
                  </a:lnTo>
                  <a:lnTo>
                    <a:pt x="42479" y="9386"/>
                  </a:lnTo>
                  <a:lnTo>
                    <a:pt x="42439" y="9505"/>
                  </a:lnTo>
                  <a:lnTo>
                    <a:pt x="42387" y="9610"/>
                  </a:lnTo>
                  <a:lnTo>
                    <a:pt x="42321" y="9702"/>
                  </a:lnTo>
                  <a:lnTo>
                    <a:pt x="42255" y="9794"/>
                  </a:lnTo>
                  <a:lnTo>
                    <a:pt x="42176" y="9887"/>
                  </a:lnTo>
                  <a:lnTo>
                    <a:pt x="42097" y="9952"/>
                  </a:lnTo>
                  <a:lnTo>
                    <a:pt x="42005" y="10031"/>
                  </a:lnTo>
                  <a:lnTo>
                    <a:pt x="41899" y="10084"/>
                  </a:lnTo>
                  <a:lnTo>
                    <a:pt x="41794" y="10137"/>
                  </a:lnTo>
                  <a:lnTo>
                    <a:pt x="41689" y="10176"/>
                  </a:lnTo>
                  <a:lnTo>
                    <a:pt x="41570" y="10202"/>
                  </a:lnTo>
                  <a:lnTo>
                    <a:pt x="41452" y="10229"/>
                  </a:lnTo>
                  <a:lnTo>
                    <a:pt x="41215" y="10229"/>
                  </a:lnTo>
                  <a:lnTo>
                    <a:pt x="41097" y="10202"/>
                  </a:lnTo>
                  <a:lnTo>
                    <a:pt x="40978" y="10176"/>
                  </a:lnTo>
                  <a:lnTo>
                    <a:pt x="40873" y="10137"/>
                  </a:lnTo>
                  <a:lnTo>
                    <a:pt x="40767" y="10084"/>
                  </a:lnTo>
                  <a:lnTo>
                    <a:pt x="40662" y="10031"/>
                  </a:lnTo>
                  <a:lnTo>
                    <a:pt x="40570" y="9952"/>
                  </a:lnTo>
                  <a:lnTo>
                    <a:pt x="40491" y="9887"/>
                  </a:lnTo>
                  <a:lnTo>
                    <a:pt x="40412" y="9794"/>
                  </a:lnTo>
                  <a:lnTo>
                    <a:pt x="40346" y="9702"/>
                  </a:lnTo>
                  <a:lnTo>
                    <a:pt x="40280" y="9610"/>
                  </a:lnTo>
                  <a:lnTo>
                    <a:pt x="40228" y="9505"/>
                  </a:lnTo>
                  <a:lnTo>
                    <a:pt x="40188" y="9386"/>
                  </a:lnTo>
                  <a:lnTo>
                    <a:pt x="40162" y="9281"/>
                  </a:lnTo>
                  <a:lnTo>
                    <a:pt x="40136" y="9163"/>
                  </a:lnTo>
                  <a:lnTo>
                    <a:pt x="40136" y="9031"/>
                  </a:lnTo>
                  <a:lnTo>
                    <a:pt x="40136" y="8912"/>
                  </a:lnTo>
                  <a:lnTo>
                    <a:pt x="40162" y="8794"/>
                  </a:lnTo>
                  <a:lnTo>
                    <a:pt x="40188" y="8675"/>
                  </a:lnTo>
                  <a:lnTo>
                    <a:pt x="40228" y="8570"/>
                  </a:lnTo>
                  <a:lnTo>
                    <a:pt x="40280" y="8465"/>
                  </a:lnTo>
                  <a:lnTo>
                    <a:pt x="40346" y="8360"/>
                  </a:lnTo>
                  <a:lnTo>
                    <a:pt x="40412" y="8267"/>
                  </a:lnTo>
                  <a:lnTo>
                    <a:pt x="40491" y="8188"/>
                  </a:lnTo>
                  <a:lnTo>
                    <a:pt x="40570" y="8109"/>
                  </a:lnTo>
                  <a:lnTo>
                    <a:pt x="40662" y="8044"/>
                  </a:lnTo>
                  <a:lnTo>
                    <a:pt x="40767" y="7978"/>
                  </a:lnTo>
                  <a:lnTo>
                    <a:pt x="40873" y="7925"/>
                  </a:lnTo>
                  <a:lnTo>
                    <a:pt x="40978" y="7886"/>
                  </a:lnTo>
                  <a:lnTo>
                    <a:pt x="41097" y="7859"/>
                  </a:lnTo>
                  <a:lnTo>
                    <a:pt x="41215" y="7846"/>
                  </a:lnTo>
                  <a:lnTo>
                    <a:pt x="41333" y="7833"/>
                  </a:lnTo>
                  <a:close/>
                  <a:moveTo>
                    <a:pt x="0" y="1"/>
                  </a:moveTo>
                  <a:lnTo>
                    <a:pt x="0" y="9623"/>
                  </a:lnTo>
                  <a:lnTo>
                    <a:pt x="39030" y="9623"/>
                  </a:lnTo>
                  <a:lnTo>
                    <a:pt x="39083" y="9821"/>
                  </a:lnTo>
                  <a:lnTo>
                    <a:pt x="39161" y="9992"/>
                  </a:lnTo>
                  <a:lnTo>
                    <a:pt x="39240" y="10176"/>
                  </a:lnTo>
                  <a:lnTo>
                    <a:pt x="39346" y="10334"/>
                  </a:lnTo>
                  <a:lnTo>
                    <a:pt x="39451" y="10492"/>
                  </a:lnTo>
                  <a:lnTo>
                    <a:pt x="39583" y="10637"/>
                  </a:lnTo>
                  <a:lnTo>
                    <a:pt x="39714" y="10782"/>
                  </a:lnTo>
                  <a:lnTo>
                    <a:pt x="39859" y="10900"/>
                  </a:lnTo>
                  <a:lnTo>
                    <a:pt x="40017" y="11019"/>
                  </a:lnTo>
                  <a:lnTo>
                    <a:pt x="40188" y="11124"/>
                  </a:lnTo>
                  <a:lnTo>
                    <a:pt x="40359" y="11203"/>
                  </a:lnTo>
                  <a:lnTo>
                    <a:pt x="40544" y="11282"/>
                  </a:lnTo>
                  <a:lnTo>
                    <a:pt x="40728" y="11335"/>
                  </a:lnTo>
                  <a:lnTo>
                    <a:pt x="40925" y="11374"/>
                  </a:lnTo>
                  <a:lnTo>
                    <a:pt x="41123" y="11400"/>
                  </a:lnTo>
                  <a:lnTo>
                    <a:pt x="41333" y="11414"/>
                  </a:lnTo>
                  <a:lnTo>
                    <a:pt x="41570" y="11400"/>
                  </a:lnTo>
                  <a:lnTo>
                    <a:pt x="41807" y="11361"/>
                  </a:lnTo>
                  <a:lnTo>
                    <a:pt x="42044" y="11308"/>
                  </a:lnTo>
                  <a:lnTo>
                    <a:pt x="42255" y="11229"/>
                  </a:lnTo>
                  <a:lnTo>
                    <a:pt x="42466" y="11124"/>
                  </a:lnTo>
                  <a:lnTo>
                    <a:pt x="42663" y="11005"/>
                  </a:lnTo>
                  <a:lnTo>
                    <a:pt x="42847" y="10874"/>
                  </a:lnTo>
                  <a:lnTo>
                    <a:pt x="43018" y="10716"/>
                  </a:lnTo>
                  <a:lnTo>
                    <a:pt x="43163" y="10545"/>
                  </a:lnTo>
                  <a:lnTo>
                    <a:pt x="43308" y="10360"/>
                  </a:lnTo>
                  <a:lnTo>
                    <a:pt x="43426" y="10163"/>
                  </a:lnTo>
                  <a:lnTo>
                    <a:pt x="43519" y="9966"/>
                  </a:lnTo>
                  <a:lnTo>
                    <a:pt x="43611" y="9742"/>
                  </a:lnTo>
                  <a:lnTo>
                    <a:pt x="43663" y="9518"/>
                  </a:lnTo>
                  <a:lnTo>
                    <a:pt x="43703" y="9281"/>
                  </a:lnTo>
                  <a:lnTo>
                    <a:pt x="43716" y="9031"/>
                  </a:lnTo>
                  <a:lnTo>
                    <a:pt x="43703" y="8794"/>
                  </a:lnTo>
                  <a:lnTo>
                    <a:pt x="43663" y="8557"/>
                  </a:lnTo>
                  <a:lnTo>
                    <a:pt x="43611" y="8333"/>
                  </a:lnTo>
                  <a:lnTo>
                    <a:pt x="43519" y="8109"/>
                  </a:lnTo>
                  <a:lnTo>
                    <a:pt x="43426" y="7899"/>
                  </a:lnTo>
                  <a:lnTo>
                    <a:pt x="43308" y="7701"/>
                  </a:lnTo>
                  <a:lnTo>
                    <a:pt x="43163" y="7517"/>
                  </a:lnTo>
                  <a:lnTo>
                    <a:pt x="43018" y="7359"/>
                  </a:lnTo>
                  <a:lnTo>
                    <a:pt x="42847" y="7201"/>
                  </a:lnTo>
                  <a:lnTo>
                    <a:pt x="42663" y="7056"/>
                  </a:lnTo>
                  <a:lnTo>
                    <a:pt x="42466" y="6938"/>
                  </a:lnTo>
                  <a:lnTo>
                    <a:pt x="42255" y="6846"/>
                  </a:lnTo>
                  <a:lnTo>
                    <a:pt x="42044" y="6767"/>
                  </a:lnTo>
                  <a:lnTo>
                    <a:pt x="41807" y="6701"/>
                  </a:lnTo>
                  <a:lnTo>
                    <a:pt x="41570" y="6675"/>
                  </a:lnTo>
                  <a:lnTo>
                    <a:pt x="41333" y="6661"/>
                  </a:lnTo>
                  <a:lnTo>
                    <a:pt x="41123" y="6661"/>
                  </a:lnTo>
                  <a:lnTo>
                    <a:pt x="40925" y="6688"/>
                  </a:lnTo>
                  <a:lnTo>
                    <a:pt x="40728" y="6727"/>
                  </a:lnTo>
                  <a:lnTo>
                    <a:pt x="40544" y="6793"/>
                  </a:lnTo>
                  <a:lnTo>
                    <a:pt x="40359" y="6859"/>
                  </a:lnTo>
                  <a:lnTo>
                    <a:pt x="40188" y="6951"/>
                  </a:lnTo>
                  <a:lnTo>
                    <a:pt x="40017" y="7056"/>
                  </a:lnTo>
                  <a:lnTo>
                    <a:pt x="39859" y="7162"/>
                  </a:lnTo>
                  <a:lnTo>
                    <a:pt x="39714" y="7293"/>
                  </a:lnTo>
                  <a:lnTo>
                    <a:pt x="39583" y="7425"/>
                  </a:lnTo>
                  <a:lnTo>
                    <a:pt x="39451" y="7570"/>
                  </a:lnTo>
                  <a:lnTo>
                    <a:pt x="39346" y="7728"/>
                  </a:lnTo>
                  <a:lnTo>
                    <a:pt x="39240" y="7899"/>
                  </a:lnTo>
                  <a:lnTo>
                    <a:pt x="39161" y="8070"/>
                  </a:lnTo>
                  <a:lnTo>
                    <a:pt x="39083" y="8254"/>
                  </a:lnTo>
                  <a:lnTo>
                    <a:pt x="39030" y="8439"/>
                  </a:lnTo>
                  <a:lnTo>
                    <a:pt x="1172" y="8439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4"/>
            <p:cNvSpPr/>
            <p:nvPr/>
          </p:nvSpPr>
          <p:spPr>
            <a:xfrm>
              <a:off x="4627775" y="3408875"/>
              <a:ext cx="1245625" cy="398875"/>
            </a:xfrm>
            <a:custGeom>
              <a:avLst/>
              <a:gdLst/>
              <a:ahLst/>
              <a:cxnLst/>
              <a:rect l="l" t="t" r="r" b="b"/>
              <a:pathLst>
                <a:path w="49825" h="15955" extrusionOk="0">
                  <a:moveTo>
                    <a:pt x="47441" y="12374"/>
                  </a:moveTo>
                  <a:lnTo>
                    <a:pt x="47560" y="12387"/>
                  </a:lnTo>
                  <a:lnTo>
                    <a:pt x="47678" y="12401"/>
                  </a:lnTo>
                  <a:lnTo>
                    <a:pt x="47797" y="12427"/>
                  </a:lnTo>
                  <a:lnTo>
                    <a:pt x="47902" y="12466"/>
                  </a:lnTo>
                  <a:lnTo>
                    <a:pt x="48007" y="12519"/>
                  </a:lnTo>
                  <a:lnTo>
                    <a:pt x="48113" y="12585"/>
                  </a:lnTo>
                  <a:lnTo>
                    <a:pt x="48205" y="12651"/>
                  </a:lnTo>
                  <a:lnTo>
                    <a:pt x="48284" y="12730"/>
                  </a:lnTo>
                  <a:lnTo>
                    <a:pt x="48363" y="12809"/>
                  </a:lnTo>
                  <a:lnTo>
                    <a:pt x="48429" y="12901"/>
                  </a:lnTo>
                  <a:lnTo>
                    <a:pt x="48495" y="13006"/>
                  </a:lnTo>
                  <a:lnTo>
                    <a:pt x="48547" y="13111"/>
                  </a:lnTo>
                  <a:lnTo>
                    <a:pt x="48587" y="13217"/>
                  </a:lnTo>
                  <a:lnTo>
                    <a:pt x="48613" y="13335"/>
                  </a:lnTo>
                  <a:lnTo>
                    <a:pt x="48626" y="13454"/>
                  </a:lnTo>
                  <a:lnTo>
                    <a:pt x="48639" y="13572"/>
                  </a:lnTo>
                  <a:lnTo>
                    <a:pt x="48626" y="13691"/>
                  </a:lnTo>
                  <a:lnTo>
                    <a:pt x="48613" y="13809"/>
                  </a:lnTo>
                  <a:lnTo>
                    <a:pt x="48587" y="13927"/>
                  </a:lnTo>
                  <a:lnTo>
                    <a:pt x="48547" y="14033"/>
                  </a:lnTo>
                  <a:lnTo>
                    <a:pt x="48495" y="14138"/>
                  </a:lnTo>
                  <a:lnTo>
                    <a:pt x="48429" y="14243"/>
                  </a:lnTo>
                  <a:lnTo>
                    <a:pt x="48363" y="14336"/>
                  </a:lnTo>
                  <a:lnTo>
                    <a:pt x="48284" y="14415"/>
                  </a:lnTo>
                  <a:lnTo>
                    <a:pt x="48205" y="14494"/>
                  </a:lnTo>
                  <a:lnTo>
                    <a:pt x="48113" y="14559"/>
                  </a:lnTo>
                  <a:lnTo>
                    <a:pt x="48007" y="14625"/>
                  </a:lnTo>
                  <a:lnTo>
                    <a:pt x="47902" y="14678"/>
                  </a:lnTo>
                  <a:lnTo>
                    <a:pt x="47797" y="14717"/>
                  </a:lnTo>
                  <a:lnTo>
                    <a:pt x="47678" y="14744"/>
                  </a:lnTo>
                  <a:lnTo>
                    <a:pt x="47560" y="14770"/>
                  </a:lnTo>
                  <a:lnTo>
                    <a:pt x="47323" y="14770"/>
                  </a:lnTo>
                  <a:lnTo>
                    <a:pt x="47205" y="14744"/>
                  </a:lnTo>
                  <a:lnTo>
                    <a:pt x="47086" y="14717"/>
                  </a:lnTo>
                  <a:lnTo>
                    <a:pt x="46981" y="14678"/>
                  </a:lnTo>
                  <a:lnTo>
                    <a:pt x="46875" y="14625"/>
                  </a:lnTo>
                  <a:lnTo>
                    <a:pt x="46770" y="14559"/>
                  </a:lnTo>
                  <a:lnTo>
                    <a:pt x="46678" y="14494"/>
                  </a:lnTo>
                  <a:lnTo>
                    <a:pt x="46599" y="14415"/>
                  </a:lnTo>
                  <a:lnTo>
                    <a:pt x="46520" y="14336"/>
                  </a:lnTo>
                  <a:lnTo>
                    <a:pt x="46454" y="14243"/>
                  </a:lnTo>
                  <a:lnTo>
                    <a:pt x="46388" y="14138"/>
                  </a:lnTo>
                  <a:lnTo>
                    <a:pt x="46336" y="14033"/>
                  </a:lnTo>
                  <a:lnTo>
                    <a:pt x="46296" y="13927"/>
                  </a:lnTo>
                  <a:lnTo>
                    <a:pt x="46270" y="13809"/>
                  </a:lnTo>
                  <a:lnTo>
                    <a:pt x="46244" y="13691"/>
                  </a:lnTo>
                  <a:lnTo>
                    <a:pt x="46244" y="13572"/>
                  </a:lnTo>
                  <a:lnTo>
                    <a:pt x="46244" y="13454"/>
                  </a:lnTo>
                  <a:lnTo>
                    <a:pt x="46270" y="13335"/>
                  </a:lnTo>
                  <a:lnTo>
                    <a:pt x="46296" y="13217"/>
                  </a:lnTo>
                  <a:lnTo>
                    <a:pt x="46336" y="13111"/>
                  </a:lnTo>
                  <a:lnTo>
                    <a:pt x="46388" y="13006"/>
                  </a:lnTo>
                  <a:lnTo>
                    <a:pt x="46454" y="12901"/>
                  </a:lnTo>
                  <a:lnTo>
                    <a:pt x="46520" y="12809"/>
                  </a:lnTo>
                  <a:lnTo>
                    <a:pt x="46599" y="12730"/>
                  </a:lnTo>
                  <a:lnTo>
                    <a:pt x="46678" y="12651"/>
                  </a:lnTo>
                  <a:lnTo>
                    <a:pt x="46770" y="12585"/>
                  </a:lnTo>
                  <a:lnTo>
                    <a:pt x="46875" y="12519"/>
                  </a:lnTo>
                  <a:lnTo>
                    <a:pt x="46981" y="12466"/>
                  </a:lnTo>
                  <a:lnTo>
                    <a:pt x="47086" y="12427"/>
                  </a:lnTo>
                  <a:lnTo>
                    <a:pt x="47205" y="12401"/>
                  </a:lnTo>
                  <a:lnTo>
                    <a:pt x="47323" y="12387"/>
                  </a:lnTo>
                  <a:lnTo>
                    <a:pt x="47441" y="12374"/>
                  </a:lnTo>
                  <a:close/>
                  <a:moveTo>
                    <a:pt x="0" y="0"/>
                  </a:moveTo>
                  <a:lnTo>
                    <a:pt x="0" y="14164"/>
                  </a:lnTo>
                  <a:lnTo>
                    <a:pt x="45138" y="14164"/>
                  </a:lnTo>
                  <a:lnTo>
                    <a:pt x="45191" y="14349"/>
                  </a:lnTo>
                  <a:lnTo>
                    <a:pt x="45269" y="14533"/>
                  </a:lnTo>
                  <a:lnTo>
                    <a:pt x="45348" y="14704"/>
                  </a:lnTo>
                  <a:lnTo>
                    <a:pt x="45454" y="14875"/>
                  </a:lnTo>
                  <a:lnTo>
                    <a:pt x="45559" y="15033"/>
                  </a:lnTo>
                  <a:lnTo>
                    <a:pt x="45691" y="15178"/>
                  </a:lnTo>
                  <a:lnTo>
                    <a:pt x="45822" y="15323"/>
                  </a:lnTo>
                  <a:lnTo>
                    <a:pt x="45967" y="15441"/>
                  </a:lnTo>
                  <a:lnTo>
                    <a:pt x="46125" y="15560"/>
                  </a:lnTo>
                  <a:lnTo>
                    <a:pt x="46296" y="15652"/>
                  </a:lnTo>
                  <a:lnTo>
                    <a:pt x="46467" y="15744"/>
                  </a:lnTo>
                  <a:lnTo>
                    <a:pt x="46652" y="15823"/>
                  </a:lnTo>
                  <a:lnTo>
                    <a:pt x="46836" y="15876"/>
                  </a:lnTo>
                  <a:lnTo>
                    <a:pt x="47033" y="15915"/>
                  </a:lnTo>
                  <a:lnTo>
                    <a:pt x="47231" y="15941"/>
                  </a:lnTo>
                  <a:lnTo>
                    <a:pt x="47441" y="15955"/>
                  </a:lnTo>
                  <a:lnTo>
                    <a:pt x="47678" y="15941"/>
                  </a:lnTo>
                  <a:lnTo>
                    <a:pt x="47915" y="15902"/>
                  </a:lnTo>
                  <a:lnTo>
                    <a:pt x="48152" y="15849"/>
                  </a:lnTo>
                  <a:lnTo>
                    <a:pt x="48363" y="15770"/>
                  </a:lnTo>
                  <a:lnTo>
                    <a:pt x="48574" y="15665"/>
                  </a:lnTo>
                  <a:lnTo>
                    <a:pt x="48771" y="15547"/>
                  </a:lnTo>
                  <a:lnTo>
                    <a:pt x="48955" y="15402"/>
                  </a:lnTo>
                  <a:lnTo>
                    <a:pt x="49126" y="15257"/>
                  </a:lnTo>
                  <a:lnTo>
                    <a:pt x="49271" y="15086"/>
                  </a:lnTo>
                  <a:lnTo>
                    <a:pt x="49416" y="14902"/>
                  </a:lnTo>
                  <a:lnTo>
                    <a:pt x="49534" y="14704"/>
                  </a:lnTo>
                  <a:lnTo>
                    <a:pt x="49627" y="14494"/>
                  </a:lnTo>
                  <a:lnTo>
                    <a:pt x="49719" y="14283"/>
                  </a:lnTo>
                  <a:lnTo>
                    <a:pt x="49771" y="14046"/>
                  </a:lnTo>
                  <a:lnTo>
                    <a:pt x="49811" y="13822"/>
                  </a:lnTo>
                  <a:lnTo>
                    <a:pt x="49824" y="13572"/>
                  </a:lnTo>
                  <a:lnTo>
                    <a:pt x="49811" y="13335"/>
                  </a:lnTo>
                  <a:lnTo>
                    <a:pt x="49771" y="13098"/>
                  </a:lnTo>
                  <a:lnTo>
                    <a:pt x="49719" y="12861"/>
                  </a:lnTo>
                  <a:lnTo>
                    <a:pt x="49627" y="12651"/>
                  </a:lnTo>
                  <a:lnTo>
                    <a:pt x="49534" y="12440"/>
                  </a:lnTo>
                  <a:lnTo>
                    <a:pt x="49416" y="12243"/>
                  </a:lnTo>
                  <a:lnTo>
                    <a:pt x="49271" y="12058"/>
                  </a:lnTo>
                  <a:lnTo>
                    <a:pt x="49126" y="11887"/>
                  </a:lnTo>
                  <a:lnTo>
                    <a:pt x="48955" y="11742"/>
                  </a:lnTo>
                  <a:lnTo>
                    <a:pt x="48771" y="11598"/>
                  </a:lnTo>
                  <a:lnTo>
                    <a:pt x="48574" y="11479"/>
                  </a:lnTo>
                  <a:lnTo>
                    <a:pt x="48363" y="11387"/>
                  </a:lnTo>
                  <a:lnTo>
                    <a:pt x="48152" y="11308"/>
                  </a:lnTo>
                  <a:lnTo>
                    <a:pt x="47915" y="11242"/>
                  </a:lnTo>
                  <a:lnTo>
                    <a:pt x="47678" y="11203"/>
                  </a:lnTo>
                  <a:lnTo>
                    <a:pt x="47441" y="11189"/>
                  </a:lnTo>
                  <a:lnTo>
                    <a:pt x="47231" y="11203"/>
                  </a:lnTo>
                  <a:lnTo>
                    <a:pt x="47033" y="11229"/>
                  </a:lnTo>
                  <a:lnTo>
                    <a:pt x="46836" y="11268"/>
                  </a:lnTo>
                  <a:lnTo>
                    <a:pt x="46652" y="11334"/>
                  </a:lnTo>
                  <a:lnTo>
                    <a:pt x="46467" y="11400"/>
                  </a:lnTo>
                  <a:lnTo>
                    <a:pt x="46296" y="11492"/>
                  </a:lnTo>
                  <a:lnTo>
                    <a:pt x="46125" y="11584"/>
                  </a:lnTo>
                  <a:lnTo>
                    <a:pt x="45967" y="11703"/>
                  </a:lnTo>
                  <a:lnTo>
                    <a:pt x="45822" y="11834"/>
                  </a:lnTo>
                  <a:lnTo>
                    <a:pt x="45691" y="11966"/>
                  </a:lnTo>
                  <a:lnTo>
                    <a:pt x="45559" y="12111"/>
                  </a:lnTo>
                  <a:lnTo>
                    <a:pt x="45454" y="12269"/>
                  </a:lnTo>
                  <a:lnTo>
                    <a:pt x="45348" y="12440"/>
                  </a:lnTo>
                  <a:lnTo>
                    <a:pt x="45269" y="12611"/>
                  </a:lnTo>
                  <a:lnTo>
                    <a:pt x="45191" y="12795"/>
                  </a:lnTo>
                  <a:lnTo>
                    <a:pt x="45138" y="12980"/>
                  </a:lnTo>
                  <a:lnTo>
                    <a:pt x="1185" y="12980"/>
                  </a:lnTo>
                  <a:lnTo>
                    <a:pt x="1185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4"/>
            <p:cNvSpPr/>
            <p:nvPr/>
          </p:nvSpPr>
          <p:spPr>
            <a:xfrm>
              <a:off x="3266675" y="2079350"/>
              <a:ext cx="330100" cy="1344350"/>
            </a:xfrm>
            <a:custGeom>
              <a:avLst/>
              <a:gdLst/>
              <a:ahLst/>
              <a:cxnLst/>
              <a:rect l="l" t="t" r="r" b="b"/>
              <a:pathLst>
                <a:path w="13204" h="53774" extrusionOk="0">
                  <a:moveTo>
                    <a:pt x="2383" y="50193"/>
                  </a:moveTo>
                  <a:lnTo>
                    <a:pt x="2501" y="50207"/>
                  </a:lnTo>
                  <a:lnTo>
                    <a:pt x="2620" y="50220"/>
                  </a:lnTo>
                  <a:lnTo>
                    <a:pt x="2738" y="50246"/>
                  </a:lnTo>
                  <a:lnTo>
                    <a:pt x="2843" y="50286"/>
                  </a:lnTo>
                  <a:lnTo>
                    <a:pt x="2949" y="50338"/>
                  </a:lnTo>
                  <a:lnTo>
                    <a:pt x="3041" y="50404"/>
                  </a:lnTo>
                  <a:lnTo>
                    <a:pt x="3133" y="50470"/>
                  </a:lnTo>
                  <a:lnTo>
                    <a:pt x="3225" y="50549"/>
                  </a:lnTo>
                  <a:lnTo>
                    <a:pt x="3304" y="50628"/>
                  </a:lnTo>
                  <a:lnTo>
                    <a:pt x="3370" y="50720"/>
                  </a:lnTo>
                  <a:lnTo>
                    <a:pt x="3436" y="50825"/>
                  </a:lnTo>
                  <a:lnTo>
                    <a:pt x="3475" y="50931"/>
                  </a:lnTo>
                  <a:lnTo>
                    <a:pt x="3515" y="51036"/>
                  </a:lnTo>
                  <a:lnTo>
                    <a:pt x="3554" y="51154"/>
                  </a:lnTo>
                  <a:lnTo>
                    <a:pt x="3567" y="51273"/>
                  </a:lnTo>
                  <a:lnTo>
                    <a:pt x="3581" y="51391"/>
                  </a:lnTo>
                  <a:lnTo>
                    <a:pt x="3567" y="51510"/>
                  </a:lnTo>
                  <a:lnTo>
                    <a:pt x="3554" y="51628"/>
                  </a:lnTo>
                  <a:lnTo>
                    <a:pt x="3515" y="51747"/>
                  </a:lnTo>
                  <a:lnTo>
                    <a:pt x="3475" y="51852"/>
                  </a:lnTo>
                  <a:lnTo>
                    <a:pt x="3436" y="51957"/>
                  </a:lnTo>
                  <a:lnTo>
                    <a:pt x="3370" y="52063"/>
                  </a:lnTo>
                  <a:lnTo>
                    <a:pt x="3304" y="52155"/>
                  </a:lnTo>
                  <a:lnTo>
                    <a:pt x="3225" y="52234"/>
                  </a:lnTo>
                  <a:lnTo>
                    <a:pt x="3133" y="52313"/>
                  </a:lnTo>
                  <a:lnTo>
                    <a:pt x="3041" y="52379"/>
                  </a:lnTo>
                  <a:lnTo>
                    <a:pt x="2949" y="52444"/>
                  </a:lnTo>
                  <a:lnTo>
                    <a:pt x="2843" y="52497"/>
                  </a:lnTo>
                  <a:lnTo>
                    <a:pt x="2738" y="52536"/>
                  </a:lnTo>
                  <a:lnTo>
                    <a:pt x="2620" y="52563"/>
                  </a:lnTo>
                  <a:lnTo>
                    <a:pt x="2501" y="52589"/>
                  </a:lnTo>
                  <a:lnTo>
                    <a:pt x="2251" y="52589"/>
                  </a:lnTo>
                  <a:lnTo>
                    <a:pt x="2133" y="52563"/>
                  </a:lnTo>
                  <a:lnTo>
                    <a:pt x="2027" y="52536"/>
                  </a:lnTo>
                  <a:lnTo>
                    <a:pt x="1909" y="52497"/>
                  </a:lnTo>
                  <a:lnTo>
                    <a:pt x="1803" y="52444"/>
                  </a:lnTo>
                  <a:lnTo>
                    <a:pt x="1711" y="52379"/>
                  </a:lnTo>
                  <a:lnTo>
                    <a:pt x="1619" y="52313"/>
                  </a:lnTo>
                  <a:lnTo>
                    <a:pt x="1527" y="52234"/>
                  </a:lnTo>
                  <a:lnTo>
                    <a:pt x="1448" y="52155"/>
                  </a:lnTo>
                  <a:lnTo>
                    <a:pt x="1382" y="52063"/>
                  </a:lnTo>
                  <a:lnTo>
                    <a:pt x="1330" y="51957"/>
                  </a:lnTo>
                  <a:lnTo>
                    <a:pt x="1277" y="51852"/>
                  </a:lnTo>
                  <a:lnTo>
                    <a:pt x="1237" y="51747"/>
                  </a:lnTo>
                  <a:lnTo>
                    <a:pt x="1198" y="51628"/>
                  </a:lnTo>
                  <a:lnTo>
                    <a:pt x="1185" y="51510"/>
                  </a:lnTo>
                  <a:lnTo>
                    <a:pt x="1185" y="51391"/>
                  </a:lnTo>
                  <a:lnTo>
                    <a:pt x="1185" y="51273"/>
                  </a:lnTo>
                  <a:lnTo>
                    <a:pt x="1198" y="51154"/>
                  </a:lnTo>
                  <a:lnTo>
                    <a:pt x="1237" y="51036"/>
                  </a:lnTo>
                  <a:lnTo>
                    <a:pt x="1277" y="50931"/>
                  </a:lnTo>
                  <a:lnTo>
                    <a:pt x="1330" y="50825"/>
                  </a:lnTo>
                  <a:lnTo>
                    <a:pt x="1382" y="50720"/>
                  </a:lnTo>
                  <a:lnTo>
                    <a:pt x="1448" y="50628"/>
                  </a:lnTo>
                  <a:lnTo>
                    <a:pt x="1527" y="50549"/>
                  </a:lnTo>
                  <a:lnTo>
                    <a:pt x="1619" y="50470"/>
                  </a:lnTo>
                  <a:lnTo>
                    <a:pt x="1711" y="50404"/>
                  </a:lnTo>
                  <a:lnTo>
                    <a:pt x="1803" y="50338"/>
                  </a:lnTo>
                  <a:lnTo>
                    <a:pt x="1909" y="50286"/>
                  </a:lnTo>
                  <a:lnTo>
                    <a:pt x="2027" y="50246"/>
                  </a:lnTo>
                  <a:lnTo>
                    <a:pt x="2133" y="50220"/>
                  </a:lnTo>
                  <a:lnTo>
                    <a:pt x="2251" y="50207"/>
                  </a:lnTo>
                  <a:lnTo>
                    <a:pt x="2383" y="50193"/>
                  </a:lnTo>
                  <a:close/>
                  <a:moveTo>
                    <a:pt x="12018" y="1"/>
                  </a:moveTo>
                  <a:lnTo>
                    <a:pt x="12018" y="31817"/>
                  </a:lnTo>
                  <a:lnTo>
                    <a:pt x="1777" y="41690"/>
                  </a:lnTo>
                  <a:lnTo>
                    <a:pt x="1777" y="49088"/>
                  </a:lnTo>
                  <a:lnTo>
                    <a:pt x="1593" y="49140"/>
                  </a:lnTo>
                  <a:lnTo>
                    <a:pt x="1409" y="49219"/>
                  </a:lnTo>
                  <a:lnTo>
                    <a:pt x="1237" y="49311"/>
                  </a:lnTo>
                  <a:lnTo>
                    <a:pt x="1066" y="49404"/>
                  </a:lnTo>
                  <a:lnTo>
                    <a:pt x="908" y="49522"/>
                  </a:lnTo>
                  <a:lnTo>
                    <a:pt x="764" y="49640"/>
                  </a:lnTo>
                  <a:lnTo>
                    <a:pt x="632" y="49785"/>
                  </a:lnTo>
                  <a:lnTo>
                    <a:pt x="500" y="49930"/>
                  </a:lnTo>
                  <a:lnTo>
                    <a:pt x="395" y="50088"/>
                  </a:lnTo>
                  <a:lnTo>
                    <a:pt x="290" y="50246"/>
                  </a:lnTo>
                  <a:lnTo>
                    <a:pt x="211" y="50417"/>
                  </a:lnTo>
                  <a:lnTo>
                    <a:pt x="132" y="50601"/>
                  </a:lnTo>
                  <a:lnTo>
                    <a:pt x="79" y="50786"/>
                  </a:lnTo>
                  <a:lnTo>
                    <a:pt x="26" y="50983"/>
                  </a:lnTo>
                  <a:lnTo>
                    <a:pt x="13" y="51194"/>
                  </a:lnTo>
                  <a:lnTo>
                    <a:pt x="0" y="51391"/>
                  </a:lnTo>
                  <a:lnTo>
                    <a:pt x="13" y="51641"/>
                  </a:lnTo>
                  <a:lnTo>
                    <a:pt x="53" y="51865"/>
                  </a:lnTo>
                  <a:lnTo>
                    <a:pt x="105" y="52102"/>
                  </a:lnTo>
                  <a:lnTo>
                    <a:pt x="184" y="52313"/>
                  </a:lnTo>
                  <a:lnTo>
                    <a:pt x="290" y="52523"/>
                  </a:lnTo>
                  <a:lnTo>
                    <a:pt x="408" y="52721"/>
                  </a:lnTo>
                  <a:lnTo>
                    <a:pt x="540" y="52905"/>
                  </a:lnTo>
                  <a:lnTo>
                    <a:pt x="698" y="53076"/>
                  </a:lnTo>
                  <a:lnTo>
                    <a:pt x="869" y="53221"/>
                  </a:lnTo>
                  <a:lnTo>
                    <a:pt x="1053" y="53366"/>
                  </a:lnTo>
                  <a:lnTo>
                    <a:pt x="1251" y="53484"/>
                  </a:lnTo>
                  <a:lnTo>
                    <a:pt x="1448" y="53590"/>
                  </a:lnTo>
                  <a:lnTo>
                    <a:pt x="1672" y="53669"/>
                  </a:lnTo>
                  <a:lnTo>
                    <a:pt x="1896" y="53721"/>
                  </a:lnTo>
                  <a:lnTo>
                    <a:pt x="2133" y="53761"/>
                  </a:lnTo>
                  <a:lnTo>
                    <a:pt x="2383" y="53774"/>
                  </a:lnTo>
                  <a:lnTo>
                    <a:pt x="2620" y="53761"/>
                  </a:lnTo>
                  <a:lnTo>
                    <a:pt x="2857" y="53721"/>
                  </a:lnTo>
                  <a:lnTo>
                    <a:pt x="3080" y="53669"/>
                  </a:lnTo>
                  <a:lnTo>
                    <a:pt x="3304" y="53590"/>
                  </a:lnTo>
                  <a:lnTo>
                    <a:pt x="3515" y="53484"/>
                  </a:lnTo>
                  <a:lnTo>
                    <a:pt x="3712" y="53366"/>
                  </a:lnTo>
                  <a:lnTo>
                    <a:pt x="3883" y="53221"/>
                  </a:lnTo>
                  <a:lnTo>
                    <a:pt x="4054" y="53076"/>
                  </a:lnTo>
                  <a:lnTo>
                    <a:pt x="4212" y="52905"/>
                  </a:lnTo>
                  <a:lnTo>
                    <a:pt x="4344" y="52721"/>
                  </a:lnTo>
                  <a:lnTo>
                    <a:pt x="4463" y="52523"/>
                  </a:lnTo>
                  <a:lnTo>
                    <a:pt x="4568" y="52313"/>
                  </a:lnTo>
                  <a:lnTo>
                    <a:pt x="4647" y="52102"/>
                  </a:lnTo>
                  <a:lnTo>
                    <a:pt x="4713" y="51865"/>
                  </a:lnTo>
                  <a:lnTo>
                    <a:pt x="4739" y="51641"/>
                  </a:lnTo>
                  <a:lnTo>
                    <a:pt x="4752" y="51391"/>
                  </a:lnTo>
                  <a:lnTo>
                    <a:pt x="4752" y="51181"/>
                  </a:lnTo>
                  <a:lnTo>
                    <a:pt x="4726" y="50983"/>
                  </a:lnTo>
                  <a:lnTo>
                    <a:pt x="4673" y="50786"/>
                  </a:lnTo>
                  <a:lnTo>
                    <a:pt x="4620" y="50601"/>
                  </a:lnTo>
                  <a:lnTo>
                    <a:pt x="4541" y="50417"/>
                  </a:lnTo>
                  <a:lnTo>
                    <a:pt x="4463" y="50246"/>
                  </a:lnTo>
                  <a:lnTo>
                    <a:pt x="4357" y="50075"/>
                  </a:lnTo>
                  <a:lnTo>
                    <a:pt x="4239" y="49917"/>
                  </a:lnTo>
                  <a:lnTo>
                    <a:pt x="4120" y="49772"/>
                  </a:lnTo>
                  <a:lnTo>
                    <a:pt x="3975" y="49640"/>
                  </a:lnTo>
                  <a:lnTo>
                    <a:pt x="3831" y="49509"/>
                  </a:lnTo>
                  <a:lnTo>
                    <a:pt x="3673" y="49404"/>
                  </a:lnTo>
                  <a:lnTo>
                    <a:pt x="3515" y="49298"/>
                  </a:lnTo>
                  <a:lnTo>
                    <a:pt x="3330" y="49219"/>
                  </a:lnTo>
                  <a:lnTo>
                    <a:pt x="3146" y="49140"/>
                  </a:lnTo>
                  <a:lnTo>
                    <a:pt x="2962" y="49088"/>
                  </a:lnTo>
                  <a:lnTo>
                    <a:pt x="2962" y="42203"/>
                  </a:lnTo>
                  <a:lnTo>
                    <a:pt x="13203" y="32317"/>
                  </a:lnTo>
                  <a:lnTo>
                    <a:pt x="13203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4"/>
            <p:cNvSpPr/>
            <p:nvPr/>
          </p:nvSpPr>
          <p:spPr>
            <a:xfrm>
              <a:off x="3416725" y="1856250"/>
              <a:ext cx="330100" cy="1567450"/>
            </a:xfrm>
            <a:custGeom>
              <a:avLst/>
              <a:gdLst/>
              <a:ahLst/>
              <a:cxnLst/>
              <a:rect l="l" t="t" r="r" b="b"/>
              <a:pathLst>
                <a:path w="13204" h="62698" extrusionOk="0">
                  <a:moveTo>
                    <a:pt x="2383" y="59117"/>
                  </a:moveTo>
                  <a:lnTo>
                    <a:pt x="2502" y="59131"/>
                  </a:lnTo>
                  <a:lnTo>
                    <a:pt x="2620" y="59144"/>
                  </a:lnTo>
                  <a:lnTo>
                    <a:pt x="2739" y="59170"/>
                  </a:lnTo>
                  <a:lnTo>
                    <a:pt x="2857" y="59210"/>
                  </a:lnTo>
                  <a:lnTo>
                    <a:pt x="2949" y="59262"/>
                  </a:lnTo>
                  <a:lnTo>
                    <a:pt x="3055" y="59328"/>
                  </a:lnTo>
                  <a:lnTo>
                    <a:pt x="3147" y="59394"/>
                  </a:lnTo>
                  <a:lnTo>
                    <a:pt x="3226" y="59473"/>
                  </a:lnTo>
                  <a:lnTo>
                    <a:pt x="3305" y="59552"/>
                  </a:lnTo>
                  <a:lnTo>
                    <a:pt x="3384" y="59644"/>
                  </a:lnTo>
                  <a:lnTo>
                    <a:pt x="3436" y="59749"/>
                  </a:lnTo>
                  <a:lnTo>
                    <a:pt x="3489" y="59855"/>
                  </a:lnTo>
                  <a:lnTo>
                    <a:pt x="3528" y="59960"/>
                  </a:lnTo>
                  <a:lnTo>
                    <a:pt x="3555" y="60078"/>
                  </a:lnTo>
                  <a:lnTo>
                    <a:pt x="3581" y="60197"/>
                  </a:lnTo>
                  <a:lnTo>
                    <a:pt x="3581" y="60315"/>
                  </a:lnTo>
                  <a:lnTo>
                    <a:pt x="3581" y="60434"/>
                  </a:lnTo>
                  <a:lnTo>
                    <a:pt x="3555" y="60552"/>
                  </a:lnTo>
                  <a:lnTo>
                    <a:pt x="3528" y="60671"/>
                  </a:lnTo>
                  <a:lnTo>
                    <a:pt x="3489" y="60776"/>
                  </a:lnTo>
                  <a:lnTo>
                    <a:pt x="3436" y="60881"/>
                  </a:lnTo>
                  <a:lnTo>
                    <a:pt x="3384" y="60987"/>
                  </a:lnTo>
                  <a:lnTo>
                    <a:pt x="3305" y="61079"/>
                  </a:lnTo>
                  <a:lnTo>
                    <a:pt x="3226" y="61158"/>
                  </a:lnTo>
                  <a:lnTo>
                    <a:pt x="3147" y="61237"/>
                  </a:lnTo>
                  <a:lnTo>
                    <a:pt x="3055" y="61303"/>
                  </a:lnTo>
                  <a:lnTo>
                    <a:pt x="2949" y="61368"/>
                  </a:lnTo>
                  <a:lnTo>
                    <a:pt x="2857" y="61421"/>
                  </a:lnTo>
                  <a:lnTo>
                    <a:pt x="2739" y="61460"/>
                  </a:lnTo>
                  <a:lnTo>
                    <a:pt x="2620" y="61487"/>
                  </a:lnTo>
                  <a:lnTo>
                    <a:pt x="2502" y="61513"/>
                  </a:lnTo>
                  <a:lnTo>
                    <a:pt x="2265" y="61513"/>
                  </a:lnTo>
                  <a:lnTo>
                    <a:pt x="2146" y="61487"/>
                  </a:lnTo>
                  <a:lnTo>
                    <a:pt x="2028" y="61460"/>
                  </a:lnTo>
                  <a:lnTo>
                    <a:pt x="1923" y="61421"/>
                  </a:lnTo>
                  <a:lnTo>
                    <a:pt x="1817" y="61368"/>
                  </a:lnTo>
                  <a:lnTo>
                    <a:pt x="1712" y="61303"/>
                  </a:lnTo>
                  <a:lnTo>
                    <a:pt x="1620" y="61237"/>
                  </a:lnTo>
                  <a:lnTo>
                    <a:pt x="1541" y="61158"/>
                  </a:lnTo>
                  <a:lnTo>
                    <a:pt x="1462" y="61079"/>
                  </a:lnTo>
                  <a:lnTo>
                    <a:pt x="1396" y="60987"/>
                  </a:lnTo>
                  <a:lnTo>
                    <a:pt x="1330" y="60881"/>
                  </a:lnTo>
                  <a:lnTo>
                    <a:pt x="1278" y="60776"/>
                  </a:lnTo>
                  <a:lnTo>
                    <a:pt x="1238" y="60671"/>
                  </a:lnTo>
                  <a:lnTo>
                    <a:pt x="1212" y="60552"/>
                  </a:lnTo>
                  <a:lnTo>
                    <a:pt x="1199" y="60434"/>
                  </a:lnTo>
                  <a:lnTo>
                    <a:pt x="1185" y="60315"/>
                  </a:lnTo>
                  <a:lnTo>
                    <a:pt x="1199" y="60197"/>
                  </a:lnTo>
                  <a:lnTo>
                    <a:pt x="1212" y="60078"/>
                  </a:lnTo>
                  <a:lnTo>
                    <a:pt x="1238" y="59960"/>
                  </a:lnTo>
                  <a:lnTo>
                    <a:pt x="1278" y="59855"/>
                  </a:lnTo>
                  <a:lnTo>
                    <a:pt x="1330" y="59749"/>
                  </a:lnTo>
                  <a:lnTo>
                    <a:pt x="1396" y="59644"/>
                  </a:lnTo>
                  <a:lnTo>
                    <a:pt x="1462" y="59552"/>
                  </a:lnTo>
                  <a:lnTo>
                    <a:pt x="1541" y="59473"/>
                  </a:lnTo>
                  <a:lnTo>
                    <a:pt x="1620" y="59394"/>
                  </a:lnTo>
                  <a:lnTo>
                    <a:pt x="1712" y="59328"/>
                  </a:lnTo>
                  <a:lnTo>
                    <a:pt x="1817" y="59262"/>
                  </a:lnTo>
                  <a:lnTo>
                    <a:pt x="1923" y="59210"/>
                  </a:lnTo>
                  <a:lnTo>
                    <a:pt x="2028" y="59170"/>
                  </a:lnTo>
                  <a:lnTo>
                    <a:pt x="2146" y="59144"/>
                  </a:lnTo>
                  <a:lnTo>
                    <a:pt x="2265" y="59131"/>
                  </a:lnTo>
                  <a:lnTo>
                    <a:pt x="2383" y="59117"/>
                  </a:lnTo>
                  <a:close/>
                  <a:moveTo>
                    <a:pt x="12032" y="0"/>
                  </a:moveTo>
                  <a:lnTo>
                    <a:pt x="12032" y="40741"/>
                  </a:lnTo>
                  <a:lnTo>
                    <a:pt x="1791" y="50614"/>
                  </a:lnTo>
                  <a:lnTo>
                    <a:pt x="1791" y="58012"/>
                  </a:lnTo>
                  <a:lnTo>
                    <a:pt x="1607" y="58064"/>
                  </a:lnTo>
                  <a:lnTo>
                    <a:pt x="1422" y="58143"/>
                  </a:lnTo>
                  <a:lnTo>
                    <a:pt x="1238" y="58235"/>
                  </a:lnTo>
                  <a:lnTo>
                    <a:pt x="1080" y="58328"/>
                  </a:lnTo>
                  <a:lnTo>
                    <a:pt x="922" y="58446"/>
                  </a:lnTo>
                  <a:lnTo>
                    <a:pt x="777" y="58564"/>
                  </a:lnTo>
                  <a:lnTo>
                    <a:pt x="632" y="58709"/>
                  </a:lnTo>
                  <a:lnTo>
                    <a:pt x="514" y="58854"/>
                  </a:lnTo>
                  <a:lnTo>
                    <a:pt x="396" y="59012"/>
                  </a:lnTo>
                  <a:lnTo>
                    <a:pt x="303" y="59170"/>
                  </a:lnTo>
                  <a:lnTo>
                    <a:pt x="211" y="59341"/>
                  </a:lnTo>
                  <a:lnTo>
                    <a:pt x="145" y="59525"/>
                  </a:lnTo>
                  <a:lnTo>
                    <a:pt x="80" y="59710"/>
                  </a:lnTo>
                  <a:lnTo>
                    <a:pt x="40" y="59907"/>
                  </a:lnTo>
                  <a:lnTo>
                    <a:pt x="14" y="60118"/>
                  </a:lnTo>
                  <a:lnTo>
                    <a:pt x="1" y="60315"/>
                  </a:lnTo>
                  <a:lnTo>
                    <a:pt x="14" y="60565"/>
                  </a:lnTo>
                  <a:lnTo>
                    <a:pt x="53" y="60789"/>
                  </a:lnTo>
                  <a:lnTo>
                    <a:pt x="119" y="61026"/>
                  </a:lnTo>
                  <a:lnTo>
                    <a:pt x="198" y="61237"/>
                  </a:lnTo>
                  <a:lnTo>
                    <a:pt x="290" y="61447"/>
                  </a:lnTo>
                  <a:lnTo>
                    <a:pt x="409" y="61645"/>
                  </a:lnTo>
                  <a:lnTo>
                    <a:pt x="554" y="61829"/>
                  </a:lnTo>
                  <a:lnTo>
                    <a:pt x="698" y="62000"/>
                  </a:lnTo>
                  <a:lnTo>
                    <a:pt x="869" y="62145"/>
                  </a:lnTo>
                  <a:lnTo>
                    <a:pt x="1054" y="62290"/>
                  </a:lnTo>
                  <a:lnTo>
                    <a:pt x="1251" y="62408"/>
                  </a:lnTo>
                  <a:lnTo>
                    <a:pt x="1462" y="62514"/>
                  </a:lnTo>
                  <a:lnTo>
                    <a:pt x="1672" y="62593"/>
                  </a:lnTo>
                  <a:lnTo>
                    <a:pt x="1909" y="62645"/>
                  </a:lnTo>
                  <a:lnTo>
                    <a:pt x="2146" y="62685"/>
                  </a:lnTo>
                  <a:lnTo>
                    <a:pt x="2383" y="62698"/>
                  </a:lnTo>
                  <a:lnTo>
                    <a:pt x="2633" y="62685"/>
                  </a:lnTo>
                  <a:lnTo>
                    <a:pt x="2870" y="62645"/>
                  </a:lnTo>
                  <a:lnTo>
                    <a:pt x="3094" y="62593"/>
                  </a:lnTo>
                  <a:lnTo>
                    <a:pt x="3305" y="62514"/>
                  </a:lnTo>
                  <a:lnTo>
                    <a:pt x="3515" y="62408"/>
                  </a:lnTo>
                  <a:lnTo>
                    <a:pt x="3713" y="62290"/>
                  </a:lnTo>
                  <a:lnTo>
                    <a:pt x="3897" y="62145"/>
                  </a:lnTo>
                  <a:lnTo>
                    <a:pt x="4068" y="62000"/>
                  </a:lnTo>
                  <a:lnTo>
                    <a:pt x="4226" y="61829"/>
                  </a:lnTo>
                  <a:lnTo>
                    <a:pt x="4358" y="61645"/>
                  </a:lnTo>
                  <a:lnTo>
                    <a:pt x="4476" y="61447"/>
                  </a:lnTo>
                  <a:lnTo>
                    <a:pt x="4582" y="61237"/>
                  </a:lnTo>
                  <a:lnTo>
                    <a:pt x="4661" y="61026"/>
                  </a:lnTo>
                  <a:lnTo>
                    <a:pt x="4713" y="60789"/>
                  </a:lnTo>
                  <a:lnTo>
                    <a:pt x="4753" y="60565"/>
                  </a:lnTo>
                  <a:lnTo>
                    <a:pt x="4766" y="60315"/>
                  </a:lnTo>
                  <a:lnTo>
                    <a:pt x="4753" y="60105"/>
                  </a:lnTo>
                  <a:lnTo>
                    <a:pt x="4726" y="59907"/>
                  </a:lnTo>
                  <a:lnTo>
                    <a:pt x="4687" y="59710"/>
                  </a:lnTo>
                  <a:lnTo>
                    <a:pt x="4634" y="59525"/>
                  </a:lnTo>
                  <a:lnTo>
                    <a:pt x="4555" y="59341"/>
                  </a:lnTo>
                  <a:lnTo>
                    <a:pt x="4463" y="59170"/>
                  </a:lnTo>
                  <a:lnTo>
                    <a:pt x="4371" y="58999"/>
                  </a:lnTo>
                  <a:lnTo>
                    <a:pt x="4252" y="58841"/>
                  </a:lnTo>
                  <a:lnTo>
                    <a:pt x="4134" y="58696"/>
                  </a:lnTo>
                  <a:lnTo>
                    <a:pt x="3989" y="58564"/>
                  </a:lnTo>
                  <a:lnTo>
                    <a:pt x="3844" y="58433"/>
                  </a:lnTo>
                  <a:lnTo>
                    <a:pt x="3686" y="58328"/>
                  </a:lnTo>
                  <a:lnTo>
                    <a:pt x="3515" y="58222"/>
                  </a:lnTo>
                  <a:lnTo>
                    <a:pt x="3344" y="58143"/>
                  </a:lnTo>
                  <a:lnTo>
                    <a:pt x="3160" y="58064"/>
                  </a:lnTo>
                  <a:lnTo>
                    <a:pt x="2976" y="58012"/>
                  </a:lnTo>
                  <a:lnTo>
                    <a:pt x="2976" y="51127"/>
                  </a:lnTo>
                  <a:lnTo>
                    <a:pt x="13204" y="41241"/>
                  </a:lnTo>
                  <a:lnTo>
                    <a:pt x="13204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4"/>
            <p:cNvSpPr/>
            <p:nvPr/>
          </p:nvSpPr>
          <p:spPr>
            <a:xfrm>
              <a:off x="3839600" y="1316875"/>
              <a:ext cx="642400" cy="242550"/>
            </a:xfrm>
            <a:custGeom>
              <a:avLst/>
              <a:gdLst/>
              <a:ahLst/>
              <a:cxnLst/>
              <a:rect l="l" t="t" r="r" b="b"/>
              <a:pathLst>
                <a:path w="25696" h="9702" extrusionOk="0">
                  <a:moveTo>
                    <a:pt x="2383" y="1185"/>
                  </a:moveTo>
                  <a:lnTo>
                    <a:pt x="2502" y="1198"/>
                  </a:lnTo>
                  <a:lnTo>
                    <a:pt x="2620" y="1211"/>
                  </a:lnTo>
                  <a:lnTo>
                    <a:pt x="2739" y="1237"/>
                  </a:lnTo>
                  <a:lnTo>
                    <a:pt x="2857" y="1277"/>
                  </a:lnTo>
                  <a:lnTo>
                    <a:pt x="2949" y="1330"/>
                  </a:lnTo>
                  <a:lnTo>
                    <a:pt x="3055" y="1395"/>
                  </a:lnTo>
                  <a:lnTo>
                    <a:pt x="3147" y="1461"/>
                  </a:lnTo>
                  <a:lnTo>
                    <a:pt x="3226" y="1540"/>
                  </a:lnTo>
                  <a:lnTo>
                    <a:pt x="3305" y="1619"/>
                  </a:lnTo>
                  <a:lnTo>
                    <a:pt x="3384" y="1711"/>
                  </a:lnTo>
                  <a:lnTo>
                    <a:pt x="3436" y="1817"/>
                  </a:lnTo>
                  <a:lnTo>
                    <a:pt x="3489" y="1922"/>
                  </a:lnTo>
                  <a:lnTo>
                    <a:pt x="3529" y="2027"/>
                  </a:lnTo>
                  <a:lnTo>
                    <a:pt x="3555" y="2146"/>
                  </a:lnTo>
                  <a:lnTo>
                    <a:pt x="3581" y="2264"/>
                  </a:lnTo>
                  <a:lnTo>
                    <a:pt x="3581" y="2383"/>
                  </a:lnTo>
                  <a:lnTo>
                    <a:pt x="3581" y="2501"/>
                  </a:lnTo>
                  <a:lnTo>
                    <a:pt x="3555" y="2620"/>
                  </a:lnTo>
                  <a:lnTo>
                    <a:pt x="3529" y="2738"/>
                  </a:lnTo>
                  <a:lnTo>
                    <a:pt x="3489" y="2856"/>
                  </a:lnTo>
                  <a:lnTo>
                    <a:pt x="3436" y="2949"/>
                  </a:lnTo>
                  <a:lnTo>
                    <a:pt x="3384" y="3054"/>
                  </a:lnTo>
                  <a:lnTo>
                    <a:pt x="3305" y="3146"/>
                  </a:lnTo>
                  <a:lnTo>
                    <a:pt x="3226" y="3225"/>
                  </a:lnTo>
                  <a:lnTo>
                    <a:pt x="3147" y="3304"/>
                  </a:lnTo>
                  <a:lnTo>
                    <a:pt x="3055" y="3383"/>
                  </a:lnTo>
                  <a:lnTo>
                    <a:pt x="2949" y="3436"/>
                  </a:lnTo>
                  <a:lnTo>
                    <a:pt x="2857" y="3488"/>
                  </a:lnTo>
                  <a:lnTo>
                    <a:pt x="2739" y="3528"/>
                  </a:lnTo>
                  <a:lnTo>
                    <a:pt x="2620" y="3554"/>
                  </a:lnTo>
                  <a:lnTo>
                    <a:pt x="2502" y="3580"/>
                  </a:lnTo>
                  <a:lnTo>
                    <a:pt x="2265" y="3580"/>
                  </a:lnTo>
                  <a:lnTo>
                    <a:pt x="2146" y="3554"/>
                  </a:lnTo>
                  <a:lnTo>
                    <a:pt x="2028" y="3528"/>
                  </a:lnTo>
                  <a:lnTo>
                    <a:pt x="1923" y="3488"/>
                  </a:lnTo>
                  <a:lnTo>
                    <a:pt x="1817" y="3436"/>
                  </a:lnTo>
                  <a:lnTo>
                    <a:pt x="1712" y="3383"/>
                  </a:lnTo>
                  <a:lnTo>
                    <a:pt x="1620" y="3304"/>
                  </a:lnTo>
                  <a:lnTo>
                    <a:pt x="1541" y="3225"/>
                  </a:lnTo>
                  <a:lnTo>
                    <a:pt x="1462" y="3146"/>
                  </a:lnTo>
                  <a:lnTo>
                    <a:pt x="1396" y="3054"/>
                  </a:lnTo>
                  <a:lnTo>
                    <a:pt x="1330" y="2949"/>
                  </a:lnTo>
                  <a:lnTo>
                    <a:pt x="1278" y="2856"/>
                  </a:lnTo>
                  <a:lnTo>
                    <a:pt x="1238" y="2738"/>
                  </a:lnTo>
                  <a:lnTo>
                    <a:pt x="1212" y="2620"/>
                  </a:lnTo>
                  <a:lnTo>
                    <a:pt x="1199" y="2501"/>
                  </a:lnTo>
                  <a:lnTo>
                    <a:pt x="1185" y="2383"/>
                  </a:lnTo>
                  <a:lnTo>
                    <a:pt x="1199" y="2264"/>
                  </a:lnTo>
                  <a:lnTo>
                    <a:pt x="1212" y="2146"/>
                  </a:lnTo>
                  <a:lnTo>
                    <a:pt x="1238" y="2027"/>
                  </a:lnTo>
                  <a:lnTo>
                    <a:pt x="1278" y="1922"/>
                  </a:lnTo>
                  <a:lnTo>
                    <a:pt x="1330" y="1817"/>
                  </a:lnTo>
                  <a:lnTo>
                    <a:pt x="1396" y="1711"/>
                  </a:lnTo>
                  <a:lnTo>
                    <a:pt x="1462" y="1619"/>
                  </a:lnTo>
                  <a:lnTo>
                    <a:pt x="1541" y="1540"/>
                  </a:lnTo>
                  <a:lnTo>
                    <a:pt x="1620" y="1461"/>
                  </a:lnTo>
                  <a:lnTo>
                    <a:pt x="1712" y="1395"/>
                  </a:lnTo>
                  <a:lnTo>
                    <a:pt x="1817" y="1330"/>
                  </a:lnTo>
                  <a:lnTo>
                    <a:pt x="1923" y="1277"/>
                  </a:lnTo>
                  <a:lnTo>
                    <a:pt x="2028" y="1237"/>
                  </a:lnTo>
                  <a:lnTo>
                    <a:pt x="2146" y="1211"/>
                  </a:lnTo>
                  <a:lnTo>
                    <a:pt x="2265" y="1198"/>
                  </a:lnTo>
                  <a:lnTo>
                    <a:pt x="2383" y="1185"/>
                  </a:lnTo>
                  <a:close/>
                  <a:moveTo>
                    <a:pt x="2383" y="0"/>
                  </a:moveTo>
                  <a:lnTo>
                    <a:pt x="2146" y="13"/>
                  </a:lnTo>
                  <a:lnTo>
                    <a:pt x="1909" y="53"/>
                  </a:lnTo>
                  <a:lnTo>
                    <a:pt x="1672" y="118"/>
                  </a:lnTo>
                  <a:lnTo>
                    <a:pt x="1462" y="197"/>
                  </a:lnTo>
                  <a:lnTo>
                    <a:pt x="1251" y="290"/>
                  </a:lnTo>
                  <a:lnTo>
                    <a:pt x="1054" y="408"/>
                  </a:lnTo>
                  <a:lnTo>
                    <a:pt x="870" y="553"/>
                  </a:lnTo>
                  <a:lnTo>
                    <a:pt x="698" y="698"/>
                  </a:lnTo>
                  <a:lnTo>
                    <a:pt x="554" y="869"/>
                  </a:lnTo>
                  <a:lnTo>
                    <a:pt x="409" y="1053"/>
                  </a:lnTo>
                  <a:lnTo>
                    <a:pt x="290" y="1251"/>
                  </a:lnTo>
                  <a:lnTo>
                    <a:pt x="198" y="1461"/>
                  </a:lnTo>
                  <a:lnTo>
                    <a:pt x="119" y="1672"/>
                  </a:lnTo>
                  <a:lnTo>
                    <a:pt x="53" y="1909"/>
                  </a:lnTo>
                  <a:lnTo>
                    <a:pt x="14" y="2146"/>
                  </a:lnTo>
                  <a:lnTo>
                    <a:pt x="1" y="2383"/>
                  </a:lnTo>
                  <a:lnTo>
                    <a:pt x="14" y="2633"/>
                  </a:lnTo>
                  <a:lnTo>
                    <a:pt x="53" y="2870"/>
                  </a:lnTo>
                  <a:lnTo>
                    <a:pt x="119" y="3093"/>
                  </a:lnTo>
                  <a:lnTo>
                    <a:pt x="198" y="3304"/>
                  </a:lnTo>
                  <a:lnTo>
                    <a:pt x="290" y="3515"/>
                  </a:lnTo>
                  <a:lnTo>
                    <a:pt x="409" y="3712"/>
                  </a:lnTo>
                  <a:lnTo>
                    <a:pt x="554" y="3896"/>
                  </a:lnTo>
                  <a:lnTo>
                    <a:pt x="698" y="4068"/>
                  </a:lnTo>
                  <a:lnTo>
                    <a:pt x="870" y="4225"/>
                  </a:lnTo>
                  <a:lnTo>
                    <a:pt x="1054" y="4357"/>
                  </a:lnTo>
                  <a:lnTo>
                    <a:pt x="1251" y="4476"/>
                  </a:lnTo>
                  <a:lnTo>
                    <a:pt x="1462" y="4581"/>
                  </a:lnTo>
                  <a:lnTo>
                    <a:pt x="1672" y="4660"/>
                  </a:lnTo>
                  <a:lnTo>
                    <a:pt x="1909" y="4713"/>
                  </a:lnTo>
                  <a:lnTo>
                    <a:pt x="2146" y="4752"/>
                  </a:lnTo>
                  <a:lnTo>
                    <a:pt x="2383" y="4765"/>
                  </a:lnTo>
                  <a:lnTo>
                    <a:pt x="2554" y="4752"/>
                  </a:lnTo>
                  <a:lnTo>
                    <a:pt x="2712" y="4739"/>
                  </a:lnTo>
                  <a:lnTo>
                    <a:pt x="2870" y="4713"/>
                  </a:lnTo>
                  <a:lnTo>
                    <a:pt x="3028" y="4673"/>
                  </a:lnTo>
                  <a:lnTo>
                    <a:pt x="3173" y="4634"/>
                  </a:lnTo>
                  <a:lnTo>
                    <a:pt x="3318" y="4568"/>
                  </a:lnTo>
                  <a:lnTo>
                    <a:pt x="3463" y="4502"/>
                  </a:lnTo>
                  <a:lnTo>
                    <a:pt x="3594" y="4436"/>
                  </a:lnTo>
                  <a:lnTo>
                    <a:pt x="8860" y="9702"/>
                  </a:lnTo>
                  <a:lnTo>
                    <a:pt x="25696" y="9702"/>
                  </a:lnTo>
                  <a:lnTo>
                    <a:pt x="25696" y="8517"/>
                  </a:lnTo>
                  <a:lnTo>
                    <a:pt x="9360" y="8517"/>
                  </a:lnTo>
                  <a:lnTo>
                    <a:pt x="4437" y="3594"/>
                  </a:lnTo>
                  <a:lnTo>
                    <a:pt x="4503" y="3462"/>
                  </a:lnTo>
                  <a:lnTo>
                    <a:pt x="4568" y="3317"/>
                  </a:lnTo>
                  <a:lnTo>
                    <a:pt x="4634" y="3172"/>
                  </a:lnTo>
                  <a:lnTo>
                    <a:pt x="4674" y="3028"/>
                  </a:lnTo>
                  <a:lnTo>
                    <a:pt x="4713" y="2870"/>
                  </a:lnTo>
                  <a:lnTo>
                    <a:pt x="4740" y="2712"/>
                  </a:lnTo>
                  <a:lnTo>
                    <a:pt x="4753" y="2554"/>
                  </a:lnTo>
                  <a:lnTo>
                    <a:pt x="4766" y="2383"/>
                  </a:lnTo>
                  <a:lnTo>
                    <a:pt x="4753" y="2146"/>
                  </a:lnTo>
                  <a:lnTo>
                    <a:pt x="4713" y="1909"/>
                  </a:lnTo>
                  <a:lnTo>
                    <a:pt x="4661" y="1672"/>
                  </a:lnTo>
                  <a:lnTo>
                    <a:pt x="4582" y="1461"/>
                  </a:lnTo>
                  <a:lnTo>
                    <a:pt x="4476" y="1251"/>
                  </a:lnTo>
                  <a:lnTo>
                    <a:pt x="4358" y="1053"/>
                  </a:lnTo>
                  <a:lnTo>
                    <a:pt x="4226" y="869"/>
                  </a:lnTo>
                  <a:lnTo>
                    <a:pt x="4068" y="698"/>
                  </a:lnTo>
                  <a:lnTo>
                    <a:pt x="3897" y="553"/>
                  </a:lnTo>
                  <a:lnTo>
                    <a:pt x="3713" y="408"/>
                  </a:lnTo>
                  <a:lnTo>
                    <a:pt x="3515" y="290"/>
                  </a:lnTo>
                  <a:lnTo>
                    <a:pt x="3305" y="197"/>
                  </a:lnTo>
                  <a:lnTo>
                    <a:pt x="3094" y="118"/>
                  </a:lnTo>
                  <a:lnTo>
                    <a:pt x="2870" y="53"/>
                  </a:lnTo>
                  <a:lnTo>
                    <a:pt x="2633" y="13"/>
                  </a:lnTo>
                  <a:lnTo>
                    <a:pt x="2383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4"/>
            <p:cNvSpPr/>
            <p:nvPr/>
          </p:nvSpPr>
          <p:spPr>
            <a:xfrm>
              <a:off x="3839600" y="1601200"/>
              <a:ext cx="642400" cy="935625"/>
            </a:xfrm>
            <a:custGeom>
              <a:avLst/>
              <a:gdLst/>
              <a:ahLst/>
              <a:cxnLst/>
              <a:rect l="l" t="t" r="r" b="b"/>
              <a:pathLst>
                <a:path w="25696" h="37425" extrusionOk="0">
                  <a:moveTo>
                    <a:pt x="2502" y="33857"/>
                  </a:moveTo>
                  <a:lnTo>
                    <a:pt x="2620" y="33870"/>
                  </a:lnTo>
                  <a:lnTo>
                    <a:pt x="2739" y="33909"/>
                  </a:lnTo>
                  <a:lnTo>
                    <a:pt x="2857" y="33949"/>
                  </a:lnTo>
                  <a:lnTo>
                    <a:pt x="2949" y="34002"/>
                  </a:lnTo>
                  <a:lnTo>
                    <a:pt x="3055" y="34054"/>
                  </a:lnTo>
                  <a:lnTo>
                    <a:pt x="3147" y="34120"/>
                  </a:lnTo>
                  <a:lnTo>
                    <a:pt x="3226" y="34199"/>
                  </a:lnTo>
                  <a:lnTo>
                    <a:pt x="3305" y="34291"/>
                  </a:lnTo>
                  <a:lnTo>
                    <a:pt x="3384" y="34383"/>
                  </a:lnTo>
                  <a:lnTo>
                    <a:pt x="3436" y="34476"/>
                  </a:lnTo>
                  <a:lnTo>
                    <a:pt x="3489" y="34581"/>
                  </a:lnTo>
                  <a:lnTo>
                    <a:pt x="3529" y="34699"/>
                  </a:lnTo>
                  <a:lnTo>
                    <a:pt x="3555" y="34805"/>
                  </a:lnTo>
                  <a:lnTo>
                    <a:pt x="3581" y="34923"/>
                  </a:lnTo>
                  <a:lnTo>
                    <a:pt x="3581" y="35055"/>
                  </a:lnTo>
                  <a:lnTo>
                    <a:pt x="3581" y="35173"/>
                  </a:lnTo>
                  <a:lnTo>
                    <a:pt x="3555" y="35292"/>
                  </a:lnTo>
                  <a:lnTo>
                    <a:pt x="3529" y="35410"/>
                  </a:lnTo>
                  <a:lnTo>
                    <a:pt x="3489" y="35515"/>
                  </a:lnTo>
                  <a:lnTo>
                    <a:pt x="3436" y="35621"/>
                  </a:lnTo>
                  <a:lnTo>
                    <a:pt x="3384" y="35713"/>
                  </a:lnTo>
                  <a:lnTo>
                    <a:pt x="3305" y="35805"/>
                  </a:lnTo>
                  <a:lnTo>
                    <a:pt x="3226" y="35897"/>
                  </a:lnTo>
                  <a:lnTo>
                    <a:pt x="3147" y="35976"/>
                  </a:lnTo>
                  <a:lnTo>
                    <a:pt x="3055" y="36042"/>
                  </a:lnTo>
                  <a:lnTo>
                    <a:pt x="2949" y="36095"/>
                  </a:lnTo>
                  <a:lnTo>
                    <a:pt x="2857" y="36147"/>
                  </a:lnTo>
                  <a:lnTo>
                    <a:pt x="2739" y="36187"/>
                  </a:lnTo>
                  <a:lnTo>
                    <a:pt x="2620" y="36226"/>
                  </a:lnTo>
                  <a:lnTo>
                    <a:pt x="2502" y="36239"/>
                  </a:lnTo>
                  <a:lnTo>
                    <a:pt x="2265" y="36239"/>
                  </a:lnTo>
                  <a:lnTo>
                    <a:pt x="2146" y="36226"/>
                  </a:lnTo>
                  <a:lnTo>
                    <a:pt x="2028" y="36187"/>
                  </a:lnTo>
                  <a:lnTo>
                    <a:pt x="1923" y="36147"/>
                  </a:lnTo>
                  <a:lnTo>
                    <a:pt x="1817" y="36095"/>
                  </a:lnTo>
                  <a:lnTo>
                    <a:pt x="1712" y="36042"/>
                  </a:lnTo>
                  <a:lnTo>
                    <a:pt x="1620" y="35976"/>
                  </a:lnTo>
                  <a:lnTo>
                    <a:pt x="1541" y="35897"/>
                  </a:lnTo>
                  <a:lnTo>
                    <a:pt x="1462" y="35805"/>
                  </a:lnTo>
                  <a:lnTo>
                    <a:pt x="1396" y="35713"/>
                  </a:lnTo>
                  <a:lnTo>
                    <a:pt x="1330" y="35621"/>
                  </a:lnTo>
                  <a:lnTo>
                    <a:pt x="1278" y="35515"/>
                  </a:lnTo>
                  <a:lnTo>
                    <a:pt x="1238" y="35410"/>
                  </a:lnTo>
                  <a:lnTo>
                    <a:pt x="1212" y="35292"/>
                  </a:lnTo>
                  <a:lnTo>
                    <a:pt x="1199" y="35173"/>
                  </a:lnTo>
                  <a:lnTo>
                    <a:pt x="1185" y="35055"/>
                  </a:lnTo>
                  <a:lnTo>
                    <a:pt x="1199" y="34923"/>
                  </a:lnTo>
                  <a:lnTo>
                    <a:pt x="1212" y="34805"/>
                  </a:lnTo>
                  <a:lnTo>
                    <a:pt x="1238" y="34699"/>
                  </a:lnTo>
                  <a:lnTo>
                    <a:pt x="1278" y="34581"/>
                  </a:lnTo>
                  <a:lnTo>
                    <a:pt x="1330" y="34476"/>
                  </a:lnTo>
                  <a:lnTo>
                    <a:pt x="1396" y="34383"/>
                  </a:lnTo>
                  <a:lnTo>
                    <a:pt x="1462" y="34291"/>
                  </a:lnTo>
                  <a:lnTo>
                    <a:pt x="1541" y="34199"/>
                  </a:lnTo>
                  <a:lnTo>
                    <a:pt x="1620" y="34120"/>
                  </a:lnTo>
                  <a:lnTo>
                    <a:pt x="1712" y="34054"/>
                  </a:lnTo>
                  <a:lnTo>
                    <a:pt x="1817" y="34002"/>
                  </a:lnTo>
                  <a:lnTo>
                    <a:pt x="1923" y="33949"/>
                  </a:lnTo>
                  <a:lnTo>
                    <a:pt x="2028" y="33909"/>
                  </a:lnTo>
                  <a:lnTo>
                    <a:pt x="2146" y="33870"/>
                  </a:lnTo>
                  <a:lnTo>
                    <a:pt x="2265" y="33857"/>
                  </a:lnTo>
                  <a:close/>
                  <a:moveTo>
                    <a:pt x="1791" y="0"/>
                  </a:moveTo>
                  <a:lnTo>
                    <a:pt x="1791" y="32738"/>
                  </a:lnTo>
                  <a:lnTo>
                    <a:pt x="1607" y="32804"/>
                  </a:lnTo>
                  <a:lnTo>
                    <a:pt x="1422" y="32870"/>
                  </a:lnTo>
                  <a:lnTo>
                    <a:pt x="1251" y="32962"/>
                  </a:lnTo>
                  <a:lnTo>
                    <a:pt x="1080" y="33054"/>
                  </a:lnTo>
                  <a:lnTo>
                    <a:pt x="922" y="33172"/>
                  </a:lnTo>
                  <a:lnTo>
                    <a:pt x="777" y="33291"/>
                  </a:lnTo>
                  <a:lnTo>
                    <a:pt x="646" y="33436"/>
                  </a:lnTo>
                  <a:lnTo>
                    <a:pt x="514" y="33580"/>
                  </a:lnTo>
                  <a:lnTo>
                    <a:pt x="396" y="33738"/>
                  </a:lnTo>
                  <a:lnTo>
                    <a:pt x="303" y="33896"/>
                  </a:lnTo>
                  <a:lnTo>
                    <a:pt x="211" y="34081"/>
                  </a:lnTo>
                  <a:lnTo>
                    <a:pt x="146" y="34252"/>
                  </a:lnTo>
                  <a:lnTo>
                    <a:pt x="80" y="34449"/>
                  </a:lnTo>
                  <a:lnTo>
                    <a:pt x="40" y="34647"/>
                  </a:lnTo>
                  <a:lnTo>
                    <a:pt x="14" y="34844"/>
                  </a:lnTo>
                  <a:lnTo>
                    <a:pt x="1" y="35055"/>
                  </a:lnTo>
                  <a:lnTo>
                    <a:pt x="14" y="35292"/>
                  </a:lnTo>
                  <a:lnTo>
                    <a:pt x="53" y="35529"/>
                  </a:lnTo>
                  <a:lnTo>
                    <a:pt x="119" y="35752"/>
                  </a:lnTo>
                  <a:lnTo>
                    <a:pt x="198" y="35976"/>
                  </a:lnTo>
                  <a:lnTo>
                    <a:pt x="290" y="36187"/>
                  </a:lnTo>
                  <a:lnTo>
                    <a:pt x="409" y="36371"/>
                  </a:lnTo>
                  <a:lnTo>
                    <a:pt x="554" y="36555"/>
                  </a:lnTo>
                  <a:lnTo>
                    <a:pt x="698" y="36726"/>
                  </a:lnTo>
                  <a:lnTo>
                    <a:pt x="870" y="36884"/>
                  </a:lnTo>
                  <a:lnTo>
                    <a:pt x="1054" y="37016"/>
                  </a:lnTo>
                  <a:lnTo>
                    <a:pt x="1251" y="37135"/>
                  </a:lnTo>
                  <a:lnTo>
                    <a:pt x="1462" y="37240"/>
                  </a:lnTo>
                  <a:lnTo>
                    <a:pt x="1672" y="37319"/>
                  </a:lnTo>
                  <a:lnTo>
                    <a:pt x="1909" y="37385"/>
                  </a:lnTo>
                  <a:lnTo>
                    <a:pt x="2146" y="37411"/>
                  </a:lnTo>
                  <a:lnTo>
                    <a:pt x="2383" y="37424"/>
                  </a:lnTo>
                  <a:lnTo>
                    <a:pt x="2633" y="37411"/>
                  </a:lnTo>
                  <a:lnTo>
                    <a:pt x="2870" y="37385"/>
                  </a:lnTo>
                  <a:lnTo>
                    <a:pt x="3094" y="37319"/>
                  </a:lnTo>
                  <a:lnTo>
                    <a:pt x="3305" y="37240"/>
                  </a:lnTo>
                  <a:lnTo>
                    <a:pt x="3515" y="37135"/>
                  </a:lnTo>
                  <a:lnTo>
                    <a:pt x="3713" y="37016"/>
                  </a:lnTo>
                  <a:lnTo>
                    <a:pt x="3897" y="36884"/>
                  </a:lnTo>
                  <a:lnTo>
                    <a:pt x="4068" y="36726"/>
                  </a:lnTo>
                  <a:lnTo>
                    <a:pt x="4226" y="36555"/>
                  </a:lnTo>
                  <a:lnTo>
                    <a:pt x="4358" y="36371"/>
                  </a:lnTo>
                  <a:lnTo>
                    <a:pt x="4476" y="36187"/>
                  </a:lnTo>
                  <a:lnTo>
                    <a:pt x="4582" y="35976"/>
                  </a:lnTo>
                  <a:lnTo>
                    <a:pt x="4661" y="35752"/>
                  </a:lnTo>
                  <a:lnTo>
                    <a:pt x="4713" y="35529"/>
                  </a:lnTo>
                  <a:lnTo>
                    <a:pt x="4753" y="35292"/>
                  </a:lnTo>
                  <a:lnTo>
                    <a:pt x="4766" y="35055"/>
                  </a:lnTo>
                  <a:lnTo>
                    <a:pt x="4753" y="34844"/>
                  </a:lnTo>
                  <a:lnTo>
                    <a:pt x="4726" y="34647"/>
                  </a:lnTo>
                  <a:lnTo>
                    <a:pt x="4687" y="34449"/>
                  </a:lnTo>
                  <a:lnTo>
                    <a:pt x="4634" y="34252"/>
                  </a:lnTo>
                  <a:lnTo>
                    <a:pt x="4555" y="34081"/>
                  </a:lnTo>
                  <a:lnTo>
                    <a:pt x="4463" y="33896"/>
                  </a:lnTo>
                  <a:lnTo>
                    <a:pt x="4371" y="33738"/>
                  </a:lnTo>
                  <a:lnTo>
                    <a:pt x="4253" y="33580"/>
                  </a:lnTo>
                  <a:lnTo>
                    <a:pt x="4134" y="33436"/>
                  </a:lnTo>
                  <a:lnTo>
                    <a:pt x="3989" y="33291"/>
                  </a:lnTo>
                  <a:lnTo>
                    <a:pt x="3844" y="33172"/>
                  </a:lnTo>
                  <a:lnTo>
                    <a:pt x="3686" y="33054"/>
                  </a:lnTo>
                  <a:lnTo>
                    <a:pt x="3529" y="32962"/>
                  </a:lnTo>
                  <a:lnTo>
                    <a:pt x="3344" y="32870"/>
                  </a:lnTo>
                  <a:lnTo>
                    <a:pt x="3160" y="32804"/>
                  </a:lnTo>
                  <a:lnTo>
                    <a:pt x="2976" y="32738"/>
                  </a:lnTo>
                  <a:lnTo>
                    <a:pt x="2976" y="1185"/>
                  </a:lnTo>
                  <a:lnTo>
                    <a:pt x="25696" y="1185"/>
                  </a:lnTo>
                  <a:lnTo>
                    <a:pt x="25696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4"/>
            <p:cNvSpPr/>
            <p:nvPr/>
          </p:nvSpPr>
          <p:spPr>
            <a:xfrm>
              <a:off x="4503050" y="1503450"/>
              <a:ext cx="1081400" cy="686500"/>
            </a:xfrm>
            <a:custGeom>
              <a:avLst/>
              <a:gdLst/>
              <a:ahLst/>
              <a:cxnLst/>
              <a:rect l="l" t="t" r="r" b="b"/>
              <a:pathLst>
                <a:path w="43256" h="27460" extrusionOk="0">
                  <a:moveTo>
                    <a:pt x="40873" y="23879"/>
                  </a:moveTo>
                  <a:lnTo>
                    <a:pt x="41005" y="23893"/>
                  </a:lnTo>
                  <a:lnTo>
                    <a:pt x="41123" y="23906"/>
                  </a:lnTo>
                  <a:lnTo>
                    <a:pt x="41228" y="23932"/>
                  </a:lnTo>
                  <a:lnTo>
                    <a:pt x="41347" y="23971"/>
                  </a:lnTo>
                  <a:lnTo>
                    <a:pt x="41452" y="24024"/>
                  </a:lnTo>
                  <a:lnTo>
                    <a:pt x="41544" y="24090"/>
                  </a:lnTo>
                  <a:lnTo>
                    <a:pt x="41636" y="24156"/>
                  </a:lnTo>
                  <a:lnTo>
                    <a:pt x="41729" y="24235"/>
                  </a:lnTo>
                  <a:lnTo>
                    <a:pt x="41808" y="24314"/>
                  </a:lnTo>
                  <a:lnTo>
                    <a:pt x="41873" y="24406"/>
                  </a:lnTo>
                  <a:lnTo>
                    <a:pt x="41926" y="24511"/>
                  </a:lnTo>
                  <a:lnTo>
                    <a:pt x="41979" y="24616"/>
                  </a:lnTo>
                  <a:lnTo>
                    <a:pt x="42018" y="24722"/>
                  </a:lnTo>
                  <a:lnTo>
                    <a:pt x="42058" y="24840"/>
                  </a:lnTo>
                  <a:lnTo>
                    <a:pt x="42071" y="24959"/>
                  </a:lnTo>
                  <a:lnTo>
                    <a:pt x="42071" y="25077"/>
                  </a:lnTo>
                  <a:lnTo>
                    <a:pt x="42071" y="25209"/>
                  </a:lnTo>
                  <a:lnTo>
                    <a:pt x="42058" y="25327"/>
                  </a:lnTo>
                  <a:lnTo>
                    <a:pt x="42018" y="25433"/>
                  </a:lnTo>
                  <a:lnTo>
                    <a:pt x="41979" y="25551"/>
                  </a:lnTo>
                  <a:lnTo>
                    <a:pt x="41926" y="25656"/>
                  </a:lnTo>
                  <a:lnTo>
                    <a:pt x="41873" y="25749"/>
                  </a:lnTo>
                  <a:lnTo>
                    <a:pt x="41808" y="25841"/>
                  </a:lnTo>
                  <a:lnTo>
                    <a:pt x="41729" y="25933"/>
                  </a:lnTo>
                  <a:lnTo>
                    <a:pt x="41636" y="25999"/>
                  </a:lnTo>
                  <a:lnTo>
                    <a:pt x="41544" y="26078"/>
                  </a:lnTo>
                  <a:lnTo>
                    <a:pt x="41452" y="26130"/>
                  </a:lnTo>
                  <a:lnTo>
                    <a:pt x="41347" y="26183"/>
                  </a:lnTo>
                  <a:lnTo>
                    <a:pt x="41228" y="26222"/>
                  </a:lnTo>
                  <a:lnTo>
                    <a:pt x="41123" y="26249"/>
                  </a:lnTo>
                  <a:lnTo>
                    <a:pt x="41005" y="26275"/>
                  </a:lnTo>
                  <a:lnTo>
                    <a:pt x="40754" y="26275"/>
                  </a:lnTo>
                  <a:lnTo>
                    <a:pt x="40636" y="26249"/>
                  </a:lnTo>
                  <a:lnTo>
                    <a:pt x="40518" y="26222"/>
                  </a:lnTo>
                  <a:lnTo>
                    <a:pt x="40412" y="26183"/>
                  </a:lnTo>
                  <a:lnTo>
                    <a:pt x="40307" y="26130"/>
                  </a:lnTo>
                  <a:lnTo>
                    <a:pt x="40215" y="26078"/>
                  </a:lnTo>
                  <a:lnTo>
                    <a:pt x="40123" y="25999"/>
                  </a:lnTo>
                  <a:lnTo>
                    <a:pt x="40030" y="25933"/>
                  </a:lnTo>
                  <a:lnTo>
                    <a:pt x="39951" y="25841"/>
                  </a:lnTo>
                  <a:lnTo>
                    <a:pt x="39886" y="25749"/>
                  </a:lnTo>
                  <a:lnTo>
                    <a:pt x="39820" y="25656"/>
                  </a:lnTo>
                  <a:lnTo>
                    <a:pt x="39780" y="25551"/>
                  </a:lnTo>
                  <a:lnTo>
                    <a:pt x="39741" y="25433"/>
                  </a:lnTo>
                  <a:lnTo>
                    <a:pt x="39701" y="25327"/>
                  </a:lnTo>
                  <a:lnTo>
                    <a:pt x="39688" y="25209"/>
                  </a:lnTo>
                  <a:lnTo>
                    <a:pt x="39675" y="25077"/>
                  </a:lnTo>
                  <a:lnTo>
                    <a:pt x="39688" y="24959"/>
                  </a:lnTo>
                  <a:lnTo>
                    <a:pt x="39701" y="24840"/>
                  </a:lnTo>
                  <a:lnTo>
                    <a:pt x="39741" y="24722"/>
                  </a:lnTo>
                  <a:lnTo>
                    <a:pt x="39780" y="24616"/>
                  </a:lnTo>
                  <a:lnTo>
                    <a:pt x="39820" y="24511"/>
                  </a:lnTo>
                  <a:lnTo>
                    <a:pt x="39886" y="24406"/>
                  </a:lnTo>
                  <a:lnTo>
                    <a:pt x="39951" y="24314"/>
                  </a:lnTo>
                  <a:lnTo>
                    <a:pt x="40030" y="24235"/>
                  </a:lnTo>
                  <a:lnTo>
                    <a:pt x="40123" y="24156"/>
                  </a:lnTo>
                  <a:lnTo>
                    <a:pt x="40215" y="24090"/>
                  </a:lnTo>
                  <a:lnTo>
                    <a:pt x="40307" y="24024"/>
                  </a:lnTo>
                  <a:lnTo>
                    <a:pt x="40412" y="23971"/>
                  </a:lnTo>
                  <a:lnTo>
                    <a:pt x="40518" y="23932"/>
                  </a:lnTo>
                  <a:lnTo>
                    <a:pt x="40636" y="23906"/>
                  </a:lnTo>
                  <a:lnTo>
                    <a:pt x="40754" y="23893"/>
                  </a:lnTo>
                  <a:lnTo>
                    <a:pt x="40873" y="23879"/>
                  </a:lnTo>
                  <a:close/>
                  <a:moveTo>
                    <a:pt x="0" y="1"/>
                  </a:moveTo>
                  <a:lnTo>
                    <a:pt x="0" y="1185"/>
                  </a:lnTo>
                  <a:lnTo>
                    <a:pt x="20022" y="1185"/>
                  </a:lnTo>
                  <a:lnTo>
                    <a:pt x="40294" y="13388"/>
                  </a:lnTo>
                  <a:lnTo>
                    <a:pt x="40294" y="22774"/>
                  </a:lnTo>
                  <a:lnTo>
                    <a:pt x="40096" y="22839"/>
                  </a:lnTo>
                  <a:lnTo>
                    <a:pt x="39912" y="22905"/>
                  </a:lnTo>
                  <a:lnTo>
                    <a:pt x="39741" y="22997"/>
                  </a:lnTo>
                  <a:lnTo>
                    <a:pt x="39570" y="23090"/>
                  </a:lnTo>
                  <a:lnTo>
                    <a:pt x="39425" y="23208"/>
                  </a:lnTo>
                  <a:lnTo>
                    <a:pt x="39267" y="23326"/>
                  </a:lnTo>
                  <a:lnTo>
                    <a:pt x="39135" y="23458"/>
                  </a:lnTo>
                  <a:lnTo>
                    <a:pt x="39004" y="23616"/>
                  </a:lnTo>
                  <a:lnTo>
                    <a:pt x="38898" y="23774"/>
                  </a:lnTo>
                  <a:lnTo>
                    <a:pt x="38793" y="23932"/>
                  </a:lnTo>
                  <a:lnTo>
                    <a:pt x="38714" y="24103"/>
                  </a:lnTo>
                  <a:lnTo>
                    <a:pt x="38635" y="24287"/>
                  </a:lnTo>
                  <a:lnTo>
                    <a:pt x="38582" y="24485"/>
                  </a:lnTo>
                  <a:lnTo>
                    <a:pt x="38530" y="24669"/>
                  </a:lnTo>
                  <a:lnTo>
                    <a:pt x="38503" y="24880"/>
                  </a:lnTo>
                  <a:lnTo>
                    <a:pt x="38503" y="25077"/>
                  </a:lnTo>
                  <a:lnTo>
                    <a:pt x="38517" y="25327"/>
                  </a:lnTo>
                  <a:lnTo>
                    <a:pt x="38543" y="25564"/>
                  </a:lnTo>
                  <a:lnTo>
                    <a:pt x="38609" y="25788"/>
                  </a:lnTo>
                  <a:lnTo>
                    <a:pt x="38688" y="25999"/>
                  </a:lnTo>
                  <a:lnTo>
                    <a:pt x="38793" y="26209"/>
                  </a:lnTo>
                  <a:lnTo>
                    <a:pt x="38912" y="26407"/>
                  </a:lnTo>
                  <a:lnTo>
                    <a:pt x="39043" y="26591"/>
                  </a:lnTo>
                  <a:lnTo>
                    <a:pt x="39201" y="26762"/>
                  </a:lnTo>
                  <a:lnTo>
                    <a:pt x="39372" y="26920"/>
                  </a:lnTo>
                  <a:lnTo>
                    <a:pt x="39543" y="27052"/>
                  </a:lnTo>
                  <a:lnTo>
                    <a:pt x="39741" y="27170"/>
                  </a:lnTo>
                  <a:lnTo>
                    <a:pt x="39951" y="27276"/>
                  </a:lnTo>
                  <a:lnTo>
                    <a:pt x="40175" y="27355"/>
                  </a:lnTo>
                  <a:lnTo>
                    <a:pt x="40399" y="27407"/>
                  </a:lnTo>
                  <a:lnTo>
                    <a:pt x="40636" y="27447"/>
                  </a:lnTo>
                  <a:lnTo>
                    <a:pt x="40873" y="27460"/>
                  </a:lnTo>
                  <a:lnTo>
                    <a:pt x="41123" y="27447"/>
                  </a:lnTo>
                  <a:lnTo>
                    <a:pt x="41360" y="27407"/>
                  </a:lnTo>
                  <a:lnTo>
                    <a:pt x="41584" y="27355"/>
                  </a:lnTo>
                  <a:lnTo>
                    <a:pt x="41808" y="27276"/>
                  </a:lnTo>
                  <a:lnTo>
                    <a:pt x="42018" y="27170"/>
                  </a:lnTo>
                  <a:lnTo>
                    <a:pt x="42202" y="27052"/>
                  </a:lnTo>
                  <a:lnTo>
                    <a:pt x="42387" y="26920"/>
                  </a:lnTo>
                  <a:lnTo>
                    <a:pt x="42558" y="26762"/>
                  </a:lnTo>
                  <a:lnTo>
                    <a:pt x="42716" y="26591"/>
                  </a:lnTo>
                  <a:lnTo>
                    <a:pt x="42847" y="26407"/>
                  </a:lnTo>
                  <a:lnTo>
                    <a:pt x="42966" y="26209"/>
                  </a:lnTo>
                  <a:lnTo>
                    <a:pt x="43071" y="25999"/>
                  </a:lnTo>
                  <a:lnTo>
                    <a:pt x="43150" y="25788"/>
                  </a:lnTo>
                  <a:lnTo>
                    <a:pt x="43203" y="25564"/>
                  </a:lnTo>
                  <a:lnTo>
                    <a:pt x="43242" y="25327"/>
                  </a:lnTo>
                  <a:lnTo>
                    <a:pt x="43256" y="25077"/>
                  </a:lnTo>
                  <a:lnTo>
                    <a:pt x="43242" y="24880"/>
                  </a:lnTo>
                  <a:lnTo>
                    <a:pt x="43229" y="24669"/>
                  </a:lnTo>
                  <a:lnTo>
                    <a:pt x="43177" y="24485"/>
                  </a:lnTo>
                  <a:lnTo>
                    <a:pt x="43124" y="24287"/>
                  </a:lnTo>
                  <a:lnTo>
                    <a:pt x="43045" y="24103"/>
                  </a:lnTo>
                  <a:lnTo>
                    <a:pt x="42966" y="23932"/>
                  </a:lnTo>
                  <a:lnTo>
                    <a:pt x="42861" y="23774"/>
                  </a:lnTo>
                  <a:lnTo>
                    <a:pt x="42742" y="23616"/>
                  </a:lnTo>
                  <a:lnTo>
                    <a:pt x="42624" y="23471"/>
                  </a:lnTo>
                  <a:lnTo>
                    <a:pt x="42492" y="23326"/>
                  </a:lnTo>
                  <a:lnTo>
                    <a:pt x="42334" y="23208"/>
                  </a:lnTo>
                  <a:lnTo>
                    <a:pt x="42176" y="23090"/>
                  </a:lnTo>
                  <a:lnTo>
                    <a:pt x="42018" y="22997"/>
                  </a:lnTo>
                  <a:lnTo>
                    <a:pt x="41847" y="22905"/>
                  </a:lnTo>
                  <a:lnTo>
                    <a:pt x="41663" y="22839"/>
                  </a:lnTo>
                  <a:lnTo>
                    <a:pt x="41465" y="22774"/>
                  </a:lnTo>
                  <a:lnTo>
                    <a:pt x="41465" y="12730"/>
                  </a:lnTo>
                  <a:lnTo>
                    <a:pt x="2035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4"/>
            <p:cNvSpPr/>
            <p:nvPr/>
          </p:nvSpPr>
          <p:spPr>
            <a:xfrm>
              <a:off x="4503050" y="2207050"/>
              <a:ext cx="195175" cy="387675"/>
            </a:xfrm>
            <a:custGeom>
              <a:avLst/>
              <a:gdLst/>
              <a:ahLst/>
              <a:cxnLst/>
              <a:rect l="l" t="t" r="r" b="b"/>
              <a:pathLst>
                <a:path w="7807" h="15507" extrusionOk="0">
                  <a:moveTo>
                    <a:pt x="5424" y="11926"/>
                  </a:moveTo>
                  <a:lnTo>
                    <a:pt x="5542" y="11940"/>
                  </a:lnTo>
                  <a:lnTo>
                    <a:pt x="5661" y="11953"/>
                  </a:lnTo>
                  <a:lnTo>
                    <a:pt x="5779" y="11979"/>
                  </a:lnTo>
                  <a:lnTo>
                    <a:pt x="5898" y="12019"/>
                  </a:lnTo>
                  <a:lnTo>
                    <a:pt x="5990" y="12071"/>
                  </a:lnTo>
                  <a:lnTo>
                    <a:pt x="6095" y="12137"/>
                  </a:lnTo>
                  <a:lnTo>
                    <a:pt x="6187" y="12203"/>
                  </a:lnTo>
                  <a:lnTo>
                    <a:pt x="6266" y="12282"/>
                  </a:lnTo>
                  <a:lnTo>
                    <a:pt x="6345" y="12361"/>
                  </a:lnTo>
                  <a:lnTo>
                    <a:pt x="6424" y="12453"/>
                  </a:lnTo>
                  <a:lnTo>
                    <a:pt x="6477" y="12558"/>
                  </a:lnTo>
                  <a:lnTo>
                    <a:pt x="6529" y="12664"/>
                  </a:lnTo>
                  <a:lnTo>
                    <a:pt x="6569" y="12769"/>
                  </a:lnTo>
                  <a:lnTo>
                    <a:pt x="6595" y="12887"/>
                  </a:lnTo>
                  <a:lnTo>
                    <a:pt x="6622" y="13006"/>
                  </a:lnTo>
                  <a:lnTo>
                    <a:pt x="6622" y="13124"/>
                  </a:lnTo>
                  <a:lnTo>
                    <a:pt x="6622" y="13256"/>
                  </a:lnTo>
                  <a:lnTo>
                    <a:pt x="6595" y="13374"/>
                  </a:lnTo>
                  <a:lnTo>
                    <a:pt x="6569" y="13480"/>
                  </a:lnTo>
                  <a:lnTo>
                    <a:pt x="6529" y="13598"/>
                  </a:lnTo>
                  <a:lnTo>
                    <a:pt x="6477" y="13704"/>
                  </a:lnTo>
                  <a:lnTo>
                    <a:pt x="6424" y="13796"/>
                  </a:lnTo>
                  <a:lnTo>
                    <a:pt x="6345" y="13888"/>
                  </a:lnTo>
                  <a:lnTo>
                    <a:pt x="6266" y="13980"/>
                  </a:lnTo>
                  <a:lnTo>
                    <a:pt x="6187" y="14046"/>
                  </a:lnTo>
                  <a:lnTo>
                    <a:pt x="6095" y="14125"/>
                  </a:lnTo>
                  <a:lnTo>
                    <a:pt x="5990" y="14177"/>
                  </a:lnTo>
                  <a:lnTo>
                    <a:pt x="5898" y="14230"/>
                  </a:lnTo>
                  <a:lnTo>
                    <a:pt x="5779" y="14270"/>
                  </a:lnTo>
                  <a:lnTo>
                    <a:pt x="5661" y="14296"/>
                  </a:lnTo>
                  <a:lnTo>
                    <a:pt x="5542" y="14322"/>
                  </a:lnTo>
                  <a:lnTo>
                    <a:pt x="5305" y="14322"/>
                  </a:lnTo>
                  <a:lnTo>
                    <a:pt x="5187" y="14296"/>
                  </a:lnTo>
                  <a:lnTo>
                    <a:pt x="5068" y="14270"/>
                  </a:lnTo>
                  <a:lnTo>
                    <a:pt x="4963" y="14230"/>
                  </a:lnTo>
                  <a:lnTo>
                    <a:pt x="4858" y="14177"/>
                  </a:lnTo>
                  <a:lnTo>
                    <a:pt x="4752" y="14125"/>
                  </a:lnTo>
                  <a:lnTo>
                    <a:pt x="4660" y="14046"/>
                  </a:lnTo>
                  <a:lnTo>
                    <a:pt x="4581" y="13980"/>
                  </a:lnTo>
                  <a:lnTo>
                    <a:pt x="4502" y="13888"/>
                  </a:lnTo>
                  <a:lnTo>
                    <a:pt x="4436" y="13796"/>
                  </a:lnTo>
                  <a:lnTo>
                    <a:pt x="4371" y="13704"/>
                  </a:lnTo>
                  <a:lnTo>
                    <a:pt x="4318" y="13598"/>
                  </a:lnTo>
                  <a:lnTo>
                    <a:pt x="4278" y="13480"/>
                  </a:lnTo>
                  <a:lnTo>
                    <a:pt x="4252" y="13374"/>
                  </a:lnTo>
                  <a:lnTo>
                    <a:pt x="4239" y="13256"/>
                  </a:lnTo>
                  <a:lnTo>
                    <a:pt x="4226" y="13124"/>
                  </a:lnTo>
                  <a:lnTo>
                    <a:pt x="4239" y="13006"/>
                  </a:lnTo>
                  <a:lnTo>
                    <a:pt x="4252" y="12887"/>
                  </a:lnTo>
                  <a:lnTo>
                    <a:pt x="4278" y="12769"/>
                  </a:lnTo>
                  <a:lnTo>
                    <a:pt x="4318" y="12664"/>
                  </a:lnTo>
                  <a:lnTo>
                    <a:pt x="4371" y="12558"/>
                  </a:lnTo>
                  <a:lnTo>
                    <a:pt x="4436" y="12453"/>
                  </a:lnTo>
                  <a:lnTo>
                    <a:pt x="4502" y="12361"/>
                  </a:lnTo>
                  <a:lnTo>
                    <a:pt x="4581" y="12282"/>
                  </a:lnTo>
                  <a:lnTo>
                    <a:pt x="4660" y="12203"/>
                  </a:lnTo>
                  <a:lnTo>
                    <a:pt x="4752" y="12137"/>
                  </a:lnTo>
                  <a:lnTo>
                    <a:pt x="4858" y="12071"/>
                  </a:lnTo>
                  <a:lnTo>
                    <a:pt x="4963" y="12019"/>
                  </a:lnTo>
                  <a:lnTo>
                    <a:pt x="5068" y="11979"/>
                  </a:lnTo>
                  <a:lnTo>
                    <a:pt x="5187" y="11953"/>
                  </a:lnTo>
                  <a:lnTo>
                    <a:pt x="5305" y="11940"/>
                  </a:lnTo>
                  <a:lnTo>
                    <a:pt x="5424" y="11926"/>
                  </a:lnTo>
                  <a:close/>
                  <a:moveTo>
                    <a:pt x="0" y="0"/>
                  </a:moveTo>
                  <a:lnTo>
                    <a:pt x="0" y="1185"/>
                  </a:lnTo>
                  <a:lnTo>
                    <a:pt x="4871" y="1185"/>
                  </a:lnTo>
                  <a:lnTo>
                    <a:pt x="4871" y="10821"/>
                  </a:lnTo>
                  <a:lnTo>
                    <a:pt x="4673" y="10873"/>
                  </a:lnTo>
                  <a:lnTo>
                    <a:pt x="4489" y="10939"/>
                  </a:lnTo>
                  <a:lnTo>
                    <a:pt x="4318" y="11031"/>
                  </a:lnTo>
                  <a:lnTo>
                    <a:pt x="4147" y="11123"/>
                  </a:lnTo>
                  <a:lnTo>
                    <a:pt x="3989" y="11242"/>
                  </a:lnTo>
                  <a:lnTo>
                    <a:pt x="3831" y="11360"/>
                  </a:lnTo>
                  <a:lnTo>
                    <a:pt x="3699" y="11492"/>
                  </a:lnTo>
                  <a:lnTo>
                    <a:pt x="3568" y="11650"/>
                  </a:lnTo>
                  <a:lnTo>
                    <a:pt x="3449" y="11808"/>
                  </a:lnTo>
                  <a:lnTo>
                    <a:pt x="3344" y="11966"/>
                  </a:lnTo>
                  <a:lnTo>
                    <a:pt x="3265" y="12150"/>
                  </a:lnTo>
                  <a:lnTo>
                    <a:pt x="3186" y="12335"/>
                  </a:lnTo>
                  <a:lnTo>
                    <a:pt x="3120" y="12519"/>
                  </a:lnTo>
                  <a:lnTo>
                    <a:pt x="3081" y="12716"/>
                  </a:lnTo>
                  <a:lnTo>
                    <a:pt x="3054" y="12914"/>
                  </a:lnTo>
                  <a:lnTo>
                    <a:pt x="3041" y="13124"/>
                  </a:lnTo>
                  <a:lnTo>
                    <a:pt x="3054" y="13374"/>
                  </a:lnTo>
                  <a:lnTo>
                    <a:pt x="3094" y="13611"/>
                  </a:lnTo>
                  <a:lnTo>
                    <a:pt x="3160" y="13835"/>
                  </a:lnTo>
                  <a:lnTo>
                    <a:pt x="3239" y="14046"/>
                  </a:lnTo>
                  <a:lnTo>
                    <a:pt x="3331" y="14256"/>
                  </a:lnTo>
                  <a:lnTo>
                    <a:pt x="3449" y="14454"/>
                  </a:lnTo>
                  <a:lnTo>
                    <a:pt x="3594" y="14638"/>
                  </a:lnTo>
                  <a:lnTo>
                    <a:pt x="3739" y="14809"/>
                  </a:lnTo>
                  <a:lnTo>
                    <a:pt x="3910" y="14967"/>
                  </a:lnTo>
                  <a:lnTo>
                    <a:pt x="4094" y="15099"/>
                  </a:lnTo>
                  <a:lnTo>
                    <a:pt x="4292" y="15217"/>
                  </a:lnTo>
                  <a:lnTo>
                    <a:pt x="4502" y="15323"/>
                  </a:lnTo>
                  <a:lnTo>
                    <a:pt x="4713" y="15402"/>
                  </a:lnTo>
                  <a:lnTo>
                    <a:pt x="4950" y="15454"/>
                  </a:lnTo>
                  <a:lnTo>
                    <a:pt x="5187" y="15494"/>
                  </a:lnTo>
                  <a:lnTo>
                    <a:pt x="5424" y="15507"/>
                  </a:lnTo>
                  <a:lnTo>
                    <a:pt x="5674" y="15494"/>
                  </a:lnTo>
                  <a:lnTo>
                    <a:pt x="5911" y="15454"/>
                  </a:lnTo>
                  <a:lnTo>
                    <a:pt x="6134" y="15402"/>
                  </a:lnTo>
                  <a:lnTo>
                    <a:pt x="6345" y="15323"/>
                  </a:lnTo>
                  <a:lnTo>
                    <a:pt x="6556" y="15217"/>
                  </a:lnTo>
                  <a:lnTo>
                    <a:pt x="6753" y="15099"/>
                  </a:lnTo>
                  <a:lnTo>
                    <a:pt x="6937" y="14967"/>
                  </a:lnTo>
                  <a:lnTo>
                    <a:pt x="7109" y="14809"/>
                  </a:lnTo>
                  <a:lnTo>
                    <a:pt x="7267" y="14638"/>
                  </a:lnTo>
                  <a:lnTo>
                    <a:pt x="7398" y="14454"/>
                  </a:lnTo>
                  <a:lnTo>
                    <a:pt x="7517" y="14256"/>
                  </a:lnTo>
                  <a:lnTo>
                    <a:pt x="7622" y="14046"/>
                  </a:lnTo>
                  <a:lnTo>
                    <a:pt x="7701" y="13835"/>
                  </a:lnTo>
                  <a:lnTo>
                    <a:pt x="7754" y="13611"/>
                  </a:lnTo>
                  <a:lnTo>
                    <a:pt x="7793" y="13374"/>
                  </a:lnTo>
                  <a:lnTo>
                    <a:pt x="7806" y="13124"/>
                  </a:lnTo>
                  <a:lnTo>
                    <a:pt x="7793" y="12927"/>
                  </a:lnTo>
                  <a:lnTo>
                    <a:pt x="7767" y="12729"/>
                  </a:lnTo>
                  <a:lnTo>
                    <a:pt x="7727" y="12532"/>
                  </a:lnTo>
                  <a:lnTo>
                    <a:pt x="7675" y="12348"/>
                  </a:lnTo>
                  <a:lnTo>
                    <a:pt x="7596" y="12163"/>
                  </a:lnTo>
                  <a:lnTo>
                    <a:pt x="7517" y="11992"/>
                  </a:lnTo>
                  <a:lnTo>
                    <a:pt x="7411" y="11834"/>
                  </a:lnTo>
                  <a:lnTo>
                    <a:pt x="7306" y="11676"/>
                  </a:lnTo>
                  <a:lnTo>
                    <a:pt x="7188" y="11532"/>
                  </a:lnTo>
                  <a:lnTo>
                    <a:pt x="7043" y="11387"/>
                  </a:lnTo>
                  <a:lnTo>
                    <a:pt x="6911" y="11268"/>
                  </a:lnTo>
                  <a:lnTo>
                    <a:pt x="6753" y="11150"/>
                  </a:lnTo>
                  <a:lnTo>
                    <a:pt x="6582" y="11058"/>
                  </a:lnTo>
                  <a:lnTo>
                    <a:pt x="6411" y="10966"/>
                  </a:lnTo>
                  <a:lnTo>
                    <a:pt x="6240" y="10887"/>
                  </a:lnTo>
                  <a:lnTo>
                    <a:pt x="6056" y="10834"/>
                  </a:lnTo>
                  <a:lnTo>
                    <a:pt x="6056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4"/>
            <p:cNvSpPr/>
            <p:nvPr/>
          </p:nvSpPr>
          <p:spPr>
            <a:xfrm>
              <a:off x="4514575" y="1581125"/>
              <a:ext cx="543325" cy="118825"/>
            </a:xfrm>
            <a:custGeom>
              <a:avLst/>
              <a:gdLst/>
              <a:ahLst/>
              <a:cxnLst/>
              <a:rect l="l" t="t" r="r" b="b"/>
              <a:pathLst>
                <a:path w="21733" h="4753" extrusionOk="0">
                  <a:moveTo>
                    <a:pt x="19350" y="1172"/>
                  </a:moveTo>
                  <a:lnTo>
                    <a:pt x="19469" y="1185"/>
                  </a:lnTo>
                  <a:lnTo>
                    <a:pt x="19587" y="1198"/>
                  </a:lnTo>
                  <a:lnTo>
                    <a:pt x="19706" y="1225"/>
                  </a:lnTo>
                  <a:lnTo>
                    <a:pt x="19811" y="1264"/>
                  </a:lnTo>
                  <a:lnTo>
                    <a:pt x="19916" y="1317"/>
                  </a:lnTo>
                  <a:lnTo>
                    <a:pt x="20022" y="1382"/>
                  </a:lnTo>
                  <a:lnTo>
                    <a:pt x="20114" y="1448"/>
                  </a:lnTo>
                  <a:lnTo>
                    <a:pt x="20193" y="1527"/>
                  </a:lnTo>
                  <a:lnTo>
                    <a:pt x="20272" y="1606"/>
                  </a:lnTo>
                  <a:lnTo>
                    <a:pt x="20338" y="1698"/>
                  </a:lnTo>
                  <a:lnTo>
                    <a:pt x="20403" y="1804"/>
                  </a:lnTo>
                  <a:lnTo>
                    <a:pt x="20456" y="1909"/>
                  </a:lnTo>
                  <a:lnTo>
                    <a:pt x="20496" y="2014"/>
                  </a:lnTo>
                  <a:lnTo>
                    <a:pt x="20522" y="2133"/>
                  </a:lnTo>
                  <a:lnTo>
                    <a:pt x="20548" y="2251"/>
                  </a:lnTo>
                  <a:lnTo>
                    <a:pt x="20548" y="2370"/>
                  </a:lnTo>
                  <a:lnTo>
                    <a:pt x="20548" y="2488"/>
                  </a:lnTo>
                  <a:lnTo>
                    <a:pt x="20522" y="2620"/>
                  </a:lnTo>
                  <a:lnTo>
                    <a:pt x="20496" y="2725"/>
                  </a:lnTo>
                  <a:lnTo>
                    <a:pt x="20456" y="2844"/>
                  </a:lnTo>
                  <a:lnTo>
                    <a:pt x="20403" y="2949"/>
                  </a:lnTo>
                  <a:lnTo>
                    <a:pt x="20338" y="3041"/>
                  </a:lnTo>
                  <a:lnTo>
                    <a:pt x="20272" y="3133"/>
                  </a:lnTo>
                  <a:lnTo>
                    <a:pt x="20193" y="3212"/>
                  </a:lnTo>
                  <a:lnTo>
                    <a:pt x="20114" y="3291"/>
                  </a:lnTo>
                  <a:lnTo>
                    <a:pt x="20022" y="3370"/>
                  </a:lnTo>
                  <a:lnTo>
                    <a:pt x="19916" y="3423"/>
                  </a:lnTo>
                  <a:lnTo>
                    <a:pt x="19811" y="3475"/>
                  </a:lnTo>
                  <a:lnTo>
                    <a:pt x="19706" y="3515"/>
                  </a:lnTo>
                  <a:lnTo>
                    <a:pt x="19587" y="3541"/>
                  </a:lnTo>
                  <a:lnTo>
                    <a:pt x="19469" y="3568"/>
                  </a:lnTo>
                  <a:lnTo>
                    <a:pt x="19232" y="3568"/>
                  </a:lnTo>
                  <a:lnTo>
                    <a:pt x="19113" y="3541"/>
                  </a:lnTo>
                  <a:lnTo>
                    <a:pt x="18995" y="3515"/>
                  </a:lnTo>
                  <a:lnTo>
                    <a:pt x="18890" y="3475"/>
                  </a:lnTo>
                  <a:lnTo>
                    <a:pt x="18784" y="3423"/>
                  </a:lnTo>
                  <a:lnTo>
                    <a:pt x="18679" y="3370"/>
                  </a:lnTo>
                  <a:lnTo>
                    <a:pt x="18587" y="3291"/>
                  </a:lnTo>
                  <a:lnTo>
                    <a:pt x="18508" y="3212"/>
                  </a:lnTo>
                  <a:lnTo>
                    <a:pt x="18429" y="3133"/>
                  </a:lnTo>
                  <a:lnTo>
                    <a:pt x="18363" y="3041"/>
                  </a:lnTo>
                  <a:lnTo>
                    <a:pt x="18297" y="2949"/>
                  </a:lnTo>
                  <a:lnTo>
                    <a:pt x="18245" y="2844"/>
                  </a:lnTo>
                  <a:lnTo>
                    <a:pt x="18205" y="2725"/>
                  </a:lnTo>
                  <a:lnTo>
                    <a:pt x="18179" y="2620"/>
                  </a:lnTo>
                  <a:lnTo>
                    <a:pt x="18166" y="2488"/>
                  </a:lnTo>
                  <a:lnTo>
                    <a:pt x="18152" y="2370"/>
                  </a:lnTo>
                  <a:lnTo>
                    <a:pt x="18166" y="2251"/>
                  </a:lnTo>
                  <a:lnTo>
                    <a:pt x="18179" y="2133"/>
                  </a:lnTo>
                  <a:lnTo>
                    <a:pt x="18205" y="2014"/>
                  </a:lnTo>
                  <a:lnTo>
                    <a:pt x="18245" y="1909"/>
                  </a:lnTo>
                  <a:lnTo>
                    <a:pt x="18297" y="1804"/>
                  </a:lnTo>
                  <a:lnTo>
                    <a:pt x="18363" y="1698"/>
                  </a:lnTo>
                  <a:lnTo>
                    <a:pt x="18429" y="1606"/>
                  </a:lnTo>
                  <a:lnTo>
                    <a:pt x="18508" y="1527"/>
                  </a:lnTo>
                  <a:lnTo>
                    <a:pt x="18587" y="1448"/>
                  </a:lnTo>
                  <a:lnTo>
                    <a:pt x="18679" y="1382"/>
                  </a:lnTo>
                  <a:lnTo>
                    <a:pt x="18784" y="1317"/>
                  </a:lnTo>
                  <a:lnTo>
                    <a:pt x="18890" y="1264"/>
                  </a:lnTo>
                  <a:lnTo>
                    <a:pt x="18995" y="1225"/>
                  </a:lnTo>
                  <a:lnTo>
                    <a:pt x="19113" y="1198"/>
                  </a:lnTo>
                  <a:lnTo>
                    <a:pt x="19232" y="1185"/>
                  </a:lnTo>
                  <a:lnTo>
                    <a:pt x="19350" y="1172"/>
                  </a:lnTo>
                  <a:close/>
                  <a:moveTo>
                    <a:pt x="19140" y="0"/>
                  </a:moveTo>
                  <a:lnTo>
                    <a:pt x="18942" y="27"/>
                  </a:lnTo>
                  <a:lnTo>
                    <a:pt x="18745" y="66"/>
                  </a:lnTo>
                  <a:lnTo>
                    <a:pt x="18561" y="132"/>
                  </a:lnTo>
                  <a:lnTo>
                    <a:pt x="18376" y="198"/>
                  </a:lnTo>
                  <a:lnTo>
                    <a:pt x="18205" y="290"/>
                  </a:lnTo>
                  <a:lnTo>
                    <a:pt x="18034" y="395"/>
                  </a:lnTo>
                  <a:lnTo>
                    <a:pt x="17889" y="501"/>
                  </a:lnTo>
                  <a:lnTo>
                    <a:pt x="17731" y="632"/>
                  </a:lnTo>
                  <a:lnTo>
                    <a:pt x="17600" y="764"/>
                  </a:lnTo>
                  <a:lnTo>
                    <a:pt x="17481" y="909"/>
                  </a:lnTo>
                  <a:lnTo>
                    <a:pt x="17363" y="1067"/>
                  </a:lnTo>
                  <a:lnTo>
                    <a:pt x="17257" y="1238"/>
                  </a:lnTo>
                  <a:lnTo>
                    <a:pt x="17178" y="1409"/>
                  </a:lnTo>
                  <a:lnTo>
                    <a:pt x="17099" y="1593"/>
                  </a:lnTo>
                  <a:lnTo>
                    <a:pt x="17047" y="1777"/>
                  </a:lnTo>
                  <a:lnTo>
                    <a:pt x="0" y="1777"/>
                  </a:lnTo>
                  <a:lnTo>
                    <a:pt x="0" y="2962"/>
                  </a:lnTo>
                  <a:lnTo>
                    <a:pt x="17047" y="2962"/>
                  </a:lnTo>
                  <a:lnTo>
                    <a:pt x="17099" y="3146"/>
                  </a:lnTo>
                  <a:lnTo>
                    <a:pt x="17178" y="3331"/>
                  </a:lnTo>
                  <a:lnTo>
                    <a:pt x="17257" y="3515"/>
                  </a:lnTo>
                  <a:lnTo>
                    <a:pt x="17363" y="3673"/>
                  </a:lnTo>
                  <a:lnTo>
                    <a:pt x="17481" y="3831"/>
                  </a:lnTo>
                  <a:lnTo>
                    <a:pt x="17600" y="3976"/>
                  </a:lnTo>
                  <a:lnTo>
                    <a:pt x="17731" y="4120"/>
                  </a:lnTo>
                  <a:lnTo>
                    <a:pt x="17889" y="4239"/>
                  </a:lnTo>
                  <a:lnTo>
                    <a:pt x="18034" y="4357"/>
                  </a:lnTo>
                  <a:lnTo>
                    <a:pt x="18205" y="4450"/>
                  </a:lnTo>
                  <a:lnTo>
                    <a:pt x="18376" y="4542"/>
                  </a:lnTo>
                  <a:lnTo>
                    <a:pt x="18561" y="4621"/>
                  </a:lnTo>
                  <a:lnTo>
                    <a:pt x="18745" y="4673"/>
                  </a:lnTo>
                  <a:lnTo>
                    <a:pt x="18942" y="4713"/>
                  </a:lnTo>
                  <a:lnTo>
                    <a:pt x="19140" y="4739"/>
                  </a:lnTo>
                  <a:lnTo>
                    <a:pt x="19350" y="4752"/>
                  </a:lnTo>
                  <a:lnTo>
                    <a:pt x="19600" y="4739"/>
                  </a:lnTo>
                  <a:lnTo>
                    <a:pt x="19824" y="4700"/>
                  </a:lnTo>
                  <a:lnTo>
                    <a:pt x="20061" y="4647"/>
                  </a:lnTo>
                  <a:lnTo>
                    <a:pt x="20272" y="4568"/>
                  </a:lnTo>
                  <a:lnTo>
                    <a:pt x="20482" y="4463"/>
                  </a:lnTo>
                  <a:lnTo>
                    <a:pt x="20680" y="4344"/>
                  </a:lnTo>
                  <a:lnTo>
                    <a:pt x="20864" y="4213"/>
                  </a:lnTo>
                  <a:lnTo>
                    <a:pt x="21035" y="4055"/>
                  </a:lnTo>
                  <a:lnTo>
                    <a:pt x="21180" y="3884"/>
                  </a:lnTo>
                  <a:lnTo>
                    <a:pt x="21325" y="3699"/>
                  </a:lnTo>
                  <a:lnTo>
                    <a:pt x="21443" y="3502"/>
                  </a:lnTo>
                  <a:lnTo>
                    <a:pt x="21549" y="3291"/>
                  </a:lnTo>
                  <a:lnTo>
                    <a:pt x="21628" y="3081"/>
                  </a:lnTo>
                  <a:lnTo>
                    <a:pt x="21680" y="2857"/>
                  </a:lnTo>
                  <a:lnTo>
                    <a:pt x="21720" y="2620"/>
                  </a:lnTo>
                  <a:lnTo>
                    <a:pt x="21733" y="2370"/>
                  </a:lnTo>
                  <a:lnTo>
                    <a:pt x="21720" y="2133"/>
                  </a:lnTo>
                  <a:lnTo>
                    <a:pt x="21680" y="1896"/>
                  </a:lnTo>
                  <a:lnTo>
                    <a:pt x="21628" y="1672"/>
                  </a:lnTo>
                  <a:lnTo>
                    <a:pt x="21549" y="1448"/>
                  </a:lnTo>
                  <a:lnTo>
                    <a:pt x="21443" y="1238"/>
                  </a:lnTo>
                  <a:lnTo>
                    <a:pt x="21325" y="1040"/>
                  </a:lnTo>
                  <a:lnTo>
                    <a:pt x="21180" y="856"/>
                  </a:lnTo>
                  <a:lnTo>
                    <a:pt x="21035" y="685"/>
                  </a:lnTo>
                  <a:lnTo>
                    <a:pt x="20864" y="540"/>
                  </a:lnTo>
                  <a:lnTo>
                    <a:pt x="20680" y="395"/>
                  </a:lnTo>
                  <a:lnTo>
                    <a:pt x="20482" y="277"/>
                  </a:lnTo>
                  <a:lnTo>
                    <a:pt x="20272" y="185"/>
                  </a:lnTo>
                  <a:lnTo>
                    <a:pt x="20061" y="106"/>
                  </a:lnTo>
                  <a:lnTo>
                    <a:pt x="19824" y="40"/>
                  </a:lnTo>
                  <a:lnTo>
                    <a:pt x="1960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4"/>
            <p:cNvSpPr/>
            <p:nvPr/>
          </p:nvSpPr>
          <p:spPr>
            <a:xfrm>
              <a:off x="4514575" y="1714725"/>
              <a:ext cx="543325" cy="118825"/>
            </a:xfrm>
            <a:custGeom>
              <a:avLst/>
              <a:gdLst/>
              <a:ahLst/>
              <a:cxnLst/>
              <a:rect l="l" t="t" r="r" b="b"/>
              <a:pathLst>
                <a:path w="21733" h="4753" extrusionOk="0">
                  <a:moveTo>
                    <a:pt x="19350" y="1172"/>
                  </a:moveTo>
                  <a:lnTo>
                    <a:pt x="19469" y="1185"/>
                  </a:lnTo>
                  <a:lnTo>
                    <a:pt x="19587" y="1199"/>
                  </a:lnTo>
                  <a:lnTo>
                    <a:pt x="19706" y="1225"/>
                  </a:lnTo>
                  <a:lnTo>
                    <a:pt x="19811" y="1278"/>
                  </a:lnTo>
                  <a:lnTo>
                    <a:pt x="19916" y="1317"/>
                  </a:lnTo>
                  <a:lnTo>
                    <a:pt x="20022" y="1383"/>
                  </a:lnTo>
                  <a:lnTo>
                    <a:pt x="20114" y="1449"/>
                  </a:lnTo>
                  <a:lnTo>
                    <a:pt x="20193" y="1528"/>
                  </a:lnTo>
                  <a:lnTo>
                    <a:pt x="20272" y="1607"/>
                  </a:lnTo>
                  <a:lnTo>
                    <a:pt x="20338" y="1699"/>
                  </a:lnTo>
                  <a:lnTo>
                    <a:pt x="20403" y="1804"/>
                  </a:lnTo>
                  <a:lnTo>
                    <a:pt x="20456" y="1909"/>
                  </a:lnTo>
                  <a:lnTo>
                    <a:pt x="20496" y="2015"/>
                  </a:lnTo>
                  <a:lnTo>
                    <a:pt x="20522" y="2133"/>
                  </a:lnTo>
                  <a:lnTo>
                    <a:pt x="20548" y="2252"/>
                  </a:lnTo>
                  <a:lnTo>
                    <a:pt x="20548" y="2370"/>
                  </a:lnTo>
                  <a:lnTo>
                    <a:pt x="20548" y="2502"/>
                  </a:lnTo>
                  <a:lnTo>
                    <a:pt x="20522" y="2620"/>
                  </a:lnTo>
                  <a:lnTo>
                    <a:pt x="20496" y="2726"/>
                  </a:lnTo>
                  <a:lnTo>
                    <a:pt x="20456" y="2844"/>
                  </a:lnTo>
                  <a:lnTo>
                    <a:pt x="20403" y="2949"/>
                  </a:lnTo>
                  <a:lnTo>
                    <a:pt x="20338" y="3041"/>
                  </a:lnTo>
                  <a:lnTo>
                    <a:pt x="20272" y="3134"/>
                  </a:lnTo>
                  <a:lnTo>
                    <a:pt x="20193" y="3226"/>
                  </a:lnTo>
                  <a:lnTo>
                    <a:pt x="20114" y="3292"/>
                  </a:lnTo>
                  <a:lnTo>
                    <a:pt x="20022" y="3371"/>
                  </a:lnTo>
                  <a:lnTo>
                    <a:pt x="19916" y="3423"/>
                  </a:lnTo>
                  <a:lnTo>
                    <a:pt x="19811" y="3476"/>
                  </a:lnTo>
                  <a:lnTo>
                    <a:pt x="19706" y="3515"/>
                  </a:lnTo>
                  <a:lnTo>
                    <a:pt x="19587" y="3542"/>
                  </a:lnTo>
                  <a:lnTo>
                    <a:pt x="19469" y="3568"/>
                  </a:lnTo>
                  <a:lnTo>
                    <a:pt x="19232" y="3568"/>
                  </a:lnTo>
                  <a:lnTo>
                    <a:pt x="19113" y="3542"/>
                  </a:lnTo>
                  <a:lnTo>
                    <a:pt x="18995" y="3515"/>
                  </a:lnTo>
                  <a:lnTo>
                    <a:pt x="18890" y="3476"/>
                  </a:lnTo>
                  <a:lnTo>
                    <a:pt x="18784" y="3423"/>
                  </a:lnTo>
                  <a:lnTo>
                    <a:pt x="18679" y="3371"/>
                  </a:lnTo>
                  <a:lnTo>
                    <a:pt x="18587" y="3292"/>
                  </a:lnTo>
                  <a:lnTo>
                    <a:pt x="18508" y="3226"/>
                  </a:lnTo>
                  <a:lnTo>
                    <a:pt x="18429" y="3134"/>
                  </a:lnTo>
                  <a:lnTo>
                    <a:pt x="18363" y="3041"/>
                  </a:lnTo>
                  <a:lnTo>
                    <a:pt x="18297" y="2949"/>
                  </a:lnTo>
                  <a:lnTo>
                    <a:pt x="18245" y="2844"/>
                  </a:lnTo>
                  <a:lnTo>
                    <a:pt x="18205" y="2726"/>
                  </a:lnTo>
                  <a:lnTo>
                    <a:pt x="18179" y="2620"/>
                  </a:lnTo>
                  <a:lnTo>
                    <a:pt x="18166" y="2502"/>
                  </a:lnTo>
                  <a:lnTo>
                    <a:pt x="18152" y="2370"/>
                  </a:lnTo>
                  <a:lnTo>
                    <a:pt x="18166" y="2252"/>
                  </a:lnTo>
                  <a:lnTo>
                    <a:pt x="18179" y="2133"/>
                  </a:lnTo>
                  <a:lnTo>
                    <a:pt x="18205" y="2015"/>
                  </a:lnTo>
                  <a:lnTo>
                    <a:pt x="18245" y="1909"/>
                  </a:lnTo>
                  <a:lnTo>
                    <a:pt x="18297" y="1804"/>
                  </a:lnTo>
                  <a:lnTo>
                    <a:pt x="18363" y="1699"/>
                  </a:lnTo>
                  <a:lnTo>
                    <a:pt x="18429" y="1607"/>
                  </a:lnTo>
                  <a:lnTo>
                    <a:pt x="18508" y="1528"/>
                  </a:lnTo>
                  <a:lnTo>
                    <a:pt x="18587" y="1449"/>
                  </a:lnTo>
                  <a:lnTo>
                    <a:pt x="18679" y="1383"/>
                  </a:lnTo>
                  <a:lnTo>
                    <a:pt x="18784" y="1317"/>
                  </a:lnTo>
                  <a:lnTo>
                    <a:pt x="18890" y="1278"/>
                  </a:lnTo>
                  <a:lnTo>
                    <a:pt x="18995" y="1225"/>
                  </a:lnTo>
                  <a:lnTo>
                    <a:pt x="19113" y="1199"/>
                  </a:lnTo>
                  <a:lnTo>
                    <a:pt x="19232" y="1185"/>
                  </a:lnTo>
                  <a:lnTo>
                    <a:pt x="19350" y="1172"/>
                  </a:lnTo>
                  <a:close/>
                  <a:moveTo>
                    <a:pt x="19140" y="1"/>
                  </a:moveTo>
                  <a:lnTo>
                    <a:pt x="18942" y="27"/>
                  </a:lnTo>
                  <a:lnTo>
                    <a:pt x="18745" y="67"/>
                  </a:lnTo>
                  <a:lnTo>
                    <a:pt x="18561" y="132"/>
                  </a:lnTo>
                  <a:lnTo>
                    <a:pt x="18376" y="198"/>
                  </a:lnTo>
                  <a:lnTo>
                    <a:pt x="18205" y="290"/>
                  </a:lnTo>
                  <a:lnTo>
                    <a:pt x="18034" y="396"/>
                  </a:lnTo>
                  <a:lnTo>
                    <a:pt x="17889" y="501"/>
                  </a:lnTo>
                  <a:lnTo>
                    <a:pt x="17731" y="633"/>
                  </a:lnTo>
                  <a:lnTo>
                    <a:pt x="17600" y="764"/>
                  </a:lnTo>
                  <a:lnTo>
                    <a:pt x="17481" y="909"/>
                  </a:lnTo>
                  <a:lnTo>
                    <a:pt x="17363" y="1067"/>
                  </a:lnTo>
                  <a:lnTo>
                    <a:pt x="17257" y="1238"/>
                  </a:lnTo>
                  <a:lnTo>
                    <a:pt x="17178" y="1409"/>
                  </a:lnTo>
                  <a:lnTo>
                    <a:pt x="17099" y="1593"/>
                  </a:lnTo>
                  <a:lnTo>
                    <a:pt x="17047" y="1778"/>
                  </a:lnTo>
                  <a:lnTo>
                    <a:pt x="0" y="1778"/>
                  </a:lnTo>
                  <a:lnTo>
                    <a:pt x="0" y="2962"/>
                  </a:lnTo>
                  <a:lnTo>
                    <a:pt x="17047" y="2962"/>
                  </a:lnTo>
                  <a:lnTo>
                    <a:pt x="17099" y="3160"/>
                  </a:lnTo>
                  <a:lnTo>
                    <a:pt x="17178" y="3331"/>
                  </a:lnTo>
                  <a:lnTo>
                    <a:pt x="17257" y="3515"/>
                  </a:lnTo>
                  <a:lnTo>
                    <a:pt x="17363" y="3673"/>
                  </a:lnTo>
                  <a:lnTo>
                    <a:pt x="17481" y="3831"/>
                  </a:lnTo>
                  <a:lnTo>
                    <a:pt x="17600" y="3976"/>
                  </a:lnTo>
                  <a:lnTo>
                    <a:pt x="17731" y="4121"/>
                  </a:lnTo>
                  <a:lnTo>
                    <a:pt x="17889" y="4239"/>
                  </a:lnTo>
                  <a:lnTo>
                    <a:pt x="18034" y="4358"/>
                  </a:lnTo>
                  <a:lnTo>
                    <a:pt x="18205" y="4463"/>
                  </a:lnTo>
                  <a:lnTo>
                    <a:pt x="18376" y="4542"/>
                  </a:lnTo>
                  <a:lnTo>
                    <a:pt x="18561" y="4621"/>
                  </a:lnTo>
                  <a:lnTo>
                    <a:pt x="18745" y="4674"/>
                  </a:lnTo>
                  <a:lnTo>
                    <a:pt x="18942" y="4713"/>
                  </a:lnTo>
                  <a:lnTo>
                    <a:pt x="19140" y="4740"/>
                  </a:lnTo>
                  <a:lnTo>
                    <a:pt x="19350" y="4753"/>
                  </a:lnTo>
                  <a:lnTo>
                    <a:pt x="19600" y="4740"/>
                  </a:lnTo>
                  <a:lnTo>
                    <a:pt x="19824" y="4700"/>
                  </a:lnTo>
                  <a:lnTo>
                    <a:pt x="20061" y="4647"/>
                  </a:lnTo>
                  <a:lnTo>
                    <a:pt x="20272" y="4568"/>
                  </a:lnTo>
                  <a:lnTo>
                    <a:pt x="20482" y="4463"/>
                  </a:lnTo>
                  <a:lnTo>
                    <a:pt x="20680" y="4345"/>
                  </a:lnTo>
                  <a:lnTo>
                    <a:pt x="20864" y="4213"/>
                  </a:lnTo>
                  <a:lnTo>
                    <a:pt x="21035" y="4055"/>
                  </a:lnTo>
                  <a:lnTo>
                    <a:pt x="21180" y="3884"/>
                  </a:lnTo>
                  <a:lnTo>
                    <a:pt x="21325" y="3700"/>
                  </a:lnTo>
                  <a:lnTo>
                    <a:pt x="21443" y="3502"/>
                  </a:lnTo>
                  <a:lnTo>
                    <a:pt x="21549" y="3305"/>
                  </a:lnTo>
                  <a:lnTo>
                    <a:pt x="21628" y="3081"/>
                  </a:lnTo>
                  <a:lnTo>
                    <a:pt x="21680" y="2857"/>
                  </a:lnTo>
                  <a:lnTo>
                    <a:pt x="21720" y="2620"/>
                  </a:lnTo>
                  <a:lnTo>
                    <a:pt x="21733" y="2370"/>
                  </a:lnTo>
                  <a:lnTo>
                    <a:pt x="21720" y="2133"/>
                  </a:lnTo>
                  <a:lnTo>
                    <a:pt x="21680" y="1896"/>
                  </a:lnTo>
                  <a:lnTo>
                    <a:pt x="21628" y="1672"/>
                  </a:lnTo>
                  <a:lnTo>
                    <a:pt x="21549" y="1449"/>
                  </a:lnTo>
                  <a:lnTo>
                    <a:pt x="21443" y="1238"/>
                  </a:lnTo>
                  <a:lnTo>
                    <a:pt x="21325" y="1041"/>
                  </a:lnTo>
                  <a:lnTo>
                    <a:pt x="21180" y="856"/>
                  </a:lnTo>
                  <a:lnTo>
                    <a:pt x="21035" y="698"/>
                  </a:lnTo>
                  <a:lnTo>
                    <a:pt x="20864" y="540"/>
                  </a:lnTo>
                  <a:lnTo>
                    <a:pt x="20680" y="409"/>
                  </a:lnTo>
                  <a:lnTo>
                    <a:pt x="20482" y="277"/>
                  </a:lnTo>
                  <a:lnTo>
                    <a:pt x="20272" y="185"/>
                  </a:lnTo>
                  <a:lnTo>
                    <a:pt x="20061" y="106"/>
                  </a:lnTo>
                  <a:lnTo>
                    <a:pt x="19824" y="40"/>
                  </a:lnTo>
                  <a:lnTo>
                    <a:pt x="19600" y="14"/>
                  </a:lnTo>
                  <a:lnTo>
                    <a:pt x="19350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4"/>
            <p:cNvSpPr/>
            <p:nvPr/>
          </p:nvSpPr>
          <p:spPr>
            <a:xfrm>
              <a:off x="5244800" y="2763850"/>
              <a:ext cx="1016575" cy="721400"/>
            </a:xfrm>
            <a:custGeom>
              <a:avLst/>
              <a:gdLst/>
              <a:ahLst/>
              <a:cxnLst/>
              <a:rect l="l" t="t" r="r" b="b"/>
              <a:pathLst>
                <a:path w="40663" h="28856" extrusionOk="0">
                  <a:moveTo>
                    <a:pt x="38280" y="25275"/>
                  </a:moveTo>
                  <a:lnTo>
                    <a:pt x="38412" y="25288"/>
                  </a:lnTo>
                  <a:lnTo>
                    <a:pt x="38530" y="25301"/>
                  </a:lnTo>
                  <a:lnTo>
                    <a:pt x="38636" y="25341"/>
                  </a:lnTo>
                  <a:lnTo>
                    <a:pt x="38754" y="25380"/>
                  </a:lnTo>
                  <a:lnTo>
                    <a:pt x="38859" y="25420"/>
                  </a:lnTo>
                  <a:lnTo>
                    <a:pt x="38952" y="25486"/>
                  </a:lnTo>
                  <a:lnTo>
                    <a:pt x="39044" y="25551"/>
                  </a:lnTo>
                  <a:lnTo>
                    <a:pt x="39136" y="25630"/>
                  </a:lnTo>
                  <a:lnTo>
                    <a:pt x="39202" y="25722"/>
                  </a:lnTo>
                  <a:lnTo>
                    <a:pt x="39281" y="25815"/>
                  </a:lnTo>
                  <a:lnTo>
                    <a:pt x="39333" y="25907"/>
                  </a:lnTo>
                  <a:lnTo>
                    <a:pt x="39386" y="26012"/>
                  </a:lnTo>
                  <a:lnTo>
                    <a:pt x="39425" y="26117"/>
                  </a:lnTo>
                  <a:lnTo>
                    <a:pt x="39452" y="26236"/>
                  </a:lnTo>
                  <a:lnTo>
                    <a:pt x="39478" y="26354"/>
                  </a:lnTo>
                  <a:lnTo>
                    <a:pt x="39478" y="26473"/>
                  </a:lnTo>
                  <a:lnTo>
                    <a:pt x="39478" y="26604"/>
                  </a:lnTo>
                  <a:lnTo>
                    <a:pt x="39452" y="26723"/>
                  </a:lnTo>
                  <a:lnTo>
                    <a:pt x="39425" y="26828"/>
                  </a:lnTo>
                  <a:lnTo>
                    <a:pt x="39386" y="26947"/>
                  </a:lnTo>
                  <a:lnTo>
                    <a:pt x="39333" y="27052"/>
                  </a:lnTo>
                  <a:lnTo>
                    <a:pt x="39281" y="27144"/>
                  </a:lnTo>
                  <a:lnTo>
                    <a:pt x="39202" y="27236"/>
                  </a:lnTo>
                  <a:lnTo>
                    <a:pt x="39136" y="27328"/>
                  </a:lnTo>
                  <a:lnTo>
                    <a:pt x="39044" y="27407"/>
                  </a:lnTo>
                  <a:lnTo>
                    <a:pt x="38952" y="27473"/>
                  </a:lnTo>
                  <a:lnTo>
                    <a:pt x="38859" y="27526"/>
                  </a:lnTo>
                  <a:lnTo>
                    <a:pt x="38754" y="27579"/>
                  </a:lnTo>
                  <a:lnTo>
                    <a:pt x="38636" y="27618"/>
                  </a:lnTo>
                  <a:lnTo>
                    <a:pt x="38530" y="27658"/>
                  </a:lnTo>
                  <a:lnTo>
                    <a:pt x="38412" y="27671"/>
                  </a:lnTo>
                  <a:lnTo>
                    <a:pt x="38162" y="27671"/>
                  </a:lnTo>
                  <a:lnTo>
                    <a:pt x="38043" y="27658"/>
                  </a:lnTo>
                  <a:lnTo>
                    <a:pt x="37925" y="27618"/>
                  </a:lnTo>
                  <a:lnTo>
                    <a:pt x="37819" y="27579"/>
                  </a:lnTo>
                  <a:lnTo>
                    <a:pt x="37714" y="27526"/>
                  </a:lnTo>
                  <a:lnTo>
                    <a:pt x="37609" y="27473"/>
                  </a:lnTo>
                  <a:lnTo>
                    <a:pt x="37517" y="27407"/>
                  </a:lnTo>
                  <a:lnTo>
                    <a:pt x="37438" y="27328"/>
                  </a:lnTo>
                  <a:lnTo>
                    <a:pt x="37359" y="27236"/>
                  </a:lnTo>
                  <a:lnTo>
                    <a:pt x="37293" y="27144"/>
                  </a:lnTo>
                  <a:lnTo>
                    <a:pt x="37227" y="27052"/>
                  </a:lnTo>
                  <a:lnTo>
                    <a:pt x="37174" y="26947"/>
                  </a:lnTo>
                  <a:lnTo>
                    <a:pt x="37135" y="26828"/>
                  </a:lnTo>
                  <a:lnTo>
                    <a:pt x="37109" y="26723"/>
                  </a:lnTo>
                  <a:lnTo>
                    <a:pt x="37095" y="26604"/>
                  </a:lnTo>
                  <a:lnTo>
                    <a:pt x="37082" y="26473"/>
                  </a:lnTo>
                  <a:lnTo>
                    <a:pt x="37095" y="26354"/>
                  </a:lnTo>
                  <a:lnTo>
                    <a:pt x="37109" y="26236"/>
                  </a:lnTo>
                  <a:lnTo>
                    <a:pt x="37135" y="26117"/>
                  </a:lnTo>
                  <a:lnTo>
                    <a:pt x="37174" y="26012"/>
                  </a:lnTo>
                  <a:lnTo>
                    <a:pt x="37227" y="25907"/>
                  </a:lnTo>
                  <a:lnTo>
                    <a:pt x="37293" y="25815"/>
                  </a:lnTo>
                  <a:lnTo>
                    <a:pt x="37359" y="25722"/>
                  </a:lnTo>
                  <a:lnTo>
                    <a:pt x="37438" y="25630"/>
                  </a:lnTo>
                  <a:lnTo>
                    <a:pt x="37517" y="25551"/>
                  </a:lnTo>
                  <a:lnTo>
                    <a:pt x="37609" y="25486"/>
                  </a:lnTo>
                  <a:lnTo>
                    <a:pt x="37714" y="25420"/>
                  </a:lnTo>
                  <a:lnTo>
                    <a:pt x="37819" y="25380"/>
                  </a:lnTo>
                  <a:lnTo>
                    <a:pt x="37925" y="25341"/>
                  </a:lnTo>
                  <a:lnTo>
                    <a:pt x="38043" y="25301"/>
                  </a:lnTo>
                  <a:lnTo>
                    <a:pt x="38162" y="25288"/>
                  </a:lnTo>
                  <a:lnTo>
                    <a:pt x="38280" y="25275"/>
                  </a:lnTo>
                  <a:close/>
                  <a:moveTo>
                    <a:pt x="1" y="1"/>
                  </a:moveTo>
                  <a:lnTo>
                    <a:pt x="1" y="19207"/>
                  </a:lnTo>
                  <a:lnTo>
                    <a:pt x="30264" y="19207"/>
                  </a:lnTo>
                  <a:lnTo>
                    <a:pt x="36266" y="25209"/>
                  </a:lnTo>
                  <a:lnTo>
                    <a:pt x="36187" y="25354"/>
                  </a:lnTo>
                  <a:lnTo>
                    <a:pt x="36121" y="25499"/>
                  </a:lnTo>
                  <a:lnTo>
                    <a:pt x="36056" y="25657"/>
                  </a:lnTo>
                  <a:lnTo>
                    <a:pt x="36003" y="25815"/>
                  </a:lnTo>
                  <a:lnTo>
                    <a:pt x="35963" y="25973"/>
                  </a:lnTo>
                  <a:lnTo>
                    <a:pt x="35924" y="26131"/>
                  </a:lnTo>
                  <a:lnTo>
                    <a:pt x="35911" y="26302"/>
                  </a:lnTo>
                  <a:lnTo>
                    <a:pt x="35911" y="26473"/>
                  </a:lnTo>
                  <a:lnTo>
                    <a:pt x="35924" y="26723"/>
                  </a:lnTo>
                  <a:lnTo>
                    <a:pt x="35950" y="26960"/>
                  </a:lnTo>
                  <a:lnTo>
                    <a:pt x="36016" y="27184"/>
                  </a:lnTo>
                  <a:lnTo>
                    <a:pt x="36095" y="27407"/>
                  </a:lnTo>
                  <a:lnTo>
                    <a:pt x="36187" y="27605"/>
                  </a:lnTo>
                  <a:lnTo>
                    <a:pt x="36306" y="27802"/>
                  </a:lnTo>
                  <a:lnTo>
                    <a:pt x="36450" y="27987"/>
                  </a:lnTo>
                  <a:lnTo>
                    <a:pt x="36608" y="28158"/>
                  </a:lnTo>
                  <a:lnTo>
                    <a:pt x="36766" y="28316"/>
                  </a:lnTo>
                  <a:lnTo>
                    <a:pt x="36951" y="28447"/>
                  </a:lnTo>
                  <a:lnTo>
                    <a:pt x="37148" y="28566"/>
                  </a:lnTo>
                  <a:lnTo>
                    <a:pt x="37359" y="28671"/>
                  </a:lnTo>
                  <a:lnTo>
                    <a:pt x="37583" y="28750"/>
                  </a:lnTo>
                  <a:lnTo>
                    <a:pt x="37806" y="28803"/>
                  </a:lnTo>
                  <a:lnTo>
                    <a:pt x="38043" y="28842"/>
                  </a:lnTo>
                  <a:lnTo>
                    <a:pt x="38280" y="28855"/>
                  </a:lnTo>
                  <a:lnTo>
                    <a:pt x="38530" y="28842"/>
                  </a:lnTo>
                  <a:lnTo>
                    <a:pt x="38767" y="28803"/>
                  </a:lnTo>
                  <a:lnTo>
                    <a:pt x="38991" y="28750"/>
                  </a:lnTo>
                  <a:lnTo>
                    <a:pt x="39215" y="28671"/>
                  </a:lnTo>
                  <a:lnTo>
                    <a:pt x="39412" y="28566"/>
                  </a:lnTo>
                  <a:lnTo>
                    <a:pt x="39610" y="28447"/>
                  </a:lnTo>
                  <a:lnTo>
                    <a:pt x="39794" y="28316"/>
                  </a:lnTo>
                  <a:lnTo>
                    <a:pt x="39965" y="28158"/>
                  </a:lnTo>
                  <a:lnTo>
                    <a:pt x="40123" y="27987"/>
                  </a:lnTo>
                  <a:lnTo>
                    <a:pt x="40255" y="27802"/>
                  </a:lnTo>
                  <a:lnTo>
                    <a:pt x="40373" y="27605"/>
                  </a:lnTo>
                  <a:lnTo>
                    <a:pt x="40479" y="27407"/>
                  </a:lnTo>
                  <a:lnTo>
                    <a:pt x="40557" y="27184"/>
                  </a:lnTo>
                  <a:lnTo>
                    <a:pt x="40610" y="26960"/>
                  </a:lnTo>
                  <a:lnTo>
                    <a:pt x="40650" y="26723"/>
                  </a:lnTo>
                  <a:lnTo>
                    <a:pt x="40663" y="26473"/>
                  </a:lnTo>
                  <a:lnTo>
                    <a:pt x="40650" y="26236"/>
                  </a:lnTo>
                  <a:lnTo>
                    <a:pt x="40610" y="25999"/>
                  </a:lnTo>
                  <a:lnTo>
                    <a:pt x="40557" y="25775"/>
                  </a:lnTo>
                  <a:lnTo>
                    <a:pt x="40479" y="25551"/>
                  </a:lnTo>
                  <a:lnTo>
                    <a:pt x="40373" y="25341"/>
                  </a:lnTo>
                  <a:lnTo>
                    <a:pt x="40255" y="25143"/>
                  </a:lnTo>
                  <a:lnTo>
                    <a:pt x="40123" y="24972"/>
                  </a:lnTo>
                  <a:lnTo>
                    <a:pt x="39965" y="24801"/>
                  </a:lnTo>
                  <a:lnTo>
                    <a:pt x="39794" y="24643"/>
                  </a:lnTo>
                  <a:lnTo>
                    <a:pt x="39610" y="24511"/>
                  </a:lnTo>
                  <a:lnTo>
                    <a:pt x="39412" y="24393"/>
                  </a:lnTo>
                  <a:lnTo>
                    <a:pt x="39215" y="24288"/>
                  </a:lnTo>
                  <a:lnTo>
                    <a:pt x="38991" y="24209"/>
                  </a:lnTo>
                  <a:lnTo>
                    <a:pt x="38767" y="24143"/>
                  </a:lnTo>
                  <a:lnTo>
                    <a:pt x="38530" y="24117"/>
                  </a:lnTo>
                  <a:lnTo>
                    <a:pt x="38280" y="24103"/>
                  </a:lnTo>
                  <a:lnTo>
                    <a:pt x="38122" y="24103"/>
                  </a:lnTo>
                  <a:lnTo>
                    <a:pt x="37977" y="24117"/>
                  </a:lnTo>
                  <a:lnTo>
                    <a:pt x="37819" y="24143"/>
                  </a:lnTo>
                  <a:lnTo>
                    <a:pt x="37675" y="24182"/>
                  </a:lnTo>
                  <a:lnTo>
                    <a:pt x="37530" y="24222"/>
                  </a:lnTo>
                  <a:lnTo>
                    <a:pt x="37398" y="24275"/>
                  </a:lnTo>
                  <a:lnTo>
                    <a:pt x="37253" y="24327"/>
                  </a:lnTo>
                  <a:lnTo>
                    <a:pt x="37122" y="24406"/>
                  </a:lnTo>
                  <a:lnTo>
                    <a:pt x="30764" y="18035"/>
                  </a:lnTo>
                  <a:lnTo>
                    <a:pt x="1172" y="18035"/>
                  </a:lnTo>
                  <a:lnTo>
                    <a:pt x="1172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4"/>
            <p:cNvSpPr/>
            <p:nvPr/>
          </p:nvSpPr>
          <p:spPr>
            <a:xfrm>
              <a:off x="5370525" y="2744125"/>
              <a:ext cx="1047825" cy="619025"/>
            </a:xfrm>
            <a:custGeom>
              <a:avLst/>
              <a:gdLst/>
              <a:ahLst/>
              <a:cxnLst/>
              <a:rect l="l" t="t" r="r" b="b"/>
              <a:pathLst>
                <a:path w="41913" h="24761" extrusionOk="0">
                  <a:moveTo>
                    <a:pt x="39530" y="21180"/>
                  </a:moveTo>
                  <a:lnTo>
                    <a:pt x="39649" y="21193"/>
                  </a:lnTo>
                  <a:lnTo>
                    <a:pt x="39767" y="21207"/>
                  </a:lnTo>
                  <a:lnTo>
                    <a:pt x="39886" y="21233"/>
                  </a:lnTo>
                  <a:lnTo>
                    <a:pt x="39991" y="21272"/>
                  </a:lnTo>
                  <a:lnTo>
                    <a:pt x="40096" y="21325"/>
                  </a:lnTo>
                  <a:lnTo>
                    <a:pt x="40202" y="21391"/>
                  </a:lnTo>
                  <a:lnTo>
                    <a:pt x="40294" y="21457"/>
                  </a:lnTo>
                  <a:lnTo>
                    <a:pt x="40373" y="21536"/>
                  </a:lnTo>
                  <a:lnTo>
                    <a:pt x="40452" y="21615"/>
                  </a:lnTo>
                  <a:lnTo>
                    <a:pt x="40517" y="21707"/>
                  </a:lnTo>
                  <a:lnTo>
                    <a:pt x="40583" y="21812"/>
                  </a:lnTo>
                  <a:lnTo>
                    <a:pt x="40636" y="21917"/>
                  </a:lnTo>
                  <a:lnTo>
                    <a:pt x="40675" y="22023"/>
                  </a:lnTo>
                  <a:lnTo>
                    <a:pt x="40702" y="22141"/>
                  </a:lnTo>
                  <a:lnTo>
                    <a:pt x="40728" y="22260"/>
                  </a:lnTo>
                  <a:lnTo>
                    <a:pt x="40728" y="22378"/>
                  </a:lnTo>
                  <a:lnTo>
                    <a:pt x="40728" y="22497"/>
                  </a:lnTo>
                  <a:lnTo>
                    <a:pt x="40702" y="22615"/>
                  </a:lnTo>
                  <a:lnTo>
                    <a:pt x="40675" y="22734"/>
                  </a:lnTo>
                  <a:lnTo>
                    <a:pt x="40636" y="22839"/>
                  </a:lnTo>
                  <a:lnTo>
                    <a:pt x="40583" y="22944"/>
                  </a:lnTo>
                  <a:lnTo>
                    <a:pt x="40517" y="23049"/>
                  </a:lnTo>
                  <a:lnTo>
                    <a:pt x="40452" y="23142"/>
                  </a:lnTo>
                  <a:lnTo>
                    <a:pt x="40373" y="23221"/>
                  </a:lnTo>
                  <a:lnTo>
                    <a:pt x="40294" y="23300"/>
                  </a:lnTo>
                  <a:lnTo>
                    <a:pt x="40202" y="23365"/>
                  </a:lnTo>
                  <a:lnTo>
                    <a:pt x="40096" y="23431"/>
                  </a:lnTo>
                  <a:lnTo>
                    <a:pt x="39991" y="23484"/>
                  </a:lnTo>
                  <a:lnTo>
                    <a:pt x="39886" y="23523"/>
                  </a:lnTo>
                  <a:lnTo>
                    <a:pt x="39767" y="23550"/>
                  </a:lnTo>
                  <a:lnTo>
                    <a:pt x="39649" y="23576"/>
                  </a:lnTo>
                  <a:lnTo>
                    <a:pt x="39412" y="23576"/>
                  </a:lnTo>
                  <a:lnTo>
                    <a:pt x="39293" y="23550"/>
                  </a:lnTo>
                  <a:lnTo>
                    <a:pt x="39175" y="23523"/>
                  </a:lnTo>
                  <a:lnTo>
                    <a:pt x="39069" y="23484"/>
                  </a:lnTo>
                  <a:lnTo>
                    <a:pt x="38964" y="23431"/>
                  </a:lnTo>
                  <a:lnTo>
                    <a:pt x="38859" y="23365"/>
                  </a:lnTo>
                  <a:lnTo>
                    <a:pt x="38767" y="23300"/>
                  </a:lnTo>
                  <a:lnTo>
                    <a:pt x="38688" y="23221"/>
                  </a:lnTo>
                  <a:lnTo>
                    <a:pt x="38609" y="23142"/>
                  </a:lnTo>
                  <a:lnTo>
                    <a:pt x="38543" y="23049"/>
                  </a:lnTo>
                  <a:lnTo>
                    <a:pt x="38477" y="22944"/>
                  </a:lnTo>
                  <a:lnTo>
                    <a:pt x="38424" y="22839"/>
                  </a:lnTo>
                  <a:lnTo>
                    <a:pt x="38385" y="22734"/>
                  </a:lnTo>
                  <a:lnTo>
                    <a:pt x="38359" y="22615"/>
                  </a:lnTo>
                  <a:lnTo>
                    <a:pt x="38345" y="22497"/>
                  </a:lnTo>
                  <a:lnTo>
                    <a:pt x="38332" y="22378"/>
                  </a:lnTo>
                  <a:lnTo>
                    <a:pt x="38345" y="22260"/>
                  </a:lnTo>
                  <a:lnTo>
                    <a:pt x="38359" y="22141"/>
                  </a:lnTo>
                  <a:lnTo>
                    <a:pt x="38385" y="22023"/>
                  </a:lnTo>
                  <a:lnTo>
                    <a:pt x="38424" y="21917"/>
                  </a:lnTo>
                  <a:lnTo>
                    <a:pt x="38477" y="21812"/>
                  </a:lnTo>
                  <a:lnTo>
                    <a:pt x="38543" y="21707"/>
                  </a:lnTo>
                  <a:lnTo>
                    <a:pt x="38609" y="21615"/>
                  </a:lnTo>
                  <a:lnTo>
                    <a:pt x="38688" y="21536"/>
                  </a:lnTo>
                  <a:lnTo>
                    <a:pt x="38767" y="21457"/>
                  </a:lnTo>
                  <a:lnTo>
                    <a:pt x="38859" y="21391"/>
                  </a:lnTo>
                  <a:lnTo>
                    <a:pt x="38964" y="21325"/>
                  </a:lnTo>
                  <a:lnTo>
                    <a:pt x="39069" y="21272"/>
                  </a:lnTo>
                  <a:lnTo>
                    <a:pt x="39175" y="21233"/>
                  </a:lnTo>
                  <a:lnTo>
                    <a:pt x="39293" y="21207"/>
                  </a:lnTo>
                  <a:lnTo>
                    <a:pt x="39412" y="21193"/>
                  </a:lnTo>
                  <a:lnTo>
                    <a:pt x="39530" y="21180"/>
                  </a:lnTo>
                  <a:close/>
                  <a:moveTo>
                    <a:pt x="0" y="0"/>
                  </a:moveTo>
                  <a:lnTo>
                    <a:pt x="0" y="13914"/>
                  </a:lnTo>
                  <a:lnTo>
                    <a:pt x="30276" y="13914"/>
                  </a:lnTo>
                  <a:lnTo>
                    <a:pt x="37503" y="21141"/>
                  </a:lnTo>
                  <a:lnTo>
                    <a:pt x="37424" y="21272"/>
                  </a:lnTo>
                  <a:lnTo>
                    <a:pt x="37358" y="21417"/>
                  </a:lnTo>
                  <a:lnTo>
                    <a:pt x="37292" y="21575"/>
                  </a:lnTo>
                  <a:lnTo>
                    <a:pt x="37240" y="21720"/>
                  </a:lnTo>
                  <a:lnTo>
                    <a:pt x="37200" y="21878"/>
                  </a:lnTo>
                  <a:lnTo>
                    <a:pt x="37174" y="22049"/>
                  </a:lnTo>
                  <a:lnTo>
                    <a:pt x="37161" y="22207"/>
                  </a:lnTo>
                  <a:lnTo>
                    <a:pt x="37148" y="22378"/>
                  </a:lnTo>
                  <a:lnTo>
                    <a:pt x="37161" y="22628"/>
                  </a:lnTo>
                  <a:lnTo>
                    <a:pt x="37200" y="22852"/>
                  </a:lnTo>
                  <a:lnTo>
                    <a:pt x="37266" y="23089"/>
                  </a:lnTo>
                  <a:lnTo>
                    <a:pt x="37345" y="23300"/>
                  </a:lnTo>
                  <a:lnTo>
                    <a:pt x="37437" y="23510"/>
                  </a:lnTo>
                  <a:lnTo>
                    <a:pt x="37556" y="23708"/>
                  </a:lnTo>
                  <a:lnTo>
                    <a:pt x="37700" y="23892"/>
                  </a:lnTo>
                  <a:lnTo>
                    <a:pt x="37845" y="24063"/>
                  </a:lnTo>
                  <a:lnTo>
                    <a:pt x="38016" y="24208"/>
                  </a:lnTo>
                  <a:lnTo>
                    <a:pt x="38201" y="24353"/>
                  </a:lnTo>
                  <a:lnTo>
                    <a:pt x="38398" y="24471"/>
                  </a:lnTo>
                  <a:lnTo>
                    <a:pt x="38609" y="24576"/>
                  </a:lnTo>
                  <a:lnTo>
                    <a:pt x="38819" y="24655"/>
                  </a:lnTo>
                  <a:lnTo>
                    <a:pt x="39056" y="24708"/>
                  </a:lnTo>
                  <a:lnTo>
                    <a:pt x="39293" y="24748"/>
                  </a:lnTo>
                  <a:lnTo>
                    <a:pt x="39530" y="24761"/>
                  </a:lnTo>
                  <a:lnTo>
                    <a:pt x="39780" y="24748"/>
                  </a:lnTo>
                  <a:lnTo>
                    <a:pt x="40004" y="24708"/>
                  </a:lnTo>
                  <a:lnTo>
                    <a:pt x="40241" y="24655"/>
                  </a:lnTo>
                  <a:lnTo>
                    <a:pt x="40452" y="24576"/>
                  </a:lnTo>
                  <a:lnTo>
                    <a:pt x="40662" y="24471"/>
                  </a:lnTo>
                  <a:lnTo>
                    <a:pt x="40860" y="24353"/>
                  </a:lnTo>
                  <a:lnTo>
                    <a:pt x="41044" y="24208"/>
                  </a:lnTo>
                  <a:lnTo>
                    <a:pt x="41215" y="24063"/>
                  </a:lnTo>
                  <a:lnTo>
                    <a:pt x="41360" y="23892"/>
                  </a:lnTo>
                  <a:lnTo>
                    <a:pt x="41505" y="23708"/>
                  </a:lnTo>
                  <a:lnTo>
                    <a:pt x="41623" y="23510"/>
                  </a:lnTo>
                  <a:lnTo>
                    <a:pt x="41728" y="23300"/>
                  </a:lnTo>
                  <a:lnTo>
                    <a:pt x="41807" y="23089"/>
                  </a:lnTo>
                  <a:lnTo>
                    <a:pt x="41860" y="22852"/>
                  </a:lnTo>
                  <a:lnTo>
                    <a:pt x="41900" y="22628"/>
                  </a:lnTo>
                  <a:lnTo>
                    <a:pt x="41913" y="22378"/>
                  </a:lnTo>
                  <a:lnTo>
                    <a:pt x="41900" y="22141"/>
                  </a:lnTo>
                  <a:lnTo>
                    <a:pt x="41860" y="21904"/>
                  </a:lnTo>
                  <a:lnTo>
                    <a:pt x="41807" y="21667"/>
                  </a:lnTo>
                  <a:lnTo>
                    <a:pt x="41728" y="21457"/>
                  </a:lnTo>
                  <a:lnTo>
                    <a:pt x="41623" y="21246"/>
                  </a:lnTo>
                  <a:lnTo>
                    <a:pt x="41505" y="21049"/>
                  </a:lnTo>
                  <a:lnTo>
                    <a:pt x="41360" y="20864"/>
                  </a:lnTo>
                  <a:lnTo>
                    <a:pt x="41215" y="20693"/>
                  </a:lnTo>
                  <a:lnTo>
                    <a:pt x="41044" y="20548"/>
                  </a:lnTo>
                  <a:lnTo>
                    <a:pt x="40860" y="20404"/>
                  </a:lnTo>
                  <a:lnTo>
                    <a:pt x="40662" y="20285"/>
                  </a:lnTo>
                  <a:lnTo>
                    <a:pt x="40452" y="20193"/>
                  </a:lnTo>
                  <a:lnTo>
                    <a:pt x="40241" y="20114"/>
                  </a:lnTo>
                  <a:lnTo>
                    <a:pt x="40004" y="20048"/>
                  </a:lnTo>
                  <a:lnTo>
                    <a:pt x="39780" y="20009"/>
                  </a:lnTo>
                  <a:lnTo>
                    <a:pt x="39530" y="19996"/>
                  </a:lnTo>
                  <a:lnTo>
                    <a:pt x="39372" y="20009"/>
                  </a:lnTo>
                  <a:lnTo>
                    <a:pt x="39214" y="20022"/>
                  </a:lnTo>
                  <a:lnTo>
                    <a:pt x="39056" y="20048"/>
                  </a:lnTo>
                  <a:lnTo>
                    <a:pt x="38912" y="20088"/>
                  </a:lnTo>
                  <a:lnTo>
                    <a:pt x="38767" y="20127"/>
                  </a:lnTo>
                  <a:lnTo>
                    <a:pt x="38622" y="20180"/>
                  </a:lnTo>
                  <a:lnTo>
                    <a:pt x="38477" y="20246"/>
                  </a:lnTo>
                  <a:lnTo>
                    <a:pt x="38345" y="20311"/>
                  </a:lnTo>
                  <a:lnTo>
                    <a:pt x="30763" y="12729"/>
                  </a:lnTo>
                  <a:lnTo>
                    <a:pt x="1185" y="12729"/>
                  </a:lnTo>
                  <a:lnTo>
                    <a:pt x="1185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4"/>
            <p:cNvSpPr/>
            <p:nvPr/>
          </p:nvSpPr>
          <p:spPr>
            <a:xfrm>
              <a:off x="4481975" y="1997075"/>
              <a:ext cx="863225" cy="642425"/>
            </a:xfrm>
            <a:custGeom>
              <a:avLst/>
              <a:gdLst/>
              <a:ahLst/>
              <a:cxnLst/>
              <a:rect l="l" t="t" r="r" b="b"/>
              <a:pathLst>
                <a:path w="34529" h="25697" extrusionOk="0">
                  <a:moveTo>
                    <a:pt x="32146" y="22116"/>
                  </a:moveTo>
                  <a:lnTo>
                    <a:pt x="32278" y="22129"/>
                  </a:lnTo>
                  <a:lnTo>
                    <a:pt x="32396" y="22142"/>
                  </a:lnTo>
                  <a:lnTo>
                    <a:pt x="32501" y="22168"/>
                  </a:lnTo>
                  <a:lnTo>
                    <a:pt x="32620" y="22208"/>
                  </a:lnTo>
                  <a:lnTo>
                    <a:pt x="32725" y="22260"/>
                  </a:lnTo>
                  <a:lnTo>
                    <a:pt x="32817" y="22326"/>
                  </a:lnTo>
                  <a:lnTo>
                    <a:pt x="32910" y="22392"/>
                  </a:lnTo>
                  <a:lnTo>
                    <a:pt x="33002" y="22471"/>
                  </a:lnTo>
                  <a:lnTo>
                    <a:pt x="33068" y="22550"/>
                  </a:lnTo>
                  <a:lnTo>
                    <a:pt x="33146" y="22642"/>
                  </a:lnTo>
                  <a:lnTo>
                    <a:pt x="33199" y="22748"/>
                  </a:lnTo>
                  <a:lnTo>
                    <a:pt x="33252" y="22853"/>
                  </a:lnTo>
                  <a:lnTo>
                    <a:pt x="33291" y="22958"/>
                  </a:lnTo>
                  <a:lnTo>
                    <a:pt x="33318" y="23077"/>
                  </a:lnTo>
                  <a:lnTo>
                    <a:pt x="33344" y="23195"/>
                  </a:lnTo>
                  <a:lnTo>
                    <a:pt x="33344" y="23314"/>
                  </a:lnTo>
                  <a:lnTo>
                    <a:pt x="33344" y="23432"/>
                  </a:lnTo>
                  <a:lnTo>
                    <a:pt x="33318" y="23551"/>
                  </a:lnTo>
                  <a:lnTo>
                    <a:pt x="33291" y="23669"/>
                  </a:lnTo>
                  <a:lnTo>
                    <a:pt x="33252" y="23774"/>
                  </a:lnTo>
                  <a:lnTo>
                    <a:pt x="33199" y="23880"/>
                  </a:lnTo>
                  <a:lnTo>
                    <a:pt x="33146" y="23985"/>
                  </a:lnTo>
                  <a:lnTo>
                    <a:pt x="33068" y="24077"/>
                  </a:lnTo>
                  <a:lnTo>
                    <a:pt x="33002" y="24156"/>
                  </a:lnTo>
                  <a:lnTo>
                    <a:pt x="32910" y="24235"/>
                  </a:lnTo>
                  <a:lnTo>
                    <a:pt x="32817" y="24301"/>
                  </a:lnTo>
                  <a:lnTo>
                    <a:pt x="32725" y="24367"/>
                  </a:lnTo>
                  <a:lnTo>
                    <a:pt x="32620" y="24419"/>
                  </a:lnTo>
                  <a:lnTo>
                    <a:pt x="32501" y="24459"/>
                  </a:lnTo>
                  <a:lnTo>
                    <a:pt x="32396" y="24485"/>
                  </a:lnTo>
                  <a:lnTo>
                    <a:pt x="32278" y="24511"/>
                  </a:lnTo>
                  <a:lnTo>
                    <a:pt x="32028" y="24511"/>
                  </a:lnTo>
                  <a:lnTo>
                    <a:pt x="31896" y="24485"/>
                  </a:lnTo>
                  <a:lnTo>
                    <a:pt x="31777" y="24459"/>
                  </a:lnTo>
                  <a:lnTo>
                    <a:pt x="31672" y="24406"/>
                  </a:lnTo>
                  <a:lnTo>
                    <a:pt x="31567" y="24353"/>
                  </a:lnTo>
                  <a:lnTo>
                    <a:pt x="31462" y="24288"/>
                  </a:lnTo>
                  <a:lnTo>
                    <a:pt x="31369" y="24222"/>
                  </a:lnTo>
                  <a:lnTo>
                    <a:pt x="31277" y="24130"/>
                  </a:lnTo>
                  <a:lnTo>
                    <a:pt x="31409" y="24130"/>
                  </a:lnTo>
                  <a:lnTo>
                    <a:pt x="31409" y="22958"/>
                  </a:lnTo>
                  <a:lnTo>
                    <a:pt x="31001" y="22958"/>
                  </a:lnTo>
                  <a:lnTo>
                    <a:pt x="31080" y="22774"/>
                  </a:lnTo>
                  <a:lnTo>
                    <a:pt x="31172" y="22616"/>
                  </a:lnTo>
                  <a:lnTo>
                    <a:pt x="31290" y="22471"/>
                  </a:lnTo>
                  <a:lnTo>
                    <a:pt x="31435" y="22353"/>
                  </a:lnTo>
                  <a:lnTo>
                    <a:pt x="31593" y="22260"/>
                  </a:lnTo>
                  <a:lnTo>
                    <a:pt x="31764" y="22182"/>
                  </a:lnTo>
                  <a:lnTo>
                    <a:pt x="31949" y="22129"/>
                  </a:lnTo>
                  <a:lnTo>
                    <a:pt x="32054" y="22116"/>
                  </a:lnTo>
                  <a:close/>
                  <a:moveTo>
                    <a:pt x="1" y="1"/>
                  </a:moveTo>
                  <a:lnTo>
                    <a:pt x="1" y="1186"/>
                  </a:lnTo>
                  <a:lnTo>
                    <a:pt x="15494" y="1186"/>
                  </a:lnTo>
                  <a:lnTo>
                    <a:pt x="15494" y="24130"/>
                  </a:lnTo>
                  <a:lnTo>
                    <a:pt x="29921" y="24130"/>
                  </a:lnTo>
                  <a:lnTo>
                    <a:pt x="29987" y="24301"/>
                  </a:lnTo>
                  <a:lnTo>
                    <a:pt x="30066" y="24459"/>
                  </a:lnTo>
                  <a:lnTo>
                    <a:pt x="30158" y="24617"/>
                  </a:lnTo>
                  <a:lnTo>
                    <a:pt x="30264" y="24762"/>
                  </a:lnTo>
                  <a:lnTo>
                    <a:pt x="30382" y="24893"/>
                  </a:lnTo>
                  <a:lnTo>
                    <a:pt x="30501" y="25025"/>
                  </a:lnTo>
                  <a:lnTo>
                    <a:pt x="30632" y="25143"/>
                  </a:lnTo>
                  <a:lnTo>
                    <a:pt x="30777" y="25249"/>
                  </a:lnTo>
                  <a:lnTo>
                    <a:pt x="30922" y="25354"/>
                  </a:lnTo>
                  <a:lnTo>
                    <a:pt x="31080" y="25446"/>
                  </a:lnTo>
                  <a:lnTo>
                    <a:pt x="31251" y="25512"/>
                  </a:lnTo>
                  <a:lnTo>
                    <a:pt x="31422" y="25578"/>
                  </a:lnTo>
                  <a:lnTo>
                    <a:pt x="31593" y="25630"/>
                  </a:lnTo>
                  <a:lnTo>
                    <a:pt x="31777" y="25670"/>
                  </a:lnTo>
                  <a:lnTo>
                    <a:pt x="31962" y="25683"/>
                  </a:lnTo>
                  <a:lnTo>
                    <a:pt x="32146" y="25696"/>
                  </a:lnTo>
                  <a:lnTo>
                    <a:pt x="32396" y="25683"/>
                  </a:lnTo>
                  <a:lnTo>
                    <a:pt x="32633" y="25644"/>
                  </a:lnTo>
                  <a:lnTo>
                    <a:pt x="32857" y="25591"/>
                  </a:lnTo>
                  <a:lnTo>
                    <a:pt x="33068" y="25512"/>
                  </a:lnTo>
                  <a:lnTo>
                    <a:pt x="33278" y="25407"/>
                  </a:lnTo>
                  <a:lnTo>
                    <a:pt x="33476" y="25288"/>
                  </a:lnTo>
                  <a:lnTo>
                    <a:pt x="33660" y="25143"/>
                  </a:lnTo>
                  <a:lnTo>
                    <a:pt x="33831" y="24999"/>
                  </a:lnTo>
                  <a:lnTo>
                    <a:pt x="33989" y="24827"/>
                  </a:lnTo>
                  <a:lnTo>
                    <a:pt x="34121" y="24643"/>
                  </a:lnTo>
                  <a:lnTo>
                    <a:pt x="34239" y="24446"/>
                  </a:lnTo>
                  <a:lnTo>
                    <a:pt x="34344" y="24235"/>
                  </a:lnTo>
                  <a:lnTo>
                    <a:pt x="34423" y="24024"/>
                  </a:lnTo>
                  <a:lnTo>
                    <a:pt x="34476" y="23787"/>
                  </a:lnTo>
                  <a:lnTo>
                    <a:pt x="34515" y="23551"/>
                  </a:lnTo>
                  <a:lnTo>
                    <a:pt x="34529" y="23314"/>
                  </a:lnTo>
                  <a:lnTo>
                    <a:pt x="34515" y="23077"/>
                  </a:lnTo>
                  <a:lnTo>
                    <a:pt x="34476" y="22840"/>
                  </a:lnTo>
                  <a:lnTo>
                    <a:pt x="34423" y="22603"/>
                  </a:lnTo>
                  <a:lnTo>
                    <a:pt x="34344" y="22392"/>
                  </a:lnTo>
                  <a:lnTo>
                    <a:pt x="34239" y="22182"/>
                  </a:lnTo>
                  <a:lnTo>
                    <a:pt x="34121" y="21984"/>
                  </a:lnTo>
                  <a:lnTo>
                    <a:pt x="33989" y="21800"/>
                  </a:lnTo>
                  <a:lnTo>
                    <a:pt x="33831" y="21629"/>
                  </a:lnTo>
                  <a:lnTo>
                    <a:pt x="33660" y="21484"/>
                  </a:lnTo>
                  <a:lnTo>
                    <a:pt x="33476" y="21339"/>
                  </a:lnTo>
                  <a:lnTo>
                    <a:pt x="33278" y="21221"/>
                  </a:lnTo>
                  <a:lnTo>
                    <a:pt x="33068" y="21128"/>
                  </a:lnTo>
                  <a:lnTo>
                    <a:pt x="32857" y="21036"/>
                  </a:lnTo>
                  <a:lnTo>
                    <a:pt x="32633" y="20984"/>
                  </a:lnTo>
                  <a:lnTo>
                    <a:pt x="32396" y="20944"/>
                  </a:lnTo>
                  <a:lnTo>
                    <a:pt x="32146" y="20931"/>
                  </a:lnTo>
                  <a:lnTo>
                    <a:pt x="31922" y="20944"/>
                  </a:lnTo>
                  <a:lnTo>
                    <a:pt x="31712" y="20970"/>
                  </a:lnTo>
                  <a:lnTo>
                    <a:pt x="31501" y="21023"/>
                  </a:lnTo>
                  <a:lnTo>
                    <a:pt x="31304" y="21089"/>
                  </a:lnTo>
                  <a:lnTo>
                    <a:pt x="31106" y="21168"/>
                  </a:lnTo>
                  <a:lnTo>
                    <a:pt x="30922" y="21273"/>
                  </a:lnTo>
                  <a:lnTo>
                    <a:pt x="30751" y="21392"/>
                  </a:lnTo>
                  <a:lnTo>
                    <a:pt x="30593" y="21523"/>
                  </a:lnTo>
                  <a:lnTo>
                    <a:pt x="30448" y="21655"/>
                  </a:lnTo>
                  <a:lnTo>
                    <a:pt x="30303" y="21813"/>
                  </a:lnTo>
                  <a:lnTo>
                    <a:pt x="30185" y="21984"/>
                  </a:lnTo>
                  <a:lnTo>
                    <a:pt x="30066" y="22155"/>
                  </a:lnTo>
                  <a:lnTo>
                    <a:pt x="29974" y="22339"/>
                  </a:lnTo>
                  <a:lnTo>
                    <a:pt x="29895" y="22537"/>
                  </a:lnTo>
                  <a:lnTo>
                    <a:pt x="29842" y="22748"/>
                  </a:lnTo>
                  <a:lnTo>
                    <a:pt x="29803" y="22958"/>
                  </a:lnTo>
                  <a:lnTo>
                    <a:pt x="16679" y="22958"/>
                  </a:lnTo>
                  <a:lnTo>
                    <a:pt x="16679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4"/>
            <p:cNvSpPr/>
            <p:nvPr/>
          </p:nvSpPr>
          <p:spPr>
            <a:xfrm>
              <a:off x="5823350" y="1374775"/>
              <a:ext cx="554850" cy="548300"/>
            </a:xfrm>
            <a:custGeom>
              <a:avLst/>
              <a:gdLst/>
              <a:ahLst/>
              <a:cxnLst/>
              <a:rect l="l" t="t" r="r" b="b"/>
              <a:pathLst>
                <a:path w="22194" h="21932" extrusionOk="0">
                  <a:moveTo>
                    <a:pt x="2383" y="1186"/>
                  </a:moveTo>
                  <a:lnTo>
                    <a:pt x="2501" y="1199"/>
                  </a:lnTo>
                  <a:lnTo>
                    <a:pt x="2620" y="1212"/>
                  </a:lnTo>
                  <a:lnTo>
                    <a:pt x="2738" y="1238"/>
                  </a:lnTo>
                  <a:lnTo>
                    <a:pt x="2844" y="1278"/>
                  </a:lnTo>
                  <a:lnTo>
                    <a:pt x="2949" y="1330"/>
                  </a:lnTo>
                  <a:lnTo>
                    <a:pt x="3054" y="1396"/>
                  </a:lnTo>
                  <a:lnTo>
                    <a:pt x="3146" y="1462"/>
                  </a:lnTo>
                  <a:lnTo>
                    <a:pt x="3225" y="1541"/>
                  </a:lnTo>
                  <a:lnTo>
                    <a:pt x="3304" y="1620"/>
                  </a:lnTo>
                  <a:lnTo>
                    <a:pt x="3383" y="1712"/>
                  </a:lnTo>
                  <a:lnTo>
                    <a:pt x="3436" y="1817"/>
                  </a:lnTo>
                  <a:lnTo>
                    <a:pt x="3489" y="1923"/>
                  </a:lnTo>
                  <a:lnTo>
                    <a:pt x="3528" y="2028"/>
                  </a:lnTo>
                  <a:lnTo>
                    <a:pt x="3554" y="2146"/>
                  </a:lnTo>
                  <a:lnTo>
                    <a:pt x="3581" y="2265"/>
                  </a:lnTo>
                  <a:lnTo>
                    <a:pt x="3581" y="2383"/>
                  </a:lnTo>
                  <a:lnTo>
                    <a:pt x="3581" y="2502"/>
                  </a:lnTo>
                  <a:lnTo>
                    <a:pt x="3554" y="2620"/>
                  </a:lnTo>
                  <a:lnTo>
                    <a:pt x="3528" y="2739"/>
                  </a:lnTo>
                  <a:lnTo>
                    <a:pt x="3489" y="2857"/>
                  </a:lnTo>
                  <a:lnTo>
                    <a:pt x="3436" y="2949"/>
                  </a:lnTo>
                  <a:lnTo>
                    <a:pt x="3383" y="3055"/>
                  </a:lnTo>
                  <a:lnTo>
                    <a:pt x="3304" y="3147"/>
                  </a:lnTo>
                  <a:lnTo>
                    <a:pt x="3225" y="3226"/>
                  </a:lnTo>
                  <a:lnTo>
                    <a:pt x="3146" y="3305"/>
                  </a:lnTo>
                  <a:lnTo>
                    <a:pt x="3054" y="3384"/>
                  </a:lnTo>
                  <a:lnTo>
                    <a:pt x="2949" y="3436"/>
                  </a:lnTo>
                  <a:lnTo>
                    <a:pt x="2844" y="3489"/>
                  </a:lnTo>
                  <a:lnTo>
                    <a:pt x="2738" y="3529"/>
                  </a:lnTo>
                  <a:lnTo>
                    <a:pt x="2620" y="3555"/>
                  </a:lnTo>
                  <a:lnTo>
                    <a:pt x="2501" y="3581"/>
                  </a:lnTo>
                  <a:lnTo>
                    <a:pt x="2264" y="3581"/>
                  </a:lnTo>
                  <a:lnTo>
                    <a:pt x="2146" y="3555"/>
                  </a:lnTo>
                  <a:lnTo>
                    <a:pt x="2027" y="3529"/>
                  </a:lnTo>
                  <a:lnTo>
                    <a:pt x="1922" y="3489"/>
                  </a:lnTo>
                  <a:lnTo>
                    <a:pt x="1817" y="3436"/>
                  </a:lnTo>
                  <a:lnTo>
                    <a:pt x="1711" y="3384"/>
                  </a:lnTo>
                  <a:lnTo>
                    <a:pt x="1619" y="3305"/>
                  </a:lnTo>
                  <a:lnTo>
                    <a:pt x="1540" y="3226"/>
                  </a:lnTo>
                  <a:lnTo>
                    <a:pt x="1461" y="3147"/>
                  </a:lnTo>
                  <a:lnTo>
                    <a:pt x="1396" y="3055"/>
                  </a:lnTo>
                  <a:lnTo>
                    <a:pt x="1330" y="2949"/>
                  </a:lnTo>
                  <a:lnTo>
                    <a:pt x="1277" y="2857"/>
                  </a:lnTo>
                  <a:lnTo>
                    <a:pt x="1238" y="2739"/>
                  </a:lnTo>
                  <a:lnTo>
                    <a:pt x="1211" y="2620"/>
                  </a:lnTo>
                  <a:lnTo>
                    <a:pt x="1198" y="2502"/>
                  </a:lnTo>
                  <a:lnTo>
                    <a:pt x="1185" y="2383"/>
                  </a:lnTo>
                  <a:lnTo>
                    <a:pt x="1198" y="2265"/>
                  </a:lnTo>
                  <a:lnTo>
                    <a:pt x="1211" y="2146"/>
                  </a:lnTo>
                  <a:lnTo>
                    <a:pt x="1238" y="2028"/>
                  </a:lnTo>
                  <a:lnTo>
                    <a:pt x="1277" y="1923"/>
                  </a:lnTo>
                  <a:lnTo>
                    <a:pt x="1330" y="1817"/>
                  </a:lnTo>
                  <a:lnTo>
                    <a:pt x="1396" y="1712"/>
                  </a:lnTo>
                  <a:lnTo>
                    <a:pt x="1461" y="1620"/>
                  </a:lnTo>
                  <a:lnTo>
                    <a:pt x="1540" y="1541"/>
                  </a:lnTo>
                  <a:lnTo>
                    <a:pt x="1619" y="1462"/>
                  </a:lnTo>
                  <a:lnTo>
                    <a:pt x="1711" y="1396"/>
                  </a:lnTo>
                  <a:lnTo>
                    <a:pt x="1817" y="1330"/>
                  </a:lnTo>
                  <a:lnTo>
                    <a:pt x="1922" y="1278"/>
                  </a:lnTo>
                  <a:lnTo>
                    <a:pt x="2027" y="1238"/>
                  </a:lnTo>
                  <a:lnTo>
                    <a:pt x="2146" y="1212"/>
                  </a:lnTo>
                  <a:lnTo>
                    <a:pt x="2264" y="1199"/>
                  </a:lnTo>
                  <a:lnTo>
                    <a:pt x="2383" y="1186"/>
                  </a:lnTo>
                  <a:close/>
                  <a:moveTo>
                    <a:pt x="19930" y="18351"/>
                  </a:moveTo>
                  <a:lnTo>
                    <a:pt x="20048" y="18377"/>
                  </a:lnTo>
                  <a:lnTo>
                    <a:pt x="20167" y="18403"/>
                  </a:lnTo>
                  <a:lnTo>
                    <a:pt x="20272" y="18443"/>
                  </a:lnTo>
                  <a:lnTo>
                    <a:pt x="20377" y="18496"/>
                  </a:lnTo>
                  <a:lnTo>
                    <a:pt x="20483" y="18561"/>
                  </a:lnTo>
                  <a:lnTo>
                    <a:pt x="20575" y="18627"/>
                  </a:lnTo>
                  <a:lnTo>
                    <a:pt x="20654" y="18706"/>
                  </a:lnTo>
                  <a:lnTo>
                    <a:pt x="20733" y="18785"/>
                  </a:lnTo>
                  <a:lnTo>
                    <a:pt x="20799" y="18877"/>
                  </a:lnTo>
                  <a:lnTo>
                    <a:pt x="20864" y="18983"/>
                  </a:lnTo>
                  <a:lnTo>
                    <a:pt x="20917" y="19088"/>
                  </a:lnTo>
                  <a:lnTo>
                    <a:pt x="20956" y="19193"/>
                  </a:lnTo>
                  <a:lnTo>
                    <a:pt x="20983" y="19312"/>
                  </a:lnTo>
                  <a:lnTo>
                    <a:pt x="20996" y="19430"/>
                  </a:lnTo>
                  <a:lnTo>
                    <a:pt x="21009" y="19549"/>
                  </a:lnTo>
                  <a:lnTo>
                    <a:pt x="20996" y="19667"/>
                  </a:lnTo>
                  <a:lnTo>
                    <a:pt x="20983" y="19786"/>
                  </a:lnTo>
                  <a:lnTo>
                    <a:pt x="20956" y="19904"/>
                  </a:lnTo>
                  <a:lnTo>
                    <a:pt x="20917" y="20009"/>
                  </a:lnTo>
                  <a:lnTo>
                    <a:pt x="20864" y="20115"/>
                  </a:lnTo>
                  <a:lnTo>
                    <a:pt x="20799" y="20220"/>
                  </a:lnTo>
                  <a:lnTo>
                    <a:pt x="20733" y="20312"/>
                  </a:lnTo>
                  <a:lnTo>
                    <a:pt x="20654" y="20391"/>
                  </a:lnTo>
                  <a:lnTo>
                    <a:pt x="20575" y="20470"/>
                  </a:lnTo>
                  <a:lnTo>
                    <a:pt x="20483" y="20536"/>
                  </a:lnTo>
                  <a:lnTo>
                    <a:pt x="20377" y="20602"/>
                  </a:lnTo>
                  <a:lnTo>
                    <a:pt x="20272" y="20654"/>
                  </a:lnTo>
                  <a:lnTo>
                    <a:pt x="20167" y="20694"/>
                  </a:lnTo>
                  <a:lnTo>
                    <a:pt x="20048" y="20720"/>
                  </a:lnTo>
                  <a:lnTo>
                    <a:pt x="19930" y="20733"/>
                  </a:lnTo>
                  <a:lnTo>
                    <a:pt x="19811" y="20746"/>
                  </a:lnTo>
                  <a:lnTo>
                    <a:pt x="19693" y="20733"/>
                  </a:lnTo>
                  <a:lnTo>
                    <a:pt x="19574" y="20720"/>
                  </a:lnTo>
                  <a:lnTo>
                    <a:pt x="19456" y="20694"/>
                  </a:lnTo>
                  <a:lnTo>
                    <a:pt x="19337" y="20654"/>
                  </a:lnTo>
                  <a:lnTo>
                    <a:pt x="19245" y="20602"/>
                  </a:lnTo>
                  <a:lnTo>
                    <a:pt x="19140" y="20536"/>
                  </a:lnTo>
                  <a:lnTo>
                    <a:pt x="19048" y="20470"/>
                  </a:lnTo>
                  <a:lnTo>
                    <a:pt x="18969" y="20391"/>
                  </a:lnTo>
                  <a:lnTo>
                    <a:pt x="18890" y="20312"/>
                  </a:lnTo>
                  <a:lnTo>
                    <a:pt x="18811" y="20220"/>
                  </a:lnTo>
                  <a:lnTo>
                    <a:pt x="18758" y="20115"/>
                  </a:lnTo>
                  <a:lnTo>
                    <a:pt x="18706" y="20009"/>
                  </a:lnTo>
                  <a:lnTo>
                    <a:pt x="18666" y="19904"/>
                  </a:lnTo>
                  <a:lnTo>
                    <a:pt x="18640" y="19786"/>
                  </a:lnTo>
                  <a:lnTo>
                    <a:pt x="18613" y="19667"/>
                  </a:lnTo>
                  <a:lnTo>
                    <a:pt x="18613" y="19549"/>
                  </a:lnTo>
                  <a:lnTo>
                    <a:pt x="18613" y="19430"/>
                  </a:lnTo>
                  <a:lnTo>
                    <a:pt x="18640" y="19312"/>
                  </a:lnTo>
                  <a:lnTo>
                    <a:pt x="18666" y="19193"/>
                  </a:lnTo>
                  <a:lnTo>
                    <a:pt x="18706" y="19088"/>
                  </a:lnTo>
                  <a:lnTo>
                    <a:pt x="18758" y="18983"/>
                  </a:lnTo>
                  <a:lnTo>
                    <a:pt x="18811" y="18877"/>
                  </a:lnTo>
                  <a:lnTo>
                    <a:pt x="18890" y="18785"/>
                  </a:lnTo>
                  <a:lnTo>
                    <a:pt x="18969" y="18706"/>
                  </a:lnTo>
                  <a:lnTo>
                    <a:pt x="19048" y="18627"/>
                  </a:lnTo>
                  <a:lnTo>
                    <a:pt x="19140" y="18561"/>
                  </a:lnTo>
                  <a:lnTo>
                    <a:pt x="19245" y="18496"/>
                  </a:lnTo>
                  <a:lnTo>
                    <a:pt x="19337" y="18443"/>
                  </a:lnTo>
                  <a:lnTo>
                    <a:pt x="19456" y="18403"/>
                  </a:lnTo>
                  <a:lnTo>
                    <a:pt x="19574" y="18377"/>
                  </a:lnTo>
                  <a:lnTo>
                    <a:pt x="19693" y="18351"/>
                  </a:lnTo>
                  <a:close/>
                  <a:moveTo>
                    <a:pt x="2383" y="1"/>
                  </a:moveTo>
                  <a:lnTo>
                    <a:pt x="2146" y="14"/>
                  </a:lnTo>
                  <a:lnTo>
                    <a:pt x="1909" y="53"/>
                  </a:lnTo>
                  <a:lnTo>
                    <a:pt x="1672" y="119"/>
                  </a:lnTo>
                  <a:lnTo>
                    <a:pt x="1461" y="198"/>
                  </a:lnTo>
                  <a:lnTo>
                    <a:pt x="1251" y="290"/>
                  </a:lnTo>
                  <a:lnTo>
                    <a:pt x="1053" y="409"/>
                  </a:lnTo>
                  <a:lnTo>
                    <a:pt x="869" y="554"/>
                  </a:lnTo>
                  <a:lnTo>
                    <a:pt x="698" y="698"/>
                  </a:lnTo>
                  <a:lnTo>
                    <a:pt x="553" y="870"/>
                  </a:lnTo>
                  <a:lnTo>
                    <a:pt x="408" y="1054"/>
                  </a:lnTo>
                  <a:lnTo>
                    <a:pt x="290" y="1251"/>
                  </a:lnTo>
                  <a:lnTo>
                    <a:pt x="198" y="1462"/>
                  </a:lnTo>
                  <a:lnTo>
                    <a:pt x="119" y="1673"/>
                  </a:lnTo>
                  <a:lnTo>
                    <a:pt x="53" y="1909"/>
                  </a:lnTo>
                  <a:lnTo>
                    <a:pt x="13" y="2146"/>
                  </a:lnTo>
                  <a:lnTo>
                    <a:pt x="0" y="2383"/>
                  </a:lnTo>
                  <a:lnTo>
                    <a:pt x="13" y="2633"/>
                  </a:lnTo>
                  <a:lnTo>
                    <a:pt x="53" y="2870"/>
                  </a:lnTo>
                  <a:lnTo>
                    <a:pt x="119" y="3094"/>
                  </a:lnTo>
                  <a:lnTo>
                    <a:pt x="198" y="3305"/>
                  </a:lnTo>
                  <a:lnTo>
                    <a:pt x="290" y="3515"/>
                  </a:lnTo>
                  <a:lnTo>
                    <a:pt x="408" y="3713"/>
                  </a:lnTo>
                  <a:lnTo>
                    <a:pt x="553" y="3897"/>
                  </a:lnTo>
                  <a:lnTo>
                    <a:pt x="698" y="4068"/>
                  </a:lnTo>
                  <a:lnTo>
                    <a:pt x="869" y="4226"/>
                  </a:lnTo>
                  <a:lnTo>
                    <a:pt x="1053" y="4358"/>
                  </a:lnTo>
                  <a:lnTo>
                    <a:pt x="1251" y="4476"/>
                  </a:lnTo>
                  <a:lnTo>
                    <a:pt x="1461" y="4582"/>
                  </a:lnTo>
                  <a:lnTo>
                    <a:pt x="1672" y="4661"/>
                  </a:lnTo>
                  <a:lnTo>
                    <a:pt x="1909" y="4713"/>
                  </a:lnTo>
                  <a:lnTo>
                    <a:pt x="2146" y="4753"/>
                  </a:lnTo>
                  <a:lnTo>
                    <a:pt x="2383" y="4766"/>
                  </a:lnTo>
                  <a:lnTo>
                    <a:pt x="2554" y="4753"/>
                  </a:lnTo>
                  <a:lnTo>
                    <a:pt x="2725" y="4740"/>
                  </a:lnTo>
                  <a:lnTo>
                    <a:pt x="2883" y="4713"/>
                  </a:lnTo>
                  <a:lnTo>
                    <a:pt x="3041" y="4674"/>
                  </a:lnTo>
                  <a:lnTo>
                    <a:pt x="3199" y="4621"/>
                  </a:lnTo>
                  <a:lnTo>
                    <a:pt x="3344" y="4555"/>
                  </a:lnTo>
                  <a:lnTo>
                    <a:pt x="3489" y="4490"/>
                  </a:lnTo>
                  <a:lnTo>
                    <a:pt x="3633" y="4411"/>
                  </a:lnTo>
                  <a:lnTo>
                    <a:pt x="17692" y="18469"/>
                  </a:lnTo>
                  <a:lnTo>
                    <a:pt x="17626" y="18588"/>
                  </a:lnTo>
                  <a:lnTo>
                    <a:pt x="17573" y="18719"/>
                  </a:lnTo>
                  <a:lnTo>
                    <a:pt x="17534" y="18851"/>
                  </a:lnTo>
                  <a:lnTo>
                    <a:pt x="17494" y="18983"/>
                  </a:lnTo>
                  <a:lnTo>
                    <a:pt x="17468" y="19127"/>
                  </a:lnTo>
                  <a:lnTo>
                    <a:pt x="17442" y="19259"/>
                  </a:lnTo>
                  <a:lnTo>
                    <a:pt x="17442" y="19404"/>
                  </a:lnTo>
                  <a:lnTo>
                    <a:pt x="17429" y="19549"/>
                  </a:lnTo>
                  <a:lnTo>
                    <a:pt x="17442" y="19786"/>
                  </a:lnTo>
                  <a:lnTo>
                    <a:pt x="17481" y="20022"/>
                  </a:lnTo>
                  <a:lnTo>
                    <a:pt x="17534" y="20259"/>
                  </a:lnTo>
                  <a:lnTo>
                    <a:pt x="17613" y="20470"/>
                  </a:lnTo>
                  <a:lnTo>
                    <a:pt x="17718" y="20681"/>
                  </a:lnTo>
                  <a:lnTo>
                    <a:pt x="17837" y="20878"/>
                  </a:lnTo>
                  <a:lnTo>
                    <a:pt x="17968" y="21062"/>
                  </a:lnTo>
                  <a:lnTo>
                    <a:pt x="18126" y="21234"/>
                  </a:lnTo>
                  <a:lnTo>
                    <a:pt x="18297" y="21378"/>
                  </a:lnTo>
                  <a:lnTo>
                    <a:pt x="18482" y="21523"/>
                  </a:lnTo>
                  <a:lnTo>
                    <a:pt x="18679" y="21642"/>
                  </a:lnTo>
                  <a:lnTo>
                    <a:pt x="18890" y="21734"/>
                  </a:lnTo>
                  <a:lnTo>
                    <a:pt x="19100" y="21826"/>
                  </a:lnTo>
                  <a:lnTo>
                    <a:pt x="19337" y="21879"/>
                  </a:lnTo>
                  <a:lnTo>
                    <a:pt x="19561" y="21918"/>
                  </a:lnTo>
                  <a:lnTo>
                    <a:pt x="19811" y="21931"/>
                  </a:lnTo>
                  <a:lnTo>
                    <a:pt x="20048" y="21918"/>
                  </a:lnTo>
                  <a:lnTo>
                    <a:pt x="20285" y="21879"/>
                  </a:lnTo>
                  <a:lnTo>
                    <a:pt x="20522" y="21826"/>
                  </a:lnTo>
                  <a:lnTo>
                    <a:pt x="20733" y="21734"/>
                  </a:lnTo>
                  <a:lnTo>
                    <a:pt x="20943" y="21642"/>
                  </a:lnTo>
                  <a:lnTo>
                    <a:pt x="21141" y="21523"/>
                  </a:lnTo>
                  <a:lnTo>
                    <a:pt x="21325" y="21378"/>
                  </a:lnTo>
                  <a:lnTo>
                    <a:pt x="21496" y="21234"/>
                  </a:lnTo>
                  <a:lnTo>
                    <a:pt x="21641" y="21062"/>
                  </a:lnTo>
                  <a:lnTo>
                    <a:pt x="21786" y="20878"/>
                  </a:lnTo>
                  <a:lnTo>
                    <a:pt x="21904" y="20681"/>
                  </a:lnTo>
                  <a:lnTo>
                    <a:pt x="21996" y="20470"/>
                  </a:lnTo>
                  <a:lnTo>
                    <a:pt x="22075" y="20259"/>
                  </a:lnTo>
                  <a:lnTo>
                    <a:pt x="22141" y="20022"/>
                  </a:lnTo>
                  <a:lnTo>
                    <a:pt x="22181" y="19786"/>
                  </a:lnTo>
                  <a:lnTo>
                    <a:pt x="22194" y="19549"/>
                  </a:lnTo>
                  <a:lnTo>
                    <a:pt x="22181" y="19298"/>
                  </a:lnTo>
                  <a:lnTo>
                    <a:pt x="22141" y="19075"/>
                  </a:lnTo>
                  <a:lnTo>
                    <a:pt x="22075" y="18838"/>
                  </a:lnTo>
                  <a:lnTo>
                    <a:pt x="21996" y="18627"/>
                  </a:lnTo>
                  <a:lnTo>
                    <a:pt x="21904" y="18417"/>
                  </a:lnTo>
                  <a:lnTo>
                    <a:pt x="21786" y="18219"/>
                  </a:lnTo>
                  <a:lnTo>
                    <a:pt x="21641" y="18035"/>
                  </a:lnTo>
                  <a:lnTo>
                    <a:pt x="21496" y="17864"/>
                  </a:lnTo>
                  <a:lnTo>
                    <a:pt x="21325" y="17719"/>
                  </a:lnTo>
                  <a:lnTo>
                    <a:pt x="21141" y="17574"/>
                  </a:lnTo>
                  <a:lnTo>
                    <a:pt x="20943" y="17456"/>
                  </a:lnTo>
                  <a:lnTo>
                    <a:pt x="20733" y="17350"/>
                  </a:lnTo>
                  <a:lnTo>
                    <a:pt x="20522" y="17271"/>
                  </a:lnTo>
                  <a:lnTo>
                    <a:pt x="20285" y="17219"/>
                  </a:lnTo>
                  <a:lnTo>
                    <a:pt x="20048" y="17179"/>
                  </a:lnTo>
                  <a:lnTo>
                    <a:pt x="19811" y="17166"/>
                  </a:lnTo>
                  <a:lnTo>
                    <a:pt x="19627" y="17179"/>
                  </a:lnTo>
                  <a:lnTo>
                    <a:pt x="19443" y="17192"/>
                  </a:lnTo>
                  <a:lnTo>
                    <a:pt x="19272" y="17232"/>
                  </a:lnTo>
                  <a:lnTo>
                    <a:pt x="19100" y="17284"/>
                  </a:lnTo>
                  <a:lnTo>
                    <a:pt x="18929" y="17337"/>
                  </a:lnTo>
                  <a:lnTo>
                    <a:pt x="18771" y="17403"/>
                  </a:lnTo>
                  <a:lnTo>
                    <a:pt x="18613" y="17495"/>
                  </a:lnTo>
                  <a:lnTo>
                    <a:pt x="18469" y="17587"/>
                  </a:lnTo>
                  <a:lnTo>
                    <a:pt x="4449" y="3555"/>
                  </a:lnTo>
                  <a:lnTo>
                    <a:pt x="4515" y="3423"/>
                  </a:lnTo>
                  <a:lnTo>
                    <a:pt x="4581" y="3292"/>
                  </a:lnTo>
                  <a:lnTo>
                    <a:pt x="4634" y="3147"/>
                  </a:lnTo>
                  <a:lnTo>
                    <a:pt x="4686" y="3002"/>
                  </a:lnTo>
                  <a:lnTo>
                    <a:pt x="4713" y="2857"/>
                  </a:lnTo>
                  <a:lnTo>
                    <a:pt x="4739" y="2699"/>
                  </a:lnTo>
                  <a:lnTo>
                    <a:pt x="4752" y="2541"/>
                  </a:lnTo>
                  <a:lnTo>
                    <a:pt x="4765" y="2383"/>
                  </a:lnTo>
                  <a:lnTo>
                    <a:pt x="4752" y="2146"/>
                  </a:lnTo>
                  <a:lnTo>
                    <a:pt x="4713" y="1909"/>
                  </a:lnTo>
                  <a:lnTo>
                    <a:pt x="4660" y="1673"/>
                  </a:lnTo>
                  <a:lnTo>
                    <a:pt x="4581" y="1462"/>
                  </a:lnTo>
                  <a:lnTo>
                    <a:pt x="4476" y="1251"/>
                  </a:lnTo>
                  <a:lnTo>
                    <a:pt x="4357" y="1054"/>
                  </a:lnTo>
                  <a:lnTo>
                    <a:pt x="4213" y="870"/>
                  </a:lnTo>
                  <a:lnTo>
                    <a:pt x="4068" y="698"/>
                  </a:lnTo>
                  <a:lnTo>
                    <a:pt x="3897" y="554"/>
                  </a:lnTo>
                  <a:lnTo>
                    <a:pt x="3712" y="409"/>
                  </a:lnTo>
                  <a:lnTo>
                    <a:pt x="3515" y="290"/>
                  </a:lnTo>
                  <a:lnTo>
                    <a:pt x="3304" y="198"/>
                  </a:lnTo>
                  <a:lnTo>
                    <a:pt x="3094" y="119"/>
                  </a:lnTo>
                  <a:lnTo>
                    <a:pt x="2857" y="53"/>
                  </a:lnTo>
                  <a:lnTo>
                    <a:pt x="2633" y="14"/>
                  </a:lnTo>
                  <a:lnTo>
                    <a:pt x="2383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4"/>
            <p:cNvSpPr/>
            <p:nvPr/>
          </p:nvSpPr>
          <p:spPr>
            <a:xfrm>
              <a:off x="5554800" y="2456500"/>
              <a:ext cx="1028750" cy="321200"/>
            </a:xfrm>
            <a:custGeom>
              <a:avLst/>
              <a:gdLst/>
              <a:ahLst/>
              <a:cxnLst/>
              <a:rect l="l" t="t" r="r" b="b"/>
              <a:pathLst>
                <a:path w="41150" h="12848" extrusionOk="0">
                  <a:moveTo>
                    <a:pt x="38767" y="1185"/>
                  </a:moveTo>
                  <a:lnTo>
                    <a:pt x="38886" y="1198"/>
                  </a:lnTo>
                  <a:lnTo>
                    <a:pt x="39004" y="1211"/>
                  </a:lnTo>
                  <a:lnTo>
                    <a:pt x="39123" y="1238"/>
                  </a:lnTo>
                  <a:lnTo>
                    <a:pt x="39228" y="1277"/>
                  </a:lnTo>
                  <a:lnTo>
                    <a:pt x="39333" y="1330"/>
                  </a:lnTo>
                  <a:lnTo>
                    <a:pt x="39439" y="1396"/>
                  </a:lnTo>
                  <a:lnTo>
                    <a:pt x="39531" y="1461"/>
                  </a:lnTo>
                  <a:lnTo>
                    <a:pt x="39610" y="1540"/>
                  </a:lnTo>
                  <a:lnTo>
                    <a:pt x="39689" y="1619"/>
                  </a:lnTo>
                  <a:lnTo>
                    <a:pt x="39755" y="1712"/>
                  </a:lnTo>
                  <a:lnTo>
                    <a:pt x="39820" y="1817"/>
                  </a:lnTo>
                  <a:lnTo>
                    <a:pt x="39873" y="1922"/>
                  </a:lnTo>
                  <a:lnTo>
                    <a:pt x="39912" y="2027"/>
                  </a:lnTo>
                  <a:lnTo>
                    <a:pt x="39939" y="2146"/>
                  </a:lnTo>
                  <a:lnTo>
                    <a:pt x="39952" y="2264"/>
                  </a:lnTo>
                  <a:lnTo>
                    <a:pt x="39965" y="2383"/>
                  </a:lnTo>
                  <a:lnTo>
                    <a:pt x="39952" y="2501"/>
                  </a:lnTo>
                  <a:lnTo>
                    <a:pt x="39939" y="2620"/>
                  </a:lnTo>
                  <a:lnTo>
                    <a:pt x="39912" y="2738"/>
                  </a:lnTo>
                  <a:lnTo>
                    <a:pt x="39873" y="2857"/>
                  </a:lnTo>
                  <a:lnTo>
                    <a:pt x="39820" y="2962"/>
                  </a:lnTo>
                  <a:lnTo>
                    <a:pt x="39755" y="3054"/>
                  </a:lnTo>
                  <a:lnTo>
                    <a:pt x="39689" y="3146"/>
                  </a:lnTo>
                  <a:lnTo>
                    <a:pt x="39610" y="3225"/>
                  </a:lnTo>
                  <a:lnTo>
                    <a:pt x="39531" y="3304"/>
                  </a:lnTo>
                  <a:lnTo>
                    <a:pt x="39439" y="3383"/>
                  </a:lnTo>
                  <a:lnTo>
                    <a:pt x="39333" y="3436"/>
                  </a:lnTo>
                  <a:lnTo>
                    <a:pt x="39228" y="3489"/>
                  </a:lnTo>
                  <a:lnTo>
                    <a:pt x="39123" y="3528"/>
                  </a:lnTo>
                  <a:lnTo>
                    <a:pt x="39004" y="3554"/>
                  </a:lnTo>
                  <a:lnTo>
                    <a:pt x="38886" y="3581"/>
                  </a:lnTo>
                  <a:lnTo>
                    <a:pt x="38649" y="3581"/>
                  </a:lnTo>
                  <a:lnTo>
                    <a:pt x="38530" y="3554"/>
                  </a:lnTo>
                  <a:lnTo>
                    <a:pt x="38412" y="3528"/>
                  </a:lnTo>
                  <a:lnTo>
                    <a:pt x="38307" y="3489"/>
                  </a:lnTo>
                  <a:lnTo>
                    <a:pt x="38201" y="3436"/>
                  </a:lnTo>
                  <a:lnTo>
                    <a:pt x="38096" y="3383"/>
                  </a:lnTo>
                  <a:lnTo>
                    <a:pt x="38004" y="3304"/>
                  </a:lnTo>
                  <a:lnTo>
                    <a:pt x="37925" y="3225"/>
                  </a:lnTo>
                  <a:lnTo>
                    <a:pt x="37846" y="3146"/>
                  </a:lnTo>
                  <a:lnTo>
                    <a:pt x="37780" y="3054"/>
                  </a:lnTo>
                  <a:lnTo>
                    <a:pt x="37714" y="2962"/>
                  </a:lnTo>
                  <a:lnTo>
                    <a:pt x="37662" y="2857"/>
                  </a:lnTo>
                  <a:lnTo>
                    <a:pt x="37622" y="2738"/>
                  </a:lnTo>
                  <a:lnTo>
                    <a:pt x="37596" y="2620"/>
                  </a:lnTo>
                  <a:lnTo>
                    <a:pt x="37569" y="2501"/>
                  </a:lnTo>
                  <a:lnTo>
                    <a:pt x="37569" y="2383"/>
                  </a:lnTo>
                  <a:lnTo>
                    <a:pt x="37569" y="2264"/>
                  </a:lnTo>
                  <a:lnTo>
                    <a:pt x="37596" y="2146"/>
                  </a:lnTo>
                  <a:lnTo>
                    <a:pt x="37622" y="2027"/>
                  </a:lnTo>
                  <a:lnTo>
                    <a:pt x="37662" y="1922"/>
                  </a:lnTo>
                  <a:lnTo>
                    <a:pt x="37714" y="1817"/>
                  </a:lnTo>
                  <a:lnTo>
                    <a:pt x="37780" y="1712"/>
                  </a:lnTo>
                  <a:lnTo>
                    <a:pt x="37846" y="1619"/>
                  </a:lnTo>
                  <a:lnTo>
                    <a:pt x="37925" y="1540"/>
                  </a:lnTo>
                  <a:lnTo>
                    <a:pt x="38004" y="1461"/>
                  </a:lnTo>
                  <a:lnTo>
                    <a:pt x="38096" y="1396"/>
                  </a:lnTo>
                  <a:lnTo>
                    <a:pt x="38201" y="1330"/>
                  </a:lnTo>
                  <a:lnTo>
                    <a:pt x="38307" y="1277"/>
                  </a:lnTo>
                  <a:lnTo>
                    <a:pt x="38412" y="1238"/>
                  </a:lnTo>
                  <a:lnTo>
                    <a:pt x="38530" y="1211"/>
                  </a:lnTo>
                  <a:lnTo>
                    <a:pt x="38649" y="1198"/>
                  </a:lnTo>
                  <a:lnTo>
                    <a:pt x="38767" y="1185"/>
                  </a:lnTo>
                  <a:close/>
                  <a:moveTo>
                    <a:pt x="38767" y="0"/>
                  </a:moveTo>
                  <a:lnTo>
                    <a:pt x="38557" y="13"/>
                  </a:lnTo>
                  <a:lnTo>
                    <a:pt x="38359" y="40"/>
                  </a:lnTo>
                  <a:lnTo>
                    <a:pt x="38162" y="79"/>
                  </a:lnTo>
                  <a:lnTo>
                    <a:pt x="37977" y="145"/>
                  </a:lnTo>
                  <a:lnTo>
                    <a:pt x="37793" y="211"/>
                  </a:lnTo>
                  <a:lnTo>
                    <a:pt x="37622" y="303"/>
                  </a:lnTo>
                  <a:lnTo>
                    <a:pt x="37451" y="408"/>
                  </a:lnTo>
                  <a:lnTo>
                    <a:pt x="37293" y="514"/>
                  </a:lnTo>
                  <a:lnTo>
                    <a:pt x="37148" y="645"/>
                  </a:lnTo>
                  <a:lnTo>
                    <a:pt x="37017" y="777"/>
                  </a:lnTo>
                  <a:lnTo>
                    <a:pt x="36885" y="922"/>
                  </a:lnTo>
                  <a:lnTo>
                    <a:pt x="36780" y="1080"/>
                  </a:lnTo>
                  <a:lnTo>
                    <a:pt x="36674" y="1251"/>
                  </a:lnTo>
                  <a:lnTo>
                    <a:pt x="36595" y="1422"/>
                  </a:lnTo>
                  <a:lnTo>
                    <a:pt x="36516" y="1606"/>
                  </a:lnTo>
                  <a:lnTo>
                    <a:pt x="36464" y="1790"/>
                  </a:lnTo>
                  <a:lnTo>
                    <a:pt x="1" y="1790"/>
                  </a:lnTo>
                  <a:lnTo>
                    <a:pt x="1" y="12848"/>
                  </a:lnTo>
                  <a:lnTo>
                    <a:pt x="1186" y="12848"/>
                  </a:lnTo>
                  <a:lnTo>
                    <a:pt x="1186" y="2975"/>
                  </a:lnTo>
                  <a:lnTo>
                    <a:pt x="36464" y="2975"/>
                  </a:lnTo>
                  <a:lnTo>
                    <a:pt x="36516" y="3160"/>
                  </a:lnTo>
                  <a:lnTo>
                    <a:pt x="36595" y="3344"/>
                  </a:lnTo>
                  <a:lnTo>
                    <a:pt x="36674" y="3528"/>
                  </a:lnTo>
                  <a:lnTo>
                    <a:pt x="36780" y="3686"/>
                  </a:lnTo>
                  <a:lnTo>
                    <a:pt x="36885" y="3844"/>
                  </a:lnTo>
                  <a:lnTo>
                    <a:pt x="37017" y="3989"/>
                  </a:lnTo>
                  <a:lnTo>
                    <a:pt x="37148" y="4134"/>
                  </a:lnTo>
                  <a:lnTo>
                    <a:pt x="37293" y="4252"/>
                  </a:lnTo>
                  <a:lnTo>
                    <a:pt x="37451" y="4371"/>
                  </a:lnTo>
                  <a:lnTo>
                    <a:pt x="37622" y="4463"/>
                  </a:lnTo>
                  <a:lnTo>
                    <a:pt x="37793" y="4555"/>
                  </a:lnTo>
                  <a:lnTo>
                    <a:pt x="37977" y="4634"/>
                  </a:lnTo>
                  <a:lnTo>
                    <a:pt x="38162" y="4686"/>
                  </a:lnTo>
                  <a:lnTo>
                    <a:pt x="38359" y="4726"/>
                  </a:lnTo>
                  <a:lnTo>
                    <a:pt x="38557" y="4752"/>
                  </a:lnTo>
                  <a:lnTo>
                    <a:pt x="38767" y="4765"/>
                  </a:lnTo>
                  <a:lnTo>
                    <a:pt x="39004" y="4752"/>
                  </a:lnTo>
                  <a:lnTo>
                    <a:pt x="39241" y="4713"/>
                  </a:lnTo>
                  <a:lnTo>
                    <a:pt x="39478" y="4660"/>
                  </a:lnTo>
                  <a:lnTo>
                    <a:pt x="39689" y="4581"/>
                  </a:lnTo>
                  <a:lnTo>
                    <a:pt x="39899" y="4476"/>
                  </a:lnTo>
                  <a:lnTo>
                    <a:pt x="40097" y="4357"/>
                  </a:lnTo>
                  <a:lnTo>
                    <a:pt x="40281" y="4226"/>
                  </a:lnTo>
                  <a:lnTo>
                    <a:pt x="40452" y="4068"/>
                  </a:lnTo>
                  <a:lnTo>
                    <a:pt x="40597" y="3897"/>
                  </a:lnTo>
                  <a:lnTo>
                    <a:pt x="40742" y="3712"/>
                  </a:lnTo>
                  <a:lnTo>
                    <a:pt x="40860" y="3515"/>
                  </a:lnTo>
                  <a:lnTo>
                    <a:pt x="40952" y="3304"/>
                  </a:lnTo>
                  <a:lnTo>
                    <a:pt x="41031" y="3094"/>
                  </a:lnTo>
                  <a:lnTo>
                    <a:pt x="41097" y="2870"/>
                  </a:lnTo>
                  <a:lnTo>
                    <a:pt x="41137" y="2633"/>
                  </a:lnTo>
                  <a:lnTo>
                    <a:pt x="41150" y="2383"/>
                  </a:lnTo>
                  <a:lnTo>
                    <a:pt x="41137" y="2146"/>
                  </a:lnTo>
                  <a:lnTo>
                    <a:pt x="41097" y="1909"/>
                  </a:lnTo>
                  <a:lnTo>
                    <a:pt x="41031" y="1685"/>
                  </a:lnTo>
                  <a:lnTo>
                    <a:pt x="40952" y="1461"/>
                  </a:lnTo>
                  <a:lnTo>
                    <a:pt x="40860" y="1251"/>
                  </a:lnTo>
                  <a:lnTo>
                    <a:pt x="40742" y="1053"/>
                  </a:lnTo>
                  <a:lnTo>
                    <a:pt x="40597" y="869"/>
                  </a:lnTo>
                  <a:lnTo>
                    <a:pt x="40452" y="698"/>
                  </a:lnTo>
                  <a:lnTo>
                    <a:pt x="40281" y="553"/>
                  </a:lnTo>
                  <a:lnTo>
                    <a:pt x="40097" y="408"/>
                  </a:lnTo>
                  <a:lnTo>
                    <a:pt x="39899" y="290"/>
                  </a:lnTo>
                  <a:lnTo>
                    <a:pt x="39689" y="198"/>
                  </a:lnTo>
                  <a:lnTo>
                    <a:pt x="39478" y="119"/>
                  </a:lnTo>
                  <a:lnTo>
                    <a:pt x="39241" y="53"/>
                  </a:lnTo>
                  <a:lnTo>
                    <a:pt x="39004" y="13"/>
                  </a:lnTo>
                  <a:lnTo>
                    <a:pt x="38767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4"/>
            <p:cNvSpPr/>
            <p:nvPr/>
          </p:nvSpPr>
          <p:spPr>
            <a:xfrm>
              <a:off x="2383075" y="650125"/>
              <a:ext cx="330100" cy="1344350"/>
            </a:xfrm>
            <a:custGeom>
              <a:avLst/>
              <a:gdLst/>
              <a:ahLst/>
              <a:cxnLst/>
              <a:rect l="l" t="t" r="r" b="b"/>
              <a:pathLst>
                <a:path w="13204" h="53774" extrusionOk="0">
                  <a:moveTo>
                    <a:pt x="10952" y="1185"/>
                  </a:moveTo>
                  <a:lnTo>
                    <a:pt x="11071" y="1199"/>
                  </a:lnTo>
                  <a:lnTo>
                    <a:pt x="11176" y="1238"/>
                  </a:lnTo>
                  <a:lnTo>
                    <a:pt x="11294" y="1278"/>
                  </a:lnTo>
                  <a:lnTo>
                    <a:pt x="11400" y="1330"/>
                  </a:lnTo>
                  <a:lnTo>
                    <a:pt x="11492" y="1383"/>
                  </a:lnTo>
                  <a:lnTo>
                    <a:pt x="11584" y="1449"/>
                  </a:lnTo>
                  <a:lnTo>
                    <a:pt x="11676" y="1528"/>
                  </a:lnTo>
                  <a:lnTo>
                    <a:pt x="11755" y="1620"/>
                  </a:lnTo>
                  <a:lnTo>
                    <a:pt x="11821" y="1712"/>
                  </a:lnTo>
                  <a:lnTo>
                    <a:pt x="11874" y="1804"/>
                  </a:lnTo>
                  <a:lnTo>
                    <a:pt x="11926" y="1909"/>
                  </a:lnTo>
                  <a:lnTo>
                    <a:pt x="11966" y="2028"/>
                  </a:lnTo>
                  <a:lnTo>
                    <a:pt x="12005" y="2133"/>
                  </a:lnTo>
                  <a:lnTo>
                    <a:pt x="12018" y="2252"/>
                  </a:lnTo>
                  <a:lnTo>
                    <a:pt x="12018" y="2383"/>
                  </a:lnTo>
                  <a:lnTo>
                    <a:pt x="12018" y="2502"/>
                  </a:lnTo>
                  <a:lnTo>
                    <a:pt x="12005" y="2620"/>
                  </a:lnTo>
                  <a:lnTo>
                    <a:pt x="11966" y="2739"/>
                  </a:lnTo>
                  <a:lnTo>
                    <a:pt x="11926" y="2844"/>
                  </a:lnTo>
                  <a:lnTo>
                    <a:pt x="11874" y="2949"/>
                  </a:lnTo>
                  <a:lnTo>
                    <a:pt x="11821" y="3041"/>
                  </a:lnTo>
                  <a:lnTo>
                    <a:pt x="11755" y="3134"/>
                  </a:lnTo>
                  <a:lnTo>
                    <a:pt x="11676" y="3226"/>
                  </a:lnTo>
                  <a:lnTo>
                    <a:pt x="11584" y="3305"/>
                  </a:lnTo>
                  <a:lnTo>
                    <a:pt x="11492" y="3371"/>
                  </a:lnTo>
                  <a:lnTo>
                    <a:pt x="11400" y="3436"/>
                  </a:lnTo>
                  <a:lnTo>
                    <a:pt x="11294" y="3476"/>
                  </a:lnTo>
                  <a:lnTo>
                    <a:pt x="11176" y="3515"/>
                  </a:lnTo>
                  <a:lnTo>
                    <a:pt x="11071" y="3555"/>
                  </a:lnTo>
                  <a:lnTo>
                    <a:pt x="10952" y="3568"/>
                  </a:lnTo>
                  <a:lnTo>
                    <a:pt x="10821" y="3581"/>
                  </a:lnTo>
                  <a:lnTo>
                    <a:pt x="10702" y="3568"/>
                  </a:lnTo>
                  <a:lnTo>
                    <a:pt x="10584" y="3555"/>
                  </a:lnTo>
                  <a:lnTo>
                    <a:pt x="10465" y="3515"/>
                  </a:lnTo>
                  <a:lnTo>
                    <a:pt x="10360" y="3476"/>
                  </a:lnTo>
                  <a:lnTo>
                    <a:pt x="10254" y="3436"/>
                  </a:lnTo>
                  <a:lnTo>
                    <a:pt x="10162" y="3371"/>
                  </a:lnTo>
                  <a:lnTo>
                    <a:pt x="10070" y="3305"/>
                  </a:lnTo>
                  <a:lnTo>
                    <a:pt x="9978" y="3226"/>
                  </a:lnTo>
                  <a:lnTo>
                    <a:pt x="9899" y="3134"/>
                  </a:lnTo>
                  <a:lnTo>
                    <a:pt x="9833" y="3041"/>
                  </a:lnTo>
                  <a:lnTo>
                    <a:pt x="9767" y="2949"/>
                  </a:lnTo>
                  <a:lnTo>
                    <a:pt x="9728" y="2844"/>
                  </a:lnTo>
                  <a:lnTo>
                    <a:pt x="9688" y="2739"/>
                  </a:lnTo>
                  <a:lnTo>
                    <a:pt x="9649" y="2620"/>
                  </a:lnTo>
                  <a:lnTo>
                    <a:pt x="9636" y="2502"/>
                  </a:lnTo>
                  <a:lnTo>
                    <a:pt x="9623" y="2383"/>
                  </a:lnTo>
                  <a:lnTo>
                    <a:pt x="9636" y="2252"/>
                  </a:lnTo>
                  <a:lnTo>
                    <a:pt x="9649" y="2133"/>
                  </a:lnTo>
                  <a:lnTo>
                    <a:pt x="9688" y="2028"/>
                  </a:lnTo>
                  <a:lnTo>
                    <a:pt x="9728" y="1909"/>
                  </a:lnTo>
                  <a:lnTo>
                    <a:pt x="9767" y="1804"/>
                  </a:lnTo>
                  <a:lnTo>
                    <a:pt x="9833" y="1712"/>
                  </a:lnTo>
                  <a:lnTo>
                    <a:pt x="9899" y="1620"/>
                  </a:lnTo>
                  <a:lnTo>
                    <a:pt x="9978" y="1528"/>
                  </a:lnTo>
                  <a:lnTo>
                    <a:pt x="10070" y="1449"/>
                  </a:lnTo>
                  <a:lnTo>
                    <a:pt x="10162" y="1383"/>
                  </a:lnTo>
                  <a:lnTo>
                    <a:pt x="10254" y="1330"/>
                  </a:lnTo>
                  <a:lnTo>
                    <a:pt x="10360" y="1278"/>
                  </a:lnTo>
                  <a:lnTo>
                    <a:pt x="10465" y="1238"/>
                  </a:lnTo>
                  <a:lnTo>
                    <a:pt x="10584" y="1199"/>
                  </a:lnTo>
                  <a:lnTo>
                    <a:pt x="10702" y="1185"/>
                  </a:lnTo>
                  <a:close/>
                  <a:moveTo>
                    <a:pt x="10821" y="1"/>
                  </a:moveTo>
                  <a:lnTo>
                    <a:pt x="10584" y="14"/>
                  </a:lnTo>
                  <a:lnTo>
                    <a:pt x="10347" y="53"/>
                  </a:lnTo>
                  <a:lnTo>
                    <a:pt x="10123" y="106"/>
                  </a:lnTo>
                  <a:lnTo>
                    <a:pt x="9899" y="185"/>
                  </a:lnTo>
                  <a:lnTo>
                    <a:pt x="9688" y="290"/>
                  </a:lnTo>
                  <a:lnTo>
                    <a:pt x="9491" y="409"/>
                  </a:lnTo>
                  <a:lnTo>
                    <a:pt x="9320" y="540"/>
                  </a:lnTo>
                  <a:lnTo>
                    <a:pt x="9149" y="698"/>
                  </a:lnTo>
                  <a:lnTo>
                    <a:pt x="8991" y="870"/>
                  </a:lnTo>
                  <a:lnTo>
                    <a:pt x="8859" y="1054"/>
                  </a:lnTo>
                  <a:lnTo>
                    <a:pt x="8741" y="1251"/>
                  </a:lnTo>
                  <a:lnTo>
                    <a:pt x="8635" y="1449"/>
                  </a:lnTo>
                  <a:lnTo>
                    <a:pt x="8556" y="1672"/>
                  </a:lnTo>
                  <a:lnTo>
                    <a:pt x="8491" y="1896"/>
                  </a:lnTo>
                  <a:lnTo>
                    <a:pt x="8464" y="2133"/>
                  </a:lnTo>
                  <a:lnTo>
                    <a:pt x="8451" y="2383"/>
                  </a:lnTo>
                  <a:lnTo>
                    <a:pt x="8451" y="2581"/>
                  </a:lnTo>
                  <a:lnTo>
                    <a:pt x="8477" y="2778"/>
                  </a:lnTo>
                  <a:lnTo>
                    <a:pt x="8530" y="2976"/>
                  </a:lnTo>
                  <a:lnTo>
                    <a:pt x="8583" y="3173"/>
                  </a:lnTo>
                  <a:lnTo>
                    <a:pt x="8662" y="3357"/>
                  </a:lnTo>
                  <a:lnTo>
                    <a:pt x="8741" y="3529"/>
                  </a:lnTo>
                  <a:lnTo>
                    <a:pt x="8846" y="3687"/>
                  </a:lnTo>
                  <a:lnTo>
                    <a:pt x="8964" y="3844"/>
                  </a:lnTo>
                  <a:lnTo>
                    <a:pt x="9083" y="3989"/>
                  </a:lnTo>
                  <a:lnTo>
                    <a:pt x="9215" y="4134"/>
                  </a:lnTo>
                  <a:lnTo>
                    <a:pt x="9373" y="4253"/>
                  </a:lnTo>
                  <a:lnTo>
                    <a:pt x="9531" y="4371"/>
                  </a:lnTo>
                  <a:lnTo>
                    <a:pt x="9688" y="4463"/>
                  </a:lnTo>
                  <a:lnTo>
                    <a:pt x="9873" y="4555"/>
                  </a:lnTo>
                  <a:lnTo>
                    <a:pt x="10057" y="4621"/>
                  </a:lnTo>
                  <a:lnTo>
                    <a:pt x="10241" y="4687"/>
                  </a:lnTo>
                  <a:lnTo>
                    <a:pt x="10241" y="11571"/>
                  </a:lnTo>
                  <a:lnTo>
                    <a:pt x="0" y="21457"/>
                  </a:lnTo>
                  <a:lnTo>
                    <a:pt x="0" y="53774"/>
                  </a:lnTo>
                  <a:lnTo>
                    <a:pt x="1185" y="53774"/>
                  </a:lnTo>
                  <a:lnTo>
                    <a:pt x="1185" y="21957"/>
                  </a:lnTo>
                  <a:lnTo>
                    <a:pt x="11426" y="12072"/>
                  </a:lnTo>
                  <a:lnTo>
                    <a:pt x="11426" y="4687"/>
                  </a:lnTo>
                  <a:lnTo>
                    <a:pt x="11610" y="4621"/>
                  </a:lnTo>
                  <a:lnTo>
                    <a:pt x="11795" y="4555"/>
                  </a:lnTo>
                  <a:lnTo>
                    <a:pt x="11966" y="4463"/>
                  </a:lnTo>
                  <a:lnTo>
                    <a:pt x="12137" y="4358"/>
                  </a:lnTo>
                  <a:lnTo>
                    <a:pt x="12295" y="4253"/>
                  </a:lnTo>
                  <a:lnTo>
                    <a:pt x="12440" y="4121"/>
                  </a:lnTo>
                  <a:lnTo>
                    <a:pt x="12571" y="3989"/>
                  </a:lnTo>
                  <a:lnTo>
                    <a:pt x="12703" y="3844"/>
                  </a:lnTo>
                  <a:lnTo>
                    <a:pt x="12808" y="3687"/>
                  </a:lnTo>
                  <a:lnTo>
                    <a:pt x="12914" y="3529"/>
                  </a:lnTo>
                  <a:lnTo>
                    <a:pt x="12992" y="3344"/>
                  </a:lnTo>
                  <a:lnTo>
                    <a:pt x="13071" y="3173"/>
                  </a:lnTo>
                  <a:lnTo>
                    <a:pt x="13124" y="2976"/>
                  </a:lnTo>
                  <a:lnTo>
                    <a:pt x="13164" y="2778"/>
                  </a:lnTo>
                  <a:lnTo>
                    <a:pt x="13190" y="2581"/>
                  </a:lnTo>
                  <a:lnTo>
                    <a:pt x="13203" y="2383"/>
                  </a:lnTo>
                  <a:lnTo>
                    <a:pt x="13190" y="2133"/>
                  </a:lnTo>
                  <a:lnTo>
                    <a:pt x="13150" y="1896"/>
                  </a:lnTo>
                  <a:lnTo>
                    <a:pt x="13098" y="1672"/>
                  </a:lnTo>
                  <a:lnTo>
                    <a:pt x="13019" y="1449"/>
                  </a:lnTo>
                  <a:lnTo>
                    <a:pt x="12914" y="1251"/>
                  </a:lnTo>
                  <a:lnTo>
                    <a:pt x="12795" y="1054"/>
                  </a:lnTo>
                  <a:lnTo>
                    <a:pt x="12663" y="870"/>
                  </a:lnTo>
                  <a:lnTo>
                    <a:pt x="12505" y="698"/>
                  </a:lnTo>
                  <a:lnTo>
                    <a:pt x="12334" y="540"/>
                  </a:lnTo>
                  <a:lnTo>
                    <a:pt x="12150" y="409"/>
                  </a:lnTo>
                  <a:lnTo>
                    <a:pt x="11953" y="290"/>
                  </a:lnTo>
                  <a:lnTo>
                    <a:pt x="11755" y="185"/>
                  </a:lnTo>
                  <a:lnTo>
                    <a:pt x="11531" y="106"/>
                  </a:lnTo>
                  <a:lnTo>
                    <a:pt x="11308" y="53"/>
                  </a:lnTo>
                  <a:lnTo>
                    <a:pt x="11071" y="14"/>
                  </a:lnTo>
                  <a:lnTo>
                    <a:pt x="1082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4"/>
            <p:cNvSpPr/>
            <p:nvPr/>
          </p:nvSpPr>
          <p:spPr>
            <a:xfrm>
              <a:off x="2233000" y="650125"/>
              <a:ext cx="330100" cy="1344350"/>
            </a:xfrm>
            <a:custGeom>
              <a:avLst/>
              <a:gdLst/>
              <a:ahLst/>
              <a:cxnLst/>
              <a:rect l="l" t="t" r="r" b="b"/>
              <a:pathLst>
                <a:path w="13204" h="53774" extrusionOk="0">
                  <a:moveTo>
                    <a:pt x="10939" y="1185"/>
                  </a:moveTo>
                  <a:lnTo>
                    <a:pt x="11058" y="1199"/>
                  </a:lnTo>
                  <a:lnTo>
                    <a:pt x="11176" y="1238"/>
                  </a:lnTo>
                  <a:lnTo>
                    <a:pt x="11282" y="1278"/>
                  </a:lnTo>
                  <a:lnTo>
                    <a:pt x="11387" y="1330"/>
                  </a:lnTo>
                  <a:lnTo>
                    <a:pt x="11492" y="1383"/>
                  </a:lnTo>
                  <a:lnTo>
                    <a:pt x="11584" y="1449"/>
                  </a:lnTo>
                  <a:lnTo>
                    <a:pt x="11663" y="1528"/>
                  </a:lnTo>
                  <a:lnTo>
                    <a:pt x="11742" y="1620"/>
                  </a:lnTo>
                  <a:lnTo>
                    <a:pt x="11808" y="1712"/>
                  </a:lnTo>
                  <a:lnTo>
                    <a:pt x="11874" y="1804"/>
                  </a:lnTo>
                  <a:lnTo>
                    <a:pt x="11927" y="1909"/>
                  </a:lnTo>
                  <a:lnTo>
                    <a:pt x="11966" y="2028"/>
                  </a:lnTo>
                  <a:lnTo>
                    <a:pt x="11993" y="2133"/>
                  </a:lnTo>
                  <a:lnTo>
                    <a:pt x="12006" y="2252"/>
                  </a:lnTo>
                  <a:lnTo>
                    <a:pt x="12019" y="2383"/>
                  </a:lnTo>
                  <a:lnTo>
                    <a:pt x="12006" y="2502"/>
                  </a:lnTo>
                  <a:lnTo>
                    <a:pt x="11993" y="2620"/>
                  </a:lnTo>
                  <a:lnTo>
                    <a:pt x="11966" y="2739"/>
                  </a:lnTo>
                  <a:lnTo>
                    <a:pt x="11927" y="2844"/>
                  </a:lnTo>
                  <a:lnTo>
                    <a:pt x="11874" y="2949"/>
                  </a:lnTo>
                  <a:lnTo>
                    <a:pt x="11808" y="3041"/>
                  </a:lnTo>
                  <a:lnTo>
                    <a:pt x="11742" y="3134"/>
                  </a:lnTo>
                  <a:lnTo>
                    <a:pt x="11663" y="3226"/>
                  </a:lnTo>
                  <a:lnTo>
                    <a:pt x="11584" y="3305"/>
                  </a:lnTo>
                  <a:lnTo>
                    <a:pt x="11492" y="3371"/>
                  </a:lnTo>
                  <a:lnTo>
                    <a:pt x="11387" y="3436"/>
                  </a:lnTo>
                  <a:lnTo>
                    <a:pt x="11282" y="3476"/>
                  </a:lnTo>
                  <a:lnTo>
                    <a:pt x="11176" y="3515"/>
                  </a:lnTo>
                  <a:lnTo>
                    <a:pt x="11058" y="3555"/>
                  </a:lnTo>
                  <a:lnTo>
                    <a:pt x="10939" y="3568"/>
                  </a:lnTo>
                  <a:lnTo>
                    <a:pt x="10821" y="3581"/>
                  </a:lnTo>
                  <a:lnTo>
                    <a:pt x="10703" y="3568"/>
                  </a:lnTo>
                  <a:lnTo>
                    <a:pt x="10584" y="3555"/>
                  </a:lnTo>
                  <a:lnTo>
                    <a:pt x="10466" y="3515"/>
                  </a:lnTo>
                  <a:lnTo>
                    <a:pt x="10347" y="3476"/>
                  </a:lnTo>
                  <a:lnTo>
                    <a:pt x="10242" y="3436"/>
                  </a:lnTo>
                  <a:lnTo>
                    <a:pt x="10150" y="3371"/>
                  </a:lnTo>
                  <a:lnTo>
                    <a:pt x="10057" y="3305"/>
                  </a:lnTo>
                  <a:lnTo>
                    <a:pt x="9979" y="3226"/>
                  </a:lnTo>
                  <a:lnTo>
                    <a:pt x="9900" y="3134"/>
                  </a:lnTo>
                  <a:lnTo>
                    <a:pt x="9821" y="3041"/>
                  </a:lnTo>
                  <a:lnTo>
                    <a:pt x="9768" y="2949"/>
                  </a:lnTo>
                  <a:lnTo>
                    <a:pt x="9715" y="2844"/>
                  </a:lnTo>
                  <a:lnTo>
                    <a:pt x="9676" y="2739"/>
                  </a:lnTo>
                  <a:lnTo>
                    <a:pt x="9649" y="2620"/>
                  </a:lnTo>
                  <a:lnTo>
                    <a:pt x="9623" y="2502"/>
                  </a:lnTo>
                  <a:lnTo>
                    <a:pt x="9623" y="2383"/>
                  </a:lnTo>
                  <a:lnTo>
                    <a:pt x="9623" y="2252"/>
                  </a:lnTo>
                  <a:lnTo>
                    <a:pt x="9649" y="2133"/>
                  </a:lnTo>
                  <a:lnTo>
                    <a:pt x="9676" y="2028"/>
                  </a:lnTo>
                  <a:lnTo>
                    <a:pt x="9715" y="1909"/>
                  </a:lnTo>
                  <a:lnTo>
                    <a:pt x="9768" y="1804"/>
                  </a:lnTo>
                  <a:lnTo>
                    <a:pt x="9821" y="1712"/>
                  </a:lnTo>
                  <a:lnTo>
                    <a:pt x="9900" y="1620"/>
                  </a:lnTo>
                  <a:lnTo>
                    <a:pt x="9979" y="1528"/>
                  </a:lnTo>
                  <a:lnTo>
                    <a:pt x="10057" y="1449"/>
                  </a:lnTo>
                  <a:lnTo>
                    <a:pt x="10150" y="1383"/>
                  </a:lnTo>
                  <a:lnTo>
                    <a:pt x="10242" y="1330"/>
                  </a:lnTo>
                  <a:lnTo>
                    <a:pt x="10347" y="1278"/>
                  </a:lnTo>
                  <a:lnTo>
                    <a:pt x="10466" y="1238"/>
                  </a:lnTo>
                  <a:lnTo>
                    <a:pt x="10584" y="1199"/>
                  </a:lnTo>
                  <a:lnTo>
                    <a:pt x="10703" y="1185"/>
                  </a:lnTo>
                  <a:close/>
                  <a:moveTo>
                    <a:pt x="10821" y="1"/>
                  </a:moveTo>
                  <a:lnTo>
                    <a:pt x="10571" y="14"/>
                  </a:lnTo>
                  <a:lnTo>
                    <a:pt x="10334" y="53"/>
                  </a:lnTo>
                  <a:lnTo>
                    <a:pt x="10110" y="106"/>
                  </a:lnTo>
                  <a:lnTo>
                    <a:pt x="9900" y="185"/>
                  </a:lnTo>
                  <a:lnTo>
                    <a:pt x="9689" y="290"/>
                  </a:lnTo>
                  <a:lnTo>
                    <a:pt x="9491" y="409"/>
                  </a:lnTo>
                  <a:lnTo>
                    <a:pt x="9307" y="540"/>
                  </a:lnTo>
                  <a:lnTo>
                    <a:pt x="9136" y="698"/>
                  </a:lnTo>
                  <a:lnTo>
                    <a:pt x="8978" y="870"/>
                  </a:lnTo>
                  <a:lnTo>
                    <a:pt x="8846" y="1054"/>
                  </a:lnTo>
                  <a:lnTo>
                    <a:pt x="8728" y="1251"/>
                  </a:lnTo>
                  <a:lnTo>
                    <a:pt x="8623" y="1449"/>
                  </a:lnTo>
                  <a:lnTo>
                    <a:pt x="8544" y="1672"/>
                  </a:lnTo>
                  <a:lnTo>
                    <a:pt x="8491" y="1896"/>
                  </a:lnTo>
                  <a:lnTo>
                    <a:pt x="8452" y="2133"/>
                  </a:lnTo>
                  <a:lnTo>
                    <a:pt x="8438" y="2383"/>
                  </a:lnTo>
                  <a:lnTo>
                    <a:pt x="8452" y="2581"/>
                  </a:lnTo>
                  <a:lnTo>
                    <a:pt x="8478" y="2778"/>
                  </a:lnTo>
                  <a:lnTo>
                    <a:pt x="8517" y="2976"/>
                  </a:lnTo>
                  <a:lnTo>
                    <a:pt x="8570" y="3173"/>
                  </a:lnTo>
                  <a:lnTo>
                    <a:pt x="8649" y="3357"/>
                  </a:lnTo>
                  <a:lnTo>
                    <a:pt x="8741" y="3529"/>
                  </a:lnTo>
                  <a:lnTo>
                    <a:pt x="8833" y="3687"/>
                  </a:lnTo>
                  <a:lnTo>
                    <a:pt x="8952" y="3844"/>
                  </a:lnTo>
                  <a:lnTo>
                    <a:pt x="9070" y="3989"/>
                  </a:lnTo>
                  <a:lnTo>
                    <a:pt x="9215" y="4134"/>
                  </a:lnTo>
                  <a:lnTo>
                    <a:pt x="9360" y="4253"/>
                  </a:lnTo>
                  <a:lnTo>
                    <a:pt x="9518" y="4371"/>
                  </a:lnTo>
                  <a:lnTo>
                    <a:pt x="9689" y="4463"/>
                  </a:lnTo>
                  <a:lnTo>
                    <a:pt x="9860" y="4555"/>
                  </a:lnTo>
                  <a:lnTo>
                    <a:pt x="10044" y="4621"/>
                  </a:lnTo>
                  <a:lnTo>
                    <a:pt x="10229" y="4687"/>
                  </a:lnTo>
                  <a:lnTo>
                    <a:pt x="10229" y="11571"/>
                  </a:lnTo>
                  <a:lnTo>
                    <a:pt x="1" y="21457"/>
                  </a:lnTo>
                  <a:lnTo>
                    <a:pt x="1" y="53774"/>
                  </a:lnTo>
                  <a:lnTo>
                    <a:pt x="1172" y="53774"/>
                  </a:lnTo>
                  <a:lnTo>
                    <a:pt x="1172" y="21957"/>
                  </a:lnTo>
                  <a:lnTo>
                    <a:pt x="11413" y="12072"/>
                  </a:lnTo>
                  <a:lnTo>
                    <a:pt x="11413" y="4687"/>
                  </a:lnTo>
                  <a:lnTo>
                    <a:pt x="11598" y="4621"/>
                  </a:lnTo>
                  <a:lnTo>
                    <a:pt x="11782" y="4555"/>
                  </a:lnTo>
                  <a:lnTo>
                    <a:pt x="11953" y="4463"/>
                  </a:lnTo>
                  <a:lnTo>
                    <a:pt x="12124" y="4358"/>
                  </a:lnTo>
                  <a:lnTo>
                    <a:pt x="12282" y="4253"/>
                  </a:lnTo>
                  <a:lnTo>
                    <a:pt x="12427" y="4121"/>
                  </a:lnTo>
                  <a:lnTo>
                    <a:pt x="12559" y="3989"/>
                  </a:lnTo>
                  <a:lnTo>
                    <a:pt x="12690" y="3844"/>
                  </a:lnTo>
                  <a:lnTo>
                    <a:pt x="12809" y="3687"/>
                  </a:lnTo>
                  <a:lnTo>
                    <a:pt x="12901" y="3529"/>
                  </a:lnTo>
                  <a:lnTo>
                    <a:pt x="12993" y="3344"/>
                  </a:lnTo>
                  <a:lnTo>
                    <a:pt x="13059" y="3173"/>
                  </a:lnTo>
                  <a:lnTo>
                    <a:pt x="13125" y="2976"/>
                  </a:lnTo>
                  <a:lnTo>
                    <a:pt x="13164" y="2778"/>
                  </a:lnTo>
                  <a:lnTo>
                    <a:pt x="13190" y="2581"/>
                  </a:lnTo>
                  <a:lnTo>
                    <a:pt x="13204" y="2383"/>
                  </a:lnTo>
                  <a:lnTo>
                    <a:pt x="13190" y="2133"/>
                  </a:lnTo>
                  <a:lnTo>
                    <a:pt x="13151" y="1896"/>
                  </a:lnTo>
                  <a:lnTo>
                    <a:pt x="13085" y="1672"/>
                  </a:lnTo>
                  <a:lnTo>
                    <a:pt x="13006" y="1449"/>
                  </a:lnTo>
                  <a:lnTo>
                    <a:pt x="12914" y="1251"/>
                  </a:lnTo>
                  <a:lnTo>
                    <a:pt x="12795" y="1054"/>
                  </a:lnTo>
                  <a:lnTo>
                    <a:pt x="12651" y="870"/>
                  </a:lnTo>
                  <a:lnTo>
                    <a:pt x="12506" y="698"/>
                  </a:lnTo>
                  <a:lnTo>
                    <a:pt x="12335" y="540"/>
                  </a:lnTo>
                  <a:lnTo>
                    <a:pt x="12150" y="409"/>
                  </a:lnTo>
                  <a:lnTo>
                    <a:pt x="11953" y="290"/>
                  </a:lnTo>
                  <a:lnTo>
                    <a:pt x="11742" y="185"/>
                  </a:lnTo>
                  <a:lnTo>
                    <a:pt x="11519" y="106"/>
                  </a:lnTo>
                  <a:lnTo>
                    <a:pt x="11295" y="53"/>
                  </a:lnTo>
                  <a:lnTo>
                    <a:pt x="11058" y="14"/>
                  </a:lnTo>
                  <a:lnTo>
                    <a:pt x="1082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4"/>
            <p:cNvSpPr/>
            <p:nvPr/>
          </p:nvSpPr>
          <p:spPr>
            <a:xfrm>
              <a:off x="1807825" y="1140475"/>
              <a:ext cx="250775" cy="1716875"/>
            </a:xfrm>
            <a:custGeom>
              <a:avLst/>
              <a:gdLst/>
              <a:ahLst/>
              <a:cxnLst/>
              <a:rect l="l" t="t" r="r" b="b"/>
              <a:pathLst>
                <a:path w="10031" h="68675" extrusionOk="0">
                  <a:moveTo>
                    <a:pt x="7648" y="1172"/>
                  </a:moveTo>
                  <a:lnTo>
                    <a:pt x="7780" y="1185"/>
                  </a:lnTo>
                  <a:lnTo>
                    <a:pt x="7898" y="1198"/>
                  </a:lnTo>
                  <a:lnTo>
                    <a:pt x="8004" y="1225"/>
                  </a:lnTo>
                  <a:lnTo>
                    <a:pt x="8122" y="1277"/>
                  </a:lnTo>
                  <a:lnTo>
                    <a:pt x="8228" y="1317"/>
                  </a:lnTo>
                  <a:lnTo>
                    <a:pt x="8320" y="1383"/>
                  </a:lnTo>
                  <a:lnTo>
                    <a:pt x="8412" y="1448"/>
                  </a:lnTo>
                  <a:lnTo>
                    <a:pt x="8504" y="1527"/>
                  </a:lnTo>
                  <a:lnTo>
                    <a:pt x="8583" y="1606"/>
                  </a:lnTo>
                  <a:lnTo>
                    <a:pt x="8649" y="1698"/>
                  </a:lnTo>
                  <a:lnTo>
                    <a:pt x="8701" y="1804"/>
                  </a:lnTo>
                  <a:lnTo>
                    <a:pt x="8754" y="1909"/>
                  </a:lnTo>
                  <a:lnTo>
                    <a:pt x="8794" y="2014"/>
                  </a:lnTo>
                  <a:lnTo>
                    <a:pt x="8833" y="2133"/>
                  </a:lnTo>
                  <a:lnTo>
                    <a:pt x="8846" y="2251"/>
                  </a:lnTo>
                  <a:lnTo>
                    <a:pt x="8846" y="2370"/>
                  </a:lnTo>
                  <a:lnTo>
                    <a:pt x="8846" y="2501"/>
                  </a:lnTo>
                  <a:lnTo>
                    <a:pt x="8833" y="2620"/>
                  </a:lnTo>
                  <a:lnTo>
                    <a:pt x="8794" y="2725"/>
                  </a:lnTo>
                  <a:lnTo>
                    <a:pt x="8754" y="2844"/>
                  </a:lnTo>
                  <a:lnTo>
                    <a:pt x="8701" y="2949"/>
                  </a:lnTo>
                  <a:lnTo>
                    <a:pt x="8649" y="3041"/>
                  </a:lnTo>
                  <a:lnTo>
                    <a:pt x="8583" y="3133"/>
                  </a:lnTo>
                  <a:lnTo>
                    <a:pt x="8504" y="3225"/>
                  </a:lnTo>
                  <a:lnTo>
                    <a:pt x="8412" y="3291"/>
                  </a:lnTo>
                  <a:lnTo>
                    <a:pt x="8320" y="3370"/>
                  </a:lnTo>
                  <a:lnTo>
                    <a:pt x="8228" y="3423"/>
                  </a:lnTo>
                  <a:lnTo>
                    <a:pt x="8122" y="3476"/>
                  </a:lnTo>
                  <a:lnTo>
                    <a:pt x="8004" y="3515"/>
                  </a:lnTo>
                  <a:lnTo>
                    <a:pt x="7898" y="3541"/>
                  </a:lnTo>
                  <a:lnTo>
                    <a:pt x="7780" y="3568"/>
                  </a:lnTo>
                  <a:lnTo>
                    <a:pt x="7530" y="3568"/>
                  </a:lnTo>
                  <a:lnTo>
                    <a:pt x="7411" y="3541"/>
                  </a:lnTo>
                  <a:lnTo>
                    <a:pt x="7293" y="3515"/>
                  </a:lnTo>
                  <a:lnTo>
                    <a:pt x="7188" y="3476"/>
                  </a:lnTo>
                  <a:lnTo>
                    <a:pt x="7082" y="3423"/>
                  </a:lnTo>
                  <a:lnTo>
                    <a:pt x="6990" y="3370"/>
                  </a:lnTo>
                  <a:lnTo>
                    <a:pt x="6898" y="3291"/>
                  </a:lnTo>
                  <a:lnTo>
                    <a:pt x="6806" y="3225"/>
                  </a:lnTo>
                  <a:lnTo>
                    <a:pt x="6727" y="3133"/>
                  </a:lnTo>
                  <a:lnTo>
                    <a:pt x="6661" y="3041"/>
                  </a:lnTo>
                  <a:lnTo>
                    <a:pt x="6595" y="2949"/>
                  </a:lnTo>
                  <a:lnTo>
                    <a:pt x="6556" y="2844"/>
                  </a:lnTo>
                  <a:lnTo>
                    <a:pt x="6516" y="2725"/>
                  </a:lnTo>
                  <a:lnTo>
                    <a:pt x="6477" y="2620"/>
                  </a:lnTo>
                  <a:lnTo>
                    <a:pt x="6464" y="2501"/>
                  </a:lnTo>
                  <a:lnTo>
                    <a:pt x="6464" y="2370"/>
                  </a:lnTo>
                  <a:lnTo>
                    <a:pt x="6464" y="2251"/>
                  </a:lnTo>
                  <a:lnTo>
                    <a:pt x="6477" y="2133"/>
                  </a:lnTo>
                  <a:lnTo>
                    <a:pt x="6516" y="2014"/>
                  </a:lnTo>
                  <a:lnTo>
                    <a:pt x="6556" y="1909"/>
                  </a:lnTo>
                  <a:lnTo>
                    <a:pt x="6595" y="1804"/>
                  </a:lnTo>
                  <a:lnTo>
                    <a:pt x="6661" y="1698"/>
                  </a:lnTo>
                  <a:lnTo>
                    <a:pt x="6727" y="1606"/>
                  </a:lnTo>
                  <a:lnTo>
                    <a:pt x="6806" y="1527"/>
                  </a:lnTo>
                  <a:lnTo>
                    <a:pt x="6898" y="1448"/>
                  </a:lnTo>
                  <a:lnTo>
                    <a:pt x="6990" y="1383"/>
                  </a:lnTo>
                  <a:lnTo>
                    <a:pt x="7082" y="1317"/>
                  </a:lnTo>
                  <a:lnTo>
                    <a:pt x="7188" y="1277"/>
                  </a:lnTo>
                  <a:lnTo>
                    <a:pt x="7293" y="1225"/>
                  </a:lnTo>
                  <a:lnTo>
                    <a:pt x="7411" y="1198"/>
                  </a:lnTo>
                  <a:lnTo>
                    <a:pt x="7530" y="1185"/>
                  </a:lnTo>
                  <a:lnTo>
                    <a:pt x="7648" y="1172"/>
                  </a:lnTo>
                  <a:close/>
                  <a:moveTo>
                    <a:pt x="7648" y="0"/>
                  </a:moveTo>
                  <a:lnTo>
                    <a:pt x="7411" y="14"/>
                  </a:lnTo>
                  <a:lnTo>
                    <a:pt x="7174" y="40"/>
                  </a:lnTo>
                  <a:lnTo>
                    <a:pt x="6951" y="106"/>
                  </a:lnTo>
                  <a:lnTo>
                    <a:pt x="6727" y="185"/>
                  </a:lnTo>
                  <a:lnTo>
                    <a:pt x="6516" y="277"/>
                  </a:lnTo>
                  <a:lnTo>
                    <a:pt x="6332" y="408"/>
                  </a:lnTo>
                  <a:lnTo>
                    <a:pt x="6148" y="540"/>
                  </a:lnTo>
                  <a:lnTo>
                    <a:pt x="5977" y="698"/>
                  </a:lnTo>
                  <a:lnTo>
                    <a:pt x="5819" y="856"/>
                  </a:lnTo>
                  <a:lnTo>
                    <a:pt x="5687" y="1040"/>
                  </a:lnTo>
                  <a:lnTo>
                    <a:pt x="5569" y="1238"/>
                  </a:lnTo>
                  <a:lnTo>
                    <a:pt x="5463" y="1448"/>
                  </a:lnTo>
                  <a:lnTo>
                    <a:pt x="5384" y="1672"/>
                  </a:lnTo>
                  <a:lnTo>
                    <a:pt x="5318" y="1896"/>
                  </a:lnTo>
                  <a:lnTo>
                    <a:pt x="5292" y="2133"/>
                  </a:lnTo>
                  <a:lnTo>
                    <a:pt x="5279" y="2370"/>
                  </a:lnTo>
                  <a:lnTo>
                    <a:pt x="5279" y="2580"/>
                  </a:lnTo>
                  <a:lnTo>
                    <a:pt x="5305" y="2778"/>
                  </a:lnTo>
                  <a:lnTo>
                    <a:pt x="5358" y="2975"/>
                  </a:lnTo>
                  <a:lnTo>
                    <a:pt x="5411" y="3160"/>
                  </a:lnTo>
                  <a:lnTo>
                    <a:pt x="5490" y="3344"/>
                  </a:lnTo>
                  <a:lnTo>
                    <a:pt x="5569" y="3515"/>
                  </a:lnTo>
                  <a:lnTo>
                    <a:pt x="5674" y="3686"/>
                  </a:lnTo>
                  <a:lnTo>
                    <a:pt x="5779" y="3844"/>
                  </a:lnTo>
                  <a:lnTo>
                    <a:pt x="5911" y="3989"/>
                  </a:lnTo>
                  <a:lnTo>
                    <a:pt x="6042" y="4121"/>
                  </a:lnTo>
                  <a:lnTo>
                    <a:pt x="6200" y="4252"/>
                  </a:lnTo>
                  <a:lnTo>
                    <a:pt x="6345" y="4357"/>
                  </a:lnTo>
                  <a:lnTo>
                    <a:pt x="6516" y="4463"/>
                  </a:lnTo>
                  <a:lnTo>
                    <a:pt x="6687" y="4555"/>
                  </a:lnTo>
                  <a:lnTo>
                    <a:pt x="6872" y="4621"/>
                  </a:lnTo>
                  <a:lnTo>
                    <a:pt x="7069" y="4673"/>
                  </a:lnTo>
                  <a:lnTo>
                    <a:pt x="7069" y="26156"/>
                  </a:lnTo>
                  <a:lnTo>
                    <a:pt x="0" y="33212"/>
                  </a:lnTo>
                  <a:lnTo>
                    <a:pt x="0" y="68674"/>
                  </a:lnTo>
                  <a:lnTo>
                    <a:pt x="1185" y="68674"/>
                  </a:lnTo>
                  <a:lnTo>
                    <a:pt x="1185" y="33699"/>
                  </a:lnTo>
                  <a:lnTo>
                    <a:pt x="8241" y="26643"/>
                  </a:lnTo>
                  <a:lnTo>
                    <a:pt x="8241" y="4673"/>
                  </a:lnTo>
                  <a:lnTo>
                    <a:pt x="8438" y="4621"/>
                  </a:lnTo>
                  <a:lnTo>
                    <a:pt x="8622" y="4555"/>
                  </a:lnTo>
                  <a:lnTo>
                    <a:pt x="8794" y="4463"/>
                  </a:lnTo>
                  <a:lnTo>
                    <a:pt x="8952" y="4357"/>
                  </a:lnTo>
                  <a:lnTo>
                    <a:pt x="9110" y="4252"/>
                  </a:lnTo>
                  <a:lnTo>
                    <a:pt x="9267" y="4121"/>
                  </a:lnTo>
                  <a:lnTo>
                    <a:pt x="9399" y="3989"/>
                  </a:lnTo>
                  <a:lnTo>
                    <a:pt x="9518" y="3844"/>
                  </a:lnTo>
                  <a:lnTo>
                    <a:pt x="9636" y="3686"/>
                  </a:lnTo>
                  <a:lnTo>
                    <a:pt x="9741" y="3515"/>
                  </a:lnTo>
                  <a:lnTo>
                    <a:pt x="9820" y="3344"/>
                  </a:lnTo>
                  <a:lnTo>
                    <a:pt x="9899" y="3160"/>
                  </a:lnTo>
                  <a:lnTo>
                    <a:pt x="9952" y="2975"/>
                  </a:lnTo>
                  <a:lnTo>
                    <a:pt x="10005" y="2778"/>
                  </a:lnTo>
                  <a:lnTo>
                    <a:pt x="10018" y="2580"/>
                  </a:lnTo>
                  <a:lnTo>
                    <a:pt x="10031" y="2370"/>
                  </a:lnTo>
                  <a:lnTo>
                    <a:pt x="10018" y="2133"/>
                  </a:lnTo>
                  <a:lnTo>
                    <a:pt x="9978" y="1896"/>
                  </a:lnTo>
                  <a:lnTo>
                    <a:pt x="9926" y="1672"/>
                  </a:lnTo>
                  <a:lnTo>
                    <a:pt x="9847" y="1448"/>
                  </a:lnTo>
                  <a:lnTo>
                    <a:pt x="9741" y="1238"/>
                  </a:lnTo>
                  <a:lnTo>
                    <a:pt x="9623" y="1040"/>
                  </a:lnTo>
                  <a:lnTo>
                    <a:pt x="9491" y="856"/>
                  </a:lnTo>
                  <a:lnTo>
                    <a:pt x="9333" y="698"/>
                  </a:lnTo>
                  <a:lnTo>
                    <a:pt x="9162" y="540"/>
                  </a:lnTo>
                  <a:lnTo>
                    <a:pt x="8978" y="408"/>
                  </a:lnTo>
                  <a:lnTo>
                    <a:pt x="8794" y="277"/>
                  </a:lnTo>
                  <a:lnTo>
                    <a:pt x="8583" y="185"/>
                  </a:lnTo>
                  <a:lnTo>
                    <a:pt x="8359" y="106"/>
                  </a:lnTo>
                  <a:lnTo>
                    <a:pt x="8135" y="40"/>
                  </a:lnTo>
                  <a:lnTo>
                    <a:pt x="7898" y="14"/>
                  </a:lnTo>
                  <a:lnTo>
                    <a:pt x="7648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4"/>
            <p:cNvSpPr/>
            <p:nvPr/>
          </p:nvSpPr>
          <p:spPr>
            <a:xfrm>
              <a:off x="2707875" y="605375"/>
              <a:ext cx="681575" cy="1406550"/>
            </a:xfrm>
            <a:custGeom>
              <a:avLst/>
              <a:gdLst/>
              <a:ahLst/>
              <a:cxnLst/>
              <a:rect l="l" t="t" r="r" b="b"/>
              <a:pathLst>
                <a:path w="27263" h="56262" extrusionOk="0">
                  <a:moveTo>
                    <a:pt x="25011" y="1185"/>
                  </a:moveTo>
                  <a:lnTo>
                    <a:pt x="25130" y="1212"/>
                  </a:lnTo>
                  <a:lnTo>
                    <a:pt x="25248" y="1238"/>
                  </a:lnTo>
                  <a:lnTo>
                    <a:pt x="25353" y="1277"/>
                  </a:lnTo>
                  <a:lnTo>
                    <a:pt x="25459" y="1330"/>
                  </a:lnTo>
                  <a:lnTo>
                    <a:pt x="25551" y="1383"/>
                  </a:lnTo>
                  <a:lnTo>
                    <a:pt x="25643" y="1462"/>
                  </a:lnTo>
                  <a:lnTo>
                    <a:pt x="25735" y="1527"/>
                  </a:lnTo>
                  <a:lnTo>
                    <a:pt x="25814" y="1620"/>
                  </a:lnTo>
                  <a:lnTo>
                    <a:pt x="25880" y="1712"/>
                  </a:lnTo>
                  <a:lnTo>
                    <a:pt x="25946" y="1804"/>
                  </a:lnTo>
                  <a:lnTo>
                    <a:pt x="25985" y="1909"/>
                  </a:lnTo>
                  <a:lnTo>
                    <a:pt x="26038" y="2028"/>
                  </a:lnTo>
                  <a:lnTo>
                    <a:pt x="26064" y="2133"/>
                  </a:lnTo>
                  <a:lnTo>
                    <a:pt x="26077" y="2251"/>
                  </a:lnTo>
                  <a:lnTo>
                    <a:pt x="26091" y="2383"/>
                  </a:lnTo>
                  <a:lnTo>
                    <a:pt x="26077" y="2502"/>
                  </a:lnTo>
                  <a:lnTo>
                    <a:pt x="26064" y="2620"/>
                  </a:lnTo>
                  <a:lnTo>
                    <a:pt x="26038" y="2738"/>
                  </a:lnTo>
                  <a:lnTo>
                    <a:pt x="25985" y="2844"/>
                  </a:lnTo>
                  <a:lnTo>
                    <a:pt x="25946" y="2949"/>
                  </a:lnTo>
                  <a:lnTo>
                    <a:pt x="25880" y="3054"/>
                  </a:lnTo>
                  <a:lnTo>
                    <a:pt x="25814" y="3147"/>
                  </a:lnTo>
                  <a:lnTo>
                    <a:pt x="25735" y="3226"/>
                  </a:lnTo>
                  <a:lnTo>
                    <a:pt x="25643" y="3305"/>
                  </a:lnTo>
                  <a:lnTo>
                    <a:pt x="25551" y="3370"/>
                  </a:lnTo>
                  <a:lnTo>
                    <a:pt x="25459" y="3436"/>
                  </a:lnTo>
                  <a:lnTo>
                    <a:pt x="25353" y="3489"/>
                  </a:lnTo>
                  <a:lnTo>
                    <a:pt x="25248" y="3528"/>
                  </a:lnTo>
                  <a:lnTo>
                    <a:pt x="25130" y="3555"/>
                  </a:lnTo>
                  <a:lnTo>
                    <a:pt x="25011" y="3568"/>
                  </a:lnTo>
                  <a:lnTo>
                    <a:pt x="24893" y="3581"/>
                  </a:lnTo>
                  <a:lnTo>
                    <a:pt x="24761" y="3568"/>
                  </a:lnTo>
                  <a:lnTo>
                    <a:pt x="24643" y="3555"/>
                  </a:lnTo>
                  <a:lnTo>
                    <a:pt x="24537" y="3528"/>
                  </a:lnTo>
                  <a:lnTo>
                    <a:pt x="24419" y="3489"/>
                  </a:lnTo>
                  <a:lnTo>
                    <a:pt x="24313" y="3436"/>
                  </a:lnTo>
                  <a:lnTo>
                    <a:pt x="24221" y="3370"/>
                  </a:lnTo>
                  <a:lnTo>
                    <a:pt x="24129" y="3305"/>
                  </a:lnTo>
                  <a:lnTo>
                    <a:pt x="24037" y="3226"/>
                  </a:lnTo>
                  <a:lnTo>
                    <a:pt x="23958" y="3147"/>
                  </a:lnTo>
                  <a:lnTo>
                    <a:pt x="23892" y="3054"/>
                  </a:lnTo>
                  <a:lnTo>
                    <a:pt x="23840" y="2949"/>
                  </a:lnTo>
                  <a:lnTo>
                    <a:pt x="23787" y="2844"/>
                  </a:lnTo>
                  <a:lnTo>
                    <a:pt x="23747" y="2738"/>
                  </a:lnTo>
                  <a:lnTo>
                    <a:pt x="23721" y="2620"/>
                  </a:lnTo>
                  <a:lnTo>
                    <a:pt x="23695" y="2502"/>
                  </a:lnTo>
                  <a:lnTo>
                    <a:pt x="23695" y="2383"/>
                  </a:lnTo>
                  <a:lnTo>
                    <a:pt x="23695" y="2251"/>
                  </a:lnTo>
                  <a:lnTo>
                    <a:pt x="23721" y="2133"/>
                  </a:lnTo>
                  <a:lnTo>
                    <a:pt x="23747" y="2028"/>
                  </a:lnTo>
                  <a:lnTo>
                    <a:pt x="23787" y="1909"/>
                  </a:lnTo>
                  <a:lnTo>
                    <a:pt x="23840" y="1804"/>
                  </a:lnTo>
                  <a:lnTo>
                    <a:pt x="23892" y="1712"/>
                  </a:lnTo>
                  <a:lnTo>
                    <a:pt x="23958" y="1620"/>
                  </a:lnTo>
                  <a:lnTo>
                    <a:pt x="24037" y="1527"/>
                  </a:lnTo>
                  <a:lnTo>
                    <a:pt x="24129" y="1462"/>
                  </a:lnTo>
                  <a:lnTo>
                    <a:pt x="24221" y="1383"/>
                  </a:lnTo>
                  <a:lnTo>
                    <a:pt x="24313" y="1330"/>
                  </a:lnTo>
                  <a:lnTo>
                    <a:pt x="24419" y="1277"/>
                  </a:lnTo>
                  <a:lnTo>
                    <a:pt x="24537" y="1238"/>
                  </a:lnTo>
                  <a:lnTo>
                    <a:pt x="24643" y="1212"/>
                  </a:lnTo>
                  <a:lnTo>
                    <a:pt x="24761" y="1185"/>
                  </a:lnTo>
                  <a:close/>
                  <a:moveTo>
                    <a:pt x="24893" y="0"/>
                  </a:moveTo>
                  <a:lnTo>
                    <a:pt x="24643" y="14"/>
                  </a:lnTo>
                  <a:lnTo>
                    <a:pt x="24406" y="53"/>
                  </a:lnTo>
                  <a:lnTo>
                    <a:pt x="24182" y="106"/>
                  </a:lnTo>
                  <a:lnTo>
                    <a:pt x="23958" y="185"/>
                  </a:lnTo>
                  <a:lnTo>
                    <a:pt x="23761" y="290"/>
                  </a:lnTo>
                  <a:lnTo>
                    <a:pt x="23563" y="409"/>
                  </a:lnTo>
                  <a:lnTo>
                    <a:pt x="23379" y="540"/>
                  </a:lnTo>
                  <a:lnTo>
                    <a:pt x="23208" y="698"/>
                  </a:lnTo>
                  <a:lnTo>
                    <a:pt x="23050" y="869"/>
                  </a:lnTo>
                  <a:lnTo>
                    <a:pt x="22918" y="1054"/>
                  </a:lnTo>
                  <a:lnTo>
                    <a:pt x="22800" y="1251"/>
                  </a:lnTo>
                  <a:lnTo>
                    <a:pt x="22694" y="1448"/>
                  </a:lnTo>
                  <a:lnTo>
                    <a:pt x="22615" y="1672"/>
                  </a:lnTo>
                  <a:lnTo>
                    <a:pt x="22563" y="1896"/>
                  </a:lnTo>
                  <a:lnTo>
                    <a:pt x="22523" y="2133"/>
                  </a:lnTo>
                  <a:lnTo>
                    <a:pt x="22510" y="2383"/>
                  </a:lnTo>
                  <a:lnTo>
                    <a:pt x="22523" y="2581"/>
                  </a:lnTo>
                  <a:lnTo>
                    <a:pt x="22550" y="2791"/>
                  </a:lnTo>
                  <a:lnTo>
                    <a:pt x="22589" y="2975"/>
                  </a:lnTo>
                  <a:lnTo>
                    <a:pt x="22642" y="3173"/>
                  </a:lnTo>
                  <a:lnTo>
                    <a:pt x="22721" y="3357"/>
                  </a:lnTo>
                  <a:lnTo>
                    <a:pt x="22800" y="3528"/>
                  </a:lnTo>
                  <a:lnTo>
                    <a:pt x="22905" y="3686"/>
                  </a:lnTo>
                  <a:lnTo>
                    <a:pt x="23023" y="3844"/>
                  </a:lnTo>
                  <a:lnTo>
                    <a:pt x="23142" y="3989"/>
                  </a:lnTo>
                  <a:lnTo>
                    <a:pt x="23287" y="4134"/>
                  </a:lnTo>
                  <a:lnTo>
                    <a:pt x="23432" y="4252"/>
                  </a:lnTo>
                  <a:lnTo>
                    <a:pt x="23589" y="4371"/>
                  </a:lnTo>
                  <a:lnTo>
                    <a:pt x="23747" y="4463"/>
                  </a:lnTo>
                  <a:lnTo>
                    <a:pt x="23932" y="4555"/>
                  </a:lnTo>
                  <a:lnTo>
                    <a:pt x="24103" y="4621"/>
                  </a:lnTo>
                  <a:lnTo>
                    <a:pt x="24300" y="4687"/>
                  </a:lnTo>
                  <a:lnTo>
                    <a:pt x="24300" y="36977"/>
                  </a:lnTo>
                  <a:lnTo>
                    <a:pt x="0" y="36977"/>
                  </a:lnTo>
                  <a:lnTo>
                    <a:pt x="0" y="56261"/>
                  </a:lnTo>
                  <a:lnTo>
                    <a:pt x="1172" y="56261"/>
                  </a:lnTo>
                  <a:lnTo>
                    <a:pt x="1172" y="38162"/>
                  </a:lnTo>
                  <a:lnTo>
                    <a:pt x="25485" y="38162"/>
                  </a:lnTo>
                  <a:lnTo>
                    <a:pt x="25485" y="4687"/>
                  </a:lnTo>
                  <a:lnTo>
                    <a:pt x="25669" y="4621"/>
                  </a:lnTo>
                  <a:lnTo>
                    <a:pt x="25854" y="4555"/>
                  </a:lnTo>
                  <a:lnTo>
                    <a:pt x="26025" y="4463"/>
                  </a:lnTo>
                  <a:lnTo>
                    <a:pt x="26196" y="4371"/>
                  </a:lnTo>
                  <a:lnTo>
                    <a:pt x="26354" y="4252"/>
                  </a:lnTo>
                  <a:lnTo>
                    <a:pt x="26499" y="4134"/>
                  </a:lnTo>
                  <a:lnTo>
                    <a:pt x="26630" y="3989"/>
                  </a:lnTo>
                  <a:lnTo>
                    <a:pt x="26762" y="3844"/>
                  </a:lnTo>
                  <a:lnTo>
                    <a:pt x="26867" y="3686"/>
                  </a:lnTo>
                  <a:lnTo>
                    <a:pt x="26972" y="3528"/>
                  </a:lnTo>
                  <a:lnTo>
                    <a:pt x="27065" y="3357"/>
                  </a:lnTo>
                  <a:lnTo>
                    <a:pt x="27130" y="3173"/>
                  </a:lnTo>
                  <a:lnTo>
                    <a:pt x="27183" y="2975"/>
                  </a:lnTo>
                  <a:lnTo>
                    <a:pt x="27236" y="2791"/>
                  </a:lnTo>
                  <a:lnTo>
                    <a:pt x="27262" y="2581"/>
                  </a:lnTo>
                  <a:lnTo>
                    <a:pt x="27262" y="2383"/>
                  </a:lnTo>
                  <a:lnTo>
                    <a:pt x="27249" y="2133"/>
                  </a:lnTo>
                  <a:lnTo>
                    <a:pt x="27223" y="1896"/>
                  </a:lnTo>
                  <a:lnTo>
                    <a:pt x="27157" y="1672"/>
                  </a:lnTo>
                  <a:lnTo>
                    <a:pt x="27078" y="1448"/>
                  </a:lnTo>
                  <a:lnTo>
                    <a:pt x="26986" y="1251"/>
                  </a:lnTo>
                  <a:lnTo>
                    <a:pt x="26854" y="1054"/>
                  </a:lnTo>
                  <a:lnTo>
                    <a:pt x="26722" y="869"/>
                  </a:lnTo>
                  <a:lnTo>
                    <a:pt x="26564" y="698"/>
                  </a:lnTo>
                  <a:lnTo>
                    <a:pt x="26406" y="540"/>
                  </a:lnTo>
                  <a:lnTo>
                    <a:pt x="26222" y="409"/>
                  </a:lnTo>
                  <a:lnTo>
                    <a:pt x="26025" y="290"/>
                  </a:lnTo>
                  <a:lnTo>
                    <a:pt x="25814" y="185"/>
                  </a:lnTo>
                  <a:lnTo>
                    <a:pt x="25590" y="106"/>
                  </a:lnTo>
                  <a:lnTo>
                    <a:pt x="25367" y="53"/>
                  </a:lnTo>
                  <a:lnTo>
                    <a:pt x="25130" y="14"/>
                  </a:lnTo>
                  <a:lnTo>
                    <a:pt x="24893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4"/>
            <p:cNvSpPr/>
            <p:nvPr/>
          </p:nvSpPr>
          <p:spPr>
            <a:xfrm>
              <a:off x="3940300" y="605375"/>
              <a:ext cx="687500" cy="639125"/>
            </a:xfrm>
            <a:custGeom>
              <a:avLst/>
              <a:gdLst/>
              <a:ahLst/>
              <a:cxnLst/>
              <a:rect l="l" t="t" r="r" b="b"/>
              <a:pathLst>
                <a:path w="27500" h="25565" extrusionOk="0">
                  <a:moveTo>
                    <a:pt x="25235" y="1185"/>
                  </a:moveTo>
                  <a:lnTo>
                    <a:pt x="25367" y="1212"/>
                  </a:lnTo>
                  <a:lnTo>
                    <a:pt x="25472" y="1238"/>
                  </a:lnTo>
                  <a:lnTo>
                    <a:pt x="25591" y="1277"/>
                  </a:lnTo>
                  <a:lnTo>
                    <a:pt x="25696" y="1330"/>
                  </a:lnTo>
                  <a:lnTo>
                    <a:pt x="25788" y="1383"/>
                  </a:lnTo>
                  <a:lnTo>
                    <a:pt x="25880" y="1462"/>
                  </a:lnTo>
                  <a:lnTo>
                    <a:pt x="25959" y="1527"/>
                  </a:lnTo>
                  <a:lnTo>
                    <a:pt x="26038" y="1620"/>
                  </a:lnTo>
                  <a:lnTo>
                    <a:pt x="26117" y="1712"/>
                  </a:lnTo>
                  <a:lnTo>
                    <a:pt x="26170" y="1804"/>
                  </a:lnTo>
                  <a:lnTo>
                    <a:pt x="26222" y="1909"/>
                  </a:lnTo>
                  <a:lnTo>
                    <a:pt x="26262" y="2028"/>
                  </a:lnTo>
                  <a:lnTo>
                    <a:pt x="26288" y="2133"/>
                  </a:lnTo>
                  <a:lnTo>
                    <a:pt x="26315" y="2251"/>
                  </a:lnTo>
                  <a:lnTo>
                    <a:pt x="26315" y="2383"/>
                  </a:lnTo>
                  <a:lnTo>
                    <a:pt x="26315" y="2502"/>
                  </a:lnTo>
                  <a:lnTo>
                    <a:pt x="26288" y="2620"/>
                  </a:lnTo>
                  <a:lnTo>
                    <a:pt x="26262" y="2738"/>
                  </a:lnTo>
                  <a:lnTo>
                    <a:pt x="26222" y="2844"/>
                  </a:lnTo>
                  <a:lnTo>
                    <a:pt x="26170" y="2949"/>
                  </a:lnTo>
                  <a:lnTo>
                    <a:pt x="26117" y="3054"/>
                  </a:lnTo>
                  <a:lnTo>
                    <a:pt x="26038" y="3147"/>
                  </a:lnTo>
                  <a:lnTo>
                    <a:pt x="25959" y="3226"/>
                  </a:lnTo>
                  <a:lnTo>
                    <a:pt x="25880" y="3305"/>
                  </a:lnTo>
                  <a:lnTo>
                    <a:pt x="25788" y="3370"/>
                  </a:lnTo>
                  <a:lnTo>
                    <a:pt x="25696" y="3436"/>
                  </a:lnTo>
                  <a:lnTo>
                    <a:pt x="25591" y="3489"/>
                  </a:lnTo>
                  <a:lnTo>
                    <a:pt x="25472" y="3528"/>
                  </a:lnTo>
                  <a:lnTo>
                    <a:pt x="25367" y="3555"/>
                  </a:lnTo>
                  <a:lnTo>
                    <a:pt x="25235" y="3568"/>
                  </a:lnTo>
                  <a:lnTo>
                    <a:pt x="25117" y="3581"/>
                  </a:lnTo>
                  <a:lnTo>
                    <a:pt x="24998" y="3568"/>
                  </a:lnTo>
                  <a:lnTo>
                    <a:pt x="24880" y="3555"/>
                  </a:lnTo>
                  <a:lnTo>
                    <a:pt x="24761" y="3528"/>
                  </a:lnTo>
                  <a:lnTo>
                    <a:pt x="24656" y="3489"/>
                  </a:lnTo>
                  <a:lnTo>
                    <a:pt x="24551" y="3436"/>
                  </a:lnTo>
                  <a:lnTo>
                    <a:pt x="24445" y="3370"/>
                  </a:lnTo>
                  <a:lnTo>
                    <a:pt x="24353" y="3305"/>
                  </a:lnTo>
                  <a:lnTo>
                    <a:pt x="24274" y="3226"/>
                  </a:lnTo>
                  <a:lnTo>
                    <a:pt x="24195" y="3147"/>
                  </a:lnTo>
                  <a:lnTo>
                    <a:pt x="24129" y="3054"/>
                  </a:lnTo>
                  <a:lnTo>
                    <a:pt x="24064" y="2949"/>
                  </a:lnTo>
                  <a:lnTo>
                    <a:pt x="24011" y="2844"/>
                  </a:lnTo>
                  <a:lnTo>
                    <a:pt x="23971" y="2738"/>
                  </a:lnTo>
                  <a:lnTo>
                    <a:pt x="23945" y="2620"/>
                  </a:lnTo>
                  <a:lnTo>
                    <a:pt x="23932" y="2502"/>
                  </a:lnTo>
                  <a:lnTo>
                    <a:pt x="23919" y="2383"/>
                  </a:lnTo>
                  <a:lnTo>
                    <a:pt x="23932" y="2251"/>
                  </a:lnTo>
                  <a:lnTo>
                    <a:pt x="23945" y="2133"/>
                  </a:lnTo>
                  <a:lnTo>
                    <a:pt x="23971" y="2028"/>
                  </a:lnTo>
                  <a:lnTo>
                    <a:pt x="24011" y="1909"/>
                  </a:lnTo>
                  <a:lnTo>
                    <a:pt x="24064" y="1804"/>
                  </a:lnTo>
                  <a:lnTo>
                    <a:pt x="24129" y="1712"/>
                  </a:lnTo>
                  <a:lnTo>
                    <a:pt x="24195" y="1620"/>
                  </a:lnTo>
                  <a:lnTo>
                    <a:pt x="24274" y="1527"/>
                  </a:lnTo>
                  <a:lnTo>
                    <a:pt x="24353" y="1462"/>
                  </a:lnTo>
                  <a:lnTo>
                    <a:pt x="24445" y="1383"/>
                  </a:lnTo>
                  <a:lnTo>
                    <a:pt x="24551" y="1330"/>
                  </a:lnTo>
                  <a:lnTo>
                    <a:pt x="24656" y="1277"/>
                  </a:lnTo>
                  <a:lnTo>
                    <a:pt x="24761" y="1238"/>
                  </a:lnTo>
                  <a:lnTo>
                    <a:pt x="24880" y="1212"/>
                  </a:lnTo>
                  <a:lnTo>
                    <a:pt x="24998" y="1185"/>
                  </a:lnTo>
                  <a:close/>
                  <a:moveTo>
                    <a:pt x="25117" y="0"/>
                  </a:moveTo>
                  <a:lnTo>
                    <a:pt x="24880" y="14"/>
                  </a:lnTo>
                  <a:lnTo>
                    <a:pt x="24643" y="53"/>
                  </a:lnTo>
                  <a:lnTo>
                    <a:pt x="24419" y="106"/>
                  </a:lnTo>
                  <a:lnTo>
                    <a:pt x="24195" y="185"/>
                  </a:lnTo>
                  <a:lnTo>
                    <a:pt x="23985" y="290"/>
                  </a:lnTo>
                  <a:lnTo>
                    <a:pt x="23787" y="409"/>
                  </a:lnTo>
                  <a:lnTo>
                    <a:pt x="23603" y="540"/>
                  </a:lnTo>
                  <a:lnTo>
                    <a:pt x="23432" y="698"/>
                  </a:lnTo>
                  <a:lnTo>
                    <a:pt x="23287" y="869"/>
                  </a:lnTo>
                  <a:lnTo>
                    <a:pt x="23142" y="1054"/>
                  </a:lnTo>
                  <a:lnTo>
                    <a:pt x="23024" y="1251"/>
                  </a:lnTo>
                  <a:lnTo>
                    <a:pt x="22932" y="1448"/>
                  </a:lnTo>
                  <a:lnTo>
                    <a:pt x="22853" y="1672"/>
                  </a:lnTo>
                  <a:lnTo>
                    <a:pt x="22787" y="1896"/>
                  </a:lnTo>
                  <a:lnTo>
                    <a:pt x="22747" y="2133"/>
                  </a:lnTo>
                  <a:lnTo>
                    <a:pt x="22734" y="2383"/>
                  </a:lnTo>
                  <a:lnTo>
                    <a:pt x="22747" y="2581"/>
                  </a:lnTo>
                  <a:lnTo>
                    <a:pt x="22774" y="2791"/>
                  </a:lnTo>
                  <a:lnTo>
                    <a:pt x="22813" y="2975"/>
                  </a:lnTo>
                  <a:lnTo>
                    <a:pt x="22879" y="3173"/>
                  </a:lnTo>
                  <a:lnTo>
                    <a:pt x="22945" y="3357"/>
                  </a:lnTo>
                  <a:lnTo>
                    <a:pt x="23037" y="3528"/>
                  </a:lnTo>
                  <a:lnTo>
                    <a:pt x="23142" y="3686"/>
                  </a:lnTo>
                  <a:lnTo>
                    <a:pt x="23247" y="3844"/>
                  </a:lnTo>
                  <a:lnTo>
                    <a:pt x="23379" y="3989"/>
                  </a:lnTo>
                  <a:lnTo>
                    <a:pt x="23511" y="4134"/>
                  </a:lnTo>
                  <a:lnTo>
                    <a:pt x="23656" y="4252"/>
                  </a:lnTo>
                  <a:lnTo>
                    <a:pt x="23813" y="4371"/>
                  </a:lnTo>
                  <a:lnTo>
                    <a:pt x="23985" y="4463"/>
                  </a:lnTo>
                  <a:lnTo>
                    <a:pt x="24156" y="4555"/>
                  </a:lnTo>
                  <a:lnTo>
                    <a:pt x="24340" y="4621"/>
                  </a:lnTo>
                  <a:lnTo>
                    <a:pt x="24524" y="4687"/>
                  </a:lnTo>
                  <a:lnTo>
                    <a:pt x="24524" y="18535"/>
                  </a:lnTo>
                  <a:lnTo>
                    <a:pt x="1" y="18535"/>
                  </a:lnTo>
                  <a:lnTo>
                    <a:pt x="1" y="25564"/>
                  </a:lnTo>
                  <a:lnTo>
                    <a:pt x="1185" y="25564"/>
                  </a:lnTo>
                  <a:lnTo>
                    <a:pt x="1185" y="19719"/>
                  </a:lnTo>
                  <a:lnTo>
                    <a:pt x="25709" y="19719"/>
                  </a:lnTo>
                  <a:lnTo>
                    <a:pt x="25709" y="4687"/>
                  </a:lnTo>
                  <a:lnTo>
                    <a:pt x="25893" y="4621"/>
                  </a:lnTo>
                  <a:lnTo>
                    <a:pt x="26078" y="4555"/>
                  </a:lnTo>
                  <a:lnTo>
                    <a:pt x="26262" y="4463"/>
                  </a:lnTo>
                  <a:lnTo>
                    <a:pt x="26420" y="4371"/>
                  </a:lnTo>
                  <a:lnTo>
                    <a:pt x="26578" y="4252"/>
                  </a:lnTo>
                  <a:lnTo>
                    <a:pt x="26723" y="4134"/>
                  </a:lnTo>
                  <a:lnTo>
                    <a:pt x="26867" y="3989"/>
                  </a:lnTo>
                  <a:lnTo>
                    <a:pt x="26986" y="3844"/>
                  </a:lnTo>
                  <a:lnTo>
                    <a:pt x="27104" y="3686"/>
                  </a:lnTo>
                  <a:lnTo>
                    <a:pt x="27197" y="3528"/>
                  </a:lnTo>
                  <a:lnTo>
                    <a:pt x="27289" y="3357"/>
                  </a:lnTo>
                  <a:lnTo>
                    <a:pt x="27368" y="3173"/>
                  </a:lnTo>
                  <a:lnTo>
                    <a:pt x="27420" y="2975"/>
                  </a:lnTo>
                  <a:lnTo>
                    <a:pt x="27460" y="2791"/>
                  </a:lnTo>
                  <a:lnTo>
                    <a:pt x="27486" y="2581"/>
                  </a:lnTo>
                  <a:lnTo>
                    <a:pt x="27499" y="2383"/>
                  </a:lnTo>
                  <a:lnTo>
                    <a:pt x="27486" y="2133"/>
                  </a:lnTo>
                  <a:lnTo>
                    <a:pt x="27447" y="1896"/>
                  </a:lnTo>
                  <a:lnTo>
                    <a:pt x="27394" y="1672"/>
                  </a:lnTo>
                  <a:lnTo>
                    <a:pt x="27315" y="1448"/>
                  </a:lnTo>
                  <a:lnTo>
                    <a:pt x="27210" y="1251"/>
                  </a:lnTo>
                  <a:lnTo>
                    <a:pt x="27091" y="1054"/>
                  </a:lnTo>
                  <a:lnTo>
                    <a:pt x="26960" y="869"/>
                  </a:lnTo>
                  <a:lnTo>
                    <a:pt x="26802" y="698"/>
                  </a:lnTo>
                  <a:lnTo>
                    <a:pt x="26630" y="540"/>
                  </a:lnTo>
                  <a:lnTo>
                    <a:pt x="26446" y="409"/>
                  </a:lnTo>
                  <a:lnTo>
                    <a:pt x="26249" y="290"/>
                  </a:lnTo>
                  <a:lnTo>
                    <a:pt x="26038" y="185"/>
                  </a:lnTo>
                  <a:lnTo>
                    <a:pt x="25828" y="106"/>
                  </a:lnTo>
                  <a:lnTo>
                    <a:pt x="25604" y="53"/>
                  </a:lnTo>
                  <a:lnTo>
                    <a:pt x="25367" y="14"/>
                  </a:lnTo>
                  <a:lnTo>
                    <a:pt x="25117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4"/>
            <p:cNvSpPr/>
            <p:nvPr/>
          </p:nvSpPr>
          <p:spPr>
            <a:xfrm>
              <a:off x="4630725" y="784075"/>
              <a:ext cx="118825" cy="460425"/>
            </a:xfrm>
            <a:custGeom>
              <a:avLst/>
              <a:gdLst/>
              <a:ahLst/>
              <a:cxnLst/>
              <a:rect l="l" t="t" r="r" b="b"/>
              <a:pathLst>
                <a:path w="4753" h="18417" extrusionOk="0">
                  <a:moveTo>
                    <a:pt x="2370" y="1185"/>
                  </a:moveTo>
                  <a:lnTo>
                    <a:pt x="2502" y="1198"/>
                  </a:lnTo>
                  <a:lnTo>
                    <a:pt x="2620" y="1211"/>
                  </a:lnTo>
                  <a:lnTo>
                    <a:pt x="2726" y="1238"/>
                  </a:lnTo>
                  <a:lnTo>
                    <a:pt x="2844" y="1277"/>
                  </a:lnTo>
                  <a:lnTo>
                    <a:pt x="2949" y="1330"/>
                  </a:lnTo>
                  <a:lnTo>
                    <a:pt x="3041" y="1396"/>
                  </a:lnTo>
                  <a:lnTo>
                    <a:pt x="3134" y="1461"/>
                  </a:lnTo>
                  <a:lnTo>
                    <a:pt x="3226" y="1540"/>
                  </a:lnTo>
                  <a:lnTo>
                    <a:pt x="3292" y="1619"/>
                  </a:lnTo>
                  <a:lnTo>
                    <a:pt x="3371" y="1712"/>
                  </a:lnTo>
                  <a:lnTo>
                    <a:pt x="3423" y="1817"/>
                  </a:lnTo>
                  <a:lnTo>
                    <a:pt x="3476" y="1922"/>
                  </a:lnTo>
                  <a:lnTo>
                    <a:pt x="3515" y="2027"/>
                  </a:lnTo>
                  <a:lnTo>
                    <a:pt x="3542" y="2146"/>
                  </a:lnTo>
                  <a:lnTo>
                    <a:pt x="3568" y="2264"/>
                  </a:lnTo>
                  <a:lnTo>
                    <a:pt x="3568" y="2383"/>
                  </a:lnTo>
                  <a:lnTo>
                    <a:pt x="3568" y="2501"/>
                  </a:lnTo>
                  <a:lnTo>
                    <a:pt x="3542" y="2620"/>
                  </a:lnTo>
                  <a:lnTo>
                    <a:pt x="3515" y="2738"/>
                  </a:lnTo>
                  <a:lnTo>
                    <a:pt x="3476" y="2844"/>
                  </a:lnTo>
                  <a:lnTo>
                    <a:pt x="3423" y="2949"/>
                  </a:lnTo>
                  <a:lnTo>
                    <a:pt x="3371" y="3054"/>
                  </a:lnTo>
                  <a:lnTo>
                    <a:pt x="3292" y="3146"/>
                  </a:lnTo>
                  <a:lnTo>
                    <a:pt x="3226" y="3225"/>
                  </a:lnTo>
                  <a:lnTo>
                    <a:pt x="3134" y="3304"/>
                  </a:lnTo>
                  <a:lnTo>
                    <a:pt x="3041" y="3370"/>
                  </a:lnTo>
                  <a:lnTo>
                    <a:pt x="2949" y="3436"/>
                  </a:lnTo>
                  <a:lnTo>
                    <a:pt x="2844" y="3489"/>
                  </a:lnTo>
                  <a:lnTo>
                    <a:pt x="2726" y="3528"/>
                  </a:lnTo>
                  <a:lnTo>
                    <a:pt x="2620" y="3554"/>
                  </a:lnTo>
                  <a:lnTo>
                    <a:pt x="2502" y="3581"/>
                  </a:lnTo>
                  <a:lnTo>
                    <a:pt x="2252" y="3581"/>
                  </a:lnTo>
                  <a:lnTo>
                    <a:pt x="2133" y="3554"/>
                  </a:lnTo>
                  <a:lnTo>
                    <a:pt x="2015" y="3528"/>
                  </a:lnTo>
                  <a:lnTo>
                    <a:pt x="1909" y="3489"/>
                  </a:lnTo>
                  <a:lnTo>
                    <a:pt x="1804" y="3436"/>
                  </a:lnTo>
                  <a:lnTo>
                    <a:pt x="1712" y="3370"/>
                  </a:lnTo>
                  <a:lnTo>
                    <a:pt x="1620" y="3304"/>
                  </a:lnTo>
                  <a:lnTo>
                    <a:pt x="1528" y="3225"/>
                  </a:lnTo>
                  <a:lnTo>
                    <a:pt x="1449" y="3146"/>
                  </a:lnTo>
                  <a:lnTo>
                    <a:pt x="1383" y="3054"/>
                  </a:lnTo>
                  <a:lnTo>
                    <a:pt x="1317" y="2949"/>
                  </a:lnTo>
                  <a:lnTo>
                    <a:pt x="1278" y="2844"/>
                  </a:lnTo>
                  <a:lnTo>
                    <a:pt x="1225" y="2738"/>
                  </a:lnTo>
                  <a:lnTo>
                    <a:pt x="1199" y="2620"/>
                  </a:lnTo>
                  <a:lnTo>
                    <a:pt x="1185" y="2501"/>
                  </a:lnTo>
                  <a:lnTo>
                    <a:pt x="1172" y="2383"/>
                  </a:lnTo>
                  <a:lnTo>
                    <a:pt x="1185" y="2264"/>
                  </a:lnTo>
                  <a:lnTo>
                    <a:pt x="1199" y="2146"/>
                  </a:lnTo>
                  <a:lnTo>
                    <a:pt x="1225" y="2027"/>
                  </a:lnTo>
                  <a:lnTo>
                    <a:pt x="1278" y="1922"/>
                  </a:lnTo>
                  <a:lnTo>
                    <a:pt x="1317" y="1817"/>
                  </a:lnTo>
                  <a:lnTo>
                    <a:pt x="1383" y="1712"/>
                  </a:lnTo>
                  <a:lnTo>
                    <a:pt x="1449" y="1619"/>
                  </a:lnTo>
                  <a:lnTo>
                    <a:pt x="1528" y="1540"/>
                  </a:lnTo>
                  <a:lnTo>
                    <a:pt x="1620" y="1461"/>
                  </a:lnTo>
                  <a:lnTo>
                    <a:pt x="1712" y="1396"/>
                  </a:lnTo>
                  <a:lnTo>
                    <a:pt x="1804" y="1330"/>
                  </a:lnTo>
                  <a:lnTo>
                    <a:pt x="1909" y="1277"/>
                  </a:lnTo>
                  <a:lnTo>
                    <a:pt x="2015" y="1238"/>
                  </a:lnTo>
                  <a:lnTo>
                    <a:pt x="2133" y="1211"/>
                  </a:lnTo>
                  <a:lnTo>
                    <a:pt x="2252" y="1198"/>
                  </a:lnTo>
                  <a:lnTo>
                    <a:pt x="2370" y="1185"/>
                  </a:lnTo>
                  <a:close/>
                  <a:moveTo>
                    <a:pt x="2370" y="0"/>
                  </a:moveTo>
                  <a:lnTo>
                    <a:pt x="2133" y="13"/>
                  </a:lnTo>
                  <a:lnTo>
                    <a:pt x="1896" y="53"/>
                  </a:lnTo>
                  <a:lnTo>
                    <a:pt x="1672" y="106"/>
                  </a:lnTo>
                  <a:lnTo>
                    <a:pt x="1449" y="198"/>
                  </a:lnTo>
                  <a:lnTo>
                    <a:pt x="1238" y="290"/>
                  </a:lnTo>
                  <a:lnTo>
                    <a:pt x="1041" y="408"/>
                  </a:lnTo>
                  <a:lnTo>
                    <a:pt x="856" y="553"/>
                  </a:lnTo>
                  <a:lnTo>
                    <a:pt x="698" y="698"/>
                  </a:lnTo>
                  <a:lnTo>
                    <a:pt x="540" y="869"/>
                  </a:lnTo>
                  <a:lnTo>
                    <a:pt x="409" y="1053"/>
                  </a:lnTo>
                  <a:lnTo>
                    <a:pt x="277" y="1251"/>
                  </a:lnTo>
                  <a:lnTo>
                    <a:pt x="185" y="1461"/>
                  </a:lnTo>
                  <a:lnTo>
                    <a:pt x="106" y="1672"/>
                  </a:lnTo>
                  <a:lnTo>
                    <a:pt x="40" y="1909"/>
                  </a:lnTo>
                  <a:lnTo>
                    <a:pt x="14" y="2146"/>
                  </a:lnTo>
                  <a:lnTo>
                    <a:pt x="1" y="2383"/>
                  </a:lnTo>
                  <a:lnTo>
                    <a:pt x="1" y="2593"/>
                  </a:lnTo>
                  <a:lnTo>
                    <a:pt x="27" y="2791"/>
                  </a:lnTo>
                  <a:lnTo>
                    <a:pt x="80" y="2988"/>
                  </a:lnTo>
                  <a:lnTo>
                    <a:pt x="132" y="3173"/>
                  </a:lnTo>
                  <a:lnTo>
                    <a:pt x="198" y="3357"/>
                  </a:lnTo>
                  <a:lnTo>
                    <a:pt x="290" y="3528"/>
                  </a:lnTo>
                  <a:lnTo>
                    <a:pt x="396" y="3699"/>
                  </a:lnTo>
                  <a:lnTo>
                    <a:pt x="501" y="3857"/>
                  </a:lnTo>
                  <a:lnTo>
                    <a:pt x="633" y="4002"/>
                  </a:lnTo>
                  <a:lnTo>
                    <a:pt x="764" y="4134"/>
                  </a:lnTo>
                  <a:lnTo>
                    <a:pt x="909" y="4265"/>
                  </a:lnTo>
                  <a:lnTo>
                    <a:pt x="1067" y="4371"/>
                  </a:lnTo>
                  <a:lnTo>
                    <a:pt x="1238" y="4476"/>
                  </a:lnTo>
                  <a:lnTo>
                    <a:pt x="1409" y="4555"/>
                  </a:lnTo>
                  <a:lnTo>
                    <a:pt x="1594" y="4634"/>
                  </a:lnTo>
                  <a:lnTo>
                    <a:pt x="1778" y="4686"/>
                  </a:lnTo>
                  <a:lnTo>
                    <a:pt x="1778" y="18416"/>
                  </a:lnTo>
                  <a:lnTo>
                    <a:pt x="2963" y="18416"/>
                  </a:lnTo>
                  <a:lnTo>
                    <a:pt x="2963" y="4686"/>
                  </a:lnTo>
                  <a:lnTo>
                    <a:pt x="3160" y="4634"/>
                  </a:lnTo>
                  <a:lnTo>
                    <a:pt x="3331" y="4555"/>
                  </a:lnTo>
                  <a:lnTo>
                    <a:pt x="3515" y="4476"/>
                  </a:lnTo>
                  <a:lnTo>
                    <a:pt x="3673" y="4371"/>
                  </a:lnTo>
                  <a:lnTo>
                    <a:pt x="3831" y="4265"/>
                  </a:lnTo>
                  <a:lnTo>
                    <a:pt x="3976" y="4134"/>
                  </a:lnTo>
                  <a:lnTo>
                    <a:pt x="4121" y="4002"/>
                  </a:lnTo>
                  <a:lnTo>
                    <a:pt x="4239" y="3857"/>
                  </a:lnTo>
                  <a:lnTo>
                    <a:pt x="4358" y="3699"/>
                  </a:lnTo>
                  <a:lnTo>
                    <a:pt x="4463" y="3528"/>
                  </a:lnTo>
                  <a:lnTo>
                    <a:pt x="4542" y="3357"/>
                  </a:lnTo>
                  <a:lnTo>
                    <a:pt x="4621" y="3173"/>
                  </a:lnTo>
                  <a:lnTo>
                    <a:pt x="4674" y="2988"/>
                  </a:lnTo>
                  <a:lnTo>
                    <a:pt x="4713" y="2791"/>
                  </a:lnTo>
                  <a:lnTo>
                    <a:pt x="4740" y="2593"/>
                  </a:lnTo>
                  <a:lnTo>
                    <a:pt x="4753" y="2383"/>
                  </a:lnTo>
                  <a:lnTo>
                    <a:pt x="4740" y="2146"/>
                  </a:lnTo>
                  <a:lnTo>
                    <a:pt x="4700" y="1909"/>
                  </a:lnTo>
                  <a:lnTo>
                    <a:pt x="4647" y="1672"/>
                  </a:lnTo>
                  <a:lnTo>
                    <a:pt x="4568" y="1461"/>
                  </a:lnTo>
                  <a:lnTo>
                    <a:pt x="4463" y="1251"/>
                  </a:lnTo>
                  <a:lnTo>
                    <a:pt x="4345" y="1053"/>
                  </a:lnTo>
                  <a:lnTo>
                    <a:pt x="4213" y="869"/>
                  </a:lnTo>
                  <a:lnTo>
                    <a:pt x="4055" y="698"/>
                  </a:lnTo>
                  <a:lnTo>
                    <a:pt x="3884" y="553"/>
                  </a:lnTo>
                  <a:lnTo>
                    <a:pt x="3700" y="408"/>
                  </a:lnTo>
                  <a:lnTo>
                    <a:pt x="3502" y="290"/>
                  </a:lnTo>
                  <a:lnTo>
                    <a:pt x="3305" y="198"/>
                  </a:lnTo>
                  <a:lnTo>
                    <a:pt x="3081" y="106"/>
                  </a:lnTo>
                  <a:lnTo>
                    <a:pt x="2857" y="53"/>
                  </a:lnTo>
                  <a:lnTo>
                    <a:pt x="2620" y="13"/>
                  </a:lnTo>
                  <a:lnTo>
                    <a:pt x="237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4"/>
            <p:cNvSpPr/>
            <p:nvPr/>
          </p:nvSpPr>
          <p:spPr>
            <a:xfrm>
              <a:off x="4760725" y="784075"/>
              <a:ext cx="118825" cy="460425"/>
            </a:xfrm>
            <a:custGeom>
              <a:avLst/>
              <a:gdLst/>
              <a:ahLst/>
              <a:cxnLst/>
              <a:rect l="l" t="t" r="r" b="b"/>
              <a:pathLst>
                <a:path w="4753" h="18417" extrusionOk="0">
                  <a:moveTo>
                    <a:pt x="2370" y="1185"/>
                  </a:moveTo>
                  <a:lnTo>
                    <a:pt x="2501" y="1198"/>
                  </a:lnTo>
                  <a:lnTo>
                    <a:pt x="2620" y="1211"/>
                  </a:lnTo>
                  <a:lnTo>
                    <a:pt x="2725" y="1238"/>
                  </a:lnTo>
                  <a:lnTo>
                    <a:pt x="2844" y="1277"/>
                  </a:lnTo>
                  <a:lnTo>
                    <a:pt x="2949" y="1330"/>
                  </a:lnTo>
                  <a:lnTo>
                    <a:pt x="3041" y="1396"/>
                  </a:lnTo>
                  <a:lnTo>
                    <a:pt x="3133" y="1461"/>
                  </a:lnTo>
                  <a:lnTo>
                    <a:pt x="3225" y="1540"/>
                  </a:lnTo>
                  <a:lnTo>
                    <a:pt x="3304" y="1619"/>
                  </a:lnTo>
                  <a:lnTo>
                    <a:pt x="3370" y="1712"/>
                  </a:lnTo>
                  <a:lnTo>
                    <a:pt x="3423" y="1817"/>
                  </a:lnTo>
                  <a:lnTo>
                    <a:pt x="3475" y="1922"/>
                  </a:lnTo>
                  <a:lnTo>
                    <a:pt x="3515" y="2027"/>
                  </a:lnTo>
                  <a:lnTo>
                    <a:pt x="3554" y="2146"/>
                  </a:lnTo>
                  <a:lnTo>
                    <a:pt x="3568" y="2264"/>
                  </a:lnTo>
                  <a:lnTo>
                    <a:pt x="3568" y="2383"/>
                  </a:lnTo>
                  <a:lnTo>
                    <a:pt x="3568" y="2501"/>
                  </a:lnTo>
                  <a:lnTo>
                    <a:pt x="3554" y="2620"/>
                  </a:lnTo>
                  <a:lnTo>
                    <a:pt x="3515" y="2738"/>
                  </a:lnTo>
                  <a:lnTo>
                    <a:pt x="3475" y="2844"/>
                  </a:lnTo>
                  <a:lnTo>
                    <a:pt x="3423" y="2949"/>
                  </a:lnTo>
                  <a:lnTo>
                    <a:pt x="3370" y="3054"/>
                  </a:lnTo>
                  <a:lnTo>
                    <a:pt x="3304" y="3146"/>
                  </a:lnTo>
                  <a:lnTo>
                    <a:pt x="3225" y="3225"/>
                  </a:lnTo>
                  <a:lnTo>
                    <a:pt x="3133" y="3304"/>
                  </a:lnTo>
                  <a:lnTo>
                    <a:pt x="3041" y="3370"/>
                  </a:lnTo>
                  <a:lnTo>
                    <a:pt x="2949" y="3436"/>
                  </a:lnTo>
                  <a:lnTo>
                    <a:pt x="2844" y="3489"/>
                  </a:lnTo>
                  <a:lnTo>
                    <a:pt x="2725" y="3528"/>
                  </a:lnTo>
                  <a:lnTo>
                    <a:pt x="2620" y="3554"/>
                  </a:lnTo>
                  <a:lnTo>
                    <a:pt x="2501" y="3581"/>
                  </a:lnTo>
                  <a:lnTo>
                    <a:pt x="2251" y="3581"/>
                  </a:lnTo>
                  <a:lnTo>
                    <a:pt x="2133" y="3554"/>
                  </a:lnTo>
                  <a:lnTo>
                    <a:pt x="2014" y="3528"/>
                  </a:lnTo>
                  <a:lnTo>
                    <a:pt x="1909" y="3489"/>
                  </a:lnTo>
                  <a:lnTo>
                    <a:pt x="1804" y="3436"/>
                  </a:lnTo>
                  <a:lnTo>
                    <a:pt x="1712" y="3370"/>
                  </a:lnTo>
                  <a:lnTo>
                    <a:pt x="1619" y="3304"/>
                  </a:lnTo>
                  <a:lnTo>
                    <a:pt x="1527" y="3225"/>
                  </a:lnTo>
                  <a:lnTo>
                    <a:pt x="1448" y="3146"/>
                  </a:lnTo>
                  <a:lnTo>
                    <a:pt x="1382" y="3054"/>
                  </a:lnTo>
                  <a:lnTo>
                    <a:pt x="1317" y="2949"/>
                  </a:lnTo>
                  <a:lnTo>
                    <a:pt x="1277" y="2844"/>
                  </a:lnTo>
                  <a:lnTo>
                    <a:pt x="1238" y="2738"/>
                  </a:lnTo>
                  <a:lnTo>
                    <a:pt x="1198" y="2620"/>
                  </a:lnTo>
                  <a:lnTo>
                    <a:pt x="1185" y="2501"/>
                  </a:lnTo>
                  <a:lnTo>
                    <a:pt x="1172" y="2383"/>
                  </a:lnTo>
                  <a:lnTo>
                    <a:pt x="1185" y="2264"/>
                  </a:lnTo>
                  <a:lnTo>
                    <a:pt x="1198" y="2146"/>
                  </a:lnTo>
                  <a:lnTo>
                    <a:pt x="1238" y="2027"/>
                  </a:lnTo>
                  <a:lnTo>
                    <a:pt x="1277" y="1922"/>
                  </a:lnTo>
                  <a:lnTo>
                    <a:pt x="1317" y="1817"/>
                  </a:lnTo>
                  <a:lnTo>
                    <a:pt x="1382" y="1712"/>
                  </a:lnTo>
                  <a:lnTo>
                    <a:pt x="1448" y="1619"/>
                  </a:lnTo>
                  <a:lnTo>
                    <a:pt x="1527" y="1540"/>
                  </a:lnTo>
                  <a:lnTo>
                    <a:pt x="1619" y="1461"/>
                  </a:lnTo>
                  <a:lnTo>
                    <a:pt x="1712" y="1396"/>
                  </a:lnTo>
                  <a:lnTo>
                    <a:pt x="1804" y="1330"/>
                  </a:lnTo>
                  <a:lnTo>
                    <a:pt x="1909" y="1277"/>
                  </a:lnTo>
                  <a:lnTo>
                    <a:pt x="2014" y="1238"/>
                  </a:lnTo>
                  <a:lnTo>
                    <a:pt x="2133" y="1211"/>
                  </a:lnTo>
                  <a:lnTo>
                    <a:pt x="2251" y="1198"/>
                  </a:lnTo>
                  <a:lnTo>
                    <a:pt x="2370" y="1185"/>
                  </a:lnTo>
                  <a:close/>
                  <a:moveTo>
                    <a:pt x="2370" y="0"/>
                  </a:moveTo>
                  <a:lnTo>
                    <a:pt x="2133" y="13"/>
                  </a:lnTo>
                  <a:lnTo>
                    <a:pt x="1896" y="53"/>
                  </a:lnTo>
                  <a:lnTo>
                    <a:pt x="1672" y="106"/>
                  </a:lnTo>
                  <a:lnTo>
                    <a:pt x="1448" y="198"/>
                  </a:lnTo>
                  <a:lnTo>
                    <a:pt x="1238" y="290"/>
                  </a:lnTo>
                  <a:lnTo>
                    <a:pt x="1040" y="408"/>
                  </a:lnTo>
                  <a:lnTo>
                    <a:pt x="869" y="553"/>
                  </a:lnTo>
                  <a:lnTo>
                    <a:pt x="698" y="698"/>
                  </a:lnTo>
                  <a:lnTo>
                    <a:pt x="540" y="869"/>
                  </a:lnTo>
                  <a:lnTo>
                    <a:pt x="408" y="1053"/>
                  </a:lnTo>
                  <a:lnTo>
                    <a:pt x="290" y="1251"/>
                  </a:lnTo>
                  <a:lnTo>
                    <a:pt x="185" y="1461"/>
                  </a:lnTo>
                  <a:lnTo>
                    <a:pt x="106" y="1672"/>
                  </a:lnTo>
                  <a:lnTo>
                    <a:pt x="40" y="1909"/>
                  </a:lnTo>
                  <a:lnTo>
                    <a:pt x="13" y="2146"/>
                  </a:lnTo>
                  <a:lnTo>
                    <a:pt x="0" y="2383"/>
                  </a:lnTo>
                  <a:lnTo>
                    <a:pt x="0" y="2593"/>
                  </a:lnTo>
                  <a:lnTo>
                    <a:pt x="27" y="2791"/>
                  </a:lnTo>
                  <a:lnTo>
                    <a:pt x="79" y="2988"/>
                  </a:lnTo>
                  <a:lnTo>
                    <a:pt x="132" y="3173"/>
                  </a:lnTo>
                  <a:lnTo>
                    <a:pt x="211" y="3357"/>
                  </a:lnTo>
                  <a:lnTo>
                    <a:pt x="290" y="3528"/>
                  </a:lnTo>
                  <a:lnTo>
                    <a:pt x="395" y="3699"/>
                  </a:lnTo>
                  <a:lnTo>
                    <a:pt x="501" y="3857"/>
                  </a:lnTo>
                  <a:lnTo>
                    <a:pt x="632" y="4002"/>
                  </a:lnTo>
                  <a:lnTo>
                    <a:pt x="764" y="4134"/>
                  </a:lnTo>
                  <a:lnTo>
                    <a:pt x="922" y="4265"/>
                  </a:lnTo>
                  <a:lnTo>
                    <a:pt x="1067" y="4371"/>
                  </a:lnTo>
                  <a:lnTo>
                    <a:pt x="1238" y="4476"/>
                  </a:lnTo>
                  <a:lnTo>
                    <a:pt x="1409" y="4555"/>
                  </a:lnTo>
                  <a:lnTo>
                    <a:pt x="1593" y="4634"/>
                  </a:lnTo>
                  <a:lnTo>
                    <a:pt x="1791" y="4686"/>
                  </a:lnTo>
                  <a:lnTo>
                    <a:pt x="1791" y="18416"/>
                  </a:lnTo>
                  <a:lnTo>
                    <a:pt x="2962" y="18416"/>
                  </a:lnTo>
                  <a:lnTo>
                    <a:pt x="2962" y="4686"/>
                  </a:lnTo>
                  <a:lnTo>
                    <a:pt x="3160" y="4634"/>
                  </a:lnTo>
                  <a:lnTo>
                    <a:pt x="3344" y="4555"/>
                  </a:lnTo>
                  <a:lnTo>
                    <a:pt x="3515" y="4476"/>
                  </a:lnTo>
                  <a:lnTo>
                    <a:pt x="3673" y="4371"/>
                  </a:lnTo>
                  <a:lnTo>
                    <a:pt x="3831" y="4265"/>
                  </a:lnTo>
                  <a:lnTo>
                    <a:pt x="3989" y="4134"/>
                  </a:lnTo>
                  <a:lnTo>
                    <a:pt x="4120" y="4002"/>
                  </a:lnTo>
                  <a:lnTo>
                    <a:pt x="4239" y="3857"/>
                  </a:lnTo>
                  <a:lnTo>
                    <a:pt x="4357" y="3699"/>
                  </a:lnTo>
                  <a:lnTo>
                    <a:pt x="4463" y="3528"/>
                  </a:lnTo>
                  <a:lnTo>
                    <a:pt x="4542" y="3357"/>
                  </a:lnTo>
                  <a:lnTo>
                    <a:pt x="4621" y="3173"/>
                  </a:lnTo>
                  <a:lnTo>
                    <a:pt x="4673" y="2988"/>
                  </a:lnTo>
                  <a:lnTo>
                    <a:pt x="4713" y="2791"/>
                  </a:lnTo>
                  <a:lnTo>
                    <a:pt x="4739" y="2593"/>
                  </a:lnTo>
                  <a:lnTo>
                    <a:pt x="4752" y="2383"/>
                  </a:lnTo>
                  <a:lnTo>
                    <a:pt x="4739" y="2146"/>
                  </a:lnTo>
                  <a:lnTo>
                    <a:pt x="4700" y="1909"/>
                  </a:lnTo>
                  <a:lnTo>
                    <a:pt x="4647" y="1672"/>
                  </a:lnTo>
                  <a:lnTo>
                    <a:pt x="4568" y="1461"/>
                  </a:lnTo>
                  <a:lnTo>
                    <a:pt x="4463" y="1251"/>
                  </a:lnTo>
                  <a:lnTo>
                    <a:pt x="4344" y="1053"/>
                  </a:lnTo>
                  <a:lnTo>
                    <a:pt x="4213" y="869"/>
                  </a:lnTo>
                  <a:lnTo>
                    <a:pt x="4055" y="698"/>
                  </a:lnTo>
                  <a:lnTo>
                    <a:pt x="3884" y="553"/>
                  </a:lnTo>
                  <a:lnTo>
                    <a:pt x="3699" y="408"/>
                  </a:lnTo>
                  <a:lnTo>
                    <a:pt x="3502" y="290"/>
                  </a:lnTo>
                  <a:lnTo>
                    <a:pt x="3304" y="198"/>
                  </a:lnTo>
                  <a:lnTo>
                    <a:pt x="3081" y="106"/>
                  </a:lnTo>
                  <a:lnTo>
                    <a:pt x="2857" y="53"/>
                  </a:lnTo>
                  <a:lnTo>
                    <a:pt x="2620" y="13"/>
                  </a:lnTo>
                  <a:lnTo>
                    <a:pt x="237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4"/>
            <p:cNvSpPr/>
            <p:nvPr/>
          </p:nvSpPr>
          <p:spPr>
            <a:xfrm>
              <a:off x="2939550" y="694875"/>
              <a:ext cx="1050800" cy="1344350"/>
            </a:xfrm>
            <a:custGeom>
              <a:avLst/>
              <a:gdLst/>
              <a:ahLst/>
              <a:cxnLst/>
              <a:rect l="l" t="t" r="r" b="b"/>
              <a:pathLst>
                <a:path w="42032" h="53774" extrusionOk="0">
                  <a:moveTo>
                    <a:pt x="39649" y="1173"/>
                  </a:moveTo>
                  <a:lnTo>
                    <a:pt x="39767" y="1186"/>
                  </a:lnTo>
                  <a:lnTo>
                    <a:pt x="39886" y="1199"/>
                  </a:lnTo>
                  <a:lnTo>
                    <a:pt x="40004" y="1238"/>
                  </a:lnTo>
                  <a:lnTo>
                    <a:pt x="40123" y="1278"/>
                  </a:lnTo>
                  <a:lnTo>
                    <a:pt x="40228" y="1317"/>
                  </a:lnTo>
                  <a:lnTo>
                    <a:pt x="40320" y="1383"/>
                  </a:lnTo>
                  <a:lnTo>
                    <a:pt x="40412" y="1449"/>
                  </a:lnTo>
                  <a:lnTo>
                    <a:pt x="40491" y="1528"/>
                  </a:lnTo>
                  <a:lnTo>
                    <a:pt x="40570" y="1620"/>
                  </a:lnTo>
                  <a:lnTo>
                    <a:pt x="40649" y="1712"/>
                  </a:lnTo>
                  <a:lnTo>
                    <a:pt x="40702" y="1804"/>
                  </a:lnTo>
                  <a:lnTo>
                    <a:pt x="40755" y="1910"/>
                  </a:lnTo>
                  <a:lnTo>
                    <a:pt x="40794" y="2015"/>
                  </a:lnTo>
                  <a:lnTo>
                    <a:pt x="40821" y="2133"/>
                  </a:lnTo>
                  <a:lnTo>
                    <a:pt x="40847" y="2252"/>
                  </a:lnTo>
                  <a:lnTo>
                    <a:pt x="40847" y="2370"/>
                  </a:lnTo>
                  <a:lnTo>
                    <a:pt x="40847" y="2502"/>
                  </a:lnTo>
                  <a:lnTo>
                    <a:pt x="40821" y="2620"/>
                  </a:lnTo>
                  <a:lnTo>
                    <a:pt x="40794" y="2726"/>
                  </a:lnTo>
                  <a:lnTo>
                    <a:pt x="40755" y="2844"/>
                  </a:lnTo>
                  <a:lnTo>
                    <a:pt x="40702" y="2950"/>
                  </a:lnTo>
                  <a:lnTo>
                    <a:pt x="40649" y="3042"/>
                  </a:lnTo>
                  <a:lnTo>
                    <a:pt x="40570" y="3134"/>
                  </a:lnTo>
                  <a:lnTo>
                    <a:pt x="40491" y="3226"/>
                  </a:lnTo>
                  <a:lnTo>
                    <a:pt x="40412" y="3305"/>
                  </a:lnTo>
                  <a:lnTo>
                    <a:pt x="40320" y="3371"/>
                  </a:lnTo>
                  <a:lnTo>
                    <a:pt x="40228" y="3423"/>
                  </a:lnTo>
                  <a:lnTo>
                    <a:pt x="40123" y="3476"/>
                  </a:lnTo>
                  <a:lnTo>
                    <a:pt x="40004" y="3516"/>
                  </a:lnTo>
                  <a:lnTo>
                    <a:pt x="39886" y="3555"/>
                  </a:lnTo>
                  <a:lnTo>
                    <a:pt x="39767" y="3568"/>
                  </a:lnTo>
                  <a:lnTo>
                    <a:pt x="39531" y="3568"/>
                  </a:lnTo>
                  <a:lnTo>
                    <a:pt x="39412" y="3555"/>
                  </a:lnTo>
                  <a:lnTo>
                    <a:pt x="39294" y="3516"/>
                  </a:lnTo>
                  <a:lnTo>
                    <a:pt x="39188" y="3476"/>
                  </a:lnTo>
                  <a:lnTo>
                    <a:pt x="39083" y="3423"/>
                  </a:lnTo>
                  <a:lnTo>
                    <a:pt x="38978" y="3371"/>
                  </a:lnTo>
                  <a:lnTo>
                    <a:pt x="38886" y="3305"/>
                  </a:lnTo>
                  <a:lnTo>
                    <a:pt x="38807" y="3226"/>
                  </a:lnTo>
                  <a:lnTo>
                    <a:pt x="38728" y="3134"/>
                  </a:lnTo>
                  <a:lnTo>
                    <a:pt x="38662" y="3042"/>
                  </a:lnTo>
                  <a:lnTo>
                    <a:pt x="38596" y="2950"/>
                  </a:lnTo>
                  <a:lnTo>
                    <a:pt x="38543" y="2844"/>
                  </a:lnTo>
                  <a:lnTo>
                    <a:pt x="38504" y="2726"/>
                  </a:lnTo>
                  <a:lnTo>
                    <a:pt x="38477" y="2620"/>
                  </a:lnTo>
                  <a:lnTo>
                    <a:pt x="38464" y="2502"/>
                  </a:lnTo>
                  <a:lnTo>
                    <a:pt x="38451" y="2370"/>
                  </a:lnTo>
                  <a:lnTo>
                    <a:pt x="38464" y="2252"/>
                  </a:lnTo>
                  <a:lnTo>
                    <a:pt x="38477" y="2133"/>
                  </a:lnTo>
                  <a:lnTo>
                    <a:pt x="38504" y="2015"/>
                  </a:lnTo>
                  <a:lnTo>
                    <a:pt x="38543" y="1910"/>
                  </a:lnTo>
                  <a:lnTo>
                    <a:pt x="38596" y="1804"/>
                  </a:lnTo>
                  <a:lnTo>
                    <a:pt x="38662" y="1712"/>
                  </a:lnTo>
                  <a:lnTo>
                    <a:pt x="38728" y="1620"/>
                  </a:lnTo>
                  <a:lnTo>
                    <a:pt x="38807" y="1528"/>
                  </a:lnTo>
                  <a:lnTo>
                    <a:pt x="38886" y="1449"/>
                  </a:lnTo>
                  <a:lnTo>
                    <a:pt x="38978" y="1383"/>
                  </a:lnTo>
                  <a:lnTo>
                    <a:pt x="39083" y="1317"/>
                  </a:lnTo>
                  <a:lnTo>
                    <a:pt x="39188" y="1278"/>
                  </a:lnTo>
                  <a:lnTo>
                    <a:pt x="39294" y="1238"/>
                  </a:lnTo>
                  <a:lnTo>
                    <a:pt x="39412" y="1199"/>
                  </a:lnTo>
                  <a:lnTo>
                    <a:pt x="39531" y="1186"/>
                  </a:lnTo>
                  <a:lnTo>
                    <a:pt x="39649" y="1173"/>
                  </a:lnTo>
                  <a:close/>
                  <a:moveTo>
                    <a:pt x="39649" y="1"/>
                  </a:moveTo>
                  <a:lnTo>
                    <a:pt x="39412" y="14"/>
                  </a:lnTo>
                  <a:lnTo>
                    <a:pt x="39175" y="40"/>
                  </a:lnTo>
                  <a:lnTo>
                    <a:pt x="38951" y="106"/>
                  </a:lnTo>
                  <a:lnTo>
                    <a:pt x="38728" y="185"/>
                  </a:lnTo>
                  <a:lnTo>
                    <a:pt x="38517" y="291"/>
                  </a:lnTo>
                  <a:lnTo>
                    <a:pt x="38319" y="409"/>
                  </a:lnTo>
                  <a:lnTo>
                    <a:pt x="38135" y="541"/>
                  </a:lnTo>
                  <a:lnTo>
                    <a:pt x="37964" y="699"/>
                  </a:lnTo>
                  <a:lnTo>
                    <a:pt x="37819" y="870"/>
                  </a:lnTo>
                  <a:lnTo>
                    <a:pt x="37674" y="1041"/>
                  </a:lnTo>
                  <a:lnTo>
                    <a:pt x="37556" y="1238"/>
                  </a:lnTo>
                  <a:lnTo>
                    <a:pt x="37464" y="1449"/>
                  </a:lnTo>
                  <a:lnTo>
                    <a:pt x="37385" y="1673"/>
                  </a:lnTo>
                  <a:lnTo>
                    <a:pt x="37319" y="1897"/>
                  </a:lnTo>
                  <a:lnTo>
                    <a:pt x="37280" y="2133"/>
                  </a:lnTo>
                  <a:lnTo>
                    <a:pt x="37266" y="2370"/>
                  </a:lnTo>
                  <a:lnTo>
                    <a:pt x="37280" y="2607"/>
                  </a:lnTo>
                  <a:lnTo>
                    <a:pt x="37319" y="2844"/>
                  </a:lnTo>
                  <a:lnTo>
                    <a:pt x="37372" y="3068"/>
                  </a:lnTo>
                  <a:lnTo>
                    <a:pt x="37451" y="3279"/>
                  </a:lnTo>
                  <a:lnTo>
                    <a:pt x="25156" y="12717"/>
                  </a:lnTo>
                  <a:lnTo>
                    <a:pt x="25156" y="41308"/>
                  </a:lnTo>
                  <a:lnTo>
                    <a:pt x="1" y="41308"/>
                  </a:lnTo>
                  <a:lnTo>
                    <a:pt x="1" y="53774"/>
                  </a:lnTo>
                  <a:lnTo>
                    <a:pt x="1185" y="53774"/>
                  </a:lnTo>
                  <a:lnTo>
                    <a:pt x="1185" y="42493"/>
                  </a:lnTo>
                  <a:lnTo>
                    <a:pt x="26328" y="42493"/>
                  </a:lnTo>
                  <a:lnTo>
                    <a:pt x="26328" y="13296"/>
                  </a:lnTo>
                  <a:lnTo>
                    <a:pt x="38162" y="4226"/>
                  </a:lnTo>
                  <a:lnTo>
                    <a:pt x="38319" y="4345"/>
                  </a:lnTo>
                  <a:lnTo>
                    <a:pt x="38491" y="4450"/>
                  </a:lnTo>
                  <a:lnTo>
                    <a:pt x="38662" y="4542"/>
                  </a:lnTo>
                  <a:lnTo>
                    <a:pt x="38846" y="4608"/>
                  </a:lnTo>
                  <a:lnTo>
                    <a:pt x="39043" y="4674"/>
                  </a:lnTo>
                  <a:lnTo>
                    <a:pt x="39241" y="4713"/>
                  </a:lnTo>
                  <a:lnTo>
                    <a:pt x="39438" y="4740"/>
                  </a:lnTo>
                  <a:lnTo>
                    <a:pt x="39649" y="4753"/>
                  </a:lnTo>
                  <a:lnTo>
                    <a:pt x="39899" y="4740"/>
                  </a:lnTo>
                  <a:lnTo>
                    <a:pt x="40136" y="4700"/>
                  </a:lnTo>
                  <a:lnTo>
                    <a:pt x="40360" y="4648"/>
                  </a:lnTo>
                  <a:lnTo>
                    <a:pt x="40570" y="4569"/>
                  </a:lnTo>
                  <a:lnTo>
                    <a:pt x="40781" y="4463"/>
                  </a:lnTo>
                  <a:lnTo>
                    <a:pt x="40979" y="4345"/>
                  </a:lnTo>
                  <a:lnTo>
                    <a:pt x="41163" y="4213"/>
                  </a:lnTo>
                  <a:lnTo>
                    <a:pt x="41334" y="4055"/>
                  </a:lnTo>
                  <a:lnTo>
                    <a:pt x="41492" y="3884"/>
                  </a:lnTo>
                  <a:lnTo>
                    <a:pt x="41624" y="3700"/>
                  </a:lnTo>
                  <a:lnTo>
                    <a:pt x="41742" y="3502"/>
                  </a:lnTo>
                  <a:lnTo>
                    <a:pt x="41847" y="3305"/>
                  </a:lnTo>
                  <a:lnTo>
                    <a:pt x="41926" y="3081"/>
                  </a:lnTo>
                  <a:lnTo>
                    <a:pt x="41979" y="2857"/>
                  </a:lnTo>
                  <a:lnTo>
                    <a:pt x="42018" y="2620"/>
                  </a:lnTo>
                  <a:lnTo>
                    <a:pt x="42032" y="2370"/>
                  </a:lnTo>
                  <a:lnTo>
                    <a:pt x="42018" y="2133"/>
                  </a:lnTo>
                  <a:lnTo>
                    <a:pt x="41979" y="1897"/>
                  </a:lnTo>
                  <a:lnTo>
                    <a:pt x="41926" y="1673"/>
                  </a:lnTo>
                  <a:lnTo>
                    <a:pt x="41847" y="1449"/>
                  </a:lnTo>
                  <a:lnTo>
                    <a:pt x="41742" y="1238"/>
                  </a:lnTo>
                  <a:lnTo>
                    <a:pt x="41624" y="1041"/>
                  </a:lnTo>
                  <a:lnTo>
                    <a:pt x="41492" y="870"/>
                  </a:lnTo>
                  <a:lnTo>
                    <a:pt x="41334" y="699"/>
                  </a:lnTo>
                  <a:lnTo>
                    <a:pt x="41163" y="541"/>
                  </a:lnTo>
                  <a:lnTo>
                    <a:pt x="40979" y="409"/>
                  </a:lnTo>
                  <a:lnTo>
                    <a:pt x="40781" y="291"/>
                  </a:lnTo>
                  <a:lnTo>
                    <a:pt x="40570" y="185"/>
                  </a:lnTo>
                  <a:lnTo>
                    <a:pt x="40360" y="106"/>
                  </a:lnTo>
                  <a:lnTo>
                    <a:pt x="40136" y="40"/>
                  </a:lnTo>
                  <a:lnTo>
                    <a:pt x="39899" y="14"/>
                  </a:lnTo>
                  <a:lnTo>
                    <a:pt x="39649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4"/>
            <p:cNvSpPr/>
            <p:nvPr/>
          </p:nvSpPr>
          <p:spPr>
            <a:xfrm>
              <a:off x="2970825" y="2079350"/>
              <a:ext cx="330100" cy="1344350"/>
            </a:xfrm>
            <a:custGeom>
              <a:avLst/>
              <a:gdLst/>
              <a:ahLst/>
              <a:cxnLst/>
              <a:rect l="l" t="t" r="r" b="b"/>
              <a:pathLst>
                <a:path w="13204" h="53774" extrusionOk="0">
                  <a:moveTo>
                    <a:pt x="2383" y="50193"/>
                  </a:moveTo>
                  <a:lnTo>
                    <a:pt x="2501" y="50207"/>
                  </a:lnTo>
                  <a:lnTo>
                    <a:pt x="2620" y="50220"/>
                  </a:lnTo>
                  <a:lnTo>
                    <a:pt x="2738" y="50246"/>
                  </a:lnTo>
                  <a:lnTo>
                    <a:pt x="2843" y="50286"/>
                  </a:lnTo>
                  <a:lnTo>
                    <a:pt x="2949" y="50338"/>
                  </a:lnTo>
                  <a:lnTo>
                    <a:pt x="3054" y="50404"/>
                  </a:lnTo>
                  <a:lnTo>
                    <a:pt x="3146" y="50470"/>
                  </a:lnTo>
                  <a:lnTo>
                    <a:pt x="3225" y="50549"/>
                  </a:lnTo>
                  <a:lnTo>
                    <a:pt x="3304" y="50628"/>
                  </a:lnTo>
                  <a:lnTo>
                    <a:pt x="3383" y="50720"/>
                  </a:lnTo>
                  <a:lnTo>
                    <a:pt x="3436" y="50825"/>
                  </a:lnTo>
                  <a:lnTo>
                    <a:pt x="3488" y="50931"/>
                  </a:lnTo>
                  <a:lnTo>
                    <a:pt x="3528" y="51036"/>
                  </a:lnTo>
                  <a:lnTo>
                    <a:pt x="3554" y="51154"/>
                  </a:lnTo>
                  <a:lnTo>
                    <a:pt x="3581" y="51273"/>
                  </a:lnTo>
                  <a:lnTo>
                    <a:pt x="3581" y="51391"/>
                  </a:lnTo>
                  <a:lnTo>
                    <a:pt x="3581" y="51510"/>
                  </a:lnTo>
                  <a:lnTo>
                    <a:pt x="3554" y="51628"/>
                  </a:lnTo>
                  <a:lnTo>
                    <a:pt x="3528" y="51747"/>
                  </a:lnTo>
                  <a:lnTo>
                    <a:pt x="3488" y="51852"/>
                  </a:lnTo>
                  <a:lnTo>
                    <a:pt x="3436" y="51957"/>
                  </a:lnTo>
                  <a:lnTo>
                    <a:pt x="3383" y="52063"/>
                  </a:lnTo>
                  <a:lnTo>
                    <a:pt x="3304" y="52155"/>
                  </a:lnTo>
                  <a:lnTo>
                    <a:pt x="3225" y="52234"/>
                  </a:lnTo>
                  <a:lnTo>
                    <a:pt x="3146" y="52313"/>
                  </a:lnTo>
                  <a:lnTo>
                    <a:pt x="3054" y="52379"/>
                  </a:lnTo>
                  <a:lnTo>
                    <a:pt x="2949" y="52444"/>
                  </a:lnTo>
                  <a:lnTo>
                    <a:pt x="2843" y="52497"/>
                  </a:lnTo>
                  <a:lnTo>
                    <a:pt x="2738" y="52536"/>
                  </a:lnTo>
                  <a:lnTo>
                    <a:pt x="2620" y="52563"/>
                  </a:lnTo>
                  <a:lnTo>
                    <a:pt x="2501" y="52589"/>
                  </a:lnTo>
                  <a:lnTo>
                    <a:pt x="2264" y="52589"/>
                  </a:lnTo>
                  <a:lnTo>
                    <a:pt x="2146" y="52563"/>
                  </a:lnTo>
                  <a:lnTo>
                    <a:pt x="2027" y="52536"/>
                  </a:lnTo>
                  <a:lnTo>
                    <a:pt x="1922" y="52497"/>
                  </a:lnTo>
                  <a:lnTo>
                    <a:pt x="1817" y="52444"/>
                  </a:lnTo>
                  <a:lnTo>
                    <a:pt x="1711" y="52379"/>
                  </a:lnTo>
                  <a:lnTo>
                    <a:pt x="1619" y="52313"/>
                  </a:lnTo>
                  <a:lnTo>
                    <a:pt x="1540" y="52234"/>
                  </a:lnTo>
                  <a:lnTo>
                    <a:pt x="1461" y="52155"/>
                  </a:lnTo>
                  <a:lnTo>
                    <a:pt x="1395" y="52063"/>
                  </a:lnTo>
                  <a:lnTo>
                    <a:pt x="1330" y="51957"/>
                  </a:lnTo>
                  <a:lnTo>
                    <a:pt x="1277" y="51852"/>
                  </a:lnTo>
                  <a:lnTo>
                    <a:pt x="1237" y="51747"/>
                  </a:lnTo>
                  <a:lnTo>
                    <a:pt x="1211" y="51628"/>
                  </a:lnTo>
                  <a:lnTo>
                    <a:pt x="1198" y="51510"/>
                  </a:lnTo>
                  <a:lnTo>
                    <a:pt x="1185" y="51391"/>
                  </a:lnTo>
                  <a:lnTo>
                    <a:pt x="1198" y="51273"/>
                  </a:lnTo>
                  <a:lnTo>
                    <a:pt x="1211" y="51154"/>
                  </a:lnTo>
                  <a:lnTo>
                    <a:pt x="1237" y="51036"/>
                  </a:lnTo>
                  <a:lnTo>
                    <a:pt x="1277" y="50931"/>
                  </a:lnTo>
                  <a:lnTo>
                    <a:pt x="1330" y="50825"/>
                  </a:lnTo>
                  <a:lnTo>
                    <a:pt x="1395" y="50720"/>
                  </a:lnTo>
                  <a:lnTo>
                    <a:pt x="1461" y="50628"/>
                  </a:lnTo>
                  <a:lnTo>
                    <a:pt x="1540" y="50549"/>
                  </a:lnTo>
                  <a:lnTo>
                    <a:pt x="1619" y="50470"/>
                  </a:lnTo>
                  <a:lnTo>
                    <a:pt x="1711" y="50404"/>
                  </a:lnTo>
                  <a:lnTo>
                    <a:pt x="1817" y="50338"/>
                  </a:lnTo>
                  <a:lnTo>
                    <a:pt x="1922" y="50286"/>
                  </a:lnTo>
                  <a:lnTo>
                    <a:pt x="2027" y="50246"/>
                  </a:lnTo>
                  <a:lnTo>
                    <a:pt x="2146" y="50220"/>
                  </a:lnTo>
                  <a:lnTo>
                    <a:pt x="2264" y="50207"/>
                  </a:lnTo>
                  <a:lnTo>
                    <a:pt x="2383" y="50193"/>
                  </a:lnTo>
                  <a:close/>
                  <a:moveTo>
                    <a:pt x="12032" y="1"/>
                  </a:moveTo>
                  <a:lnTo>
                    <a:pt x="12032" y="31817"/>
                  </a:lnTo>
                  <a:lnTo>
                    <a:pt x="1790" y="41690"/>
                  </a:lnTo>
                  <a:lnTo>
                    <a:pt x="1790" y="49088"/>
                  </a:lnTo>
                  <a:lnTo>
                    <a:pt x="1593" y="49140"/>
                  </a:lnTo>
                  <a:lnTo>
                    <a:pt x="1422" y="49219"/>
                  </a:lnTo>
                  <a:lnTo>
                    <a:pt x="1237" y="49311"/>
                  </a:lnTo>
                  <a:lnTo>
                    <a:pt x="1080" y="49404"/>
                  </a:lnTo>
                  <a:lnTo>
                    <a:pt x="922" y="49522"/>
                  </a:lnTo>
                  <a:lnTo>
                    <a:pt x="777" y="49640"/>
                  </a:lnTo>
                  <a:lnTo>
                    <a:pt x="632" y="49785"/>
                  </a:lnTo>
                  <a:lnTo>
                    <a:pt x="513" y="49930"/>
                  </a:lnTo>
                  <a:lnTo>
                    <a:pt x="395" y="50088"/>
                  </a:lnTo>
                  <a:lnTo>
                    <a:pt x="303" y="50246"/>
                  </a:lnTo>
                  <a:lnTo>
                    <a:pt x="211" y="50417"/>
                  </a:lnTo>
                  <a:lnTo>
                    <a:pt x="145" y="50601"/>
                  </a:lnTo>
                  <a:lnTo>
                    <a:pt x="79" y="50786"/>
                  </a:lnTo>
                  <a:lnTo>
                    <a:pt x="40" y="50983"/>
                  </a:lnTo>
                  <a:lnTo>
                    <a:pt x="13" y="51181"/>
                  </a:lnTo>
                  <a:lnTo>
                    <a:pt x="0" y="51391"/>
                  </a:lnTo>
                  <a:lnTo>
                    <a:pt x="13" y="51641"/>
                  </a:lnTo>
                  <a:lnTo>
                    <a:pt x="53" y="51865"/>
                  </a:lnTo>
                  <a:lnTo>
                    <a:pt x="119" y="52102"/>
                  </a:lnTo>
                  <a:lnTo>
                    <a:pt x="198" y="52313"/>
                  </a:lnTo>
                  <a:lnTo>
                    <a:pt x="290" y="52523"/>
                  </a:lnTo>
                  <a:lnTo>
                    <a:pt x="408" y="52721"/>
                  </a:lnTo>
                  <a:lnTo>
                    <a:pt x="553" y="52905"/>
                  </a:lnTo>
                  <a:lnTo>
                    <a:pt x="698" y="53076"/>
                  </a:lnTo>
                  <a:lnTo>
                    <a:pt x="869" y="53221"/>
                  </a:lnTo>
                  <a:lnTo>
                    <a:pt x="1053" y="53366"/>
                  </a:lnTo>
                  <a:lnTo>
                    <a:pt x="1251" y="53484"/>
                  </a:lnTo>
                  <a:lnTo>
                    <a:pt x="1461" y="53590"/>
                  </a:lnTo>
                  <a:lnTo>
                    <a:pt x="1672" y="53669"/>
                  </a:lnTo>
                  <a:lnTo>
                    <a:pt x="1909" y="53721"/>
                  </a:lnTo>
                  <a:lnTo>
                    <a:pt x="2146" y="53761"/>
                  </a:lnTo>
                  <a:lnTo>
                    <a:pt x="2383" y="53774"/>
                  </a:lnTo>
                  <a:lnTo>
                    <a:pt x="2633" y="53761"/>
                  </a:lnTo>
                  <a:lnTo>
                    <a:pt x="2857" y="53721"/>
                  </a:lnTo>
                  <a:lnTo>
                    <a:pt x="3094" y="53669"/>
                  </a:lnTo>
                  <a:lnTo>
                    <a:pt x="3304" y="53590"/>
                  </a:lnTo>
                  <a:lnTo>
                    <a:pt x="3515" y="53484"/>
                  </a:lnTo>
                  <a:lnTo>
                    <a:pt x="3712" y="53366"/>
                  </a:lnTo>
                  <a:lnTo>
                    <a:pt x="3897" y="53221"/>
                  </a:lnTo>
                  <a:lnTo>
                    <a:pt x="4068" y="53076"/>
                  </a:lnTo>
                  <a:lnTo>
                    <a:pt x="4226" y="52905"/>
                  </a:lnTo>
                  <a:lnTo>
                    <a:pt x="4357" y="52721"/>
                  </a:lnTo>
                  <a:lnTo>
                    <a:pt x="4476" y="52523"/>
                  </a:lnTo>
                  <a:lnTo>
                    <a:pt x="4581" y="52313"/>
                  </a:lnTo>
                  <a:lnTo>
                    <a:pt x="4660" y="52102"/>
                  </a:lnTo>
                  <a:lnTo>
                    <a:pt x="4713" y="51865"/>
                  </a:lnTo>
                  <a:lnTo>
                    <a:pt x="4752" y="51641"/>
                  </a:lnTo>
                  <a:lnTo>
                    <a:pt x="4765" y="51391"/>
                  </a:lnTo>
                  <a:lnTo>
                    <a:pt x="4752" y="51181"/>
                  </a:lnTo>
                  <a:lnTo>
                    <a:pt x="4726" y="50983"/>
                  </a:lnTo>
                  <a:lnTo>
                    <a:pt x="4686" y="50786"/>
                  </a:lnTo>
                  <a:lnTo>
                    <a:pt x="4634" y="50601"/>
                  </a:lnTo>
                  <a:lnTo>
                    <a:pt x="4555" y="50417"/>
                  </a:lnTo>
                  <a:lnTo>
                    <a:pt x="4463" y="50246"/>
                  </a:lnTo>
                  <a:lnTo>
                    <a:pt x="4370" y="50075"/>
                  </a:lnTo>
                  <a:lnTo>
                    <a:pt x="4252" y="49917"/>
                  </a:lnTo>
                  <a:lnTo>
                    <a:pt x="4120" y="49772"/>
                  </a:lnTo>
                  <a:lnTo>
                    <a:pt x="3989" y="49640"/>
                  </a:lnTo>
                  <a:lnTo>
                    <a:pt x="3844" y="49509"/>
                  </a:lnTo>
                  <a:lnTo>
                    <a:pt x="3686" y="49404"/>
                  </a:lnTo>
                  <a:lnTo>
                    <a:pt x="3515" y="49298"/>
                  </a:lnTo>
                  <a:lnTo>
                    <a:pt x="3344" y="49219"/>
                  </a:lnTo>
                  <a:lnTo>
                    <a:pt x="3159" y="49140"/>
                  </a:lnTo>
                  <a:lnTo>
                    <a:pt x="2975" y="49088"/>
                  </a:lnTo>
                  <a:lnTo>
                    <a:pt x="2975" y="42203"/>
                  </a:lnTo>
                  <a:lnTo>
                    <a:pt x="13203" y="32317"/>
                  </a:lnTo>
                  <a:lnTo>
                    <a:pt x="13203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4"/>
            <p:cNvSpPr/>
            <p:nvPr/>
          </p:nvSpPr>
          <p:spPr>
            <a:xfrm>
              <a:off x="2441325" y="3138025"/>
              <a:ext cx="481475" cy="119175"/>
            </a:xfrm>
            <a:custGeom>
              <a:avLst/>
              <a:gdLst/>
              <a:ahLst/>
              <a:cxnLst/>
              <a:rect l="l" t="t" r="r" b="b"/>
              <a:pathLst>
                <a:path w="19259" h="4767" extrusionOk="0">
                  <a:moveTo>
                    <a:pt x="2488" y="1186"/>
                  </a:moveTo>
                  <a:lnTo>
                    <a:pt x="2620" y="1212"/>
                  </a:lnTo>
                  <a:lnTo>
                    <a:pt x="2725" y="1238"/>
                  </a:lnTo>
                  <a:lnTo>
                    <a:pt x="2843" y="1278"/>
                  </a:lnTo>
                  <a:lnTo>
                    <a:pt x="2949" y="1330"/>
                  </a:lnTo>
                  <a:lnTo>
                    <a:pt x="3041" y="1396"/>
                  </a:lnTo>
                  <a:lnTo>
                    <a:pt x="3133" y="1462"/>
                  </a:lnTo>
                  <a:lnTo>
                    <a:pt x="3212" y="1541"/>
                  </a:lnTo>
                  <a:lnTo>
                    <a:pt x="3291" y="1620"/>
                  </a:lnTo>
                  <a:lnTo>
                    <a:pt x="3370" y="1712"/>
                  </a:lnTo>
                  <a:lnTo>
                    <a:pt x="3423" y="1817"/>
                  </a:lnTo>
                  <a:lnTo>
                    <a:pt x="3475" y="1923"/>
                  </a:lnTo>
                  <a:lnTo>
                    <a:pt x="3515" y="2028"/>
                  </a:lnTo>
                  <a:lnTo>
                    <a:pt x="3541" y="2147"/>
                  </a:lnTo>
                  <a:lnTo>
                    <a:pt x="3567" y="2265"/>
                  </a:lnTo>
                  <a:lnTo>
                    <a:pt x="3567" y="2383"/>
                  </a:lnTo>
                  <a:lnTo>
                    <a:pt x="3567" y="2502"/>
                  </a:lnTo>
                  <a:lnTo>
                    <a:pt x="3541" y="2620"/>
                  </a:lnTo>
                  <a:lnTo>
                    <a:pt x="3515" y="2739"/>
                  </a:lnTo>
                  <a:lnTo>
                    <a:pt x="3475" y="2844"/>
                  </a:lnTo>
                  <a:lnTo>
                    <a:pt x="3423" y="2950"/>
                  </a:lnTo>
                  <a:lnTo>
                    <a:pt x="3370" y="3055"/>
                  </a:lnTo>
                  <a:lnTo>
                    <a:pt x="3291" y="3147"/>
                  </a:lnTo>
                  <a:lnTo>
                    <a:pt x="3212" y="3226"/>
                  </a:lnTo>
                  <a:lnTo>
                    <a:pt x="3133" y="3305"/>
                  </a:lnTo>
                  <a:lnTo>
                    <a:pt x="3041" y="3371"/>
                  </a:lnTo>
                  <a:lnTo>
                    <a:pt x="2949" y="3437"/>
                  </a:lnTo>
                  <a:lnTo>
                    <a:pt x="2843" y="3489"/>
                  </a:lnTo>
                  <a:lnTo>
                    <a:pt x="2725" y="3529"/>
                  </a:lnTo>
                  <a:lnTo>
                    <a:pt x="2620" y="3555"/>
                  </a:lnTo>
                  <a:lnTo>
                    <a:pt x="2488" y="3568"/>
                  </a:lnTo>
                  <a:lnTo>
                    <a:pt x="2370" y="3581"/>
                  </a:lnTo>
                  <a:lnTo>
                    <a:pt x="2251" y="3568"/>
                  </a:lnTo>
                  <a:lnTo>
                    <a:pt x="2133" y="3555"/>
                  </a:lnTo>
                  <a:lnTo>
                    <a:pt x="2014" y="3529"/>
                  </a:lnTo>
                  <a:lnTo>
                    <a:pt x="1909" y="3489"/>
                  </a:lnTo>
                  <a:lnTo>
                    <a:pt x="1803" y="3437"/>
                  </a:lnTo>
                  <a:lnTo>
                    <a:pt x="1698" y="3371"/>
                  </a:lnTo>
                  <a:lnTo>
                    <a:pt x="1606" y="3305"/>
                  </a:lnTo>
                  <a:lnTo>
                    <a:pt x="1527" y="3226"/>
                  </a:lnTo>
                  <a:lnTo>
                    <a:pt x="1448" y="3147"/>
                  </a:lnTo>
                  <a:lnTo>
                    <a:pt x="1382" y="3055"/>
                  </a:lnTo>
                  <a:lnTo>
                    <a:pt x="1316" y="2950"/>
                  </a:lnTo>
                  <a:lnTo>
                    <a:pt x="1264" y="2844"/>
                  </a:lnTo>
                  <a:lnTo>
                    <a:pt x="1224" y="2739"/>
                  </a:lnTo>
                  <a:lnTo>
                    <a:pt x="1198" y="2620"/>
                  </a:lnTo>
                  <a:lnTo>
                    <a:pt x="1185" y="2502"/>
                  </a:lnTo>
                  <a:lnTo>
                    <a:pt x="1172" y="2383"/>
                  </a:lnTo>
                  <a:lnTo>
                    <a:pt x="1185" y="2265"/>
                  </a:lnTo>
                  <a:lnTo>
                    <a:pt x="1198" y="2147"/>
                  </a:lnTo>
                  <a:lnTo>
                    <a:pt x="1224" y="2028"/>
                  </a:lnTo>
                  <a:lnTo>
                    <a:pt x="1264" y="1923"/>
                  </a:lnTo>
                  <a:lnTo>
                    <a:pt x="1316" y="1817"/>
                  </a:lnTo>
                  <a:lnTo>
                    <a:pt x="1382" y="1712"/>
                  </a:lnTo>
                  <a:lnTo>
                    <a:pt x="1448" y="1620"/>
                  </a:lnTo>
                  <a:lnTo>
                    <a:pt x="1527" y="1541"/>
                  </a:lnTo>
                  <a:lnTo>
                    <a:pt x="1606" y="1462"/>
                  </a:lnTo>
                  <a:lnTo>
                    <a:pt x="1698" y="1396"/>
                  </a:lnTo>
                  <a:lnTo>
                    <a:pt x="1803" y="1330"/>
                  </a:lnTo>
                  <a:lnTo>
                    <a:pt x="1909" y="1278"/>
                  </a:lnTo>
                  <a:lnTo>
                    <a:pt x="2014" y="1238"/>
                  </a:lnTo>
                  <a:lnTo>
                    <a:pt x="2133" y="1212"/>
                  </a:lnTo>
                  <a:lnTo>
                    <a:pt x="2251" y="1186"/>
                  </a:lnTo>
                  <a:close/>
                  <a:moveTo>
                    <a:pt x="17007" y="1186"/>
                  </a:moveTo>
                  <a:lnTo>
                    <a:pt x="17126" y="1212"/>
                  </a:lnTo>
                  <a:lnTo>
                    <a:pt x="17231" y="1238"/>
                  </a:lnTo>
                  <a:lnTo>
                    <a:pt x="17350" y="1278"/>
                  </a:lnTo>
                  <a:lnTo>
                    <a:pt x="17455" y="1330"/>
                  </a:lnTo>
                  <a:lnTo>
                    <a:pt x="17547" y="1396"/>
                  </a:lnTo>
                  <a:lnTo>
                    <a:pt x="17639" y="1462"/>
                  </a:lnTo>
                  <a:lnTo>
                    <a:pt x="17731" y="1541"/>
                  </a:lnTo>
                  <a:lnTo>
                    <a:pt x="17810" y="1620"/>
                  </a:lnTo>
                  <a:lnTo>
                    <a:pt x="17876" y="1712"/>
                  </a:lnTo>
                  <a:lnTo>
                    <a:pt x="17929" y="1817"/>
                  </a:lnTo>
                  <a:lnTo>
                    <a:pt x="17981" y="1923"/>
                  </a:lnTo>
                  <a:lnTo>
                    <a:pt x="18021" y="2028"/>
                  </a:lnTo>
                  <a:lnTo>
                    <a:pt x="18047" y="2147"/>
                  </a:lnTo>
                  <a:lnTo>
                    <a:pt x="18074" y="2265"/>
                  </a:lnTo>
                  <a:lnTo>
                    <a:pt x="18074" y="2383"/>
                  </a:lnTo>
                  <a:lnTo>
                    <a:pt x="18074" y="2502"/>
                  </a:lnTo>
                  <a:lnTo>
                    <a:pt x="18047" y="2620"/>
                  </a:lnTo>
                  <a:lnTo>
                    <a:pt x="18021" y="2739"/>
                  </a:lnTo>
                  <a:lnTo>
                    <a:pt x="17981" y="2844"/>
                  </a:lnTo>
                  <a:lnTo>
                    <a:pt x="17929" y="2950"/>
                  </a:lnTo>
                  <a:lnTo>
                    <a:pt x="17876" y="3055"/>
                  </a:lnTo>
                  <a:lnTo>
                    <a:pt x="17810" y="3147"/>
                  </a:lnTo>
                  <a:lnTo>
                    <a:pt x="17731" y="3226"/>
                  </a:lnTo>
                  <a:lnTo>
                    <a:pt x="17639" y="3305"/>
                  </a:lnTo>
                  <a:lnTo>
                    <a:pt x="17547" y="3371"/>
                  </a:lnTo>
                  <a:lnTo>
                    <a:pt x="17455" y="3437"/>
                  </a:lnTo>
                  <a:lnTo>
                    <a:pt x="17350" y="3489"/>
                  </a:lnTo>
                  <a:lnTo>
                    <a:pt x="17231" y="3529"/>
                  </a:lnTo>
                  <a:lnTo>
                    <a:pt x="17126" y="3555"/>
                  </a:lnTo>
                  <a:lnTo>
                    <a:pt x="17007" y="3568"/>
                  </a:lnTo>
                  <a:lnTo>
                    <a:pt x="16876" y="3581"/>
                  </a:lnTo>
                  <a:lnTo>
                    <a:pt x="16757" y="3568"/>
                  </a:lnTo>
                  <a:lnTo>
                    <a:pt x="16639" y="3555"/>
                  </a:lnTo>
                  <a:lnTo>
                    <a:pt x="16520" y="3529"/>
                  </a:lnTo>
                  <a:lnTo>
                    <a:pt x="16415" y="3489"/>
                  </a:lnTo>
                  <a:lnTo>
                    <a:pt x="16310" y="3437"/>
                  </a:lnTo>
                  <a:lnTo>
                    <a:pt x="16217" y="3371"/>
                  </a:lnTo>
                  <a:lnTo>
                    <a:pt x="16125" y="3305"/>
                  </a:lnTo>
                  <a:lnTo>
                    <a:pt x="16033" y="3226"/>
                  </a:lnTo>
                  <a:lnTo>
                    <a:pt x="15954" y="3147"/>
                  </a:lnTo>
                  <a:lnTo>
                    <a:pt x="15888" y="3055"/>
                  </a:lnTo>
                  <a:lnTo>
                    <a:pt x="15823" y="2950"/>
                  </a:lnTo>
                  <a:lnTo>
                    <a:pt x="15783" y="2844"/>
                  </a:lnTo>
                  <a:lnTo>
                    <a:pt x="15730" y="2739"/>
                  </a:lnTo>
                  <a:lnTo>
                    <a:pt x="15704" y="2620"/>
                  </a:lnTo>
                  <a:lnTo>
                    <a:pt x="15691" y="2502"/>
                  </a:lnTo>
                  <a:lnTo>
                    <a:pt x="15678" y="2383"/>
                  </a:lnTo>
                  <a:lnTo>
                    <a:pt x="15691" y="2265"/>
                  </a:lnTo>
                  <a:lnTo>
                    <a:pt x="15704" y="2147"/>
                  </a:lnTo>
                  <a:lnTo>
                    <a:pt x="15730" y="2028"/>
                  </a:lnTo>
                  <a:lnTo>
                    <a:pt x="15783" y="1923"/>
                  </a:lnTo>
                  <a:lnTo>
                    <a:pt x="15823" y="1817"/>
                  </a:lnTo>
                  <a:lnTo>
                    <a:pt x="15888" y="1712"/>
                  </a:lnTo>
                  <a:lnTo>
                    <a:pt x="15954" y="1620"/>
                  </a:lnTo>
                  <a:lnTo>
                    <a:pt x="16033" y="1541"/>
                  </a:lnTo>
                  <a:lnTo>
                    <a:pt x="16125" y="1462"/>
                  </a:lnTo>
                  <a:lnTo>
                    <a:pt x="16217" y="1396"/>
                  </a:lnTo>
                  <a:lnTo>
                    <a:pt x="16310" y="1330"/>
                  </a:lnTo>
                  <a:lnTo>
                    <a:pt x="16415" y="1278"/>
                  </a:lnTo>
                  <a:lnTo>
                    <a:pt x="16520" y="1238"/>
                  </a:lnTo>
                  <a:lnTo>
                    <a:pt x="16639" y="1212"/>
                  </a:lnTo>
                  <a:lnTo>
                    <a:pt x="16757" y="1186"/>
                  </a:lnTo>
                  <a:close/>
                  <a:moveTo>
                    <a:pt x="2370" y="1"/>
                  </a:moveTo>
                  <a:lnTo>
                    <a:pt x="2133" y="14"/>
                  </a:lnTo>
                  <a:lnTo>
                    <a:pt x="1896" y="54"/>
                  </a:lnTo>
                  <a:lnTo>
                    <a:pt x="1672" y="106"/>
                  </a:lnTo>
                  <a:lnTo>
                    <a:pt x="1448" y="185"/>
                  </a:lnTo>
                  <a:lnTo>
                    <a:pt x="1237" y="290"/>
                  </a:lnTo>
                  <a:lnTo>
                    <a:pt x="1040" y="409"/>
                  </a:lnTo>
                  <a:lnTo>
                    <a:pt x="856" y="554"/>
                  </a:lnTo>
                  <a:lnTo>
                    <a:pt x="698" y="699"/>
                  </a:lnTo>
                  <a:lnTo>
                    <a:pt x="540" y="870"/>
                  </a:lnTo>
                  <a:lnTo>
                    <a:pt x="395" y="1054"/>
                  </a:lnTo>
                  <a:lnTo>
                    <a:pt x="277" y="1251"/>
                  </a:lnTo>
                  <a:lnTo>
                    <a:pt x="184" y="1462"/>
                  </a:lnTo>
                  <a:lnTo>
                    <a:pt x="105" y="1673"/>
                  </a:lnTo>
                  <a:lnTo>
                    <a:pt x="40" y="1910"/>
                  </a:lnTo>
                  <a:lnTo>
                    <a:pt x="0" y="2147"/>
                  </a:lnTo>
                  <a:lnTo>
                    <a:pt x="0" y="2383"/>
                  </a:lnTo>
                  <a:lnTo>
                    <a:pt x="0" y="2620"/>
                  </a:lnTo>
                  <a:lnTo>
                    <a:pt x="40" y="2857"/>
                  </a:lnTo>
                  <a:lnTo>
                    <a:pt x="105" y="3094"/>
                  </a:lnTo>
                  <a:lnTo>
                    <a:pt x="184" y="3305"/>
                  </a:lnTo>
                  <a:lnTo>
                    <a:pt x="277" y="3516"/>
                  </a:lnTo>
                  <a:lnTo>
                    <a:pt x="395" y="3713"/>
                  </a:lnTo>
                  <a:lnTo>
                    <a:pt x="540" y="3897"/>
                  </a:lnTo>
                  <a:lnTo>
                    <a:pt x="698" y="4068"/>
                  </a:lnTo>
                  <a:lnTo>
                    <a:pt x="856" y="4213"/>
                  </a:lnTo>
                  <a:lnTo>
                    <a:pt x="1040" y="4358"/>
                  </a:lnTo>
                  <a:lnTo>
                    <a:pt x="1237" y="4476"/>
                  </a:lnTo>
                  <a:lnTo>
                    <a:pt x="1448" y="4569"/>
                  </a:lnTo>
                  <a:lnTo>
                    <a:pt x="1672" y="4661"/>
                  </a:lnTo>
                  <a:lnTo>
                    <a:pt x="1896" y="4713"/>
                  </a:lnTo>
                  <a:lnTo>
                    <a:pt x="2133" y="4753"/>
                  </a:lnTo>
                  <a:lnTo>
                    <a:pt x="2370" y="4766"/>
                  </a:lnTo>
                  <a:lnTo>
                    <a:pt x="2580" y="4753"/>
                  </a:lnTo>
                  <a:lnTo>
                    <a:pt x="2778" y="4727"/>
                  </a:lnTo>
                  <a:lnTo>
                    <a:pt x="2975" y="4687"/>
                  </a:lnTo>
                  <a:lnTo>
                    <a:pt x="3159" y="4621"/>
                  </a:lnTo>
                  <a:lnTo>
                    <a:pt x="3344" y="4555"/>
                  </a:lnTo>
                  <a:lnTo>
                    <a:pt x="3515" y="4463"/>
                  </a:lnTo>
                  <a:lnTo>
                    <a:pt x="3686" y="4371"/>
                  </a:lnTo>
                  <a:lnTo>
                    <a:pt x="3844" y="4253"/>
                  </a:lnTo>
                  <a:lnTo>
                    <a:pt x="3989" y="4121"/>
                  </a:lnTo>
                  <a:lnTo>
                    <a:pt x="4120" y="3989"/>
                  </a:lnTo>
                  <a:lnTo>
                    <a:pt x="4252" y="3845"/>
                  </a:lnTo>
                  <a:lnTo>
                    <a:pt x="4357" y="3687"/>
                  </a:lnTo>
                  <a:lnTo>
                    <a:pt x="4462" y="3516"/>
                  </a:lnTo>
                  <a:lnTo>
                    <a:pt x="4541" y="3344"/>
                  </a:lnTo>
                  <a:lnTo>
                    <a:pt x="4620" y="3160"/>
                  </a:lnTo>
                  <a:lnTo>
                    <a:pt x="4673" y="2976"/>
                  </a:lnTo>
                  <a:lnTo>
                    <a:pt x="14572" y="2976"/>
                  </a:lnTo>
                  <a:lnTo>
                    <a:pt x="14638" y="3160"/>
                  </a:lnTo>
                  <a:lnTo>
                    <a:pt x="14704" y="3344"/>
                  </a:lnTo>
                  <a:lnTo>
                    <a:pt x="14796" y="3516"/>
                  </a:lnTo>
                  <a:lnTo>
                    <a:pt x="14888" y="3687"/>
                  </a:lnTo>
                  <a:lnTo>
                    <a:pt x="15006" y="3845"/>
                  </a:lnTo>
                  <a:lnTo>
                    <a:pt x="15125" y="3989"/>
                  </a:lnTo>
                  <a:lnTo>
                    <a:pt x="15270" y="4121"/>
                  </a:lnTo>
                  <a:lnTo>
                    <a:pt x="15415" y="4253"/>
                  </a:lnTo>
                  <a:lnTo>
                    <a:pt x="15572" y="4371"/>
                  </a:lnTo>
                  <a:lnTo>
                    <a:pt x="15730" y="4463"/>
                  </a:lnTo>
                  <a:lnTo>
                    <a:pt x="15915" y="4555"/>
                  </a:lnTo>
                  <a:lnTo>
                    <a:pt x="16086" y="4621"/>
                  </a:lnTo>
                  <a:lnTo>
                    <a:pt x="16283" y="4687"/>
                  </a:lnTo>
                  <a:lnTo>
                    <a:pt x="16481" y="4727"/>
                  </a:lnTo>
                  <a:lnTo>
                    <a:pt x="16678" y="4753"/>
                  </a:lnTo>
                  <a:lnTo>
                    <a:pt x="16876" y="4766"/>
                  </a:lnTo>
                  <a:lnTo>
                    <a:pt x="17126" y="4753"/>
                  </a:lnTo>
                  <a:lnTo>
                    <a:pt x="17363" y="4713"/>
                  </a:lnTo>
                  <a:lnTo>
                    <a:pt x="17586" y="4661"/>
                  </a:lnTo>
                  <a:lnTo>
                    <a:pt x="17810" y="4569"/>
                  </a:lnTo>
                  <a:lnTo>
                    <a:pt x="18008" y="4476"/>
                  </a:lnTo>
                  <a:lnTo>
                    <a:pt x="18205" y="4358"/>
                  </a:lnTo>
                  <a:lnTo>
                    <a:pt x="18389" y="4213"/>
                  </a:lnTo>
                  <a:lnTo>
                    <a:pt x="18561" y="4068"/>
                  </a:lnTo>
                  <a:lnTo>
                    <a:pt x="18719" y="3897"/>
                  </a:lnTo>
                  <a:lnTo>
                    <a:pt x="18850" y="3713"/>
                  </a:lnTo>
                  <a:lnTo>
                    <a:pt x="18969" y="3516"/>
                  </a:lnTo>
                  <a:lnTo>
                    <a:pt x="19074" y="3305"/>
                  </a:lnTo>
                  <a:lnTo>
                    <a:pt x="19153" y="3094"/>
                  </a:lnTo>
                  <a:lnTo>
                    <a:pt x="19206" y="2857"/>
                  </a:lnTo>
                  <a:lnTo>
                    <a:pt x="19245" y="2620"/>
                  </a:lnTo>
                  <a:lnTo>
                    <a:pt x="19258" y="2383"/>
                  </a:lnTo>
                  <a:lnTo>
                    <a:pt x="19245" y="2147"/>
                  </a:lnTo>
                  <a:lnTo>
                    <a:pt x="19206" y="1910"/>
                  </a:lnTo>
                  <a:lnTo>
                    <a:pt x="19153" y="1673"/>
                  </a:lnTo>
                  <a:lnTo>
                    <a:pt x="19074" y="1462"/>
                  </a:lnTo>
                  <a:lnTo>
                    <a:pt x="18969" y="1251"/>
                  </a:lnTo>
                  <a:lnTo>
                    <a:pt x="18850" y="1054"/>
                  </a:lnTo>
                  <a:lnTo>
                    <a:pt x="18719" y="870"/>
                  </a:lnTo>
                  <a:lnTo>
                    <a:pt x="18561" y="699"/>
                  </a:lnTo>
                  <a:lnTo>
                    <a:pt x="18389" y="554"/>
                  </a:lnTo>
                  <a:lnTo>
                    <a:pt x="18205" y="409"/>
                  </a:lnTo>
                  <a:lnTo>
                    <a:pt x="18008" y="290"/>
                  </a:lnTo>
                  <a:lnTo>
                    <a:pt x="17810" y="185"/>
                  </a:lnTo>
                  <a:lnTo>
                    <a:pt x="17586" y="106"/>
                  </a:lnTo>
                  <a:lnTo>
                    <a:pt x="17363" y="54"/>
                  </a:lnTo>
                  <a:lnTo>
                    <a:pt x="17126" y="14"/>
                  </a:lnTo>
                  <a:lnTo>
                    <a:pt x="16876" y="1"/>
                  </a:lnTo>
                  <a:lnTo>
                    <a:pt x="16678" y="14"/>
                  </a:lnTo>
                  <a:lnTo>
                    <a:pt x="16481" y="40"/>
                  </a:lnTo>
                  <a:lnTo>
                    <a:pt x="16283" y="80"/>
                  </a:lnTo>
                  <a:lnTo>
                    <a:pt x="16086" y="146"/>
                  </a:lnTo>
                  <a:lnTo>
                    <a:pt x="15915" y="212"/>
                  </a:lnTo>
                  <a:lnTo>
                    <a:pt x="15730" y="304"/>
                  </a:lnTo>
                  <a:lnTo>
                    <a:pt x="15572" y="396"/>
                  </a:lnTo>
                  <a:lnTo>
                    <a:pt x="15415" y="514"/>
                  </a:lnTo>
                  <a:lnTo>
                    <a:pt x="15270" y="633"/>
                  </a:lnTo>
                  <a:lnTo>
                    <a:pt x="15125" y="778"/>
                  </a:lnTo>
                  <a:lnTo>
                    <a:pt x="15006" y="922"/>
                  </a:lnTo>
                  <a:lnTo>
                    <a:pt x="14888" y="1080"/>
                  </a:lnTo>
                  <a:lnTo>
                    <a:pt x="14796" y="1251"/>
                  </a:lnTo>
                  <a:lnTo>
                    <a:pt x="14704" y="1423"/>
                  </a:lnTo>
                  <a:lnTo>
                    <a:pt x="14638" y="1607"/>
                  </a:lnTo>
                  <a:lnTo>
                    <a:pt x="14572" y="1791"/>
                  </a:lnTo>
                  <a:lnTo>
                    <a:pt x="4673" y="1791"/>
                  </a:lnTo>
                  <a:lnTo>
                    <a:pt x="4620" y="1607"/>
                  </a:lnTo>
                  <a:lnTo>
                    <a:pt x="4541" y="1423"/>
                  </a:lnTo>
                  <a:lnTo>
                    <a:pt x="4462" y="1251"/>
                  </a:lnTo>
                  <a:lnTo>
                    <a:pt x="4357" y="1080"/>
                  </a:lnTo>
                  <a:lnTo>
                    <a:pt x="4252" y="922"/>
                  </a:lnTo>
                  <a:lnTo>
                    <a:pt x="4120" y="778"/>
                  </a:lnTo>
                  <a:lnTo>
                    <a:pt x="3989" y="633"/>
                  </a:lnTo>
                  <a:lnTo>
                    <a:pt x="3844" y="514"/>
                  </a:lnTo>
                  <a:lnTo>
                    <a:pt x="3686" y="396"/>
                  </a:lnTo>
                  <a:lnTo>
                    <a:pt x="3515" y="304"/>
                  </a:lnTo>
                  <a:lnTo>
                    <a:pt x="3344" y="212"/>
                  </a:lnTo>
                  <a:lnTo>
                    <a:pt x="3159" y="146"/>
                  </a:lnTo>
                  <a:lnTo>
                    <a:pt x="2975" y="80"/>
                  </a:lnTo>
                  <a:lnTo>
                    <a:pt x="2778" y="40"/>
                  </a:lnTo>
                  <a:lnTo>
                    <a:pt x="2580" y="14"/>
                  </a:lnTo>
                  <a:lnTo>
                    <a:pt x="2370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4"/>
            <p:cNvSpPr/>
            <p:nvPr/>
          </p:nvSpPr>
          <p:spPr>
            <a:xfrm>
              <a:off x="1084150" y="2637825"/>
              <a:ext cx="931350" cy="455800"/>
            </a:xfrm>
            <a:custGeom>
              <a:avLst/>
              <a:gdLst/>
              <a:ahLst/>
              <a:cxnLst/>
              <a:rect l="l" t="t" r="r" b="b"/>
              <a:pathLst>
                <a:path w="37254" h="18232" extrusionOk="0">
                  <a:moveTo>
                    <a:pt x="2489" y="1185"/>
                  </a:moveTo>
                  <a:lnTo>
                    <a:pt x="2620" y="1198"/>
                  </a:lnTo>
                  <a:lnTo>
                    <a:pt x="2726" y="1238"/>
                  </a:lnTo>
                  <a:lnTo>
                    <a:pt x="2844" y="1277"/>
                  </a:lnTo>
                  <a:lnTo>
                    <a:pt x="2949" y="1330"/>
                  </a:lnTo>
                  <a:lnTo>
                    <a:pt x="3042" y="1383"/>
                  </a:lnTo>
                  <a:lnTo>
                    <a:pt x="3134" y="1448"/>
                  </a:lnTo>
                  <a:lnTo>
                    <a:pt x="3213" y="1527"/>
                  </a:lnTo>
                  <a:lnTo>
                    <a:pt x="3292" y="1619"/>
                  </a:lnTo>
                  <a:lnTo>
                    <a:pt x="3371" y="1712"/>
                  </a:lnTo>
                  <a:lnTo>
                    <a:pt x="3423" y="1804"/>
                  </a:lnTo>
                  <a:lnTo>
                    <a:pt x="3476" y="1909"/>
                  </a:lnTo>
                  <a:lnTo>
                    <a:pt x="3516" y="2014"/>
                  </a:lnTo>
                  <a:lnTo>
                    <a:pt x="3542" y="2133"/>
                  </a:lnTo>
                  <a:lnTo>
                    <a:pt x="3568" y="2251"/>
                  </a:lnTo>
                  <a:lnTo>
                    <a:pt x="3568" y="2370"/>
                  </a:lnTo>
                  <a:lnTo>
                    <a:pt x="3568" y="2501"/>
                  </a:lnTo>
                  <a:lnTo>
                    <a:pt x="3542" y="2620"/>
                  </a:lnTo>
                  <a:lnTo>
                    <a:pt x="3516" y="2738"/>
                  </a:lnTo>
                  <a:lnTo>
                    <a:pt x="3476" y="2844"/>
                  </a:lnTo>
                  <a:lnTo>
                    <a:pt x="3423" y="2949"/>
                  </a:lnTo>
                  <a:lnTo>
                    <a:pt x="3371" y="3041"/>
                  </a:lnTo>
                  <a:lnTo>
                    <a:pt x="3292" y="3133"/>
                  </a:lnTo>
                  <a:lnTo>
                    <a:pt x="3213" y="3225"/>
                  </a:lnTo>
                  <a:lnTo>
                    <a:pt x="3134" y="3304"/>
                  </a:lnTo>
                  <a:lnTo>
                    <a:pt x="3042" y="3370"/>
                  </a:lnTo>
                  <a:lnTo>
                    <a:pt x="2949" y="3423"/>
                  </a:lnTo>
                  <a:lnTo>
                    <a:pt x="2844" y="3476"/>
                  </a:lnTo>
                  <a:lnTo>
                    <a:pt x="2726" y="3515"/>
                  </a:lnTo>
                  <a:lnTo>
                    <a:pt x="2620" y="3555"/>
                  </a:lnTo>
                  <a:lnTo>
                    <a:pt x="2489" y="3568"/>
                  </a:lnTo>
                  <a:lnTo>
                    <a:pt x="2252" y="3568"/>
                  </a:lnTo>
                  <a:lnTo>
                    <a:pt x="2133" y="3555"/>
                  </a:lnTo>
                  <a:lnTo>
                    <a:pt x="2015" y="3515"/>
                  </a:lnTo>
                  <a:lnTo>
                    <a:pt x="1910" y="3476"/>
                  </a:lnTo>
                  <a:lnTo>
                    <a:pt x="1804" y="3423"/>
                  </a:lnTo>
                  <a:lnTo>
                    <a:pt x="1699" y="3370"/>
                  </a:lnTo>
                  <a:lnTo>
                    <a:pt x="1607" y="3304"/>
                  </a:lnTo>
                  <a:lnTo>
                    <a:pt x="1528" y="3225"/>
                  </a:lnTo>
                  <a:lnTo>
                    <a:pt x="1449" y="3133"/>
                  </a:lnTo>
                  <a:lnTo>
                    <a:pt x="1383" y="3041"/>
                  </a:lnTo>
                  <a:lnTo>
                    <a:pt x="1317" y="2949"/>
                  </a:lnTo>
                  <a:lnTo>
                    <a:pt x="1265" y="2844"/>
                  </a:lnTo>
                  <a:lnTo>
                    <a:pt x="1225" y="2738"/>
                  </a:lnTo>
                  <a:lnTo>
                    <a:pt x="1199" y="2620"/>
                  </a:lnTo>
                  <a:lnTo>
                    <a:pt x="1186" y="2501"/>
                  </a:lnTo>
                  <a:lnTo>
                    <a:pt x="1172" y="2370"/>
                  </a:lnTo>
                  <a:lnTo>
                    <a:pt x="1186" y="2251"/>
                  </a:lnTo>
                  <a:lnTo>
                    <a:pt x="1199" y="2133"/>
                  </a:lnTo>
                  <a:lnTo>
                    <a:pt x="1225" y="2014"/>
                  </a:lnTo>
                  <a:lnTo>
                    <a:pt x="1265" y="1909"/>
                  </a:lnTo>
                  <a:lnTo>
                    <a:pt x="1317" y="1804"/>
                  </a:lnTo>
                  <a:lnTo>
                    <a:pt x="1383" y="1712"/>
                  </a:lnTo>
                  <a:lnTo>
                    <a:pt x="1449" y="1619"/>
                  </a:lnTo>
                  <a:lnTo>
                    <a:pt x="1528" y="1527"/>
                  </a:lnTo>
                  <a:lnTo>
                    <a:pt x="1607" y="1448"/>
                  </a:lnTo>
                  <a:lnTo>
                    <a:pt x="1699" y="1383"/>
                  </a:lnTo>
                  <a:lnTo>
                    <a:pt x="1804" y="1330"/>
                  </a:lnTo>
                  <a:lnTo>
                    <a:pt x="1910" y="1277"/>
                  </a:lnTo>
                  <a:lnTo>
                    <a:pt x="2015" y="1238"/>
                  </a:lnTo>
                  <a:lnTo>
                    <a:pt x="2133" y="1198"/>
                  </a:lnTo>
                  <a:lnTo>
                    <a:pt x="2252" y="1185"/>
                  </a:lnTo>
                  <a:close/>
                  <a:moveTo>
                    <a:pt x="2370" y="0"/>
                  </a:moveTo>
                  <a:lnTo>
                    <a:pt x="2133" y="14"/>
                  </a:lnTo>
                  <a:lnTo>
                    <a:pt x="1896" y="40"/>
                  </a:lnTo>
                  <a:lnTo>
                    <a:pt x="1673" y="106"/>
                  </a:lnTo>
                  <a:lnTo>
                    <a:pt x="1449" y="185"/>
                  </a:lnTo>
                  <a:lnTo>
                    <a:pt x="1238" y="290"/>
                  </a:lnTo>
                  <a:lnTo>
                    <a:pt x="1041" y="408"/>
                  </a:lnTo>
                  <a:lnTo>
                    <a:pt x="856" y="540"/>
                  </a:lnTo>
                  <a:lnTo>
                    <a:pt x="685" y="698"/>
                  </a:lnTo>
                  <a:lnTo>
                    <a:pt x="541" y="869"/>
                  </a:lnTo>
                  <a:lnTo>
                    <a:pt x="396" y="1053"/>
                  </a:lnTo>
                  <a:lnTo>
                    <a:pt x="277" y="1238"/>
                  </a:lnTo>
                  <a:lnTo>
                    <a:pt x="185" y="1448"/>
                  </a:lnTo>
                  <a:lnTo>
                    <a:pt x="106" y="1672"/>
                  </a:lnTo>
                  <a:lnTo>
                    <a:pt x="40" y="1896"/>
                  </a:lnTo>
                  <a:lnTo>
                    <a:pt x="1" y="2133"/>
                  </a:lnTo>
                  <a:lnTo>
                    <a:pt x="1" y="2370"/>
                  </a:lnTo>
                  <a:lnTo>
                    <a:pt x="1" y="2620"/>
                  </a:lnTo>
                  <a:lnTo>
                    <a:pt x="40" y="2857"/>
                  </a:lnTo>
                  <a:lnTo>
                    <a:pt x="106" y="3081"/>
                  </a:lnTo>
                  <a:lnTo>
                    <a:pt x="185" y="3304"/>
                  </a:lnTo>
                  <a:lnTo>
                    <a:pt x="277" y="3515"/>
                  </a:lnTo>
                  <a:lnTo>
                    <a:pt x="396" y="3699"/>
                  </a:lnTo>
                  <a:lnTo>
                    <a:pt x="541" y="3884"/>
                  </a:lnTo>
                  <a:lnTo>
                    <a:pt x="685" y="4055"/>
                  </a:lnTo>
                  <a:lnTo>
                    <a:pt x="856" y="4213"/>
                  </a:lnTo>
                  <a:lnTo>
                    <a:pt x="1041" y="4344"/>
                  </a:lnTo>
                  <a:lnTo>
                    <a:pt x="1238" y="4463"/>
                  </a:lnTo>
                  <a:lnTo>
                    <a:pt x="1449" y="4568"/>
                  </a:lnTo>
                  <a:lnTo>
                    <a:pt x="1673" y="4647"/>
                  </a:lnTo>
                  <a:lnTo>
                    <a:pt x="1896" y="4713"/>
                  </a:lnTo>
                  <a:lnTo>
                    <a:pt x="2133" y="4739"/>
                  </a:lnTo>
                  <a:lnTo>
                    <a:pt x="2370" y="4752"/>
                  </a:lnTo>
                  <a:lnTo>
                    <a:pt x="2528" y="4752"/>
                  </a:lnTo>
                  <a:lnTo>
                    <a:pt x="2686" y="4739"/>
                  </a:lnTo>
                  <a:lnTo>
                    <a:pt x="2844" y="4713"/>
                  </a:lnTo>
                  <a:lnTo>
                    <a:pt x="2989" y="4673"/>
                  </a:lnTo>
                  <a:lnTo>
                    <a:pt x="16547" y="18232"/>
                  </a:lnTo>
                  <a:lnTo>
                    <a:pt x="37254" y="18232"/>
                  </a:lnTo>
                  <a:lnTo>
                    <a:pt x="37254" y="17047"/>
                  </a:lnTo>
                  <a:lnTo>
                    <a:pt x="17034" y="17047"/>
                  </a:lnTo>
                  <a:lnTo>
                    <a:pt x="4055" y="4068"/>
                  </a:lnTo>
                  <a:lnTo>
                    <a:pt x="4200" y="3897"/>
                  </a:lnTo>
                  <a:lnTo>
                    <a:pt x="4345" y="3712"/>
                  </a:lnTo>
                  <a:lnTo>
                    <a:pt x="4463" y="3515"/>
                  </a:lnTo>
                  <a:lnTo>
                    <a:pt x="4569" y="3304"/>
                  </a:lnTo>
                  <a:lnTo>
                    <a:pt x="4648" y="3081"/>
                  </a:lnTo>
                  <a:lnTo>
                    <a:pt x="4700" y="2857"/>
                  </a:lnTo>
                  <a:lnTo>
                    <a:pt x="4740" y="2620"/>
                  </a:lnTo>
                  <a:lnTo>
                    <a:pt x="4753" y="2370"/>
                  </a:lnTo>
                  <a:lnTo>
                    <a:pt x="4740" y="2133"/>
                  </a:lnTo>
                  <a:lnTo>
                    <a:pt x="4700" y="1896"/>
                  </a:lnTo>
                  <a:lnTo>
                    <a:pt x="4648" y="1672"/>
                  </a:lnTo>
                  <a:lnTo>
                    <a:pt x="4569" y="1448"/>
                  </a:lnTo>
                  <a:lnTo>
                    <a:pt x="4463" y="1238"/>
                  </a:lnTo>
                  <a:lnTo>
                    <a:pt x="4345" y="1053"/>
                  </a:lnTo>
                  <a:lnTo>
                    <a:pt x="4213" y="869"/>
                  </a:lnTo>
                  <a:lnTo>
                    <a:pt x="4055" y="698"/>
                  </a:lnTo>
                  <a:lnTo>
                    <a:pt x="3884" y="540"/>
                  </a:lnTo>
                  <a:lnTo>
                    <a:pt x="3700" y="408"/>
                  </a:lnTo>
                  <a:lnTo>
                    <a:pt x="3502" y="290"/>
                  </a:lnTo>
                  <a:lnTo>
                    <a:pt x="3292" y="185"/>
                  </a:lnTo>
                  <a:lnTo>
                    <a:pt x="3081" y="106"/>
                  </a:lnTo>
                  <a:lnTo>
                    <a:pt x="2857" y="40"/>
                  </a:lnTo>
                  <a:lnTo>
                    <a:pt x="2620" y="14"/>
                  </a:lnTo>
                  <a:lnTo>
                    <a:pt x="237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4"/>
            <p:cNvSpPr/>
            <p:nvPr/>
          </p:nvSpPr>
          <p:spPr>
            <a:xfrm>
              <a:off x="1084150" y="2820125"/>
              <a:ext cx="931350" cy="443650"/>
            </a:xfrm>
            <a:custGeom>
              <a:avLst/>
              <a:gdLst/>
              <a:ahLst/>
              <a:cxnLst/>
              <a:rect l="l" t="t" r="r" b="b"/>
              <a:pathLst>
                <a:path w="37254" h="17746" extrusionOk="0">
                  <a:moveTo>
                    <a:pt x="2370" y="1172"/>
                  </a:moveTo>
                  <a:lnTo>
                    <a:pt x="2489" y="1186"/>
                  </a:lnTo>
                  <a:lnTo>
                    <a:pt x="2620" y="1199"/>
                  </a:lnTo>
                  <a:lnTo>
                    <a:pt x="2726" y="1238"/>
                  </a:lnTo>
                  <a:lnTo>
                    <a:pt x="2844" y="1278"/>
                  </a:lnTo>
                  <a:lnTo>
                    <a:pt x="2949" y="1317"/>
                  </a:lnTo>
                  <a:lnTo>
                    <a:pt x="3042" y="1383"/>
                  </a:lnTo>
                  <a:lnTo>
                    <a:pt x="3134" y="1449"/>
                  </a:lnTo>
                  <a:lnTo>
                    <a:pt x="3213" y="1528"/>
                  </a:lnTo>
                  <a:lnTo>
                    <a:pt x="3292" y="1620"/>
                  </a:lnTo>
                  <a:lnTo>
                    <a:pt x="3371" y="1712"/>
                  </a:lnTo>
                  <a:lnTo>
                    <a:pt x="3423" y="1804"/>
                  </a:lnTo>
                  <a:lnTo>
                    <a:pt x="3476" y="1910"/>
                  </a:lnTo>
                  <a:lnTo>
                    <a:pt x="3516" y="2015"/>
                  </a:lnTo>
                  <a:lnTo>
                    <a:pt x="3542" y="2133"/>
                  </a:lnTo>
                  <a:lnTo>
                    <a:pt x="3568" y="2252"/>
                  </a:lnTo>
                  <a:lnTo>
                    <a:pt x="3568" y="2370"/>
                  </a:lnTo>
                  <a:lnTo>
                    <a:pt x="3568" y="2502"/>
                  </a:lnTo>
                  <a:lnTo>
                    <a:pt x="3542" y="2620"/>
                  </a:lnTo>
                  <a:lnTo>
                    <a:pt x="3516" y="2726"/>
                  </a:lnTo>
                  <a:lnTo>
                    <a:pt x="3476" y="2844"/>
                  </a:lnTo>
                  <a:lnTo>
                    <a:pt x="3423" y="2950"/>
                  </a:lnTo>
                  <a:lnTo>
                    <a:pt x="3371" y="3042"/>
                  </a:lnTo>
                  <a:lnTo>
                    <a:pt x="3292" y="3134"/>
                  </a:lnTo>
                  <a:lnTo>
                    <a:pt x="3213" y="3226"/>
                  </a:lnTo>
                  <a:lnTo>
                    <a:pt x="3134" y="3305"/>
                  </a:lnTo>
                  <a:lnTo>
                    <a:pt x="3042" y="3371"/>
                  </a:lnTo>
                  <a:lnTo>
                    <a:pt x="2949" y="3423"/>
                  </a:lnTo>
                  <a:lnTo>
                    <a:pt x="2844" y="3476"/>
                  </a:lnTo>
                  <a:lnTo>
                    <a:pt x="2726" y="3516"/>
                  </a:lnTo>
                  <a:lnTo>
                    <a:pt x="2620" y="3555"/>
                  </a:lnTo>
                  <a:lnTo>
                    <a:pt x="2489" y="3568"/>
                  </a:lnTo>
                  <a:lnTo>
                    <a:pt x="2252" y="3568"/>
                  </a:lnTo>
                  <a:lnTo>
                    <a:pt x="2133" y="3555"/>
                  </a:lnTo>
                  <a:lnTo>
                    <a:pt x="2015" y="3516"/>
                  </a:lnTo>
                  <a:lnTo>
                    <a:pt x="1910" y="3476"/>
                  </a:lnTo>
                  <a:lnTo>
                    <a:pt x="1804" y="3423"/>
                  </a:lnTo>
                  <a:lnTo>
                    <a:pt x="1699" y="3371"/>
                  </a:lnTo>
                  <a:lnTo>
                    <a:pt x="1607" y="3305"/>
                  </a:lnTo>
                  <a:lnTo>
                    <a:pt x="1528" y="3226"/>
                  </a:lnTo>
                  <a:lnTo>
                    <a:pt x="1449" y="3134"/>
                  </a:lnTo>
                  <a:lnTo>
                    <a:pt x="1383" y="3042"/>
                  </a:lnTo>
                  <a:lnTo>
                    <a:pt x="1317" y="2950"/>
                  </a:lnTo>
                  <a:lnTo>
                    <a:pt x="1265" y="2844"/>
                  </a:lnTo>
                  <a:lnTo>
                    <a:pt x="1225" y="2726"/>
                  </a:lnTo>
                  <a:lnTo>
                    <a:pt x="1199" y="2620"/>
                  </a:lnTo>
                  <a:lnTo>
                    <a:pt x="1186" y="2502"/>
                  </a:lnTo>
                  <a:lnTo>
                    <a:pt x="1172" y="2370"/>
                  </a:lnTo>
                  <a:lnTo>
                    <a:pt x="1186" y="2252"/>
                  </a:lnTo>
                  <a:lnTo>
                    <a:pt x="1199" y="2133"/>
                  </a:lnTo>
                  <a:lnTo>
                    <a:pt x="1225" y="2015"/>
                  </a:lnTo>
                  <a:lnTo>
                    <a:pt x="1265" y="1910"/>
                  </a:lnTo>
                  <a:lnTo>
                    <a:pt x="1317" y="1804"/>
                  </a:lnTo>
                  <a:lnTo>
                    <a:pt x="1383" y="1712"/>
                  </a:lnTo>
                  <a:lnTo>
                    <a:pt x="1449" y="1620"/>
                  </a:lnTo>
                  <a:lnTo>
                    <a:pt x="1528" y="1528"/>
                  </a:lnTo>
                  <a:lnTo>
                    <a:pt x="1607" y="1449"/>
                  </a:lnTo>
                  <a:lnTo>
                    <a:pt x="1699" y="1383"/>
                  </a:lnTo>
                  <a:lnTo>
                    <a:pt x="1804" y="1317"/>
                  </a:lnTo>
                  <a:lnTo>
                    <a:pt x="1910" y="1278"/>
                  </a:lnTo>
                  <a:lnTo>
                    <a:pt x="2015" y="1238"/>
                  </a:lnTo>
                  <a:lnTo>
                    <a:pt x="2133" y="1199"/>
                  </a:lnTo>
                  <a:lnTo>
                    <a:pt x="2252" y="1186"/>
                  </a:lnTo>
                  <a:lnTo>
                    <a:pt x="2370" y="1172"/>
                  </a:lnTo>
                  <a:close/>
                  <a:moveTo>
                    <a:pt x="2370" y="1"/>
                  </a:moveTo>
                  <a:lnTo>
                    <a:pt x="2133" y="14"/>
                  </a:lnTo>
                  <a:lnTo>
                    <a:pt x="1896" y="40"/>
                  </a:lnTo>
                  <a:lnTo>
                    <a:pt x="1673" y="106"/>
                  </a:lnTo>
                  <a:lnTo>
                    <a:pt x="1449" y="185"/>
                  </a:lnTo>
                  <a:lnTo>
                    <a:pt x="1238" y="291"/>
                  </a:lnTo>
                  <a:lnTo>
                    <a:pt x="1041" y="409"/>
                  </a:lnTo>
                  <a:lnTo>
                    <a:pt x="856" y="541"/>
                  </a:lnTo>
                  <a:lnTo>
                    <a:pt x="685" y="699"/>
                  </a:lnTo>
                  <a:lnTo>
                    <a:pt x="541" y="870"/>
                  </a:lnTo>
                  <a:lnTo>
                    <a:pt x="396" y="1041"/>
                  </a:lnTo>
                  <a:lnTo>
                    <a:pt x="277" y="1238"/>
                  </a:lnTo>
                  <a:lnTo>
                    <a:pt x="185" y="1449"/>
                  </a:lnTo>
                  <a:lnTo>
                    <a:pt x="106" y="1673"/>
                  </a:lnTo>
                  <a:lnTo>
                    <a:pt x="40" y="1896"/>
                  </a:lnTo>
                  <a:lnTo>
                    <a:pt x="1" y="2133"/>
                  </a:lnTo>
                  <a:lnTo>
                    <a:pt x="1" y="2370"/>
                  </a:lnTo>
                  <a:lnTo>
                    <a:pt x="1" y="2620"/>
                  </a:lnTo>
                  <a:lnTo>
                    <a:pt x="40" y="2857"/>
                  </a:lnTo>
                  <a:lnTo>
                    <a:pt x="106" y="3081"/>
                  </a:lnTo>
                  <a:lnTo>
                    <a:pt x="185" y="3305"/>
                  </a:lnTo>
                  <a:lnTo>
                    <a:pt x="277" y="3502"/>
                  </a:lnTo>
                  <a:lnTo>
                    <a:pt x="396" y="3700"/>
                  </a:lnTo>
                  <a:lnTo>
                    <a:pt x="541" y="3884"/>
                  </a:lnTo>
                  <a:lnTo>
                    <a:pt x="685" y="4055"/>
                  </a:lnTo>
                  <a:lnTo>
                    <a:pt x="856" y="4213"/>
                  </a:lnTo>
                  <a:lnTo>
                    <a:pt x="1041" y="4345"/>
                  </a:lnTo>
                  <a:lnTo>
                    <a:pt x="1238" y="4463"/>
                  </a:lnTo>
                  <a:lnTo>
                    <a:pt x="1449" y="4569"/>
                  </a:lnTo>
                  <a:lnTo>
                    <a:pt x="1673" y="4648"/>
                  </a:lnTo>
                  <a:lnTo>
                    <a:pt x="1896" y="4700"/>
                  </a:lnTo>
                  <a:lnTo>
                    <a:pt x="2133" y="4740"/>
                  </a:lnTo>
                  <a:lnTo>
                    <a:pt x="2370" y="4753"/>
                  </a:lnTo>
                  <a:lnTo>
                    <a:pt x="2634" y="4740"/>
                  </a:lnTo>
                  <a:lnTo>
                    <a:pt x="2884" y="4700"/>
                  </a:lnTo>
                  <a:lnTo>
                    <a:pt x="3121" y="4635"/>
                  </a:lnTo>
                  <a:lnTo>
                    <a:pt x="3344" y="4542"/>
                  </a:lnTo>
                  <a:lnTo>
                    <a:pt x="16547" y="17745"/>
                  </a:lnTo>
                  <a:lnTo>
                    <a:pt x="37254" y="17745"/>
                  </a:lnTo>
                  <a:lnTo>
                    <a:pt x="37254" y="16561"/>
                  </a:lnTo>
                  <a:lnTo>
                    <a:pt x="17034" y="16561"/>
                  </a:lnTo>
                  <a:lnTo>
                    <a:pt x="4279" y="3805"/>
                  </a:lnTo>
                  <a:lnTo>
                    <a:pt x="4384" y="3647"/>
                  </a:lnTo>
                  <a:lnTo>
                    <a:pt x="4476" y="3489"/>
                  </a:lnTo>
                  <a:lnTo>
                    <a:pt x="4555" y="3318"/>
                  </a:lnTo>
                  <a:lnTo>
                    <a:pt x="4621" y="3134"/>
                  </a:lnTo>
                  <a:lnTo>
                    <a:pt x="4674" y="2963"/>
                  </a:lnTo>
                  <a:lnTo>
                    <a:pt x="4713" y="2765"/>
                  </a:lnTo>
                  <a:lnTo>
                    <a:pt x="4740" y="2568"/>
                  </a:lnTo>
                  <a:lnTo>
                    <a:pt x="4753" y="2370"/>
                  </a:lnTo>
                  <a:lnTo>
                    <a:pt x="4740" y="2133"/>
                  </a:lnTo>
                  <a:lnTo>
                    <a:pt x="4700" y="1896"/>
                  </a:lnTo>
                  <a:lnTo>
                    <a:pt x="4648" y="1673"/>
                  </a:lnTo>
                  <a:lnTo>
                    <a:pt x="4569" y="1449"/>
                  </a:lnTo>
                  <a:lnTo>
                    <a:pt x="4463" y="1238"/>
                  </a:lnTo>
                  <a:lnTo>
                    <a:pt x="4345" y="1041"/>
                  </a:lnTo>
                  <a:lnTo>
                    <a:pt x="4213" y="870"/>
                  </a:lnTo>
                  <a:lnTo>
                    <a:pt x="4055" y="699"/>
                  </a:lnTo>
                  <a:lnTo>
                    <a:pt x="3884" y="541"/>
                  </a:lnTo>
                  <a:lnTo>
                    <a:pt x="3700" y="409"/>
                  </a:lnTo>
                  <a:lnTo>
                    <a:pt x="3502" y="291"/>
                  </a:lnTo>
                  <a:lnTo>
                    <a:pt x="3292" y="185"/>
                  </a:lnTo>
                  <a:lnTo>
                    <a:pt x="3081" y="106"/>
                  </a:lnTo>
                  <a:lnTo>
                    <a:pt x="2857" y="40"/>
                  </a:lnTo>
                  <a:lnTo>
                    <a:pt x="2620" y="14"/>
                  </a:lnTo>
                  <a:lnTo>
                    <a:pt x="2370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4"/>
            <p:cNvSpPr/>
            <p:nvPr/>
          </p:nvSpPr>
          <p:spPr>
            <a:xfrm>
              <a:off x="1084150" y="3024175"/>
              <a:ext cx="931350" cy="434425"/>
            </a:xfrm>
            <a:custGeom>
              <a:avLst/>
              <a:gdLst/>
              <a:ahLst/>
              <a:cxnLst/>
              <a:rect l="l" t="t" r="r" b="b"/>
              <a:pathLst>
                <a:path w="37254" h="17377" extrusionOk="0">
                  <a:moveTo>
                    <a:pt x="2489" y="1185"/>
                  </a:moveTo>
                  <a:lnTo>
                    <a:pt x="2620" y="1211"/>
                  </a:lnTo>
                  <a:lnTo>
                    <a:pt x="2726" y="1238"/>
                  </a:lnTo>
                  <a:lnTo>
                    <a:pt x="2844" y="1277"/>
                  </a:lnTo>
                  <a:lnTo>
                    <a:pt x="2949" y="1330"/>
                  </a:lnTo>
                  <a:lnTo>
                    <a:pt x="3042" y="1382"/>
                  </a:lnTo>
                  <a:lnTo>
                    <a:pt x="3134" y="1461"/>
                  </a:lnTo>
                  <a:lnTo>
                    <a:pt x="3213" y="1540"/>
                  </a:lnTo>
                  <a:lnTo>
                    <a:pt x="3292" y="1619"/>
                  </a:lnTo>
                  <a:lnTo>
                    <a:pt x="3371" y="1712"/>
                  </a:lnTo>
                  <a:lnTo>
                    <a:pt x="3423" y="1817"/>
                  </a:lnTo>
                  <a:lnTo>
                    <a:pt x="3476" y="1922"/>
                  </a:lnTo>
                  <a:lnTo>
                    <a:pt x="3516" y="2028"/>
                  </a:lnTo>
                  <a:lnTo>
                    <a:pt x="3542" y="2146"/>
                  </a:lnTo>
                  <a:lnTo>
                    <a:pt x="3568" y="2264"/>
                  </a:lnTo>
                  <a:lnTo>
                    <a:pt x="3568" y="2383"/>
                  </a:lnTo>
                  <a:lnTo>
                    <a:pt x="3555" y="2528"/>
                  </a:lnTo>
                  <a:lnTo>
                    <a:pt x="3529" y="2673"/>
                  </a:lnTo>
                  <a:lnTo>
                    <a:pt x="3489" y="2804"/>
                  </a:lnTo>
                  <a:lnTo>
                    <a:pt x="3437" y="2936"/>
                  </a:lnTo>
                  <a:lnTo>
                    <a:pt x="2923" y="3436"/>
                  </a:lnTo>
                  <a:lnTo>
                    <a:pt x="2805" y="3502"/>
                  </a:lnTo>
                  <a:lnTo>
                    <a:pt x="2660" y="3541"/>
                  </a:lnTo>
                  <a:lnTo>
                    <a:pt x="2515" y="3568"/>
                  </a:lnTo>
                  <a:lnTo>
                    <a:pt x="2370" y="3581"/>
                  </a:lnTo>
                  <a:lnTo>
                    <a:pt x="2252" y="3568"/>
                  </a:lnTo>
                  <a:lnTo>
                    <a:pt x="2133" y="3554"/>
                  </a:lnTo>
                  <a:lnTo>
                    <a:pt x="2015" y="3528"/>
                  </a:lnTo>
                  <a:lnTo>
                    <a:pt x="1910" y="3489"/>
                  </a:lnTo>
                  <a:lnTo>
                    <a:pt x="1804" y="3436"/>
                  </a:lnTo>
                  <a:lnTo>
                    <a:pt x="1699" y="3370"/>
                  </a:lnTo>
                  <a:lnTo>
                    <a:pt x="1607" y="3304"/>
                  </a:lnTo>
                  <a:lnTo>
                    <a:pt x="1528" y="3225"/>
                  </a:lnTo>
                  <a:lnTo>
                    <a:pt x="1449" y="3146"/>
                  </a:lnTo>
                  <a:lnTo>
                    <a:pt x="1383" y="3054"/>
                  </a:lnTo>
                  <a:lnTo>
                    <a:pt x="1317" y="2949"/>
                  </a:lnTo>
                  <a:lnTo>
                    <a:pt x="1265" y="2844"/>
                  </a:lnTo>
                  <a:lnTo>
                    <a:pt x="1225" y="2738"/>
                  </a:lnTo>
                  <a:lnTo>
                    <a:pt x="1199" y="2620"/>
                  </a:lnTo>
                  <a:lnTo>
                    <a:pt x="1186" y="2501"/>
                  </a:lnTo>
                  <a:lnTo>
                    <a:pt x="1172" y="2383"/>
                  </a:lnTo>
                  <a:lnTo>
                    <a:pt x="1186" y="2264"/>
                  </a:lnTo>
                  <a:lnTo>
                    <a:pt x="1199" y="2146"/>
                  </a:lnTo>
                  <a:lnTo>
                    <a:pt x="1225" y="2028"/>
                  </a:lnTo>
                  <a:lnTo>
                    <a:pt x="1265" y="1922"/>
                  </a:lnTo>
                  <a:lnTo>
                    <a:pt x="1317" y="1817"/>
                  </a:lnTo>
                  <a:lnTo>
                    <a:pt x="1383" y="1712"/>
                  </a:lnTo>
                  <a:lnTo>
                    <a:pt x="1449" y="1619"/>
                  </a:lnTo>
                  <a:lnTo>
                    <a:pt x="1528" y="1540"/>
                  </a:lnTo>
                  <a:lnTo>
                    <a:pt x="1607" y="1461"/>
                  </a:lnTo>
                  <a:lnTo>
                    <a:pt x="1699" y="1382"/>
                  </a:lnTo>
                  <a:lnTo>
                    <a:pt x="1804" y="1330"/>
                  </a:lnTo>
                  <a:lnTo>
                    <a:pt x="1910" y="1277"/>
                  </a:lnTo>
                  <a:lnTo>
                    <a:pt x="2015" y="1238"/>
                  </a:lnTo>
                  <a:lnTo>
                    <a:pt x="2133" y="1211"/>
                  </a:lnTo>
                  <a:lnTo>
                    <a:pt x="2252" y="1185"/>
                  </a:lnTo>
                  <a:close/>
                  <a:moveTo>
                    <a:pt x="2370" y="0"/>
                  </a:moveTo>
                  <a:lnTo>
                    <a:pt x="2133" y="13"/>
                  </a:lnTo>
                  <a:lnTo>
                    <a:pt x="1896" y="53"/>
                  </a:lnTo>
                  <a:lnTo>
                    <a:pt x="1673" y="106"/>
                  </a:lnTo>
                  <a:lnTo>
                    <a:pt x="1449" y="185"/>
                  </a:lnTo>
                  <a:lnTo>
                    <a:pt x="1238" y="290"/>
                  </a:lnTo>
                  <a:lnTo>
                    <a:pt x="1041" y="408"/>
                  </a:lnTo>
                  <a:lnTo>
                    <a:pt x="856" y="553"/>
                  </a:lnTo>
                  <a:lnTo>
                    <a:pt x="685" y="698"/>
                  </a:lnTo>
                  <a:lnTo>
                    <a:pt x="541" y="869"/>
                  </a:lnTo>
                  <a:lnTo>
                    <a:pt x="396" y="1053"/>
                  </a:lnTo>
                  <a:lnTo>
                    <a:pt x="277" y="1251"/>
                  </a:lnTo>
                  <a:lnTo>
                    <a:pt x="185" y="1461"/>
                  </a:lnTo>
                  <a:lnTo>
                    <a:pt x="106" y="1672"/>
                  </a:lnTo>
                  <a:lnTo>
                    <a:pt x="40" y="1909"/>
                  </a:lnTo>
                  <a:lnTo>
                    <a:pt x="1" y="2133"/>
                  </a:lnTo>
                  <a:lnTo>
                    <a:pt x="1" y="2383"/>
                  </a:lnTo>
                  <a:lnTo>
                    <a:pt x="1" y="2620"/>
                  </a:lnTo>
                  <a:lnTo>
                    <a:pt x="40" y="2857"/>
                  </a:lnTo>
                  <a:lnTo>
                    <a:pt x="106" y="3094"/>
                  </a:lnTo>
                  <a:lnTo>
                    <a:pt x="185" y="3304"/>
                  </a:lnTo>
                  <a:lnTo>
                    <a:pt x="277" y="3515"/>
                  </a:lnTo>
                  <a:lnTo>
                    <a:pt x="396" y="3712"/>
                  </a:lnTo>
                  <a:lnTo>
                    <a:pt x="541" y="3897"/>
                  </a:lnTo>
                  <a:lnTo>
                    <a:pt x="685" y="4068"/>
                  </a:lnTo>
                  <a:lnTo>
                    <a:pt x="856" y="4213"/>
                  </a:lnTo>
                  <a:lnTo>
                    <a:pt x="1041" y="4357"/>
                  </a:lnTo>
                  <a:lnTo>
                    <a:pt x="1238" y="4476"/>
                  </a:lnTo>
                  <a:lnTo>
                    <a:pt x="1449" y="4568"/>
                  </a:lnTo>
                  <a:lnTo>
                    <a:pt x="1673" y="4647"/>
                  </a:lnTo>
                  <a:lnTo>
                    <a:pt x="1896" y="4713"/>
                  </a:lnTo>
                  <a:lnTo>
                    <a:pt x="2133" y="4752"/>
                  </a:lnTo>
                  <a:lnTo>
                    <a:pt x="2370" y="4766"/>
                  </a:lnTo>
                  <a:lnTo>
                    <a:pt x="2541" y="4752"/>
                  </a:lnTo>
                  <a:lnTo>
                    <a:pt x="2699" y="4739"/>
                  </a:lnTo>
                  <a:lnTo>
                    <a:pt x="2857" y="4713"/>
                  </a:lnTo>
                  <a:lnTo>
                    <a:pt x="3015" y="4673"/>
                  </a:lnTo>
                  <a:lnTo>
                    <a:pt x="3173" y="4621"/>
                  </a:lnTo>
                  <a:lnTo>
                    <a:pt x="3318" y="4568"/>
                  </a:lnTo>
                  <a:lnTo>
                    <a:pt x="3450" y="4502"/>
                  </a:lnTo>
                  <a:lnTo>
                    <a:pt x="3595" y="4423"/>
                  </a:lnTo>
                  <a:lnTo>
                    <a:pt x="16547" y="17376"/>
                  </a:lnTo>
                  <a:lnTo>
                    <a:pt x="37254" y="17376"/>
                  </a:lnTo>
                  <a:lnTo>
                    <a:pt x="37254" y="16205"/>
                  </a:lnTo>
                  <a:lnTo>
                    <a:pt x="17034" y="16205"/>
                  </a:lnTo>
                  <a:lnTo>
                    <a:pt x="4424" y="3581"/>
                  </a:lnTo>
                  <a:lnTo>
                    <a:pt x="4503" y="3449"/>
                  </a:lnTo>
                  <a:lnTo>
                    <a:pt x="4569" y="3304"/>
                  </a:lnTo>
                  <a:lnTo>
                    <a:pt x="4621" y="3160"/>
                  </a:lnTo>
                  <a:lnTo>
                    <a:pt x="4661" y="3015"/>
                  </a:lnTo>
                  <a:lnTo>
                    <a:pt x="4700" y="2857"/>
                  </a:lnTo>
                  <a:lnTo>
                    <a:pt x="4727" y="2699"/>
                  </a:lnTo>
                  <a:lnTo>
                    <a:pt x="4740" y="2541"/>
                  </a:lnTo>
                  <a:lnTo>
                    <a:pt x="4753" y="2383"/>
                  </a:lnTo>
                  <a:lnTo>
                    <a:pt x="4740" y="2133"/>
                  </a:lnTo>
                  <a:lnTo>
                    <a:pt x="4700" y="1909"/>
                  </a:lnTo>
                  <a:lnTo>
                    <a:pt x="4648" y="1672"/>
                  </a:lnTo>
                  <a:lnTo>
                    <a:pt x="4569" y="1461"/>
                  </a:lnTo>
                  <a:lnTo>
                    <a:pt x="4463" y="1251"/>
                  </a:lnTo>
                  <a:lnTo>
                    <a:pt x="4345" y="1053"/>
                  </a:lnTo>
                  <a:lnTo>
                    <a:pt x="4213" y="869"/>
                  </a:lnTo>
                  <a:lnTo>
                    <a:pt x="4055" y="698"/>
                  </a:lnTo>
                  <a:lnTo>
                    <a:pt x="3884" y="553"/>
                  </a:lnTo>
                  <a:lnTo>
                    <a:pt x="3700" y="408"/>
                  </a:lnTo>
                  <a:lnTo>
                    <a:pt x="3502" y="290"/>
                  </a:lnTo>
                  <a:lnTo>
                    <a:pt x="3292" y="185"/>
                  </a:lnTo>
                  <a:lnTo>
                    <a:pt x="3081" y="106"/>
                  </a:lnTo>
                  <a:lnTo>
                    <a:pt x="2857" y="53"/>
                  </a:lnTo>
                  <a:lnTo>
                    <a:pt x="2620" y="13"/>
                  </a:lnTo>
                  <a:lnTo>
                    <a:pt x="237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4"/>
            <p:cNvSpPr/>
            <p:nvPr/>
          </p:nvSpPr>
          <p:spPr>
            <a:xfrm>
              <a:off x="1128575" y="3519125"/>
              <a:ext cx="933000" cy="118825"/>
            </a:xfrm>
            <a:custGeom>
              <a:avLst/>
              <a:gdLst/>
              <a:ahLst/>
              <a:cxnLst/>
              <a:rect l="l" t="t" r="r" b="b"/>
              <a:pathLst>
                <a:path w="37320" h="4753" extrusionOk="0">
                  <a:moveTo>
                    <a:pt x="2502" y="1185"/>
                  </a:moveTo>
                  <a:lnTo>
                    <a:pt x="2620" y="1198"/>
                  </a:lnTo>
                  <a:lnTo>
                    <a:pt x="2739" y="1238"/>
                  </a:lnTo>
                  <a:lnTo>
                    <a:pt x="2844" y="1277"/>
                  </a:lnTo>
                  <a:lnTo>
                    <a:pt x="2950" y="1330"/>
                  </a:lnTo>
                  <a:lnTo>
                    <a:pt x="3055" y="1382"/>
                  </a:lnTo>
                  <a:lnTo>
                    <a:pt x="3147" y="1448"/>
                  </a:lnTo>
                  <a:lnTo>
                    <a:pt x="3226" y="1527"/>
                  </a:lnTo>
                  <a:lnTo>
                    <a:pt x="3305" y="1619"/>
                  </a:lnTo>
                  <a:lnTo>
                    <a:pt x="3371" y="1712"/>
                  </a:lnTo>
                  <a:lnTo>
                    <a:pt x="3437" y="1804"/>
                  </a:lnTo>
                  <a:lnTo>
                    <a:pt x="3489" y="1909"/>
                  </a:lnTo>
                  <a:lnTo>
                    <a:pt x="3529" y="2014"/>
                  </a:lnTo>
                  <a:lnTo>
                    <a:pt x="3555" y="2133"/>
                  </a:lnTo>
                  <a:lnTo>
                    <a:pt x="3581" y="2251"/>
                  </a:lnTo>
                  <a:lnTo>
                    <a:pt x="3581" y="2370"/>
                  </a:lnTo>
                  <a:lnTo>
                    <a:pt x="3581" y="2501"/>
                  </a:lnTo>
                  <a:lnTo>
                    <a:pt x="3555" y="2620"/>
                  </a:lnTo>
                  <a:lnTo>
                    <a:pt x="3529" y="2725"/>
                  </a:lnTo>
                  <a:lnTo>
                    <a:pt x="3489" y="2844"/>
                  </a:lnTo>
                  <a:lnTo>
                    <a:pt x="3437" y="2949"/>
                  </a:lnTo>
                  <a:lnTo>
                    <a:pt x="3371" y="3041"/>
                  </a:lnTo>
                  <a:lnTo>
                    <a:pt x="3305" y="3133"/>
                  </a:lnTo>
                  <a:lnTo>
                    <a:pt x="3226" y="3225"/>
                  </a:lnTo>
                  <a:lnTo>
                    <a:pt x="3147" y="3304"/>
                  </a:lnTo>
                  <a:lnTo>
                    <a:pt x="3055" y="3370"/>
                  </a:lnTo>
                  <a:lnTo>
                    <a:pt x="2950" y="3423"/>
                  </a:lnTo>
                  <a:lnTo>
                    <a:pt x="2844" y="3475"/>
                  </a:lnTo>
                  <a:lnTo>
                    <a:pt x="2739" y="3515"/>
                  </a:lnTo>
                  <a:lnTo>
                    <a:pt x="2620" y="3554"/>
                  </a:lnTo>
                  <a:lnTo>
                    <a:pt x="2502" y="3568"/>
                  </a:lnTo>
                  <a:lnTo>
                    <a:pt x="2265" y="3568"/>
                  </a:lnTo>
                  <a:lnTo>
                    <a:pt x="2147" y="3554"/>
                  </a:lnTo>
                  <a:lnTo>
                    <a:pt x="2028" y="3515"/>
                  </a:lnTo>
                  <a:lnTo>
                    <a:pt x="1923" y="3475"/>
                  </a:lnTo>
                  <a:lnTo>
                    <a:pt x="1818" y="3423"/>
                  </a:lnTo>
                  <a:lnTo>
                    <a:pt x="1712" y="3370"/>
                  </a:lnTo>
                  <a:lnTo>
                    <a:pt x="1620" y="3304"/>
                  </a:lnTo>
                  <a:lnTo>
                    <a:pt x="1541" y="3225"/>
                  </a:lnTo>
                  <a:lnTo>
                    <a:pt x="1462" y="3133"/>
                  </a:lnTo>
                  <a:lnTo>
                    <a:pt x="1396" y="3041"/>
                  </a:lnTo>
                  <a:lnTo>
                    <a:pt x="1330" y="2949"/>
                  </a:lnTo>
                  <a:lnTo>
                    <a:pt x="1278" y="2844"/>
                  </a:lnTo>
                  <a:lnTo>
                    <a:pt x="1238" y="2725"/>
                  </a:lnTo>
                  <a:lnTo>
                    <a:pt x="1212" y="2620"/>
                  </a:lnTo>
                  <a:lnTo>
                    <a:pt x="1199" y="2501"/>
                  </a:lnTo>
                  <a:lnTo>
                    <a:pt x="1186" y="2370"/>
                  </a:lnTo>
                  <a:lnTo>
                    <a:pt x="1199" y="2251"/>
                  </a:lnTo>
                  <a:lnTo>
                    <a:pt x="1212" y="2133"/>
                  </a:lnTo>
                  <a:lnTo>
                    <a:pt x="1238" y="2014"/>
                  </a:lnTo>
                  <a:lnTo>
                    <a:pt x="1278" y="1909"/>
                  </a:lnTo>
                  <a:lnTo>
                    <a:pt x="1330" y="1804"/>
                  </a:lnTo>
                  <a:lnTo>
                    <a:pt x="1396" y="1712"/>
                  </a:lnTo>
                  <a:lnTo>
                    <a:pt x="1462" y="1619"/>
                  </a:lnTo>
                  <a:lnTo>
                    <a:pt x="1541" y="1527"/>
                  </a:lnTo>
                  <a:lnTo>
                    <a:pt x="1620" y="1448"/>
                  </a:lnTo>
                  <a:lnTo>
                    <a:pt x="1712" y="1382"/>
                  </a:lnTo>
                  <a:lnTo>
                    <a:pt x="1818" y="1330"/>
                  </a:lnTo>
                  <a:lnTo>
                    <a:pt x="1923" y="1277"/>
                  </a:lnTo>
                  <a:lnTo>
                    <a:pt x="2028" y="1238"/>
                  </a:lnTo>
                  <a:lnTo>
                    <a:pt x="2147" y="1198"/>
                  </a:lnTo>
                  <a:lnTo>
                    <a:pt x="2265" y="1185"/>
                  </a:lnTo>
                  <a:close/>
                  <a:moveTo>
                    <a:pt x="2384" y="0"/>
                  </a:moveTo>
                  <a:lnTo>
                    <a:pt x="2147" y="13"/>
                  </a:lnTo>
                  <a:lnTo>
                    <a:pt x="1910" y="40"/>
                  </a:lnTo>
                  <a:lnTo>
                    <a:pt x="1673" y="106"/>
                  </a:lnTo>
                  <a:lnTo>
                    <a:pt x="1462" y="185"/>
                  </a:lnTo>
                  <a:lnTo>
                    <a:pt x="1251" y="290"/>
                  </a:lnTo>
                  <a:lnTo>
                    <a:pt x="1054" y="408"/>
                  </a:lnTo>
                  <a:lnTo>
                    <a:pt x="870" y="540"/>
                  </a:lnTo>
                  <a:lnTo>
                    <a:pt x="699" y="698"/>
                  </a:lnTo>
                  <a:lnTo>
                    <a:pt x="554" y="869"/>
                  </a:lnTo>
                  <a:lnTo>
                    <a:pt x="409" y="1053"/>
                  </a:lnTo>
                  <a:lnTo>
                    <a:pt x="291" y="1238"/>
                  </a:lnTo>
                  <a:lnTo>
                    <a:pt x="198" y="1448"/>
                  </a:lnTo>
                  <a:lnTo>
                    <a:pt x="106" y="1672"/>
                  </a:lnTo>
                  <a:lnTo>
                    <a:pt x="54" y="1896"/>
                  </a:lnTo>
                  <a:lnTo>
                    <a:pt x="14" y="2133"/>
                  </a:lnTo>
                  <a:lnTo>
                    <a:pt x="1" y="2370"/>
                  </a:lnTo>
                  <a:lnTo>
                    <a:pt x="14" y="2620"/>
                  </a:lnTo>
                  <a:lnTo>
                    <a:pt x="54" y="2857"/>
                  </a:lnTo>
                  <a:lnTo>
                    <a:pt x="106" y="3081"/>
                  </a:lnTo>
                  <a:lnTo>
                    <a:pt x="198" y="3304"/>
                  </a:lnTo>
                  <a:lnTo>
                    <a:pt x="291" y="3515"/>
                  </a:lnTo>
                  <a:lnTo>
                    <a:pt x="409" y="3699"/>
                  </a:lnTo>
                  <a:lnTo>
                    <a:pt x="554" y="3883"/>
                  </a:lnTo>
                  <a:lnTo>
                    <a:pt x="699" y="4055"/>
                  </a:lnTo>
                  <a:lnTo>
                    <a:pt x="870" y="4213"/>
                  </a:lnTo>
                  <a:lnTo>
                    <a:pt x="1054" y="4344"/>
                  </a:lnTo>
                  <a:lnTo>
                    <a:pt x="1251" y="4463"/>
                  </a:lnTo>
                  <a:lnTo>
                    <a:pt x="1462" y="4568"/>
                  </a:lnTo>
                  <a:lnTo>
                    <a:pt x="1673" y="4647"/>
                  </a:lnTo>
                  <a:lnTo>
                    <a:pt x="1910" y="4700"/>
                  </a:lnTo>
                  <a:lnTo>
                    <a:pt x="2147" y="4739"/>
                  </a:lnTo>
                  <a:lnTo>
                    <a:pt x="2384" y="4752"/>
                  </a:lnTo>
                  <a:lnTo>
                    <a:pt x="2594" y="4752"/>
                  </a:lnTo>
                  <a:lnTo>
                    <a:pt x="2792" y="4726"/>
                  </a:lnTo>
                  <a:lnTo>
                    <a:pt x="2989" y="4673"/>
                  </a:lnTo>
                  <a:lnTo>
                    <a:pt x="3173" y="4621"/>
                  </a:lnTo>
                  <a:lnTo>
                    <a:pt x="3358" y="4542"/>
                  </a:lnTo>
                  <a:lnTo>
                    <a:pt x="3529" y="4463"/>
                  </a:lnTo>
                  <a:lnTo>
                    <a:pt x="3700" y="4357"/>
                  </a:lnTo>
                  <a:lnTo>
                    <a:pt x="3858" y="4252"/>
                  </a:lnTo>
                  <a:lnTo>
                    <a:pt x="4003" y="4120"/>
                  </a:lnTo>
                  <a:lnTo>
                    <a:pt x="4134" y="3989"/>
                  </a:lnTo>
                  <a:lnTo>
                    <a:pt x="4266" y="3831"/>
                  </a:lnTo>
                  <a:lnTo>
                    <a:pt x="4371" y="3673"/>
                  </a:lnTo>
                  <a:lnTo>
                    <a:pt x="4477" y="3515"/>
                  </a:lnTo>
                  <a:lnTo>
                    <a:pt x="4556" y="3344"/>
                  </a:lnTo>
                  <a:lnTo>
                    <a:pt x="4634" y="3159"/>
                  </a:lnTo>
                  <a:lnTo>
                    <a:pt x="4687" y="2962"/>
                  </a:lnTo>
                  <a:lnTo>
                    <a:pt x="37319" y="2962"/>
                  </a:lnTo>
                  <a:lnTo>
                    <a:pt x="37319" y="1790"/>
                  </a:lnTo>
                  <a:lnTo>
                    <a:pt x="4687" y="1790"/>
                  </a:lnTo>
                  <a:lnTo>
                    <a:pt x="4634" y="1593"/>
                  </a:lnTo>
                  <a:lnTo>
                    <a:pt x="4556" y="1409"/>
                  </a:lnTo>
                  <a:lnTo>
                    <a:pt x="4477" y="1238"/>
                  </a:lnTo>
                  <a:lnTo>
                    <a:pt x="4371" y="1067"/>
                  </a:lnTo>
                  <a:lnTo>
                    <a:pt x="4266" y="922"/>
                  </a:lnTo>
                  <a:lnTo>
                    <a:pt x="4134" y="764"/>
                  </a:lnTo>
                  <a:lnTo>
                    <a:pt x="4003" y="632"/>
                  </a:lnTo>
                  <a:lnTo>
                    <a:pt x="3858" y="500"/>
                  </a:lnTo>
                  <a:lnTo>
                    <a:pt x="3700" y="395"/>
                  </a:lnTo>
                  <a:lnTo>
                    <a:pt x="3529" y="290"/>
                  </a:lnTo>
                  <a:lnTo>
                    <a:pt x="3358" y="211"/>
                  </a:lnTo>
                  <a:lnTo>
                    <a:pt x="3173" y="132"/>
                  </a:lnTo>
                  <a:lnTo>
                    <a:pt x="2989" y="79"/>
                  </a:lnTo>
                  <a:lnTo>
                    <a:pt x="2792" y="27"/>
                  </a:lnTo>
                  <a:lnTo>
                    <a:pt x="2594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4"/>
            <p:cNvSpPr/>
            <p:nvPr/>
          </p:nvSpPr>
          <p:spPr>
            <a:xfrm>
              <a:off x="1294775" y="3652725"/>
              <a:ext cx="766800" cy="118825"/>
            </a:xfrm>
            <a:custGeom>
              <a:avLst/>
              <a:gdLst/>
              <a:ahLst/>
              <a:cxnLst/>
              <a:rect l="l" t="t" r="r" b="b"/>
              <a:pathLst>
                <a:path w="30672" h="4753" extrusionOk="0">
                  <a:moveTo>
                    <a:pt x="2383" y="1172"/>
                  </a:moveTo>
                  <a:lnTo>
                    <a:pt x="2502" y="1185"/>
                  </a:lnTo>
                  <a:lnTo>
                    <a:pt x="2620" y="1199"/>
                  </a:lnTo>
                  <a:lnTo>
                    <a:pt x="2739" y="1238"/>
                  </a:lnTo>
                  <a:lnTo>
                    <a:pt x="2844" y="1278"/>
                  </a:lnTo>
                  <a:lnTo>
                    <a:pt x="2949" y="1317"/>
                  </a:lnTo>
                  <a:lnTo>
                    <a:pt x="3054" y="1383"/>
                  </a:lnTo>
                  <a:lnTo>
                    <a:pt x="3147" y="1449"/>
                  </a:lnTo>
                  <a:lnTo>
                    <a:pt x="3226" y="1528"/>
                  </a:lnTo>
                  <a:lnTo>
                    <a:pt x="3305" y="1620"/>
                  </a:lnTo>
                  <a:lnTo>
                    <a:pt x="3370" y="1712"/>
                  </a:lnTo>
                  <a:lnTo>
                    <a:pt x="3436" y="1804"/>
                  </a:lnTo>
                  <a:lnTo>
                    <a:pt x="3489" y="1909"/>
                  </a:lnTo>
                  <a:lnTo>
                    <a:pt x="3528" y="2015"/>
                  </a:lnTo>
                  <a:lnTo>
                    <a:pt x="3555" y="2133"/>
                  </a:lnTo>
                  <a:lnTo>
                    <a:pt x="3581" y="2252"/>
                  </a:lnTo>
                  <a:lnTo>
                    <a:pt x="3581" y="2370"/>
                  </a:lnTo>
                  <a:lnTo>
                    <a:pt x="3581" y="2502"/>
                  </a:lnTo>
                  <a:lnTo>
                    <a:pt x="3555" y="2620"/>
                  </a:lnTo>
                  <a:lnTo>
                    <a:pt x="3528" y="2725"/>
                  </a:lnTo>
                  <a:lnTo>
                    <a:pt x="3489" y="2844"/>
                  </a:lnTo>
                  <a:lnTo>
                    <a:pt x="3436" y="2949"/>
                  </a:lnTo>
                  <a:lnTo>
                    <a:pt x="3370" y="3041"/>
                  </a:lnTo>
                  <a:lnTo>
                    <a:pt x="3305" y="3134"/>
                  </a:lnTo>
                  <a:lnTo>
                    <a:pt x="3226" y="3226"/>
                  </a:lnTo>
                  <a:lnTo>
                    <a:pt x="3147" y="3305"/>
                  </a:lnTo>
                  <a:lnTo>
                    <a:pt x="3054" y="3371"/>
                  </a:lnTo>
                  <a:lnTo>
                    <a:pt x="2949" y="3423"/>
                  </a:lnTo>
                  <a:lnTo>
                    <a:pt x="2844" y="3476"/>
                  </a:lnTo>
                  <a:lnTo>
                    <a:pt x="2739" y="3515"/>
                  </a:lnTo>
                  <a:lnTo>
                    <a:pt x="2620" y="3542"/>
                  </a:lnTo>
                  <a:lnTo>
                    <a:pt x="2502" y="3568"/>
                  </a:lnTo>
                  <a:lnTo>
                    <a:pt x="2265" y="3568"/>
                  </a:lnTo>
                  <a:lnTo>
                    <a:pt x="2146" y="3542"/>
                  </a:lnTo>
                  <a:lnTo>
                    <a:pt x="2028" y="3515"/>
                  </a:lnTo>
                  <a:lnTo>
                    <a:pt x="1922" y="3476"/>
                  </a:lnTo>
                  <a:lnTo>
                    <a:pt x="1817" y="3423"/>
                  </a:lnTo>
                  <a:lnTo>
                    <a:pt x="1712" y="3371"/>
                  </a:lnTo>
                  <a:lnTo>
                    <a:pt x="1620" y="3305"/>
                  </a:lnTo>
                  <a:lnTo>
                    <a:pt x="1541" y="3226"/>
                  </a:lnTo>
                  <a:lnTo>
                    <a:pt x="1462" y="3134"/>
                  </a:lnTo>
                  <a:lnTo>
                    <a:pt x="1396" y="3041"/>
                  </a:lnTo>
                  <a:lnTo>
                    <a:pt x="1330" y="2949"/>
                  </a:lnTo>
                  <a:lnTo>
                    <a:pt x="1277" y="2844"/>
                  </a:lnTo>
                  <a:lnTo>
                    <a:pt x="1238" y="2725"/>
                  </a:lnTo>
                  <a:lnTo>
                    <a:pt x="1212" y="2620"/>
                  </a:lnTo>
                  <a:lnTo>
                    <a:pt x="1198" y="2502"/>
                  </a:lnTo>
                  <a:lnTo>
                    <a:pt x="1185" y="2370"/>
                  </a:lnTo>
                  <a:lnTo>
                    <a:pt x="1198" y="2252"/>
                  </a:lnTo>
                  <a:lnTo>
                    <a:pt x="1212" y="2133"/>
                  </a:lnTo>
                  <a:lnTo>
                    <a:pt x="1238" y="2015"/>
                  </a:lnTo>
                  <a:lnTo>
                    <a:pt x="1277" y="1909"/>
                  </a:lnTo>
                  <a:lnTo>
                    <a:pt x="1330" y="1804"/>
                  </a:lnTo>
                  <a:lnTo>
                    <a:pt x="1396" y="1712"/>
                  </a:lnTo>
                  <a:lnTo>
                    <a:pt x="1462" y="1620"/>
                  </a:lnTo>
                  <a:lnTo>
                    <a:pt x="1541" y="1528"/>
                  </a:lnTo>
                  <a:lnTo>
                    <a:pt x="1620" y="1449"/>
                  </a:lnTo>
                  <a:lnTo>
                    <a:pt x="1712" y="1383"/>
                  </a:lnTo>
                  <a:lnTo>
                    <a:pt x="1817" y="1317"/>
                  </a:lnTo>
                  <a:lnTo>
                    <a:pt x="1922" y="1278"/>
                  </a:lnTo>
                  <a:lnTo>
                    <a:pt x="2028" y="1238"/>
                  </a:lnTo>
                  <a:lnTo>
                    <a:pt x="2146" y="1199"/>
                  </a:lnTo>
                  <a:lnTo>
                    <a:pt x="2265" y="1185"/>
                  </a:lnTo>
                  <a:lnTo>
                    <a:pt x="2383" y="1172"/>
                  </a:lnTo>
                  <a:close/>
                  <a:moveTo>
                    <a:pt x="2383" y="1"/>
                  </a:moveTo>
                  <a:lnTo>
                    <a:pt x="2146" y="14"/>
                  </a:lnTo>
                  <a:lnTo>
                    <a:pt x="1909" y="40"/>
                  </a:lnTo>
                  <a:lnTo>
                    <a:pt x="1672" y="106"/>
                  </a:lnTo>
                  <a:lnTo>
                    <a:pt x="1462" y="185"/>
                  </a:lnTo>
                  <a:lnTo>
                    <a:pt x="1251" y="290"/>
                  </a:lnTo>
                  <a:lnTo>
                    <a:pt x="1054" y="409"/>
                  </a:lnTo>
                  <a:lnTo>
                    <a:pt x="869" y="540"/>
                  </a:lnTo>
                  <a:lnTo>
                    <a:pt x="698" y="698"/>
                  </a:lnTo>
                  <a:lnTo>
                    <a:pt x="553" y="869"/>
                  </a:lnTo>
                  <a:lnTo>
                    <a:pt x="409" y="1041"/>
                  </a:lnTo>
                  <a:lnTo>
                    <a:pt x="290" y="1238"/>
                  </a:lnTo>
                  <a:lnTo>
                    <a:pt x="198" y="1449"/>
                  </a:lnTo>
                  <a:lnTo>
                    <a:pt x="119" y="1672"/>
                  </a:lnTo>
                  <a:lnTo>
                    <a:pt x="53" y="1896"/>
                  </a:lnTo>
                  <a:lnTo>
                    <a:pt x="14" y="2133"/>
                  </a:lnTo>
                  <a:lnTo>
                    <a:pt x="1" y="2370"/>
                  </a:lnTo>
                  <a:lnTo>
                    <a:pt x="14" y="2620"/>
                  </a:lnTo>
                  <a:lnTo>
                    <a:pt x="53" y="2857"/>
                  </a:lnTo>
                  <a:lnTo>
                    <a:pt x="119" y="3081"/>
                  </a:lnTo>
                  <a:lnTo>
                    <a:pt x="198" y="3305"/>
                  </a:lnTo>
                  <a:lnTo>
                    <a:pt x="290" y="3502"/>
                  </a:lnTo>
                  <a:lnTo>
                    <a:pt x="409" y="3700"/>
                  </a:lnTo>
                  <a:lnTo>
                    <a:pt x="553" y="3884"/>
                  </a:lnTo>
                  <a:lnTo>
                    <a:pt x="698" y="4055"/>
                  </a:lnTo>
                  <a:lnTo>
                    <a:pt x="869" y="4213"/>
                  </a:lnTo>
                  <a:lnTo>
                    <a:pt x="1054" y="4345"/>
                  </a:lnTo>
                  <a:lnTo>
                    <a:pt x="1251" y="4463"/>
                  </a:lnTo>
                  <a:lnTo>
                    <a:pt x="1462" y="4568"/>
                  </a:lnTo>
                  <a:lnTo>
                    <a:pt x="1672" y="4647"/>
                  </a:lnTo>
                  <a:lnTo>
                    <a:pt x="1909" y="4700"/>
                  </a:lnTo>
                  <a:lnTo>
                    <a:pt x="2146" y="4740"/>
                  </a:lnTo>
                  <a:lnTo>
                    <a:pt x="2383" y="4753"/>
                  </a:lnTo>
                  <a:lnTo>
                    <a:pt x="2594" y="4740"/>
                  </a:lnTo>
                  <a:lnTo>
                    <a:pt x="2791" y="4713"/>
                  </a:lnTo>
                  <a:lnTo>
                    <a:pt x="2989" y="4674"/>
                  </a:lnTo>
                  <a:lnTo>
                    <a:pt x="3173" y="4621"/>
                  </a:lnTo>
                  <a:lnTo>
                    <a:pt x="3357" y="4542"/>
                  </a:lnTo>
                  <a:lnTo>
                    <a:pt x="3528" y="4463"/>
                  </a:lnTo>
                  <a:lnTo>
                    <a:pt x="3699" y="4358"/>
                  </a:lnTo>
                  <a:lnTo>
                    <a:pt x="3857" y="4239"/>
                  </a:lnTo>
                  <a:lnTo>
                    <a:pt x="4002" y="4121"/>
                  </a:lnTo>
                  <a:lnTo>
                    <a:pt x="4134" y="3989"/>
                  </a:lnTo>
                  <a:lnTo>
                    <a:pt x="4265" y="3831"/>
                  </a:lnTo>
                  <a:lnTo>
                    <a:pt x="4371" y="3673"/>
                  </a:lnTo>
                  <a:lnTo>
                    <a:pt x="4476" y="3515"/>
                  </a:lnTo>
                  <a:lnTo>
                    <a:pt x="4555" y="3331"/>
                  </a:lnTo>
                  <a:lnTo>
                    <a:pt x="4634" y="3160"/>
                  </a:lnTo>
                  <a:lnTo>
                    <a:pt x="4687" y="2962"/>
                  </a:lnTo>
                  <a:lnTo>
                    <a:pt x="30671" y="2962"/>
                  </a:lnTo>
                  <a:lnTo>
                    <a:pt x="30671" y="1791"/>
                  </a:lnTo>
                  <a:lnTo>
                    <a:pt x="4687" y="1791"/>
                  </a:lnTo>
                  <a:lnTo>
                    <a:pt x="4634" y="1593"/>
                  </a:lnTo>
                  <a:lnTo>
                    <a:pt x="4555" y="1409"/>
                  </a:lnTo>
                  <a:lnTo>
                    <a:pt x="4476" y="1238"/>
                  </a:lnTo>
                  <a:lnTo>
                    <a:pt x="4371" y="1067"/>
                  </a:lnTo>
                  <a:lnTo>
                    <a:pt x="4265" y="909"/>
                  </a:lnTo>
                  <a:lnTo>
                    <a:pt x="4134" y="764"/>
                  </a:lnTo>
                  <a:lnTo>
                    <a:pt x="4002" y="632"/>
                  </a:lnTo>
                  <a:lnTo>
                    <a:pt x="3857" y="501"/>
                  </a:lnTo>
                  <a:lnTo>
                    <a:pt x="3699" y="396"/>
                  </a:lnTo>
                  <a:lnTo>
                    <a:pt x="3528" y="290"/>
                  </a:lnTo>
                  <a:lnTo>
                    <a:pt x="3357" y="198"/>
                  </a:lnTo>
                  <a:lnTo>
                    <a:pt x="3173" y="132"/>
                  </a:lnTo>
                  <a:lnTo>
                    <a:pt x="2989" y="80"/>
                  </a:lnTo>
                  <a:lnTo>
                    <a:pt x="2791" y="27"/>
                  </a:lnTo>
                  <a:lnTo>
                    <a:pt x="2594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4"/>
            <p:cNvSpPr/>
            <p:nvPr/>
          </p:nvSpPr>
          <p:spPr>
            <a:xfrm>
              <a:off x="2461400" y="3703400"/>
              <a:ext cx="119150" cy="1067925"/>
            </a:xfrm>
            <a:custGeom>
              <a:avLst/>
              <a:gdLst/>
              <a:ahLst/>
              <a:cxnLst/>
              <a:rect l="l" t="t" r="r" b="b"/>
              <a:pathLst>
                <a:path w="4766" h="42717" extrusionOk="0">
                  <a:moveTo>
                    <a:pt x="2383" y="39136"/>
                  </a:moveTo>
                  <a:lnTo>
                    <a:pt x="2501" y="39149"/>
                  </a:lnTo>
                  <a:lnTo>
                    <a:pt x="2620" y="39162"/>
                  </a:lnTo>
                  <a:lnTo>
                    <a:pt x="2738" y="39189"/>
                  </a:lnTo>
                  <a:lnTo>
                    <a:pt x="2843" y="39228"/>
                  </a:lnTo>
                  <a:lnTo>
                    <a:pt x="2949" y="39281"/>
                  </a:lnTo>
                  <a:lnTo>
                    <a:pt x="3054" y="39347"/>
                  </a:lnTo>
                  <a:lnTo>
                    <a:pt x="3146" y="39412"/>
                  </a:lnTo>
                  <a:lnTo>
                    <a:pt x="3225" y="39491"/>
                  </a:lnTo>
                  <a:lnTo>
                    <a:pt x="3304" y="39570"/>
                  </a:lnTo>
                  <a:lnTo>
                    <a:pt x="3370" y="39662"/>
                  </a:lnTo>
                  <a:lnTo>
                    <a:pt x="3436" y="39768"/>
                  </a:lnTo>
                  <a:lnTo>
                    <a:pt x="3488" y="39873"/>
                  </a:lnTo>
                  <a:lnTo>
                    <a:pt x="3528" y="39978"/>
                  </a:lnTo>
                  <a:lnTo>
                    <a:pt x="3554" y="40097"/>
                  </a:lnTo>
                  <a:lnTo>
                    <a:pt x="3567" y="40215"/>
                  </a:lnTo>
                  <a:lnTo>
                    <a:pt x="3581" y="40334"/>
                  </a:lnTo>
                  <a:lnTo>
                    <a:pt x="3567" y="40452"/>
                  </a:lnTo>
                  <a:lnTo>
                    <a:pt x="3554" y="40571"/>
                  </a:lnTo>
                  <a:lnTo>
                    <a:pt x="3528" y="40689"/>
                  </a:lnTo>
                  <a:lnTo>
                    <a:pt x="3488" y="40795"/>
                  </a:lnTo>
                  <a:lnTo>
                    <a:pt x="3436" y="40900"/>
                  </a:lnTo>
                  <a:lnTo>
                    <a:pt x="3370" y="41005"/>
                  </a:lnTo>
                  <a:lnTo>
                    <a:pt x="3304" y="41097"/>
                  </a:lnTo>
                  <a:lnTo>
                    <a:pt x="3225" y="41176"/>
                  </a:lnTo>
                  <a:lnTo>
                    <a:pt x="3146" y="41255"/>
                  </a:lnTo>
                  <a:lnTo>
                    <a:pt x="3054" y="41321"/>
                  </a:lnTo>
                  <a:lnTo>
                    <a:pt x="2949" y="41387"/>
                  </a:lnTo>
                  <a:lnTo>
                    <a:pt x="2843" y="41440"/>
                  </a:lnTo>
                  <a:lnTo>
                    <a:pt x="2738" y="41479"/>
                  </a:lnTo>
                  <a:lnTo>
                    <a:pt x="2620" y="41505"/>
                  </a:lnTo>
                  <a:lnTo>
                    <a:pt x="2501" y="41519"/>
                  </a:lnTo>
                  <a:lnTo>
                    <a:pt x="2383" y="41532"/>
                  </a:lnTo>
                  <a:lnTo>
                    <a:pt x="2264" y="41519"/>
                  </a:lnTo>
                  <a:lnTo>
                    <a:pt x="2146" y="41505"/>
                  </a:lnTo>
                  <a:lnTo>
                    <a:pt x="2027" y="41479"/>
                  </a:lnTo>
                  <a:lnTo>
                    <a:pt x="1922" y="41440"/>
                  </a:lnTo>
                  <a:lnTo>
                    <a:pt x="1817" y="41387"/>
                  </a:lnTo>
                  <a:lnTo>
                    <a:pt x="1711" y="41321"/>
                  </a:lnTo>
                  <a:lnTo>
                    <a:pt x="1619" y="41255"/>
                  </a:lnTo>
                  <a:lnTo>
                    <a:pt x="1540" y="41176"/>
                  </a:lnTo>
                  <a:lnTo>
                    <a:pt x="1461" y="41097"/>
                  </a:lnTo>
                  <a:lnTo>
                    <a:pt x="1395" y="41005"/>
                  </a:lnTo>
                  <a:lnTo>
                    <a:pt x="1330" y="40900"/>
                  </a:lnTo>
                  <a:lnTo>
                    <a:pt x="1277" y="40795"/>
                  </a:lnTo>
                  <a:lnTo>
                    <a:pt x="1237" y="40689"/>
                  </a:lnTo>
                  <a:lnTo>
                    <a:pt x="1211" y="40571"/>
                  </a:lnTo>
                  <a:lnTo>
                    <a:pt x="1185" y="40452"/>
                  </a:lnTo>
                  <a:lnTo>
                    <a:pt x="1185" y="40334"/>
                  </a:lnTo>
                  <a:lnTo>
                    <a:pt x="1185" y="40215"/>
                  </a:lnTo>
                  <a:lnTo>
                    <a:pt x="1211" y="40097"/>
                  </a:lnTo>
                  <a:lnTo>
                    <a:pt x="1237" y="39978"/>
                  </a:lnTo>
                  <a:lnTo>
                    <a:pt x="1277" y="39873"/>
                  </a:lnTo>
                  <a:lnTo>
                    <a:pt x="1330" y="39768"/>
                  </a:lnTo>
                  <a:lnTo>
                    <a:pt x="1395" y="39662"/>
                  </a:lnTo>
                  <a:lnTo>
                    <a:pt x="1461" y="39570"/>
                  </a:lnTo>
                  <a:lnTo>
                    <a:pt x="1540" y="39491"/>
                  </a:lnTo>
                  <a:lnTo>
                    <a:pt x="1619" y="39412"/>
                  </a:lnTo>
                  <a:lnTo>
                    <a:pt x="1711" y="39347"/>
                  </a:lnTo>
                  <a:lnTo>
                    <a:pt x="1817" y="39281"/>
                  </a:lnTo>
                  <a:lnTo>
                    <a:pt x="1922" y="39228"/>
                  </a:lnTo>
                  <a:lnTo>
                    <a:pt x="2027" y="39189"/>
                  </a:lnTo>
                  <a:lnTo>
                    <a:pt x="2146" y="39162"/>
                  </a:lnTo>
                  <a:lnTo>
                    <a:pt x="2264" y="39149"/>
                  </a:lnTo>
                  <a:lnTo>
                    <a:pt x="2383" y="39136"/>
                  </a:lnTo>
                  <a:close/>
                  <a:moveTo>
                    <a:pt x="1790" y="1"/>
                  </a:moveTo>
                  <a:lnTo>
                    <a:pt x="1790" y="38030"/>
                  </a:lnTo>
                  <a:lnTo>
                    <a:pt x="1606" y="38083"/>
                  </a:lnTo>
                  <a:lnTo>
                    <a:pt x="1422" y="38162"/>
                  </a:lnTo>
                  <a:lnTo>
                    <a:pt x="1251" y="38241"/>
                  </a:lnTo>
                  <a:lnTo>
                    <a:pt x="1079" y="38346"/>
                  </a:lnTo>
                  <a:lnTo>
                    <a:pt x="921" y="38451"/>
                  </a:lnTo>
                  <a:lnTo>
                    <a:pt x="777" y="38583"/>
                  </a:lnTo>
                  <a:lnTo>
                    <a:pt x="632" y="38715"/>
                  </a:lnTo>
                  <a:lnTo>
                    <a:pt x="513" y="38860"/>
                  </a:lnTo>
                  <a:lnTo>
                    <a:pt x="395" y="39017"/>
                  </a:lnTo>
                  <a:lnTo>
                    <a:pt x="303" y="39189"/>
                  </a:lnTo>
                  <a:lnTo>
                    <a:pt x="211" y="39360"/>
                  </a:lnTo>
                  <a:lnTo>
                    <a:pt x="145" y="39544"/>
                  </a:lnTo>
                  <a:lnTo>
                    <a:pt x="79" y="39728"/>
                  </a:lnTo>
                  <a:lnTo>
                    <a:pt x="40" y="39926"/>
                  </a:lnTo>
                  <a:lnTo>
                    <a:pt x="13" y="40123"/>
                  </a:lnTo>
                  <a:lnTo>
                    <a:pt x="0" y="40334"/>
                  </a:lnTo>
                  <a:lnTo>
                    <a:pt x="13" y="40571"/>
                  </a:lnTo>
                  <a:lnTo>
                    <a:pt x="53" y="40808"/>
                  </a:lnTo>
                  <a:lnTo>
                    <a:pt x="105" y="41045"/>
                  </a:lnTo>
                  <a:lnTo>
                    <a:pt x="198" y="41255"/>
                  </a:lnTo>
                  <a:lnTo>
                    <a:pt x="290" y="41466"/>
                  </a:lnTo>
                  <a:lnTo>
                    <a:pt x="408" y="41663"/>
                  </a:lnTo>
                  <a:lnTo>
                    <a:pt x="553" y="41848"/>
                  </a:lnTo>
                  <a:lnTo>
                    <a:pt x="698" y="42019"/>
                  </a:lnTo>
                  <a:lnTo>
                    <a:pt x="869" y="42164"/>
                  </a:lnTo>
                  <a:lnTo>
                    <a:pt x="1053" y="42308"/>
                  </a:lnTo>
                  <a:lnTo>
                    <a:pt x="1251" y="42427"/>
                  </a:lnTo>
                  <a:lnTo>
                    <a:pt x="1461" y="42519"/>
                  </a:lnTo>
                  <a:lnTo>
                    <a:pt x="1672" y="42611"/>
                  </a:lnTo>
                  <a:lnTo>
                    <a:pt x="1909" y="42664"/>
                  </a:lnTo>
                  <a:lnTo>
                    <a:pt x="2146" y="42703"/>
                  </a:lnTo>
                  <a:lnTo>
                    <a:pt x="2383" y="42716"/>
                  </a:lnTo>
                  <a:lnTo>
                    <a:pt x="2620" y="42703"/>
                  </a:lnTo>
                  <a:lnTo>
                    <a:pt x="2857" y="42664"/>
                  </a:lnTo>
                  <a:lnTo>
                    <a:pt x="3093" y="42611"/>
                  </a:lnTo>
                  <a:lnTo>
                    <a:pt x="3304" y="42519"/>
                  </a:lnTo>
                  <a:lnTo>
                    <a:pt x="3515" y="42427"/>
                  </a:lnTo>
                  <a:lnTo>
                    <a:pt x="3712" y="42308"/>
                  </a:lnTo>
                  <a:lnTo>
                    <a:pt x="3896" y="42164"/>
                  </a:lnTo>
                  <a:lnTo>
                    <a:pt x="4068" y="42019"/>
                  </a:lnTo>
                  <a:lnTo>
                    <a:pt x="4212" y="41848"/>
                  </a:lnTo>
                  <a:lnTo>
                    <a:pt x="4357" y="41663"/>
                  </a:lnTo>
                  <a:lnTo>
                    <a:pt x="4476" y="41466"/>
                  </a:lnTo>
                  <a:lnTo>
                    <a:pt x="4568" y="41255"/>
                  </a:lnTo>
                  <a:lnTo>
                    <a:pt x="4660" y="41045"/>
                  </a:lnTo>
                  <a:lnTo>
                    <a:pt x="4713" y="40808"/>
                  </a:lnTo>
                  <a:lnTo>
                    <a:pt x="4752" y="40571"/>
                  </a:lnTo>
                  <a:lnTo>
                    <a:pt x="4765" y="40334"/>
                  </a:lnTo>
                  <a:lnTo>
                    <a:pt x="4752" y="40123"/>
                  </a:lnTo>
                  <a:lnTo>
                    <a:pt x="4726" y="39926"/>
                  </a:lnTo>
                  <a:lnTo>
                    <a:pt x="4686" y="39728"/>
                  </a:lnTo>
                  <a:lnTo>
                    <a:pt x="4620" y="39544"/>
                  </a:lnTo>
                  <a:lnTo>
                    <a:pt x="4555" y="39360"/>
                  </a:lnTo>
                  <a:lnTo>
                    <a:pt x="4462" y="39189"/>
                  </a:lnTo>
                  <a:lnTo>
                    <a:pt x="4370" y="39017"/>
                  </a:lnTo>
                  <a:lnTo>
                    <a:pt x="4252" y="38860"/>
                  </a:lnTo>
                  <a:lnTo>
                    <a:pt x="4120" y="38715"/>
                  </a:lnTo>
                  <a:lnTo>
                    <a:pt x="3989" y="38583"/>
                  </a:lnTo>
                  <a:lnTo>
                    <a:pt x="3844" y="38451"/>
                  </a:lnTo>
                  <a:lnTo>
                    <a:pt x="3686" y="38346"/>
                  </a:lnTo>
                  <a:lnTo>
                    <a:pt x="3515" y="38241"/>
                  </a:lnTo>
                  <a:lnTo>
                    <a:pt x="3344" y="38162"/>
                  </a:lnTo>
                  <a:lnTo>
                    <a:pt x="3159" y="38083"/>
                  </a:lnTo>
                  <a:lnTo>
                    <a:pt x="2975" y="38030"/>
                  </a:lnTo>
                  <a:lnTo>
                    <a:pt x="2975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4"/>
            <p:cNvSpPr/>
            <p:nvPr/>
          </p:nvSpPr>
          <p:spPr>
            <a:xfrm>
              <a:off x="2685825" y="3741900"/>
              <a:ext cx="403825" cy="1186075"/>
            </a:xfrm>
            <a:custGeom>
              <a:avLst/>
              <a:gdLst/>
              <a:ahLst/>
              <a:cxnLst/>
              <a:rect l="l" t="t" r="r" b="b"/>
              <a:pathLst>
                <a:path w="16153" h="47443" extrusionOk="0">
                  <a:moveTo>
                    <a:pt x="13783" y="1186"/>
                  </a:moveTo>
                  <a:lnTo>
                    <a:pt x="13901" y="1199"/>
                  </a:lnTo>
                  <a:lnTo>
                    <a:pt x="14020" y="1212"/>
                  </a:lnTo>
                  <a:lnTo>
                    <a:pt x="14138" y="1238"/>
                  </a:lnTo>
                  <a:lnTo>
                    <a:pt x="14243" y="1278"/>
                  </a:lnTo>
                  <a:lnTo>
                    <a:pt x="14349" y="1330"/>
                  </a:lnTo>
                  <a:lnTo>
                    <a:pt x="14454" y="1396"/>
                  </a:lnTo>
                  <a:lnTo>
                    <a:pt x="14546" y="1462"/>
                  </a:lnTo>
                  <a:lnTo>
                    <a:pt x="14625" y="1541"/>
                  </a:lnTo>
                  <a:lnTo>
                    <a:pt x="14704" y="1620"/>
                  </a:lnTo>
                  <a:lnTo>
                    <a:pt x="14770" y="1712"/>
                  </a:lnTo>
                  <a:lnTo>
                    <a:pt x="14836" y="1818"/>
                  </a:lnTo>
                  <a:lnTo>
                    <a:pt x="14875" y="1923"/>
                  </a:lnTo>
                  <a:lnTo>
                    <a:pt x="14928" y="2028"/>
                  </a:lnTo>
                  <a:lnTo>
                    <a:pt x="14954" y="2147"/>
                  </a:lnTo>
                  <a:lnTo>
                    <a:pt x="14967" y="2265"/>
                  </a:lnTo>
                  <a:lnTo>
                    <a:pt x="14981" y="2384"/>
                  </a:lnTo>
                  <a:lnTo>
                    <a:pt x="14967" y="2502"/>
                  </a:lnTo>
                  <a:lnTo>
                    <a:pt x="14954" y="2620"/>
                  </a:lnTo>
                  <a:lnTo>
                    <a:pt x="14928" y="2739"/>
                  </a:lnTo>
                  <a:lnTo>
                    <a:pt x="14875" y="2844"/>
                  </a:lnTo>
                  <a:lnTo>
                    <a:pt x="14836" y="2950"/>
                  </a:lnTo>
                  <a:lnTo>
                    <a:pt x="14770" y="3055"/>
                  </a:lnTo>
                  <a:lnTo>
                    <a:pt x="14704" y="3147"/>
                  </a:lnTo>
                  <a:lnTo>
                    <a:pt x="14625" y="3226"/>
                  </a:lnTo>
                  <a:lnTo>
                    <a:pt x="14546" y="3305"/>
                  </a:lnTo>
                  <a:lnTo>
                    <a:pt x="14454" y="3371"/>
                  </a:lnTo>
                  <a:lnTo>
                    <a:pt x="14349" y="3437"/>
                  </a:lnTo>
                  <a:lnTo>
                    <a:pt x="14243" y="3489"/>
                  </a:lnTo>
                  <a:lnTo>
                    <a:pt x="14138" y="3529"/>
                  </a:lnTo>
                  <a:lnTo>
                    <a:pt x="14020" y="3555"/>
                  </a:lnTo>
                  <a:lnTo>
                    <a:pt x="13901" y="3581"/>
                  </a:lnTo>
                  <a:lnTo>
                    <a:pt x="13651" y="3581"/>
                  </a:lnTo>
                  <a:lnTo>
                    <a:pt x="13533" y="3555"/>
                  </a:lnTo>
                  <a:lnTo>
                    <a:pt x="13427" y="3529"/>
                  </a:lnTo>
                  <a:lnTo>
                    <a:pt x="13309" y="3489"/>
                  </a:lnTo>
                  <a:lnTo>
                    <a:pt x="13204" y="3437"/>
                  </a:lnTo>
                  <a:lnTo>
                    <a:pt x="13111" y="3371"/>
                  </a:lnTo>
                  <a:lnTo>
                    <a:pt x="13019" y="3305"/>
                  </a:lnTo>
                  <a:lnTo>
                    <a:pt x="12927" y="3226"/>
                  </a:lnTo>
                  <a:lnTo>
                    <a:pt x="12861" y="3147"/>
                  </a:lnTo>
                  <a:lnTo>
                    <a:pt x="12782" y="3055"/>
                  </a:lnTo>
                  <a:lnTo>
                    <a:pt x="12730" y="2950"/>
                  </a:lnTo>
                  <a:lnTo>
                    <a:pt x="12677" y="2844"/>
                  </a:lnTo>
                  <a:lnTo>
                    <a:pt x="12637" y="2739"/>
                  </a:lnTo>
                  <a:lnTo>
                    <a:pt x="12611" y="2620"/>
                  </a:lnTo>
                  <a:lnTo>
                    <a:pt x="12585" y="2502"/>
                  </a:lnTo>
                  <a:lnTo>
                    <a:pt x="12585" y="2384"/>
                  </a:lnTo>
                  <a:lnTo>
                    <a:pt x="12585" y="2265"/>
                  </a:lnTo>
                  <a:lnTo>
                    <a:pt x="12611" y="2147"/>
                  </a:lnTo>
                  <a:lnTo>
                    <a:pt x="12637" y="2028"/>
                  </a:lnTo>
                  <a:lnTo>
                    <a:pt x="12677" y="1923"/>
                  </a:lnTo>
                  <a:lnTo>
                    <a:pt x="12730" y="1818"/>
                  </a:lnTo>
                  <a:lnTo>
                    <a:pt x="12782" y="1712"/>
                  </a:lnTo>
                  <a:lnTo>
                    <a:pt x="12861" y="1620"/>
                  </a:lnTo>
                  <a:lnTo>
                    <a:pt x="12927" y="1541"/>
                  </a:lnTo>
                  <a:lnTo>
                    <a:pt x="13019" y="1462"/>
                  </a:lnTo>
                  <a:lnTo>
                    <a:pt x="13111" y="1396"/>
                  </a:lnTo>
                  <a:lnTo>
                    <a:pt x="13204" y="1330"/>
                  </a:lnTo>
                  <a:lnTo>
                    <a:pt x="13309" y="1278"/>
                  </a:lnTo>
                  <a:lnTo>
                    <a:pt x="13427" y="1238"/>
                  </a:lnTo>
                  <a:lnTo>
                    <a:pt x="13533" y="1212"/>
                  </a:lnTo>
                  <a:lnTo>
                    <a:pt x="13651" y="1199"/>
                  </a:lnTo>
                  <a:lnTo>
                    <a:pt x="13783" y="1186"/>
                  </a:lnTo>
                  <a:close/>
                  <a:moveTo>
                    <a:pt x="13783" y="1"/>
                  </a:moveTo>
                  <a:lnTo>
                    <a:pt x="13533" y="14"/>
                  </a:lnTo>
                  <a:lnTo>
                    <a:pt x="13296" y="54"/>
                  </a:lnTo>
                  <a:lnTo>
                    <a:pt x="13072" y="106"/>
                  </a:lnTo>
                  <a:lnTo>
                    <a:pt x="12848" y="198"/>
                  </a:lnTo>
                  <a:lnTo>
                    <a:pt x="12651" y="291"/>
                  </a:lnTo>
                  <a:lnTo>
                    <a:pt x="12453" y="409"/>
                  </a:lnTo>
                  <a:lnTo>
                    <a:pt x="12269" y="554"/>
                  </a:lnTo>
                  <a:lnTo>
                    <a:pt x="12098" y="699"/>
                  </a:lnTo>
                  <a:lnTo>
                    <a:pt x="11940" y="870"/>
                  </a:lnTo>
                  <a:lnTo>
                    <a:pt x="11808" y="1054"/>
                  </a:lnTo>
                  <a:lnTo>
                    <a:pt x="11690" y="1251"/>
                  </a:lnTo>
                  <a:lnTo>
                    <a:pt x="11584" y="1462"/>
                  </a:lnTo>
                  <a:lnTo>
                    <a:pt x="11505" y="1673"/>
                  </a:lnTo>
                  <a:lnTo>
                    <a:pt x="11453" y="1910"/>
                  </a:lnTo>
                  <a:lnTo>
                    <a:pt x="11413" y="2147"/>
                  </a:lnTo>
                  <a:lnTo>
                    <a:pt x="11400" y="2384"/>
                  </a:lnTo>
                  <a:lnTo>
                    <a:pt x="11413" y="2594"/>
                  </a:lnTo>
                  <a:lnTo>
                    <a:pt x="11440" y="2792"/>
                  </a:lnTo>
                  <a:lnTo>
                    <a:pt x="11479" y="2989"/>
                  </a:lnTo>
                  <a:lnTo>
                    <a:pt x="11532" y="3173"/>
                  </a:lnTo>
                  <a:lnTo>
                    <a:pt x="11611" y="3358"/>
                  </a:lnTo>
                  <a:lnTo>
                    <a:pt x="11690" y="3529"/>
                  </a:lnTo>
                  <a:lnTo>
                    <a:pt x="11795" y="3700"/>
                  </a:lnTo>
                  <a:lnTo>
                    <a:pt x="11913" y="3858"/>
                  </a:lnTo>
                  <a:lnTo>
                    <a:pt x="12032" y="4003"/>
                  </a:lnTo>
                  <a:lnTo>
                    <a:pt x="12177" y="4134"/>
                  </a:lnTo>
                  <a:lnTo>
                    <a:pt x="12322" y="4266"/>
                  </a:lnTo>
                  <a:lnTo>
                    <a:pt x="12480" y="4371"/>
                  </a:lnTo>
                  <a:lnTo>
                    <a:pt x="12651" y="4477"/>
                  </a:lnTo>
                  <a:lnTo>
                    <a:pt x="12822" y="4556"/>
                  </a:lnTo>
                  <a:lnTo>
                    <a:pt x="13006" y="4635"/>
                  </a:lnTo>
                  <a:lnTo>
                    <a:pt x="13190" y="4687"/>
                  </a:lnTo>
                  <a:lnTo>
                    <a:pt x="13190" y="33410"/>
                  </a:lnTo>
                  <a:lnTo>
                    <a:pt x="1" y="46613"/>
                  </a:lnTo>
                  <a:lnTo>
                    <a:pt x="830" y="47442"/>
                  </a:lnTo>
                  <a:lnTo>
                    <a:pt x="14375" y="33897"/>
                  </a:lnTo>
                  <a:lnTo>
                    <a:pt x="14375" y="4687"/>
                  </a:lnTo>
                  <a:lnTo>
                    <a:pt x="14559" y="4635"/>
                  </a:lnTo>
                  <a:lnTo>
                    <a:pt x="14744" y="4556"/>
                  </a:lnTo>
                  <a:lnTo>
                    <a:pt x="14915" y="4477"/>
                  </a:lnTo>
                  <a:lnTo>
                    <a:pt x="15086" y="4371"/>
                  </a:lnTo>
                  <a:lnTo>
                    <a:pt x="15244" y="4253"/>
                  </a:lnTo>
                  <a:lnTo>
                    <a:pt x="15389" y="4134"/>
                  </a:lnTo>
                  <a:lnTo>
                    <a:pt x="15520" y="4003"/>
                  </a:lnTo>
                  <a:lnTo>
                    <a:pt x="15652" y="3845"/>
                  </a:lnTo>
                  <a:lnTo>
                    <a:pt x="15757" y="3700"/>
                  </a:lnTo>
                  <a:lnTo>
                    <a:pt x="15863" y="3529"/>
                  </a:lnTo>
                  <a:lnTo>
                    <a:pt x="15955" y="3358"/>
                  </a:lnTo>
                  <a:lnTo>
                    <a:pt x="16021" y="3173"/>
                  </a:lnTo>
                  <a:lnTo>
                    <a:pt x="16086" y="2989"/>
                  </a:lnTo>
                  <a:lnTo>
                    <a:pt x="16126" y="2792"/>
                  </a:lnTo>
                  <a:lnTo>
                    <a:pt x="16152" y="2594"/>
                  </a:lnTo>
                  <a:lnTo>
                    <a:pt x="16152" y="2384"/>
                  </a:lnTo>
                  <a:lnTo>
                    <a:pt x="16139" y="2147"/>
                  </a:lnTo>
                  <a:lnTo>
                    <a:pt x="16113" y="1910"/>
                  </a:lnTo>
                  <a:lnTo>
                    <a:pt x="16047" y="1673"/>
                  </a:lnTo>
                  <a:lnTo>
                    <a:pt x="15968" y="1462"/>
                  </a:lnTo>
                  <a:lnTo>
                    <a:pt x="15876" y="1251"/>
                  </a:lnTo>
                  <a:lnTo>
                    <a:pt x="15757" y="1054"/>
                  </a:lnTo>
                  <a:lnTo>
                    <a:pt x="15612" y="870"/>
                  </a:lnTo>
                  <a:lnTo>
                    <a:pt x="15454" y="699"/>
                  </a:lnTo>
                  <a:lnTo>
                    <a:pt x="15297" y="554"/>
                  </a:lnTo>
                  <a:lnTo>
                    <a:pt x="15112" y="409"/>
                  </a:lnTo>
                  <a:lnTo>
                    <a:pt x="14915" y="291"/>
                  </a:lnTo>
                  <a:lnTo>
                    <a:pt x="14704" y="198"/>
                  </a:lnTo>
                  <a:lnTo>
                    <a:pt x="14480" y="106"/>
                  </a:lnTo>
                  <a:lnTo>
                    <a:pt x="14257" y="54"/>
                  </a:lnTo>
                  <a:lnTo>
                    <a:pt x="14020" y="14"/>
                  </a:lnTo>
                  <a:lnTo>
                    <a:pt x="13783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4"/>
            <p:cNvSpPr/>
            <p:nvPr/>
          </p:nvSpPr>
          <p:spPr>
            <a:xfrm>
              <a:off x="3121200" y="2079350"/>
              <a:ext cx="330100" cy="1344350"/>
            </a:xfrm>
            <a:custGeom>
              <a:avLst/>
              <a:gdLst/>
              <a:ahLst/>
              <a:cxnLst/>
              <a:rect l="l" t="t" r="r" b="b"/>
              <a:pathLst>
                <a:path w="13204" h="53774" extrusionOk="0">
                  <a:moveTo>
                    <a:pt x="2383" y="50193"/>
                  </a:moveTo>
                  <a:lnTo>
                    <a:pt x="2502" y="50207"/>
                  </a:lnTo>
                  <a:lnTo>
                    <a:pt x="2620" y="50220"/>
                  </a:lnTo>
                  <a:lnTo>
                    <a:pt x="2739" y="50246"/>
                  </a:lnTo>
                  <a:lnTo>
                    <a:pt x="2844" y="50286"/>
                  </a:lnTo>
                  <a:lnTo>
                    <a:pt x="2949" y="50338"/>
                  </a:lnTo>
                  <a:lnTo>
                    <a:pt x="3055" y="50404"/>
                  </a:lnTo>
                  <a:lnTo>
                    <a:pt x="3147" y="50470"/>
                  </a:lnTo>
                  <a:lnTo>
                    <a:pt x="3226" y="50549"/>
                  </a:lnTo>
                  <a:lnTo>
                    <a:pt x="3305" y="50628"/>
                  </a:lnTo>
                  <a:lnTo>
                    <a:pt x="3371" y="50720"/>
                  </a:lnTo>
                  <a:lnTo>
                    <a:pt x="3437" y="50825"/>
                  </a:lnTo>
                  <a:lnTo>
                    <a:pt x="3489" y="50931"/>
                  </a:lnTo>
                  <a:lnTo>
                    <a:pt x="3529" y="51036"/>
                  </a:lnTo>
                  <a:lnTo>
                    <a:pt x="3555" y="51154"/>
                  </a:lnTo>
                  <a:lnTo>
                    <a:pt x="3568" y="51273"/>
                  </a:lnTo>
                  <a:lnTo>
                    <a:pt x="3581" y="51391"/>
                  </a:lnTo>
                  <a:lnTo>
                    <a:pt x="3568" y="51510"/>
                  </a:lnTo>
                  <a:lnTo>
                    <a:pt x="3555" y="51628"/>
                  </a:lnTo>
                  <a:lnTo>
                    <a:pt x="3529" y="51747"/>
                  </a:lnTo>
                  <a:lnTo>
                    <a:pt x="3489" y="51852"/>
                  </a:lnTo>
                  <a:lnTo>
                    <a:pt x="3437" y="51957"/>
                  </a:lnTo>
                  <a:lnTo>
                    <a:pt x="3371" y="52063"/>
                  </a:lnTo>
                  <a:lnTo>
                    <a:pt x="3305" y="52155"/>
                  </a:lnTo>
                  <a:lnTo>
                    <a:pt x="3226" y="52234"/>
                  </a:lnTo>
                  <a:lnTo>
                    <a:pt x="3147" y="52313"/>
                  </a:lnTo>
                  <a:lnTo>
                    <a:pt x="3055" y="52379"/>
                  </a:lnTo>
                  <a:lnTo>
                    <a:pt x="2949" y="52444"/>
                  </a:lnTo>
                  <a:lnTo>
                    <a:pt x="2844" y="52497"/>
                  </a:lnTo>
                  <a:lnTo>
                    <a:pt x="2739" y="52536"/>
                  </a:lnTo>
                  <a:lnTo>
                    <a:pt x="2620" y="52563"/>
                  </a:lnTo>
                  <a:lnTo>
                    <a:pt x="2502" y="52589"/>
                  </a:lnTo>
                  <a:lnTo>
                    <a:pt x="2252" y="52589"/>
                  </a:lnTo>
                  <a:lnTo>
                    <a:pt x="2133" y="52563"/>
                  </a:lnTo>
                  <a:lnTo>
                    <a:pt x="2028" y="52536"/>
                  </a:lnTo>
                  <a:lnTo>
                    <a:pt x="1910" y="52497"/>
                  </a:lnTo>
                  <a:lnTo>
                    <a:pt x="1804" y="52444"/>
                  </a:lnTo>
                  <a:lnTo>
                    <a:pt x="1712" y="52379"/>
                  </a:lnTo>
                  <a:lnTo>
                    <a:pt x="1620" y="52313"/>
                  </a:lnTo>
                  <a:lnTo>
                    <a:pt x="1528" y="52234"/>
                  </a:lnTo>
                  <a:lnTo>
                    <a:pt x="1462" y="52155"/>
                  </a:lnTo>
                  <a:lnTo>
                    <a:pt x="1383" y="52063"/>
                  </a:lnTo>
                  <a:lnTo>
                    <a:pt x="1330" y="51957"/>
                  </a:lnTo>
                  <a:lnTo>
                    <a:pt x="1278" y="51852"/>
                  </a:lnTo>
                  <a:lnTo>
                    <a:pt x="1238" y="51747"/>
                  </a:lnTo>
                  <a:lnTo>
                    <a:pt x="1212" y="51628"/>
                  </a:lnTo>
                  <a:lnTo>
                    <a:pt x="1186" y="51510"/>
                  </a:lnTo>
                  <a:lnTo>
                    <a:pt x="1186" y="51391"/>
                  </a:lnTo>
                  <a:lnTo>
                    <a:pt x="1186" y="51273"/>
                  </a:lnTo>
                  <a:lnTo>
                    <a:pt x="1212" y="51154"/>
                  </a:lnTo>
                  <a:lnTo>
                    <a:pt x="1238" y="51036"/>
                  </a:lnTo>
                  <a:lnTo>
                    <a:pt x="1278" y="50931"/>
                  </a:lnTo>
                  <a:lnTo>
                    <a:pt x="1330" y="50825"/>
                  </a:lnTo>
                  <a:lnTo>
                    <a:pt x="1383" y="50720"/>
                  </a:lnTo>
                  <a:lnTo>
                    <a:pt x="1462" y="50628"/>
                  </a:lnTo>
                  <a:lnTo>
                    <a:pt x="1528" y="50549"/>
                  </a:lnTo>
                  <a:lnTo>
                    <a:pt x="1620" y="50470"/>
                  </a:lnTo>
                  <a:lnTo>
                    <a:pt x="1712" y="50404"/>
                  </a:lnTo>
                  <a:lnTo>
                    <a:pt x="1804" y="50338"/>
                  </a:lnTo>
                  <a:lnTo>
                    <a:pt x="1910" y="50286"/>
                  </a:lnTo>
                  <a:lnTo>
                    <a:pt x="2028" y="50246"/>
                  </a:lnTo>
                  <a:lnTo>
                    <a:pt x="2133" y="50220"/>
                  </a:lnTo>
                  <a:lnTo>
                    <a:pt x="2252" y="50207"/>
                  </a:lnTo>
                  <a:lnTo>
                    <a:pt x="2383" y="50193"/>
                  </a:lnTo>
                  <a:close/>
                  <a:moveTo>
                    <a:pt x="12019" y="1"/>
                  </a:moveTo>
                  <a:lnTo>
                    <a:pt x="12019" y="31817"/>
                  </a:lnTo>
                  <a:lnTo>
                    <a:pt x="1778" y="41690"/>
                  </a:lnTo>
                  <a:lnTo>
                    <a:pt x="1778" y="49088"/>
                  </a:lnTo>
                  <a:lnTo>
                    <a:pt x="1594" y="49140"/>
                  </a:lnTo>
                  <a:lnTo>
                    <a:pt x="1409" y="49219"/>
                  </a:lnTo>
                  <a:lnTo>
                    <a:pt x="1238" y="49311"/>
                  </a:lnTo>
                  <a:lnTo>
                    <a:pt x="1067" y="49404"/>
                  </a:lnTo>
                  <a:lnTo>
                    <a:pt x="922" y="49522"/>
                  </a:lnTo>
                  <a:lnTo>
                    <a:pt x="764" y="49640"/>
                  </a:lnTo>
                  <a:lnTo>
                    <a:pt x="633" y="49785"/>
                  </a:lnTo>
                  <a:lnTo>
                    <a:pt x="514" y="49930"/>
                  </a:lnTo>
                  <a:lnTo>
                    <a:pt x="396" y="50088"/>
                  </a:lnTo>
                  <a:lnTo>
                    <a:pt x="290" y="50246"/>
                  </a:lnTo>
                  <a:lnTo>
                    <a:pt x="211" y="50417"/>
                  </a:lnTo>
                  <a:lnTo>
                    <a:pt x="132" y="50601"/>
                  </a:lnTo>
                  <a:lnTo>
                    <a:pt x="80" y="50786"/>
                  </a:lnTo>
                  <a:lnTo>
                    <a:pt x="40" y="50983"/>
                  </a:lnTo>
                  <a:lnTo>
                    <a:pt x="14" y="51181"/>
                  </a:lnTo>
                  <a:lnTo>
                    <a:pt x="1" y="51391"/>
                  </a:lnTo>
                  <a:lnTo>
                    <a:pt x="14" y="51641"/>
                  </a:lnTo>
                  <a:lnTo>
                    <a:pt x="53" y="51865"/>
                  </a:lnTo>
                  <a:lnTo>
                    <a:pt x="106" y="52102"/>
                  </a:lnTo>
                  <a:lnTo>
                    <a:pt x="185" y="52313"/>
                  </a:lnTo>
                  <a:lnTo>
                    <a:pt x="290" y="52523"/>
                  </a:lnTo>
                  <a:lnTo>
                    <a:pt x="409" y="52721"/>
                  </a:lnTo>
                  <a:lnTo>
                    <a:pt x="541" y="52905"/>
                  </a:lnTo>
                  <a:lnTo>
                    <a:pt x="698" y="53076"/>
                  </a:lnTo>
                  <a:lnTo>
                    <a:pt x="870" y="53221"/>
                  </a:lnTo>
                  <a:lnTo>
                    <a:pt x="1054" y="53366"/>
                  </a:lnTo>
                  <a:lnTo>
                    <a:pt x="1251" y="53484"/>
                  </a:lnTo>
                  <a:lnTo>
                    <a:pt x="1449" y="53590"/>
                  </a:lnTo>
                  <a:lnTo>
                    <a:pt x="1673" y="53669"/>
                  </a:lnTo>
                  <a:lnTo>
                    <a:pt x="1896" y="53721"/>
                  </a:lnTo>
                  <a:lnTo>
                    <a:pt x="2133" y="53761"/>
                  </a:lnTo>
                  <a:lnTo>
                    <a:pt x="2383" y="53774"/>
                  </a:lnTo>
                  <a:lnTo>
                    <a:pt x="2620" y="53761"/>
                  </a:lnTo>
                  <a:lnTo>
                    <a:pt x="2857" y="53721"/>
                  </a:lnTo>
                  <a:lnTo>
                    <a:pt x="3081" y="53669"/>
                  </a:lnTo>
                  <a:lnTo>
                    <a:pt x="3305" y="53590"/>
                  </a:lnTo>
                  <a:lnTo>
                    <a:pt x="3515" y="53484"/>
                  </a:lnTo>
                  <a:lnTo>
                    <a:pt x="3713" y="53366"/>
                  </a:lnTo>
                  <a:lnTo>
                    <a:pt x="3897" y="53221"/>
                  </a:lnTo>
                  <a:lnTo>
                    <a:pt x="4055" y="53076"/>
                  </a:lnTo>
                  <a:lnTo>
                    <a:pt x="4213" y="52905"/>
                  </a:lnTo>
                  <a:lnTo>
                    <a:pt x="4358" y="52721"/>
                  </a:lnTo>
                  <a:lnTo>
                    <a:pt x="4476" y="52523"/>
                  </a:lnTo>
                  <a:lnTo>
                    <a:pt x="4569" y="52313"/>
                  </a:lnTo>
                  <a:lnTo>
                    <a:pt x="4648" y="52102"/>
                  </a:lnTo>
                  <a:lnTo>
                    <a:pt x="4713" y="51865"/>
                  </a:lnTo>
                  <a:lnTo>
                    <a:pt x="4740" y="51641"/>
                  </a:lnTo>
                  <a:lnTo>
                    <a:pt x="4753" y="51391"/>
                  </a:lnTo>
                  <a:lnTo>
                    <a:pt x="4753" y="51181"/>
                  </a:lnTo>
                  <a:lnTo>
                    <a:pt x="4727" y="50983"/>
                  </a:lnTo>
                  <a:lnTo>
                    <a:pt x="4687" y="50786"/>
                  </a:lnTo>
                  <a:lnTo>
                    <a:pt x="4621" y="50601"/>
                  </a:lnTo>
                  <a:lnTo>
                    <a:pt x="4555" y="50417"/>
                  </a:lnTo>
                  <a:lnTo>
                    <a:pt x="4463" y="50246"/>
                  </a:lnTo>
                  <a:lnTo>
                    <a:pt x="4358" y="50075"/>
                  </a:lnTo>
                  <a:lnTo>
                    <a:pt x="4253" y="49917"/>
                  </a:lnTo>
                  <a:lnTo>
                    <a:pt x="4121" y="49772"/>
                  </a:lnTo>
                  <a:lnTo>
                    <a:pt x="3989" y="49640"/>
                  </a:lnTo>
                  <a:lnTo>
                    <a:pt x="3831" y="49509"/>
                  </a:lnTo>
                  <a:lnTo>
                    <a:pt x="3673" y="49404"/>
                  </a:lnTo>
                  <a:lnTo>
                    <a:pt x="3515" y="49298"/>
                  </a:lnTo>
                  <a:lnTo>
                    <a:pt x="3331" y="49219"/>
                  </a:lnTo>
                  <a:lnTo>
                    <a:pt x="3160" y="49140"/>
                  </a:lnTo>
                  <a:lnTo>
                    <a:pt x="2963" y="49088"/>
                  </a:lnTo>
                  <a:lnTo>
                    <a:pt x="2963" y="42203"/>
                  </a:lnTo>
                  <a:lnTo>
                    <a:pt x="13204" y="32317"/>
                  </a:lnTo>
                  <a:lnTo>
                    <a:pt x="13204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4"/>
            <p:cNvSpPr/>
            <p:nvPr/>
          </p:nvSpPr>
          <p:spPr>
            <a:xfrm>
              <a:off x="3971900" y="1701900"/>
              <a:ext cx="510100" cy="834925"/>
            </a:xfrm>
            <a:custGeom>
              <a:avLst/>
              <a:gdLst/>
              <a:ahLst/>
              <a:cxnLst/>
              <a:rect l="l" t="t" r="r" b="b"/>
              <a:pathLst>
                <a:path w="20404" h="33397" extrusionOk="0">
                  <a:moveTo>
                    <a:pt x="2502" y="29829"/>
                  </a:moveTo>
                  <a:lnTo>
                    <a:pt x="2620" y="29842"/>
                  </a:lnTo>
                  <a:lnTo>
                    <a:pt x="2738" y="29881"/>
                  </a:lnTo>
                  <a:lnTo>
                    <a:pt x="2844" y="29921"/>
                  </a:lnTo>
                  <a:lnTo>
                    <a:pt x="2949" y="29974"/>
                  </a:lnTo>
                  <a:lnTo>
                    <a:pt x="3054" y="30026"/>
                  </a:lnTo>
                  <a:lnTo>
                    <a:pt x="3147" y="30092"/>
                  </a:lnTo>
                  <a:lnTo>
                    <a:pt x="3225" y="30171"/>
                  </a:lnTo>
                  <a:lnTo>
                    <a:pt x="3304" y="30263"/>
                  </a:lnTo>
                  <a:lnTo>
                    <a:pt x="3370" y="30355"/>
                  </a:lnTo>
                  <a:lnTo>
                    <a:pt x="3436" y="30448"/>
                  </a:lnTo>
                  <a:lnTo>
                    <a:pt x="3489" y="30553"/>
                  </a:lnTo>
                  <a:lnTo>
                    <a:pt x="3528" y="30671"/>
                  </a:lnTo>
                  <a:lnTo>
                    <a:pt x="3555" y="30777"/>
                  </a:lnTo>
                  <a:lnTo>
                    <a:pt x="3568" y="30895"/>
                  </a:lnTo>
                  <a:lnTo>
                    <a:pt x="3581" y="31027"/>
                  </a:lnTo>
                  <a:lnTo>
                    <a:pt x="3568" y="31145"/>
                  </a:lnTo>
                  <a:lnTo>
                    <a:pt x="3555" y="31264"/>
                  </a:lnTo>
                  <a:lnTo>
                    <a:pt x="3528" y="31382"/>
                  </a:lnTo>
                  <a:lnTo>
                    <a:pt x="3489" y="31487"/>
                  </a:lnTo>
                  <a:lnTo>
                    <a:pt x="3436" y="31593"/>
                  </a:lnTo>
                  <a:lnTo>
                    <a:pt x="3370" y="31685"/>
                  </a:lnTo>
                  <a:lnTo>
                    <a:pt x="3304" y="31777"/>
                  </a:lnTo>
                  <a:lnTo>
                    <a:pt x="3225" y="31869"/>
                  </a:lnTo>
                  <a:lnTo>
                    <a:pt x="3147" y="31948"/>
                  </a:lnTo>
                  <a:lnTo>
                    <a:pt x="3054" y="32014"/>
                  </a:lnTo>
                  <a:lnTo>
                    <a:pt x="2949" y="32067"/>
                  </a:lnTo>
                  <a:lnTo>
                    <a:pt x="2844" y="32119"/>
                  </a:lnTo>
                  <a:lnTo>
                    <a:pt x="2738" y="32159"/>
                  </a:lnTo>
                  <a:lnTo>
                    <a:pt x="2620" y="32198"/>
                  </a:lnTo>
                  <a:lnTo>
                    <a:pt x="2502" y="32211"/>
                  </a:lnTo>
                  <a:lnTo>
                    <a:pt x="2251" y="32211"/>
                  </a:lnTo>
                  <a:lnTo>
                    <a:pt x="2133" y="32198"/>
                  </a:lnTo>
                  <a:lnTo>
                    <a:pt x="2028" y="32159"/>
                  </a:lnTo>
                  <a:lnTo>
                    <a:pt x="1909" y="32119"/>
                  </a:lnTo>
                  <a:lnTo>
                    <a:pt x="1804" y="32067"/>
                  </a:lnTo>
                  <a:lnTo>
                    <a:pt x="1712" y="32014"/>
                  </a:lnTo>
                  <a:lnTo>
                    <a:pt x="1620" y="31948"/>
                  </a:lnTo>
                  <a:lnTo>
                    <a:pt x="1527" y="31869"/>
                  </a:lnTo>
                  <a:lnTo>
                    <a:pt x="1462" y="31777"/>
                  </a:lnTo>
                  <a:lnTo>
                    <a:pt x="1383" y="31685"/>
                  </a:lnTo>
                  <a:lnTo>
                    <a:pt x="1330" y="31593"/>
                  </a:lnTo>
                  <a:lnTo>
                    <a:pt x="1277" y="31487"/>
                  </a:lnTo>
                  <a:lnTo>
                    <a:pt x="1238" y="31382"/>
                  </a:lnTo>
                  <a:lnTo>
                    <a:pt x="1211" y="31264"/>
                  </a:lnTo>
                  <a:lnTo>
                    <a:pt x="1185" y="31145"/>
                  </a:lnTo>
                  <a:lnTo>
                    <a:pt x="1185" y="31027"/>
                  </a:lnTo>
                  <a:lnTo>
                    <a:pt x="1185" y="30895"/>
                  </a:lnTo>
                  <a:lnTo>
                    <a:pt x="1211" y="30777"/>
                  </a:lnTo>
                  <a:lnTo>
                    <a:pt x="1238" y="30671"/>
                  </a:lnTo>
                  <a:lnTo>
                    <a:pt x="1277" y="30553"/>
                  </a:lnTo>
                  <a:lnTo>
                    <a:pt x="1330" y="30448"/>
                  </a:lnTo>
                  <a:lnTo>
                    <a:pt x="1383" y="30355"/>
                  </a:lnTo>
                  <a:lnTo>
                    <a:pt x="1462" y="30263"/>
                  </a:lnTo>
                  <a:lnTo>
                    <a:pt x="1527" y="30171"/>
                  </a:lnTo>
                  <a:lnTo>
                    <a:pt x="1620" y="30092"/>
                  </a:lnTo>
                  <a:lnTo>
                    <a:pt x="1712" y="30026"/>
                  </a:lnTo>
                  <a:lnTo>
                    <a:pt x="1804" y="29974"/>
                  </a:lnTo>
                  <a:lnTo>
                    <a:pt x="1909" y="29921"/>
                  </a:lnTo>
                  <a:lnTo>
                    <a:pt x="2028" y="29881"/>
                  </a:lnTo>
                  <a:lnTo>
                    <a:pt x="2133" y="29842"/>
                  </a:lnTo>
                  <a:lnTo>
                    <a:pt x="2251" y="29829"/>
                  </a:lnTo>
                  <a:close/>
                  <a:moveTo>
                    <a:pt x="1751" y="0"/>
                  </a:moveTo>
                  <a:lnTo>
                    <a:pt x="1751" y="28723"/>
                  </a:lnTo>
                  <a:lnTo>
                    <a:pt x="1567" y="28789"/>
                  </a:lnTo>
                  <a:lnTo>
                    <a:pt x="1383" y="28868"/>
                  </a:lnTo>
                  <a:lnTo>
                    <a:pt x="1211" y="28947"/>
                  </a:lnTo>
                  <a:lnTo>
                    <a:pt x="1054" y="29052"/>
                  </a:lnTo>
                  <a:lnTo>
                    <a:pt x="896" y="29158"/>
                  </a:lnTo>
                  <a:lnTo>
                    <a:pt x="751" y="29289"/>
                  </a:lnTo>
                  <a:lnTo>
                    <a:pt x="619" y="29421"/>
                  </a:lnTo>
                  <a:lnTo>
                    <a:pt x="501" y="29566"/>
                  </a:lnTo>
                  <a:lnTo>
                    <a:pt x="382" y="29724"/>
                  </a:lnTo>
                  <a:lnTo>
                    <a:pt x="290" y="29895"/>
                  </a:lnTo>
                  <a:lnTo>
                    <a:pt x="198" y="30066"/>
                  </a:lnTo>
                  <a:lnTo>
                    <a:pt x="132" y="30237"/>
                  </a:lnTo>
                  <a:lnTo>
                    <a:pt x="79" y="30421"/>
                  </a:lnTo>
                  <a:lnTo>
                    <a:pt x="40" y="30619"/>
                  </a:lnTo>
                  <a:lnTo>
                    <a:pt x="14" y="30816"/>
                  </a:lnTo>
                  <a:lnTo>
                    <a:pt x="0" y="31027"/>
                  </a:lnTo>
                  <a:lnTo>
                    <a:pt x="14" y="31264"/>
                  </a:lnTo>
                  <a:lnTo>
                    <a:pt x="53" y="31501"/>
                  </a:lnTo>
                  <a:lnTo>
                    <a:pt x="106" y="31724"/>
                  </a:lnTo>
                  <a:lnTo>
                    <a:pt x="185" y="31948"/>
                  </a:lnTo>
                  <a:lnTo>
                    <a:pt x="290" y="32159"/>
                  </a:lnTo>
                  <a:lnTo>
                    <a:pt x="409" y="32343"/>
                  </a:lnTo>
                  <a:lnTo>
                    <a:pt x="540" y="32527"/>
                  </a:lnTo>
                  <a:lnTo>
                    <a:pt x="698" y="32698"/>
                  </a:lnTo>
                  <a:lnTo>
                    <a:pt x="869" y="32856"/>
                  </a:lnTo>
                  <a:lnTo>
                    <a:pt x="1054" y="32988"/>
                  </a:lnTo>
                  <a:lnTo>
                    <a:pt x="1251" y="33107"/>
                  </a:lnTo>
                  <a:lnTo>
                    <a:pt x="1448" y="33212"/>
                  </a:lnTo>
                  <a:lnTo>
                    <a:pt x="1672" y="33291"/>
                  </a:lnTo>
                  <a:lnTo>
                    <a:pt x="1896" y="33357"/>
                  </a:lnTo>
                  <a:lnTo>
                    <a:pt x="2133" y="33383"/>
                  </a:lnTo>
                  <a:lnTo>
                    <a:pt x="2383" y="33396"/>
                  </a:lnTo>
                  <a:lnTo>
                    <a:pt x="2620" y="33383"/>
                  </a:lnTo>
                  <a:lnTo>
                    <a:pt x="2857" y="33357"/>
                  </a:lnTo>
                  <a:lnTo>
                    <a:pt x="3081" y="33291"/>
                  </a:lnTo>
                  <a:lnTo>
                    <a:pt x="3304" y="33212"/>
                  </a:lnTo>
                  <a:lnTo>
                    <a:pt x="3515" y="33107"/>
                  </a:lnTo>
                  <a:lnTo>
                    <a:pt x="3713" y="32988"/>
                  </a:lnTo>
                  <a:lnTo>
                    <a:pt x="3897" y="32856"/>
                  </a:lnTo>
                  <a:lnTo>
                    <a:pt x="4055" y="32698"/>
                  </a:lnTo>
                  <a:lnTo>
                    <a:pt x="4213" y="32527"/>
                  </a:lnTo>
                  <a:lnTo>
                    <a:pt x="4358" y="32343"/>
                  </a:lnTo>
                  <a:lnTo>
                    <a:pt x="4476" y="32159"/>
                  </a:lnTo>
                  <a:lnTo>
                    <a:pt x="4568" y="31948"/>
                  </a:lnTo>
                  <a:lnTo>
                    <a:pt x="4647" y="31724"/>
                  </a:lnTo>
                  <a:lnTo>
                    <a:pt x="4713" y="31501"/>
                  </a:lnTo>
                  <a:lnTo>
                    <a:pt x="4752" y="31264"/>
                  </a:lnTo>
                  <a:lnTo>
                    <a:pt x="4752" y="31027"/>
                  </a:lnTo>
                  <a:lnTo>
                    <a:pt x="4752" y="30816"/>
                  </a:lnTo>
                  <a:lnTo>
                    <a:pt x="4726" y="30605"/>
                  </a:lnTo>
                  <a:lnTo>
                    <a:pt x="4673" y="30408"/>
                  </a:lnTo>
                  <a:lnTo>
                    <a:pt x="4621" y="30224"/>
                  </a:lnTo>
                  <a:lnTo>
                    <a:pt x="4542" y="30039"/>
                  </a:lnTo>
                  <a:lnTo>
                    <a:pt x="4450" y="29855"/>
                  </a:lnTo>
                  <a:lnTo>
                    <a:pt x="4358" y="29697"/>
                  </a:lnTo>
                  <a:lnTo>
                    <a:pt x="4239" y="29539"/>
                  </a:lnTo>
                  <a:lnTo>
                    <a:pt x="4107" y="29381"/>
                  </a:lnTo>
                  <a:lnTo>
                    <a:pt x="3963" y="29250"/>
                  </a:lnTo>
                  <a:lnTo>
                    <a:pt x="3818" y="29131"/>
                  </a:lnTo>
                  <a:lnTo>
                    <a:pt x="3660" y="29013"/>
                  </a:lnTo>
                  <a:lnTo>
                    <a:pt x="3489" y="28921"/>
                  </a:lnTo>
                  <a:lnTo>
                    <a:pt x="3304" y="28828"/>
                  </a:lnTo>
                  <a:lnTo>
                    <a:pt x="3120" y="28763"/>
                  </a:lnTo>
                  <a:lnTo>
                    <a:pt x="2923" y="28710"/>
                  </a:lnTo>
                  <a:lnTo>
                    <a:pt x="2923" y="1172"/>
                  </a:lnTo>
                  <a:lnTo>
                    <a:pt x="20404" y="1172"/>
                  </a:lnTo>
                  <a:lnTo>
                    <a:pt x="20404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4"/>
            <p:cNvSpPr/>
            <p:nvPr/>
          </p:nvSpPr>
          <p:spPr>
            <a:xfrm>
              <a:off x="4109775" y="1804900"/>
              <a:ext cx="372225" cy="731925"/>
            </a:xfrm>
            <a:custGeom>
              <a:avLst/>
              <a:gdLst/>
              <a:ahLst/>
              <a:cxnLst/>
              <a:rect l="l" t="t" r="r" b="b"/>
              <a:pathLst>
                <a:path w="14889" h="29277" extrusionOk="0">
                  <a:moveTo>
                    <a:pt x="2502" y="25709"/>
                  </a:moveTo>
                  <a:lnTo>
                    <a:pt x="2620" y="25722"/>
                  </a:lnTo>
                  <a:lnTo>
                    <a:pt x="2726" y="25761"/>
                  </a:lnTo>
                  <a:lnTo>
                    <a:pt x="2844" y="25801"/>
                  </a:lnTo>
                  <a:lnTo>
                    <a:pt x="2950" y="25854"/>
                  </a:lnTo>
                  <a:lnTo>
                    <a:pt x="3042" y="25906"/>
                  </a:lnTo>
                  <a:lnTo>
                    <a:pt x="3134" y="25972"/>
                  </a:lnTo>
                  <a:lnTo>
                    <a:pt x="3226" y="26051"/>
                  </a:lnTo>
                  <a:lnTo>
                    <a:pt x="3305" y="26143"/>
                  </a:lnTo>
                  <a:lnTo>
                    <a:pt x="3371" y="26235"/>
                  </a:lnTo>
                  <a:lnTo>
                    <a:pt x="3423" y="26328"/>
                  </a:lnTo>
                  <a:lnTo>
                    <a:pt x="3476" y="26433"/>
                  </a:lnTo>
                  <a:lnTo>
                    <a:pt x="3516" y="26551"/>
                  </a:lnTo>
                  <a:lnTo>
                    <a:pt x="3555" y="26657"/>
                  </a:lnTo>
                  <a:lnTo>
                    <a:pt x="3568" y="26775"/>
                  </a:lnTo>
                  <a:lnTo>
                    <a:pt x="3568" y="26907"/>
                  </a:lnTo>
                  <a:lnTo>
                    <a:pt x="3568" y="27025"/>
                  </a:lnTo>
                  <a:lnTo>
                    <a:pt x="3555" y="27144"/>
                  </a:lnTo>
                  <a:lnTo>
                    <a:pt x="3516" y="27262"/>
                  </a:lnTo>
                  <a:lnTo>
                    <a:pt x="3476" y="27367"/>
                  </a:lnTo>
                  <a:lnTo>
                    <a:pt x="3423" y="27473"/>
                  </a:lnTo>
                  <a:lnTo>
                    <a:pt x="3371" y="27565"/>
                  </a:lnTo>
                  <a:lnTo>
                    <a:pt x="3305" y="27657"/>
                  </a:lnTo>
                  <a:lnTo>
                    <a:pt x="3226" y="27749"/>
                  </a:lnTo>
                  <a:lnTo>
                    <a:pt x="3134" y="27828"/>
                  </a:lnTo>
                  <a:lnTo>
                    <a:pt x="3042" y="27894"/>
                  </a:lnTo>
                  <a:lnTo>
                    <a:pt x="2950" y="27947"/>
                  </a:lnTo>
                  <a:lnTo>
                    <a:pt x="2844" y="27999"/>
                  </a:lnTo>
                  <a:lnTo>
                    <a:pt x="2726" y="28039"/>
                  </a:lnTo>
                  <a:lnTo>
                    <a:pt x="2620" y="28078"/>
                  </a:lnTo>
                  <a:lnTo>
                    <a:pt x="2502" y="28091"/>
                  </a:lnTo>
                  <a:lnTo>
                    <a:pt x="2252" y="28091"/>
                  </a:lnTo>
                  <a:lnTo>
                    <a:pt x="2133" y="28078"/>
                  </a:lnTo>
                  <a:lnTo>
                    <a:pt x="2015" y="28039"/>
                  </a:lnTo>
                  <a:lnTo>
                    <a:pt x="1910" y="27999"/>
                  </a:lnTo>
                  <a:lnTo>
                    <a:pt x="1804" y="27947"/>
                  </a:lnTo>
                  <a:lnTo>
                    <a:pt x="1712" y="27894"/>
                  </a:lnTo>
                  <a:lnTo>
                    <a:pt x="1620" y="27828"/>
                  </a:lnTo>
                  <a:lnTo>
                    <a:pt x="1528" y="27749"/>
                  </a:lnTo>
                  <a:lnTo>
                    <a:pt x="1449" y="27657"/>
                  </a:lnTo>
                  <a:lnTo>
                    <a:pt x="1383" y="27565"/>
                  </a:lnTo>
                  <a:lnTo>
                    <a:pt x="1317" y="27473"/>
                  </a:lnTo>
                  <a:lnTo>
                    <a:pt x="1278" y="27367"/>
                  </a:lnTo>
                  <a:lnTo>
                    <a:pt x="1238" y="27262"/>
                  </a:lnTo>
                  <a:lnTo>
                    <a:pt x="1199" y="27144"/>
                  </a:lnTo>
                  <a:lnTo>
                    <a:pt x="1186" y="27025"/>
                  </a:lnTo>
                  <a:lnTo>
                    <a:pt x="1172" y="26907"/>
                  </a:lnTo>
                  <a:lnTo>
                    <a:pt x="1186" y="26775"/>
                  </a:lnTo>
                  <a:lnTo>
                    <a:pt x="1199" y="26657"/>
                  </a:lnTo>
                  <a:lnTo>
                    <a:pt x="1238" y="26551"/>
                  </a:lnTo>
                  <a:lnTo>
                    <a:pt x="1278" y="26433"/>
                  </a:lnTo>
                  <a:lnTo>
                    <a:pt x="1317" y="26328"/>
                  </a:lnTo>
                  <a:lnTo>
                    <a:pt x="1383" y="26235"/>
                  </a:lnTo>
                  <a:lnTo>
                    <a:pt x="1449" y="26143"/>
                  </a:lnTo>
                  <a:lnTo>
                    <a:pt x="1528" y="26051"/>
                  </a:lnTo>
                  <a:lnTo>
                    <a:pt x="1620" y="25972"/>
                  </a:lnTo>
                  <a:lnTo>
                    <a:pt x="1712" y="25906"/>
                  </a:lnTo>
                  <a:lnTo>
                    <a:pt x="1804" y="25854"/>
                  </a:lnTo>
                  <a:lnTo>
                    <a:pt x="1910" y="25801"/>
                  </a:lnTo>
                  <a:lnTo>
                    <a:pt x="2015" y="25761"/>
                  </a:lnTo>
                  <a:lnTo>
                    <a:pt x="2133" y="25722"/>
                  </a:lnTo>
                  <a:lnTo>
                    <a:pt x="2252" y="25709"/>
                  </a:lnTo>
                  <a:close/>
                  <a:moveTo>
                    <a:pt x="1725" y="1"/>
                  </a:moveTo>
                  <a:lnTo>
                    <a:pt x="1725" y="24616"/>
                  </a:lnTo>
                  <a:lnTo>
                    <a:pt x="1541" y="24669"/>
                  </a:lnTo>
                  <a:lnTo>
                    <a:pt x="1357" y="24748"/>
                  </a:lnTo>
                  <a:lnTo>
                    <a:pt x="1186" y="24840"/>
                  </a:lnTo>
                  <a:lnTo>
                    <a:pt x="1028" y="24945"/>
                  </a:lnTo>
                  <a:lnTo>
                    <a:pt x="883" y="25051"/>
                  </a:lnTo>
                  <a:lnTo>
                    <a:pt x="738" y="25182"/>
                  </a:lnTo>
                  <a:lnTo>
                    <a:pt x="606" y="25314"/>
                  </a:lnTo>
                  <a:lnTo>
                    <a:pt x="488" y="25459"/>
                  </a:lnTo>
                  <a:lnTo>
                    <a:pt x="383" y="25617"/>
                  </a:lnTo>
                  <a:lnTo>
                    <a:pt x="277" y="25775"/>
                  </a:lnTo>
                  <a:lnTo>
                    <a:pt x="198" y="25946"/>
                  </a:lnTo>
                  <a:lnTo>
                    <a:pt x="133" y="26130"/>
                  </a:lnTo>
                  <a:lnTo>
                    <a:pt x="67" y="26314"/>
                  </a:lnTo>
                  <a:lnTo>
                    <a:pt x="27" y="26499"/>
                  </a:lnTo>
                  <a:lnTo>
                    <a:pt x="1" y="26696"/>
                  </a:lnTo>
                  <a:lnTo>
                    <a:pt x="1" y="26907"/>
                  </a:lnTo>
                  <a:lnTo>
                    <a:pt x="14" y="27144"/>
                  </a:lnTo>
                  <a:lnTo>
                    <a:pt x="40" y="27381"/>
                  </a:lnTo>
                  <a:lnTo>
                    <a:pt x="106" y="27604"/>
                  </a:lnTo>
                  <a:lnTo>
                    <a:pt x="185" y="27828"/>
                  </a:lnTo>
                  <a:lnTo>
                    <a:pt x="291" y="28039"/>
                  </a:lnTo>
                  <a:lnTo>
                    <a:pt x="409" y="28223"/>
                  </a:lnTo>
                  <a:lnTo>
                    <a:pt x="541" y="28407"/>
                  </a:lnTo>
                  <a:lnTo>
                    <a:pt x="699" y="28578"/>
                  </a:lnTo>
                  <a:lnTo>
                    <a:pt x="870" y="28736"/>
                  </a:lnTo>
                  <a:lnTo>
                    <a:pt x="1041" y="28868"/>
                  </a:lnTo>
                  <a:lnTo>
                    <a:pt x="1238" y="28987"/>
                  </a:lnTo>
                  <a:lnTo>
                    <a:pt x="1449" y="29092"/>
                  </a:lnTo>
                  <a:lnTo>
                    <a:pt x="1673" y="29171"/>
                  </a:lnTo>
                  <a:lnTo>
                    <a:pt x="1896" y="29237"/>
                  </a:lnTo>
                  <a:lnTo>
                    <a:pt x="2133" y="29263"/>
                  </a:lnTo>
                  <a:lnTo>
                    <a:pt x="2370" y="29276"/>
                  </a:lnTo>
                  <a:lnTo>
                    <a:pt x="2620" y="29263"/>
                  </a:lnTo>
                  <a:lnTo>
                    <a:pt x="2857" y="29237"/>
                  </a:lnTo>
                  <a:lnTo>
                    <a:pt x="3081" y="29171"/>
                  </a:lnTo>
                  <a:lnTo>
                    <a:pt x="3305" y="29092"/>
                  </a:lnTo>
                  <a:lnTo>
                    <a:pt x="3502" y="28987"/>
                  </a:lnTo>
                  <a:lnTo>
                    <a:pt x="3700" y="28868"/>
                  </a:lnTo>
                  <a:lnTo>
                    <a:pt x="3884" y="28736"/>
                  </a:lnTo>
                  <a:lnTo>
                    <a:pt x="4055" y="28578"/>
                  </a:lnTo>
                  <a:lnTo>
                    <a:pt x="4213" y="28407"/>
                  </a:lnTo>
                  <a:lnTo>
                    <a:pt x="4345" y="28223"/>
                  </a:lnTo>
                  <a:lnTo>
                    <a:pt x="4463" y="28039"/>
                  </a:lnTo>
                  <a:lnTo>
                    <a:pt x="4569" y="27828"/>
                  </a:lnTo>
                  <a:lnTo>
                    <a:pt x="4648" y="27604"/>
                  </a:lnTo>
                  <a:lnTo>
                    <a:pt x="4700" y="27381"/>
                  </a:lnTo>
                  <a:lnTo>
                    <a:pt x="4740" y="27144"/>
                  </a:lnTo>
                  <a:lnTo>
                    <a:pt x="4753" y="26907"/>
                  </a:lnTo>
                  <a:lnTo>
                    <a:pt x="4740" y="26696"/>
                  </a:lnTo>
                  <a:lnTo>
                    <a:pt x="4713" y="26485"/>
                  </a:lnTo>
                  <a:lnTo>
                    <a:pt x="4674" y="26288"/>
                  </a:lnTo>
                  <a:lnTo>
                    <a:pt x="4608" y="26091"/>
                  </a:lnTo>
                  <a:lnTo>
                    <a:pt x="4542" y="25906"/>
                  </a:lnTo>
                  <a:lnTo>
                    <a:pt x="4450" y="25735"/>
                  </a:lnTo>
                  <a:lnTo>
                    <a:pt x="4345" y="25564"/>
                  </a:lnTo>
                  <a:lnTo>
                    <a:pt x="4226" y="25406"/>
                  </a:lnTo>
                  <a:lnTo>
                    <a:pt x="4095" y="25261"/>
                  </a:lnTo>
                  <a:lnTo>
                    <a:pt x="3950" y="25116"/>
                  </a:lnTo>
                  <a:lnTo>
                    <a:pt x="3805" y="24998"/>
                  </a:lnTo>
                  <a:lnTo>
                    <a:pt x="3634" y="24880"/>
                  </a:lnTo>
                  <a:lnTo>
                    <a:pt x="3463" y="24787"/>
                  </a:lnTo>
                  <a:lnTo>
                    <a:pt x="3292" y="24708"/>
                  </a:lnTo>
                  <a:lnTo>
                    <a:pt x="3094" y="24629"/>
                  </a:lnTo>
                  <a:lnTo>
                    <a:pt x="2897" y="24577"/>
                  </a:lnTo>
                  <a:lnTo>
                    <a:pt x="2897" y="1172"/>
                  </a:lnTo>
                  <a:lnTo>
                    <a:pt x="14889" y="1172"/>
                  </a:lnTo>
                  <a:lnTo>
                    <a:pt x="14889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4"/>
            <p:cNvSpPr/>
            <p:nvPr/>
          </p:nvSpPr>
          <p:spPr>
            <a:xfrm>
              <a:off x="3884350" y="1915475"/>
              <a:ext cx="571000" cy="841175"/>
            </a:xfrm>
            <a:custGeom>
              <a:avLst/>
              <a:gdLst/>
              <a:ahLst/>
              <a:cxnLst/>
              <a:rect l="l" t="t" r="r" b="b"/>
              <a:pathLst>
                <a:path w="22840" h="33647" extrusionOk="0">
                  <a:moveTo>
                    <a:pt x="2502" y="30079"/>
                  </a:moveTo>
                  <a:lnTo>
                    <a:pt x="2620" y="30092"/>
                  </a:lnTo>
                  <a:lnTo>
                    <a:pt x="2739" y="30132"/>
                  </a:lnTo>
                  <a:lnTo>
                    <a:pt x="2844" y="30171"/>
                  </a:lnTo>
                  <a:lnTo>
                    <a:pt x="2950" y="30224"/>
                  </a:lnTo>
                  <a:lnTo>
                    <a:pt x="3055" y="30277"/>
                  </a:lnTo>
                  <a:lnTo>
                    <a:pt x="3147" y="30342"/>
                  </a:lnTo>
                  <a:lnTo>
                    <a:pt x="3226" y="30421"/>
                  </a:lnTo>
                  <a:lnTo>
                    <a:pt x="3305" y="30513"/>
                  </a:lnTo>
                  <a:lnTo>
                    <a:pt x="3371" y="30606"/>
                  </a:lnTo>
                  <a:lnTo>
                    <a:pt x="3437" y="30698"/>
                  </a:lnTo>
                  <a:lnTo>
                    <a:pt x="3489" y="30803"/>
                  </a:lnTo>
                  <a:lnTo>
                    <a:pt x="3529" y="30908"/>
                  </a:lnTo>
                  <a:lnTo>
                    <a:pt x="3555" y="31027"/>
                  </a:lnTo>
                  <a:lnTo>
                    <a:pt x="3568" y="31145"/>
                  </a:lnTo>
                  <a:lnTo>
                    <a:pt x="3581" y="31264"/>
                  </a:lnTo>
                  <a:lnTo>
                    <a:pt x="3568" y="31395"/>
                  </a:lnTo>
                  <a:lnTo>
                    <a:pt x="3555" y="31514"/>
                  </a:lnTo>
                  <a:lnTo>
                    <a:pt x="3529" y="31632"/>
                  </a:lnTo>
                  <a:lnTo>
                    <a:pt x="3489" y="31738"/>
                  </a:lnTo>
                  <a:lnTo>
                    <a:pt x="3437" y="31843"/>
                  </a:lnTo>
                  <a:lnTo>
                    <a:pt x="3371" y="31935"/>
                  </a:lnTo>
                  <a:lnTo>
                    <a:pt x="3305" y="32027"/>
                  </a:lnTo>
                  <a:lnTo>
                    <a:pt x="3226" y="32119"/>
                  </a:lnTo>
                  <a:lnTo>
                    <a:pt x="3147" y="32198"/>
                  </a:lnTo>
                  <a:lnTo>
                    <a:pt x="3055" y="32264"/>
                  </a:lnTo>
                  <a:lnTo>
                    <a:pt x="2950" y="32317"/>
                  </a:lnTo>
                  <a:lnTo>
                    <a:pt x="2844" y="32370"/>
                  </a:lnTo>
                  <a:lnTo>
                    <a:pt x="2739" y="32409"/>
                  </a:lnTo>
                  <a:lnTo>
                    <a:pt x="2620" y="32449"/>
                  </a:lnTo>
                  <a:lnTo>
                    <a:pt x="2502" y="32462"/>
                  </a:lnTo>
                  <a:lnTo>
                    <a:pt x="2265" y="32462"/>
                  </a:lnTo>
                  <a:lnTo>
                    <a:pt x="2147" y="32449"/>
                  </a:lnTo>
                  <a:lnTo>
                    <a:pt x="2028" y="32409"/>
                  </a:lnTo>
                  <a:lnTo>
                    <a:pt x="1923" y="32370"/>
                  </a:lnTo>
                  <a:lnTo>
                    <a:pt x="1818" y="32317"/>
                  </a:lnTo>
                  <a:lnTo>
                    <a:pt x="1712" y="32264"/>
                  </a:lnTo>
                  <a:lnTo>
                    <a:pt x="1620" y="32198"/>
                  </a:lnTo>
                  <a:lnTo>
                    <a:pt x="1541" y="32119"/>
                  </a:lnTo>
                  <a:lnTo>
                    <a:pt x="1462" y="32027"/>
                  </a:lnTo>
                  <a:lnTo>
                    <a:pt x="1396" y="31935"/>
                  </a:lnTo>
                  <a:lnTo>
                    <a:pt x="1330" y="31843"/>
                  </a:lnTo>
                  <a:lnTo>
                    <a:pt x="1278" y="31738"/>
                  </a:lnTo>
                  <a:lnTo>
                    <a:pt x="1238" y="31632"/>
                  </a:lnTo>
                  <a:lnTo>
                    <a:pt x="1212" y="31514"/>
                  </a:lnTo>
                  <a:lnTo>
                    <a:pt x="1186" y="31395"/>
                  </a:lnTo>
                  <a:lnTo>
                    <a:pt x="1186" y="31264"/>
                  </a:lnTo>
                  <a:lnTo>
                    <a:pt x="1186" y="31145"/>
                  </a:lnTo>
                  <a:lnTo>
                    <a:pt x="1212" y="31027"/>
                  </a:lnTo>
                  <a:lnTo>
                    <a:pt x="1238" y="30908"/>
                  </a:lnTo>
                  <a:lnTo>
                    <a:pt x="1278" y="30803"/>
                  </a:lnTo>
                  <a:lnTo>
                    <a:pt x="1330" y="30698"/>
                  </a:lnTo>
                  <a:lnTo>
                    <a:pt x="1396" y="30606"/>
                  </a:lnTo>
                  <a:lnTo>
                    <a:pt x="1462" y="30513"/>
                  </a:lnTo>
                  <a:lnTo>
                    <a:pt x="1541" y="30421"/>
                  </a:lnTo>
                  <a:lnTo>
                    <a:pt x="1620" y="30342"/>
                  </a:lnTo>
                  <a:lnTo>
                    <a:pt x="1712" y="30277"/>
                  </a:lnTo>
                  <a:lnTo>
                    <a:pt x="1818" y="30224"/>
                  </a:lnTo>
                  <a:lnTo>
                    <a:pt x="1923" y="30171"/>
                  </a:lnTo>
                  <a:lnTo>
                    <a:pt x="2028" y="30132"/>
                  </a:lnTo>
                  <a:lnTo>
                    <a:pt x="2147" y="30092"/>
                  </a:lnTo>
                  <a:lnTo>
                    <a:pt x="2265" y="30079"/>
                  </a:lnTo>
                  <a:close/>
                  <a:moveTo>
                    <a:pt x="17021" y="0"/>
                  </a:moveTo>
                  <a:lnTo>
                    <a:pt x="17021" y="30685"/>
                  </a:lnTo>
                  <a:lnTo>
                    <a:pt x="4687" y="30685"/>
                  </a:lnTo>
                  <a:lnTo>
                    <a:pt x="4635" y="30487"/>
                  </a:lnTo>
                  <a:lnTo>
                    <a:pt x="4556" y="30303"/>
                  </a:lnTo>
                  <a:lnTo>
                    <a:pt x="4477" y="30132"/>
                  </a:lnTo>
                  <a:lnTo>
                    <a:pt x="4371" y="29961"/>
                  </a:lnTo>
                  <a:lnTo>
                    <a:pt x="4266" y="29816"/>
                  </a:lnTo>
                  <a:lnTo>
                    <a:pt x="4134" y="29658"/>
                  </a:lnTo>
                  <a:lnTo>
                    <a:pt x="4003" y="29526"/>
                  </a:lnTo>
                  <a:lnTo>
                    <a:pt x="3858" y="29395"/>
                  </a:lnTo>
                  <a:lnTo>
                    <a:pt x="3700" y="29289"/>
                  </a:lnTo>
                  <a:lnTo>
                    <a:pt x="3529" y="29184"/>
                  </a:lnTo>
                  <a:lnTo>
                    <a:pt x="3358" y="29105"/>
                  </a:lnTo>
                  <a:lnTo>
                    <a:pt x="3173" y="29026"/>
                  </a:lnTo>
                  <a:lnTo>
                    <a:pt x="2989" y="28973"/>
                  </a:lnTo>
                  <a:lnTo>
                    <a:pt x="2792" y="28921"/>
                  </a:lnTo>
                  <a:lnTo>
                    <a:pt x="2594" y="28894"/>
                  </a:lnTo>
                  <a:lnTo>
                    <a:pt x="2384" y="28894"/>
                  </a:lnTo>
                  <a:lnTo>
                    <a:pt x="2147" y="28908"/>
                  </a:lnTo>
                  <a:lnTo>
                    <a:pt x="1910" y="28934"/>
                  </a:lnTo>
                  <a:lnTo>
                    <a:pt x="1673" y="29000"/>
                  </a:lnTo>
                  <a:lnTo>
                    <a:pt x="1462" y="29079"/>
                  </a:lnTo>
                  <a:lnTo>
                    <a:pt x="1251" y="29184"/>
                  </a:lnTo>
                  <a:lnTo>
                    <a:pt x="1054" y="29302"/>
                  </a:lnTo>
                  <a:lnTo>
                    <a:pt x="870" y="29434"/>
                  </a:lnTo>
                  <a:lnTo>
                    <a:pt x="699" y="29592"/>
                  </a:lnTo>
                  <a:lnTo>
                    <a:pt x="554" y="29763"/>
                  </a:lnTo>
                  <a:lnTo>
                    <a:pt x="409" y="29947"/>
                  </a:lnTo>
                  <a:lnTo>
                    <a:pt x="291" y="30132"/>
                  </a:lnTo>
                  <a:lnTo>
                    <a:pt x="185" y="30342"/>
                  </a:lnTo>
                  <a:lnTo>
                    <a:pt x="106" y="30566"/>
                  </a:lnTo>
                  <a:lnTo>
                    <a:pt x="54" y="30790"/>
                  </a:lnTo>
                  <a:lnTo>
                    <a:pt x="14" y="31027"/>
                  </a:lnTo>
                  <a:lnTo>
                    <a:pt x="1" y="31264"/>
                  </a:lnTo>
                  <a:lnTo>
                    <a:pt x="14" y="31514"/>
                  </a:lnTo>
                  <a:lnTo>
                    <a:pt x="54" y="31751"/>
                  </a:lnTo>
                  <a:lnTo>
                    <a:pt x="106" y="31975"/>
                  </a:lnTo>
                  <a:lnTo>
                    <a:pt x="185" y="32198"/>
                  </a:lnTo>
                  <a:lnTo>
                    <a:pt x="291" y="32409"/>
                  </a:lnTo>
                  <a:lnTo>
                    <a:pt x="409" y="32593"/>
                  </a:lnTo>
                  <a:lnTo>
                    <a:pt x="554" y="32778"/>
                  </a:lnTo>
                  <a:lnTo>
                    <a:pt x="699" y="32949"/>
                  </a:lnTo>
                  <a:lnTo>
                    <a:pt x="870" y="33107"/>
                  </a:lnTo>
                  <a:lnTo>
                    <a:pt x="1054" y="33238"/>
                  </a:lnTo>
                  <a:lnTo>
                    <a:pt x="1251" y="33357"/>
                  </a:lnTo>
                  <a:lnTo>
                    <a:pt x="1462" y="33462"/>
                  </a:lnTo>
                  <a:lnTo>
                    <a:pt x="1673" y="33541"/>
                  </a:lnTo>
                  <a:lnTo>
                    <a:pt x="1910" y="33607"/>
                  </a:lnTo>
                  <a:lnTo>
                    <a:pt x="2147" y="33633"/>
                  </a:lnTo>
                  <a:lnTo>
                    <a:pt x="2384" y="33646"/>
                  </a:lnTo>
                  <a:lnTo>
                    <a:pt x="2594" y="33646"/>
                  </a:lnTo>
                  <a:lnTo>
                    <a:pt x="2792" y="33620"/>
                  </a:lnTo>
                  <a:lnTo>
                    <a:pt x="2989" y="33567"/>
                  </a:lnTo>
                  <a:lnTo>
                    <a:pt x="3173" y="33515"/>
                  </a:lnTo>
                  <a:lnTo>
                    <a:pt x="3358" y="33436"/>
                  </a:lnTo>
                  <a:lnTo>
                    <a:pt x="3529" y="33357"/>
                  </a:lnTo>
                  <a:lnTo>
                    <a:pt x="3700" y="33251"/>
                  </a:lnTo>
                  <a:lnTo>
                    <a:pt x="3858" y="33146"/>
                  </a:lnTo>
                  <a:lnTo>
                    <a:pt x="4003" y="33015"/>
                  </a:lnTo>
                  <a:lnTo>
                    <a:pt x="4134" y="32883"/>
                  </a:lnTo>
                  <a:lnTo>
                    <a:pt x="4266" y="32725"/>
                  </a:lnTo>
                  <a:lnTo>
                    <a:pt x="4371" y="32580"/>
                  </a:lnTo>
                  <a:lnTo>
                    <a:pt x="4477" y="32409"/>
                  </a:lnTo>
                  <a:lnTo>
                    <a:pt x="4556" y="32238"/>
                  </a:lnTo>
                  <a:lnTo>
                    <a:pt x="4635" y="32054"/>
                  </a:lnTo>
                  <a:lnTo>
                    <a:pt x="4687" y="31856"/>
                  </a:lnTo>
                  <a:lnTo>
                    <a:pt x="18206" y="31856"/>
                  </a:lnTo>
                  <a:lnTo>
                    <a:pt x="18206" y="1185"/>
                  </a:lnTo>
                  <a:lnTo>
                    <a:pt x="22840" y="1185"/>
                  </a:lnTo>
                  <a:lnTo>
                    <a:pt x="2284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4"/>
            <p:cNvSpPr/>
            <p:nvPr/>
          </p:nvSpPr>
          <p:spPr>
            <a:xfrm>
              <a:off x="3839600" y="2840875"/>
              <a:ext cx="999800" cy="265925"/>
            </a:xfrm>
            <a:custGeom>
              <a:avLst/>
              <a:gdLst/>
              <a:ahLst/>
              <a:cxnLst/>
              <a:rect l="l" t="t" r="r" b="b"/>
              <a:pathLst>
                <a:path w="39992" h="10637" extrusionOk="0">
                  <a:moveTo>
                    <a:pt x="2502" y="7056"/>
                  </a:moveTo>
                  <a:lnTo>
                    <a:pt x="2620" y="7082"/>
                  </a:lnTo>
                  <a:lnTo>
                    <a:pt x="2739" y="7109"/>
                  </a:lnTo>
                  <a:lnTo>
                    <a:pt x="2857" y="7148"/>
                  </a:lnTo>
                  <a:lnTo>
                    <a:pt x="2949" y="7201"/>
                  </a:lnTo>
                  <a:lnTo>
                    <a:pt x="3055" y="7267"/>
                  </a:lnTo>
                  <a:lnTo>
                    <a:pt x="3147" y="7332"/>
                  </a:lnTo>
                  <a:lnTo>
                    <a:pt x="3226" y="7411"/>
                  </a:lnTo>
                  <a:lnTo>
                    <a:pt x="3305" y="7490"/>
                  </a:lnTo>
                  <a:lnTo>
                    <a:pt x="3384" y="7582"/>
                  </a:lnTo>
                  <a:lnTo>
                    <a:pt x="3436" y="7688"/>
                  </a:lnTo>
                  <a:lnTo>
                    <a:pt x="3489" y="7793"/>
                  </a:lnTo>
                  <a:lnTo>
                    <a:pt x="3529" y="7898"/>
                  </a:lnTo>
                  <a:lnTo>
                    <a:pt x="3555" y="8017"/>
                  </a:lnTo>
                  <a:lnTo>
                    <a:pt x="3581" y="8135"/>
                  </a:lnTo>
                  <a:lnTo>
                    <a:pt x="3581" y="8254"/>
                  </a:lnTo>
                  <a:lnTo>
                    <a:pt x="3581" y="8372"/>
                  </a:lnTo>
                  <a:lnTo>
                    <a:pt x="3555" y="8491"/>
                  </a:lnTo>
                  <a:lnTo>
                    <a:pt x="3529" y="8609"/>
                  </a:lnTo>
                  <a:lnTo>
                    <a:pt x="3489" y="8714"/>
                  </a:lnTo>
                  <a:lnTo>
                    <a:pt x="3436" y="8820"/>
                  </a:lnTo>
                  <a:lnTo>
                    <a:pt x="3384" y="8925"/>
                  </a:lnTo>
                  <a:lnTo>
                    <a:pt x="3305" y="9017"/>
                  </a:lnTo>
                  <a:lnTo>
                    <a:pt x="3226" y="9096"/>
                  </a:lnTo>
                  <a:lnTo>
                    <a:pt x="3147" y="9175"/>
                  </a:lnTo>
                  <a:lnTo>
                    <a:pt x="3055" y="9241"/>
                  </a:lnTo>
                  <a:lnTo>
                    <a:pt x="2949" y="9307"/>
                  </a:lnTo>
                  <a:lnTo>
                    <a:pt x="2857" y="9360"/>
                  </a:lnTo>
                  <a:lnTo>
                    <a:pt x="2739" y="9399"/>
                  </a:lnTo>
                  <a:lnTo>
                    <a:pt x="2620" y="9425"/>
                  </a:lnTo>
                  <a:lnTo>
                    <a:pt x="2502" y="9438"/>
                  </a:lnTo>
                  <a:lnTo>
                    <a:pt x="2383" y="9452"/>
                  </a:lnTo>
                  <a:lnTo>
                    <a:pt x="2265" y="9438"/>
                  </a:lnTo>
                  <a:lnTo>
                    <a:pt x="2146" y="9425"/>
                  </a:lnTo>
                  <a:lnTo>
                    <a:pt x="2028" y="9399"/>
                  </a:lnTo>
                  <a:lnTo>
                    <a:pt x="1923" y="9360"/>
                  </a:lnTo>
                  <a:lnTo>
                    <a:pt x="1817" y="9307"/>
                  </a:lnTo>
                  <a:lnTo>
                    <a:pt x="1712" y="9241"/>
                  </a:lnTo>
                  <a:lnTo>
                    <a:pt x="1620" y="9175"/>
                  </a:lnTo>
                  <a:lnTo>
                    <a:pt x="1541" y="9096"/>
                  </a:lnTo>
                  <a:lnTo>
                    <a:pt x="1462" y="9017"/>
                  </a:lnTo>
                  <a:lnTo>
                    <a:pt x="1396" y="8925"/>
                  </a:lnTo>
                  <a:lnTo>
                    <a:pt x="1330" y="8820"/>
                  </a:lnTo>
                  <a:lnTo>
                    <a:pt x="1278" y="8714"/>
                  </a:lnTo>
                  <a:lnTo>
                    <a:pt x="1238" y="8609"/>
                  </a:lnTo>
                  <a:lnTo>
                    <a:pt x="1212" y="8491"/>
                  </a:lnTo>
                  <a:lnTo>
                    <a:pt x="1199" y="8372"/>
                  </a:lnTo>
                  <a:lnTo>
                    <a:pt x="1185" y="8254"/>
                  </a:lnTo>
                  <a:lnTo>
                    <a:pt x="1199" y="8135"/>
                  </a:lnTo>
                  <a:lnTo>
                    <a:pt x="1212" y="8017"/>
                  </a:lnTo>
                  <a:lnTo>
                    <a:pt x="1238" y="7898"/>
                  </a:lnTo>
                  <a:lnTo>
                    <a:pt x="1278" y="7793"/>
                  </a:lnTo>
                  <a:lnTo>
                    <a:pt x="1330" y="7688"/>
                  </a:lnTo>
                  <a:lnTo>
                    <a:pt x="1396" y="7582"/>
                  </a:lnTo>
                  <a:lnTo>
                    <a:pt x="1462" y="7490"/>
                  </a:lnTo>
                  <a:lnTo>
                    <a:pt x="1541" y="7411"/>
                  </a:lnTo>
                  <a:lnTo>
                    <a:pt x="1620" y="7332"/>
                  </a:lnTo>
                  <a:lnTo>
                    <a:pt x="1712" y="7267"/>
                  </a:lnTo>
                  <a:lnTo>
                    <a:pt x="1817" y="7201"/>
                  </a:lnTo>
                  <a:lnTo>
                    <a:pt x="1923" y="7148"/>
                  </a:lnTo>
                  <a:lnTo>
                    <a:pt x="2028" y="7109"/>
                  </a:lnTo>
                  <a:lnTo>
                    <a:pt x="2146" y="7082"/>
                  </a:lnTo>
                  <a:lnTo>
                    <a:pt x="2265" y="7056"/>
                  </a:lnTo>
                  <a:close/>
                  <a:moveTo>
                    <a:pt x="13849" y="0"/>
                  </a:moveTo>
                  <a:lnTo>
                    <a:pt x="4213" y="6727"/>
                  </a:lnTo>
                  <a:lnTo>
                    <a:pt x="4042" y="6543"/>
                  </a:lnTo>
                  <a:lnTo>
                    <a:pt x="3844" y="6371"/>
                  </a:lnTo>
                  <a:lnTo>
                    <a:pt x="3634" y="6227"/>
                  </a:lnTo>
                  <a:lnTo>
                    <a:pt x="3410" y="6108"/>
                  </a:lnTo>
                  <a:lnTo>
                    <a:pt x="3173" y="6003"/>
                  </a:lnTo>
                  <a:lnTo>
                    <a:pt x="2923" y="5937"/>
                  </a:lnTo>
                  <a:lnTo>
                    <a:pt x="2660" y="5884"/>
                  </a:lnTo>
                  <a:lnTo>
                    <a:pt x="2383" y="5871"/>
                  </a:lnTo>
                  <a:lnTo>
                    <a:pt x="2146" y="5884"/>
                  </a:lnTo>
                  <a:lnTo>
                    <a:pt x="1909" y="5924"/>
                  </a:lnTo>
                  <a:lnTo>
                    <a:pt x="1672" y="5976"/>
                  </a:lnTo>
                  <a:lnTo>
                    <a:pt x="1462" y="6055"/>
                  </a:lnTo>
                  <a:lnTo>
                    <a:pt x="1251" y="6161"/>
                  </a:lnTo>
                  <a:lnTo>
                    <a:pt x="1054" y="6279"/>
                  </a:lnTo>
                  <a:lnTo>
                    <a:pt x="870" y="6424"/>
                  </a:lnTo>
                  <a:lnTo>
                    <a:pt x="698" y="6569"/>
                  </a:lnTo>
                  <a:lnTo>
                    <a:pt x="554" y="6740"/>
                  </a:lnTo>
                  <a:lnTo>
                    <a:pt x="409" y="6924"/>
                  </a:lnTo>
                  <a:lnTo>
                    <a:pt x="290" y="7122"/>
                  </a:lnTo>
                  <a:lnTo>
                    <a:pt x="198" y="7332"/>
                  </a:lnTo>
                  <a:lnTo>
                    <a:pt x="119" y="7543"/>
                  </a:lnTo>
                  <a:lnTo>
                    <a:pt x="53" y="7780"/>
                  </a:lnTo>
                  <a:lnTo>
                    <a:pt x="14" y="8017"/>
                  </a:lnTo>
                  <a:lnTo>
                    <a:pt x="1" y="8254"/>
                  </a:lnTo>
                  <a:lnTo>
                    <a:pt x="14" y="8491"/>
                  </a:lnTo>
                  <a:lnTo>
                    <a:pt x="53" y="8728"/>
                  </a:lnTo>
                  <a:lnTo>
                    <a:pt x="119" y="8965"/>
                  </a:lnTo>
                  <a:lnTo>
                    <a:pt x="198" y="9175"/>
                  </a:lnTo>
                  <a:lnTo>
                    <a:pt x="290" y="9386"/>
                  </a:lnTo>
                  <a:lnTo>
                    <a:pt x="409" y="9583"/>
                  </a:lnTo>
                  <a:lnTo>
                    <a:pt x="554" y="9768"/>
                  </a:lnTo>
                  <a:lnTo>
                    <a:pt x="698" y="9939"/>
                  </a:lnTo>
                  <a:lnTo>
                    <a:pt x="870" y="10083"/>
                  </a:lnTo>
                  <a:lnTo>
                    <a:pt x="1054" y="10228"/>
                  </a:lnTo>
                  <a:lnTo>
                    <a:pt x="1251" y="10347"/>
                  </a:lnTo>
                  <a:lnTo>
                    <a:pt x="1462" y="10439"/>
                  </a:lnTo>
                  <a:lnTo>
                    <a:pt x="1672" y="10531"/>
                  </a:lnTo>
                  <a:lnTo>
                    <a:pt x="1909" y="10584"/>
                  </a:lnTo>
                  <a:lnTo>
                    <a:pt x="2146" y="10623"/>
                  </a:lnTo>
                  <a:lnTo>
                    <a:pt x="2383" y="10636"/>
                  </a:lnTo>
                  <a:lnTo>
                    <a:pt x="2633" y="10623"/>
                  </a:lnTo>
                  <a:lnTo>
                    <a:pt x="2870" y="10584"/>
                  </a:lnTo>
                  <a:lnTo>
                    <a:pt x="3094" y="10531"/>
                  </a:lnTo>
                  <a:lnTo>
                    <a:pt x="3305" y="10439"/>
                  </a:lnTo>
                  <a:lnTo>
                    <a:pt x="3515" y="10347"/>
                  </a:lnTo>
                  <a:lnTo>
                    <a:pt x="3713" y="10228"/>
                  </a:lnTo>
                  <a:lnTo>
                    <a:pt x="3897" y="10083"/>
                  </a:lnTo>
                  <a:lnTo>
                    <a:pt x="4068" y="9939"/>
                  </a:lnTo>
                  <a:lnTo>
                    <a:pt x="4226" y="9768"/>
                  </a:lnTo>
                  <a:lnTo>
                    <a:pt x="4358" y="9583"/>
                  </a:lnTo>
                  <a:lnTo>
                    <a:pt x="4476" y="9386"/>
                  </a:lnTo>
                  <a:lnTo>
                    <a:pt x="4582" y="9175"/>
                  </a:lnTo>
                  <a:lnTo>
                    <a:pt x="4661" y="8965"/>
                  </a:lnTo>
                  <a:lnTo>
                    <a:pt x="4713" y="8728"/>
                  </a:lnTo>
                  <a:lnTo>
                    <a:pt x="4753" y="8491"/>
                  </a:lnTo>
                  <a:lnTo>
                    <a:pt x="4766" y="8254"/>
                  </a:lnTo>
                  <a:lnTo>
                    <a:pt x="4753" y="8030"/>
                  </a:lnTo>
                  <a:lnTo>
                    <a:pt x="4726" y="7819"/>
                  </a:lnTo>
                  <a:lnTo>
                    <a:pt x="14230" y="1185"/>
                  </a:lnTo>
                  <a:lnTo>
                    <a:pt x="39991" y="1185"/>
                  </a:lnTo>
                  <a:lnTo>
                    <a:pt x="39991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4"/>
            <p:cNvSpPr/>
            <p:nvPr/>
          </p:nvSpPr>
          <p:spPr>
            <a:xfrm>
              <a:off x="3839600" y="2976450"/>
              <a:ext cx="999800" cy="270200"/>
            </a:xfrm>
            <a:custGeom>
              <a:avLst/>
              <a:gdLst/>
              <a:ahLst/>
              <a:cxnLst/>
              <a:rect l="l" t="t" r="r" b="b"/>
              <a:pathLst>
                <a:path w="39992" h="10808" extrusionOk="0">
                  <a:moveTo>
                    <a:pt x="2383" y="7227"/>
                  </a:moveTo>
                  <a:lnTo>
                    <a:pt x="2502" y="7241"/>
                  </a:lnTo>
                  <a:lnTo>
                    <a:pt x="2620" y="7254"/>
                  </a:lnTo>
                  <a:lnTo>
                    <a:pt x="2739" y="7280"/>
                  </a:lnTo>
                  <a:lnTo>
                    <a:pt x="2857" y="7320"/>
                  </a:lnTo>
                  <a:lnTo>
                    <a:pt x="2949" y="7372"/>
                  </a:lnTo>
                  <a:lnTo>
                    <a:pt x="3055" y="7438"/>
                  </a:lnTo>
                  <a:lnTo>
                    <a:pt x="3147" y="7504"/>
                  </a:lnTo>
                  <a:lnTo>
                    <a:pt x="3226" y="7583"/>
                  </a:lnTo>
                  <a:lnTo>
                    <a:pt x="3305" y="7662"/>
                  </a:lnTo>
                  <a:lnTo>
                    <a:pt x="3384" y="7754"/>
                  </a:lnTo>
                  <a:lnTo>
                    <a:pt x="3436" y="7859"/>
                  </a:lnTo>
                  <a:lnTo>
                    <a:pt x="3489" y="7965"/>
                  </a:lnTo>
                  <a:lnTo>
                    <a:pt x="3529" y="8070"/>
                  </a:lnTo>
                  <a:lnTo>
                    <a:pt x="3555" y="8188"/>
                  </a:lnTo>
                  <a:lnTo>
                    <a:pt x="3581" y="8307"/>
                  </a:lnTo>
                  <a:lnTo>
                    <a:pt x="3581" y="8425"/>
                  </a:lnTo>
                  <a:lnTo>
                    <a:pt x="3581" y="8544"/>
                  </a:lnTo>
                  <a:lnTo>
                    <a:pt x="3555" y="8662"/>
                  </a:lnTo>
                  <a:lnTo>
                    <a:pt x="3529" y="8781"/>
                  </a:lnTo>
                  <a:lnTo>
                    <a:pt x="3489" y="8899"/>
                  </a:lnTo>
                  <a:lnTo>
                    <a:pt x="3436" y="8991"/>
                  </a:lnTo>
                  <a:lnTo>
                    <a:pt x="3384" y="9097"/>
                  </a:lnTo>
                  <a:lnTo>
                    <a:pt x="3305" y="9189"/>
                  </a:lnTo>
                  <a:lnTo>
                    <a:pt x="3226" y="9268"/>
                  </a:lnTo>
                  <a:lnTo>
                    <a:pt x="3147" y="9347"/>
                  </a:lnTo>
                  <a:lnTo>
                    <a:pt x="3055" y="9426"/>
                  </a:lnTo>
                  <a:lnTo>
                    <a:pt x="2949" y="9478"/>
                  </a:lnTo>
                  <a:lnTo>
                    <a:pt x="2857" y="9531"/>
                  </a:lnTo>
                  <a:lnTo>
                    <a:pt x="2739" y="9570"/>
                  </a:lnTo>
                  <a:lnTo>
                    <a:pt x="2620" y="9597"/>
                  </a:lnTo>
                  <a:lnTo>
                    <a:pt x="2502" y="9623"/>
                  </a:lnTo>
                  <a:lnTo>
                    <a:pt x="2265" y="9623"/>
                  </a:lnTo>
                  <a:lnTo>
                    <a:pt x="2146" y="9597"/>
                  </a:lnTo>
                  <a:lnTo>
                    <a:pt x="2028" y="9570"/>
                  </a:lnTo>
                  <a:lnTo>
                    <a:pt x="1923" y="9531"/>
                  </a:lnTo>
                  <a:lnTo>
                    <a:pt x="1817" y="9478"/>
                  </a:lnTo>
                  <a:lnTo>
                    <a:pt x="1712" y="9426"/>
                  </a:lnTo>
                  <a:lnTo>
                    <a:pt x="1620" y="9347"/>
                  </a:lnTo>
                  <a:lnTo>
                    <a:pt x="1541" y="9268"/>
                  </a:lnTo>
                  <a:lnTo>
                    <a:pt x="1462" y="9189"/>
                  </a:lnTo>
                  <a:lnTo>
                    <a:pt x="1396" y="9097"/>
                  </a:lnTo>
                  <a:lnTo>
                    <a:pt x="1330" y="8991"/>
                  </a:lnTo>
                  <a:lnTo>
                    <a:pt x="1278" y="8899"/>
                  </a:lnTo>
                  <a:lnTo>
                    <a:pt x="1238" y="8781"/>
                  </a:lnTo>
                  <a:lnTo>
                    <a:pt x="1212" y="8662"/>
                  </a:lnTo>
                  <a:lnTo>
                    <a:pt x="1199" y="8544"/>
                  </a:lnTo>
                  <a:lnTo>
                    <a:pt x="1185" y="8425"/>
                  </a:lnTo>
                  <a:lnTo>
                    <a:pt x="1199" y="8307"/>
                  </a:lnTo>
                  <a:lnTo>
                    <a:pt x="1212" y="8188"/>
                  </a:lnTo>
                  <a:lnTo>
                    <a:pt x="1238" y="8070"/>
                  </a:lnTo>
                  <a:lnTo>
                    <a:pt x="1278" y="7965"/>
                  </a:lnTo>
                  <a:lnTo>
                    <a:pt x="1330" y="7859"/>
                  </a:lnTo>
                  <a:lnTo>
                    <a:pt x="1396" y="7754"/>
                  </a:lnTo>
                  <a:lnTo>
                    <a:pt x="1462" y="7662"/>
                  </a:lnTo>
                  <a:lnTo>
                    <a:pt x="1541" y="7583"/>
                  </a:lnTo>
                  <a:lnTo>
                    <a:pt x="1620" y="7504"/>
                  </a:lnTo>
                  <a:lnTo>
                    <a:pt x="1712" y="7438"/>
                  </a:lnTo>
                  <a:lnTo>
                    <a:pt x="1817" y="7372"/>
                  </a:lnTo>
                  <a:lnTo>
                    <a:pt x="1923" y="7320"/>
                  </a:lnTo>
                  <a:lnTo>
                    <a:pt x="2028" y="7280"/>
                  </a:lnTo>
                  <a:lnTo>
                    <a:pt x="2146" y="7254"/>
                  </a:lnTo>
                  <a:lnTo>
                    <a:pt x="2265" y="7241"/>
                  </a:lnTo>
                  <a:lnTo>
                    <a:pt x="2383" y="7227"/>
                  </a:lnTo>
                  <a:close/>
                  <a:moveTo>
                    <a:pt x="13849" y="1"/>
                  </a:moveTo>
                  <a:lnTo>
                    <a:pt x="4121" y="6793"/>
                  </a:lnTo>
                  <a:lnTo>
                    <a:pt x="3950" y="6635"/>
                  </a:lnTo>
                  <a:lnTo>
                    <a:pt x="3752" y="6490"/>
                  </a:lnTo>
                  <a:lnTo>
                    <a:pt x="3555" y="6359"/>
                  </a:lnTo>
                  <a:lnTo>
                    <a:pt x="3344" y="6253"/>
                  </a:lnTo>
                  <a:lnTo>
                    <a:pt x="3120" y="6161"/>
                  </a:lnTo>
                  <a:lnTo>
                    <a:pt x="2884" y="6095"/>
                  </a:lnTo>
                  <a:lnTo>
                    <a:pt x="2633" y="6056"/>
                  </a:lnTo>
                  <a:lnTo>
                    <a:pt x="2383" y="6043"/>
                  </a:lnTo>
                  <a:lnTo>
                    <a:pt x="2146" y="6056"/>
                  </a:lnTo>
                  <a:lnTo>
                    <a:pt x="1909" y="6095"/>
                  </a:lnTo>
                  <a:lnTo>
                    <a:pt x="1672" y="6161"/>
                  </a:lnTo>
                  <a:lnTo>
                    <a:pt x="1462" y="6240"/>
                  </a:lnTo>
                  <a:lnTo>
                    <a:pt x="1251" y="6332"/>
                  </a:lnTo>
                  <a:lnTo>
                    <a:pt x="1054" y="6451"/>
                  </a:lnTo>
                  <a:lnTo>
                    <a:pt x="870" y="6596"/>
                  </a:lnTo>
                  <a:lnTo>
                    <a:pt x="698" y="6740"/>
                  </a:lnTo>
                  <a:lnTo>
                    <a:pt x="554" y="6911"/>
                  </a:lnTo>
                  <a:lnTo>
                    <a:pt x="409" y="7096"/>
                  </a:lnTo>
                  <a:lnTo>
                    <a:pt x="290" y="7293"/>
                  </a:lnTo>
                  <a:lnTo>
                    <a:pt x="198" y="7504"/>
                  </a:lnTo>
                  <a:lnTo>
                    <a:pt x="119" y="7714"/>
                  </a:lnTo>
                  <a:lnTo>
                    <a:pt x="53" y="7951"/>
                  </a:lnTo>
                  <a:lnTo>
                    <a:pt x="14" y="8188"/>
                  </a:lnTo>
                  <a:lnTo>
                    <a:pt x="1" y="8425"/>
                  </a:lnTo>
                  <a:lnTo>
                    <a:pt x="14" y="8675"/>
                  </a:lnTo>
                  <a:lnTo>
                    <a:pt x="53" y="8912"/>
                  </a:lnTo>
                  <a:lnTo>
                    <a:pt x="119" y="9136"/>
                  </a:lnTo>
                  <a:lnTo>
                    <a:pt x="198" y="9347"/>
                  </a:lnTo>
                  <a:lnTo>
                    <a:pt x="290" y="9557"/>
                  </a:lnTo>
                  <a:lnTo>
                    <a:pt x="409" y="9755"/>
                  </a:lnTo>
                  <a:lnTo>
                    <a:pt x="554" y="9939"/>
                  </a:lnTo>
                  <a:lnTo>
                    <a:pt x="698" y="10110"/>
                  </a:lnTo>
                  <a:lnTo>
                    <a:pt x="870" y="10268"/>
                  </a:lnTo>
                  <a:lnTo>
                    <a:pt x="1054" y="10400"/>
                  </a:lnTo>
                  <a:lnTo>
                    <a:pt x="1251" y="10518"/>
                  </a:lnTo>
                  <a:lnTo>
                    <a:pt x="1462" y="10624"/>
                  </a:lnTo>
                  <a:lnTo>
                    <a:pt x="1672" y="10703"/>
                  </a:lnTo>
                  <a:lnTo>
                    <a:pt x="1909" y="10755"/>
                  </a:lnTo>
                  <a:lnTo>
                    <a:pt x="2146" y="10795"/>
                  </a:lnTo>
                  <a:lnTo>
                    <a:pt x="2383" y="10808"/>
                  </a:lnTo>
                  <a:lnTo>
                    <a:pt x="2633" y="10795"/>
                  </a:lnTo>
                  <a:lnTo>
                    <a:pt x="2870" y="10755"/>
                  </a:lnTo>
                  <a:lnTo>
                    <a:pt x="3094" y="10703"/>
                  </a:lnTo>
                  <a:lnTo>
                    <a:pt x="3305" y="10624"/>
                  </a:lnTo>
                  <a:lnTo>
                    <a:pt x="3515" y="10518"/>
                  </a:lnTo>
                  <a:lnTo>
                    <a:pt x="3713" y="10400"/>
                  </a:lnTo>
                  <a:lnTo>
                    <a:pt x="3897" y="10268"/>
                  </a:lnTo>
                  <a:lnTo>
                    <a:pt x="4068" y="10110"/>
                  </a:lnTo>
                  <a:lnTo>
                    <a:pt x="4226" y="9939"/>
                  </a:lnTo>
                  <a:lnTo>
                    <a:pt x="4358" y="9755"/>
                  </a:lnTo>
                  <a:lnTo>
                    <a:pt x="4476" y="9557"/>
                  </a:lnTo>
                  <a:lnTo>
                    <a:pt x="4582" y="9347"/>
                  </a:lnTo>
                  <a:lnTo>
                    <a:pt x="4661" y="9136"/>
                  </a:lnTo>
                  <a:lnTo>
                    <a:pt x="4713" y="8912"/>
                  </a:lnTo>
                  <a:lnTo>
                    <a:pt x="4753" y="8675"/>
                  </a:lnTo>
                  <a:lnTo>
                    <a:pt x="4766" y="8425"/>
                  </a:lnTo>
                  <a:lnTo>
                    <a:pt x="4753" y="8280"/>
                  </a:lnTo>
                  <a:lnTo>
                    <a:pt x="4740" y="8123"/>
                  </a:lnTo>
                  <a:lnTo>
                    <a:pt x="4726" y="7978"/>
                  </a:lnTo>
                  <a:lnTo>
                    <a:pt x="4687" y="7833"/>
                  </a:lnTo>
                  <a:lnTo>
                    <a:pt x="14230" y="1172"/>
                  </a:lnTo>
                  <a:lnTo>
                    <a:pt x="39991" y="1172"/>
                  </a:lnTo>
                  <a:lnTo>
                    <a:pt x="3999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4"/>
            <p:cNvSpPr/>
            <p:nvPr/>
          </p:nvSpPr>
          <p:spPr>
            <a:xfrm>
              <a:off x="3839600" y="3113675"/>
              <a:ext cx="998800" cy="282050"/>
            </a:xfrm>
            <a:custGeom>
              <a:avLst/>
              <a:gdLst/>
              <a:ahLst/>
              <a:cxnLst/>
              <a:rect l="l" t="t" r="r" b="b"/>
              <a:pathLst>
                <a:path w="39952" h="11282" extrusionOk="0">
                  <a:moveTo>
                    <a:pt x="2502" y="7715"/>
                  </a:moveTo>
                  <a:lnTo>
                    <a:pt x="2620" y="7741"/>
                  </a:lnTo>
                  <a:lnTo>
                    <a:pt x="2739" y="7767"/>
                  </a:lnTo>
                  <a:lnTo>
                    <a:pt x="2857" y="7807"/>
                  </a:lnTo>
                  <a:lnTo>
                    <a:pt x="2949" y="7859"/>
                  </a:lnTo>
                  <a:lnTo>
                    <a:pt x="3055" y="7912"/>
                  </a:lnTo>
                  <a:lnTo>
                    <a:pt x="3147" y="7991"/>
                  </a:lnTo>
                  <a:lnTo>
                    <a:pt x="3226" y="8057"/>
                  </a:lnTo>
                  <a:lnTo>
                    <a:pt x="3305" y="8149"/>
                  </a:lnTo>
                  <a:lnTo>
                    <a:pt x="3384" y="8241"/>
                  </a:lnTo>
                  <a:lnTo>
                    <a:pt x="3436" y="8333"/>
                  </a:lnTo>
                  <a:lnTo>
                    <a:pt x="3489" y="8439"/>
                  </a:lnTo>
                  <a:lnTo>
                    <a:pt x="3529" y="8557"/>
                  </a:lnTo>
                  <a:lnTo>
                    <a:pt x="3555" y="8662"/>
                  </a:lnTo>
                  <a:lnTo>
                    <a:pt x="3581" y="8781"/>
                  </a:lnTo>
                  <a:lnTo>
                    <a:pt x="3581" y="8913"/>
                  </a:lnTo>
                  <a:lnTo>
                    <a:pt x="3581" y="9031"/>
                  </a:lnTo>
                  <a:lnTo>
                    <a:pt x="3555" y="9149"/>
                  </a:lnTo>
                  <a:lnTo>
                    <a:pt x="3529" y="9268"/>
                  </a:lnTo>
                  <a:lnTo>
                    <a:pt x="3489" y="9373"/>
                  </a:lnTo>
                  <a:lnTo>
                    <a:pt x="3436" y="9479"/>
                  </a:lnTo>
                  <a:lnTo>
                    <a:pt x="3384" y="9584"/>
                  </a:lnTo>
                  <a:lnTo>
                    <a:pt x="3305" y="9676"/>
                  </a:lnTo>
                  <a:lnTo>
                    <a:pt x="3226" y="9755"/>
                  </a:lnTo>
                  <a:lnTo>
                    <a:pt x="3147" y="9834"/>
                  </a:lnTo>
                  <a:lnTo>
                    <a:pt x="3055" y="9900"/>
                  </a:lnTo>
                  <a:lnTo>
                    <a:pt x="2949" y="9966"/>
                  </a:lnTo>
                  <a:lnTo>
                    <a:pt x="2857" y="10018"/>
                  </a:lnTo>
                  <a:lnTo>
                    <a:pt x="2739" y="10058"/>
                  </a:lnTo>
                  <a:lnTo>
                    <a:pt x="2620" y="10084"/>
                  </a:lnTo>
                  <a:lnTo>
                    <a:pt x="2502" y="10097"/>
                  </a:lnTo>
                  <a:lnTo>
                    <a:pt x="2383" y="10110"/>
                  </a:lnTo>
                  <a:lnTo>
                    <a:pt x="2265" y="10097"/>
                  </a:lnTo>
                  <a:lnTo>
                    <a:pt x="2146" y="10084"/>
                  </a:lnTo>
                  <a:lnTo>
                    <a:pt x="2028" y="10058"/>
                  </a:lnTo>
                  <a:lnTo>
                    <a:pt x="1923" y="10018"/>
                  </a:lnTo>
                  <a:lnTo>
                    <a:pt x="1817" y="9966"/>
                  </a:lnTo>
                  <a:lnTo>
                    <a:pt x="1712" y="9900"/>
                  </a:lnTo>
                  <a:lnTo>
                    <a:pt x="1620" y="9834"/>
                  </a:lnTo>
                  <a:lnTo>
                    <a:pt x="1541" y="9755"/>
                  </a:lnTo>
                  <a:lnTo>
                    <a:pt x="1462" y="9676"/>
                  </a:lnTo>
                  <a:lnTo>
                    <a:pt x="1396" y="9584"/>
                  </a:lnTo>
                  <a:lnTo>
                    <a:pt x="1330" y="9479"/>
                  </a:lnTo>
                  <a:lnTo>
                    <a:pt x="1278" y="9373"/>
                  </a:lnTo>
                  <a:lnTo>
                    <a:pt x="1238" y="9268"/>
                  </a:lnTo>
                  <a:lnTo>
                    <a:pt x="1212" y="9149"/>
                  </a:lnTo>
                  <a:lnTo>
                    <a:pt x="1199" y="9031"/>
                  </a:lnTo>
                  <a:lnTo>
                    <a:pt x="1185" y="8913"/>
                  </a:lnTo>
                  <a:lnTo>
                    <a:pt x="1199" y="8781"/>
                  </a:lnTo>
                  <a:lnTo>
                    <a:pt x="1212" y="8662"/>
                  </a:lnTo>
                  <a:lnTo>
                    <a:pt x="1238" y="8557"/>
                  </a:lnTo>
                  <a:lnTo>
                    <a:pt x="1278" y="8439"/>
                  </a:lnTo>
                  <a:lnTo>
                    <a:pt x="1330" y="8333"/>
                  </a:lnTo>
                  <a:lnTo>
                    <a:pt x="1396" y="8241"/>
                  </a:lnTo>
                  <a:lnTo>
                    <a:pt x="1462" y="8149"/>
                  </a:lnTo>
                  <a:lnTo>
                    <a:pt x="1541" y="8057"/>
                  </a:lnTo>
                  <a:lnTo>
                    <a:pt x="1620" y="7991"/>
                  </a:lnTo>
                  <a:lnTo>
                    <a:pt x="1712" y="7912"/>
                  </a:lnTo>
                  <a:lnTo>
                    <a:pt x="1817" y="7859"/>
                  </a:lnTo>
                  <a:lnTo>
                    <a:pt x="1923" y="7807"/>
                  </a:lnTo>
                  <a:lnTo>
                    <a:pt x="2028" y="7767"/>
                  </a:lnTo>
                  <a:lnTo>
                    <a:pt x="2146" y="7741"/>
                  </a:lnTo>
                  <a:lnTo>
                    <a:pt x="2265" y="7715"/>
                  </a:lnTo>
                  <a:close/>
                  <a:moveTo>
                    <a:pt x="13822" y="1"/>
                  </a:moveTo>
                  <a:lnTo>
                    <a:pt x="3792" y="6991"/>
                  </a:lnTo>
                  <a:lnTo>
                    <a:pt x="3647" y="6898"/>
                  </a:lnTo>
                  <a:lnTo>
                    <a:pt x="3489" y="6806"/>
                  </a:lnTo>
                  <a:lnTo>
                    <a:pt x="3318" y="6714"/>
                  </a:lnTo>
                  <a:lnTo>
                    <a:pt x="3147" y="6648"/>
                  </a:lnTo>
                  <a:lnTo>
                    <a:pt x="2963" y="6596"/>
                  </a:lnTo>
                  <a:lnTo>
                    <a:pt x="2778" y="6556"/>
                  </a:lnTo>
                  <a:lnTo>
                    <a:pt x="2581" y="6543"/>
                  </a:lnTo>
                  <a:lnTo>
                    <a:pt x="2383" y="6530"/>
                  </a:lnTo>
                  <a:lnTo>
                    <a:pt x="2146" y="6543"/>
                  </a:lnTo>
                  <a:lnTo>
                    <a:pt x="1909" y="6583"/>
                  </a:lnTo>
                  <a:lnTo>
                    <a:pt x="1672" y="6635"/>
                  </a:lnTo>
                  <a:lnTo>
                    <a:pt x="1462" y="6714"/>
                  </a:lnTo>
                  <a:lnTo>
                    <a:pt x="1251" y="6820"/>
                  </a:lnTo>
                  <a:lnTo>
                    <a:pt x="1054" y="6938"/>
                  </a:lnTo>
                  <a:lnTo>
                    <a:pt x="870" y="7070"/>
                  </a:lnTo>
                  <a:lnTo>
                    <a:pt x="698" y="7228"/>
                  </a:lnTo>
                  <a:lnTo>
                    <a:pt x="554" y="7399"/>
                  </a:lnTo>
                  <a:lnTo>
                    <a:pt x="409" y="7583"/>
                  </a:lnTo>
                  <a:lnTo>
                    <a:pt x="290" y="7780"/>
                  </a:lnTo>
                  <a:lnTo>
                    <a:pt x="198" y="7978"/>
                  </a:lnTo>
                  <a:lnTo>
                    <a:pt x="119" y="8202"/>
                  </a:lnTo>
                  <a:lnTo>
                    <a:pt x="53" y="8425"/>
                  </a:lnTo>
                  <a:lnTo>
                    <a:pt x="14" y="8662"/>
                  </a:lnTo>
                  <a:lnTo>
                    <a:pt x="1" y="8913"/>
                  </a:lnTo>
                  <a:lnTo>
                    <a:pt x="14" y="9149"/>
                  </a:lnTo>
                  <a:lnTo>
                    <a:pt x="53" y="9386"/>
                  </a:lnTo>
                  <a:lnTo>
                    <a:pt x="119" y="9610"/>
                  </a:lnTo>
                  <a:lnTo>
                    <a:pt x="198" y="9834"/>
                  </a:lnTo>
                  <a:lnTo>
                    <a:pt x="290" y="10045"/>
                  </a:lnTo>
                  <a:lnTo>
                    <a:pt x="409" y="10242"/>
                  </a:lnTo>
                  <a:lnTo>
                    <a:pt x="554" y="10426"/>
                  </a:lnTo>
                  <a:lnTo>
                    <a:pt x="698" y="10584"/>
                  </a:lnTo>
                  <a:lnTo>
                    <a:pt x="870" y="10742"/>
                  </a:lnTo>
                  <a:lnTo>
                    <a:pt x="1054" y="10887"/>
                  </a:lnTo>
                  <a:lnTo>
                    <a:pt x="1251" y="11006"/>
                  </a:lnTo>
                  <a:lnTo>
                    <a:pt x="1462" y="11098"/>
                  </a:lnTo>
                  <a:lnTo>
                    <a:pt x="1672" y="11177"/>
                  </a:lnTo>
                  <a:lnTo>
                    <a:pt x="1909" y="11242"/>
                  </a:lnTo>
                  <a:lnTo>
                    <a:pt x="2146" y="11282"/>
                  </a:lnTo>
                  <a:lnTo>
                    <a:pt x="2633" y="11282"/>
                  </a:lnTo>
                  <a:lnTo>
                    <a:pt x="2870" y="11242"/>
                  </a:lnTo>
                  <a:lnTo>
                    <a:pt x="3094" y="11177"/>
                  </a:lnTo>
                  <a:lnTo>
                    <a:pt x="3305" y="11098"/>
                  </a:lnTo>
                  <a:lnTo>
                    <a:pt x="3515" y="11006"/>
                  </a:lnTo>
                  <a:lnTo>
                    <a:pt x="3713" y="10887"/>
                  </a:lnTo>
                  <a:lnTo>
                    <a:pt x="3897" y="10742"/>
                  </a:lnTo>
                  <a:lnTo>
                    <a:pt x="4068" y="10584"/>
                  </a:lnTo>
                  <a:lnTo>
                    <a:pt x="4226" y="10426"/>
                  </a:lnTo>
                  <a:lnTo>
                    <a:pt x="4358" y="10242"/>
                  </a:lnTo>
                  <a:lnTo>
                    <a:pt x="4476" y="10045"/>
                  </a:lnTo>
                  <a:lnTo>
                    <a:pt x="4582" y="9834"/>
                  </a:lnTo>
                  <a:lnTo>
                    <a:pt x="4661" y="9610"/>
                  </a:lnTo>
                  <a:lnTo>
                    <a:pt x="4713" y="9386"/>
                  </a:lnTo>
                  <a:lnTo>
                    <a:pt x="4753" y="9149"/>
                  </a:lnTo>
                  <a:lnTo>
                    <a:pt x="4766" y="8913"/>
                  </a:lnTo>
                  <a:lnTo>
                    <a:pt x="4753" y="8649"/>
                  </a:lnTo>
                  <a:lnTo>
                    <a:pt x="4713" y="8386"/>
                  </a:lnTo>
                  <a:lnTo>
                    <a:pt x="4634" y="8149"/>
                  </a:lnTo>
                  <a:lnTo>
                    <a:pt x="4542" y="7912"/>
                  </a:lnTo>
                  <a:lnTo>
                    <a:pt x="14191" y="1186"/>
                  </a:lnTo>
                  <a:lnTo>
                    <a:pt x="39952" y="1186"/>
                  </a:lnTo>
                  <a:lnTo>
                    <a:pt x="39952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4"/>
            <p:cNvSpPr/>
            <p:nvPr/>
          </p:nvSpPr>
          <p:spPr>
            <a:xfrm>
              <a:off x="2810225" y="580025"/>
              <a:ext cx="1066600" cy="1448350"/>
            </a:xfrm>
            <a:custGeom>
              <a:avLst/>
              <a:gdLst/>
              <a:ahLst/>
              <a:cxnLst/>
              <a:rect l="l" t="t" r="r" b="b"/>
              <a:pathLst>
                <a:path w="42664" h="57934" extrusionOk="0">
                  <a:moveTo>
                    <a:pt x="40281" y="1172"/>
                  </a:moveTo>
                  <a:lnTo>
                    <a:pt x="40399" y="1186"/>
                  </a:lnTo>
                  <a:lnTo>
                    <a:pt x="40518" y="1199"/>
                  </a:lnTo>
                  <a:lnTo>
                    <a:pt x="40636" y="1238"/>
                  </a:lnTo>
                  <a:lnTo>
                    <a:pt x="40741" y="1278"/>
                  </a:lnTo>
                  <a:lnTo>
                    <a:pt x="40847" y="1317"/>
                  </a:lnTo>
                  <a:lnTo>
                    <a:pt x="40952" y="1383"/>
                  </a:lnTo>
                  <a:lnTo>
                    <a:pt x="41044" y="1449"/>
                  </a:lnTo>
                  <a:lnTo>
                    <a:pt x="41123" y="1528"/>
                  </a:lnTo>
                  <a:lnTo>
                    <a:pt x="41202" y="1620"/>
                  </a:lnTo>
                  <a:lnTo>
                    <a:pt x="41268" y="1712"/>
                  </a:lnTo>
                  <a:lnTo>
                    <a:pt x="41334" y="1804"/>
                  </a:lnTo>
                  <a:lnTo>
                    <a:pt x="41386" y="1910"/>
                  </a:lnTo>
                  <a:lnTo>
                    <a:pt x="41426" y="2015"/>
                  </a:lnTo>
                  <a:lnTo>
                    <a:pt x="41452" y="2133"/>
                  </a:lnTo>
                  <a:lnTo>
                    <a:pt x="41478" y="2252"/>
                  </a:lnTo>
                  <a:lnTo>
                    <a:pt x="41478" y="2370"/>
                  </a:lnTo>
                  <a:lnTo>
                    <a:pt x="41478" y="2502"/>
                  </a:lnTo>
                  <a:lnTo>
                    <a:pt x="41452" y="2620"/>
                  </a:lnTo>
                  <a:lnTo>
                    <a:pt x="41426" y="2726"/>
                  </a:lnTo>
                  <a:lnTo>
                    <a:pt x="41386" y="2844"/>
                  </a:lnTo>
                  <a:lnTo>
                    <a:pt x="41334" y="2950"/>
                  </a:lnTo>
                  <a:lnTo>
                    <a:pt x="41268" y="3042"/>
                  </a:lnTo>
                  <a:lnTo>
                    <a:pt x="41202" y="3134"/>
                  </a:lnTo>
                  <a:lnTo>
                    <a:pt x="41123" y="3226"/>
                  </a:lnTo>
                  <a:lnTo>
                    <a:pt x="41044" y="3305"/>
                  </a:lnTo>
                  <a:lnTo>
                    <a:pt x="40952" y="3371"/>
                  </a:lnTo>
                  <a:lnTo>
                    <a:pt x="40847" y="3423"/>
                  </a:lnTo>
                  <a:lnTo>
                    <a:pt x="40741" y="3476"/>
                  </a:lnTo>
                  <a:lnTo>
                    <a:pt x="40636" y="3516"/>
                  </a:lnTo>
                  <a:lnTo>
                    <a:pt x="40518" y="3555"/>
                  </a:lnTo>
                  <a:lnTo>
                    <a:pt x="40399" y="3568"/>
                  </a:lnTo>
                  <a:lnTo>
                    <a:pt x="40162" y="3568"/>
                  </a:lnTo>
                  <a:lnTo>
                    <a:pt x="40044" y="3555"/>
                  </a:lnTo>
                  <a:lnTo>
                    <a:pt x="39925" y="3516"/>
                  </a:lnTo>
                  <a:lnTo>
                    <a:pt x="39820" y="3476"/>
                  </a:lnTo>
                  <a:lnTo>
                    <a:pt x="39715" y="3423"/>
                  </a:lnTo>
                  <a:lnTo>
                    <a:pt x="39609" y="3371"/>
                  </a:lnTo>
                  <a:lnTo>
                    <a:pt x="39517" y="3305"/>
                  </a:lnTo>
                  <a:lnTo>
                    <a:pt x="39438" y="3226"/>
                  </a:lnTo>
                  <a:lnTo>
                    <a:pt x="39359" y="3134"/>
                  </a:lnTo>
                  <a:lnTo>
                    <a:pt x="39293" y="3042"/>
                  </a:lnTo>
                  <a:lnTo>
                    <a:pt x="39228" y="2950"/>
                  </a:lnTo>
                  <a:lnTo>
                    <a:pt x="39175" y="2844"/>
                  </a:lnTo>
                  <a:lnTo>
                    <a:pt x="39135" y="2726"/>
                  </a:lnTo>
                  <a:lnTo>
                    <a:pt x="39109" y="2620"/>
                  </a:lnTo>
                  <a:lnTo>
                    <a:pt x="39096" y="2502"/>
                  </a:lnTo>
                  <a:lnTo>
                    <a:pt x="39083" y="2370"/>
                  </a:lnTo>
                  <a:lnTo>
                    <a:pt x="39096" y="2252"/>
                  </a:lnTo>
                  <a:lnTo>
                    <a:pt x="39109" y="2133"/>
                  </a:lnTo>
                  <a:lnTo>
                    <a:pt x="39135" y="2015"/>
                  </a:lnTo>
                  <a:lnTo>
                    <a:pt x="39175" y="1910"/>
                  </a:lnTo>
                  <a:lnTo>
                    <a:pt x="39228" y="1804"/>
                  </a:lnTo>
                  <a:lnTo>
                    <a:pt x="39293" y="1712"/>
                  </a:lnTo>
                  <a:lnTo>
                    <a:pt x="39359" y="1620"/>
                  </a:lnTo>
                  <a:lnTo>
                    <a:pt x="39438" y="1528"/>
                  </a:lnTo>
                  <a:lnTo>
                    <a:pt x="39517" y="1449"/>
                  </a:lnTo>
                  <a:lnTo>
                    <a:pt x="39609" y="1383"/>
                  </a:lnTo>
                  <a:lnTo>
                    <a:pt x="39715" y="1317"/>
                  </a:lnTo>
                  <a:lnTo>
                    <a:pt x="39820" y="1278"/>
                  </a:lnTo>
                  <a:lnTo>
                    <a:pt x="39925" y="1238"/>
                  </a:lnTo>
                  <a:lnTo>
                    <a:pt x="40044" y="1199"/>
                  </a:lnTo>
                  <a:lnTo>
                    <a:pt x="40162" y="1186"/>
                  </a:lnTo>
                  <a:lnTo>
                    <a:pt x="40281" y="1172"/>
                  </a:lnTo>
                  <a:close/>
                  <a:moveTo>
                    <a:pt x="40281" y="1"/>
                  </a:moveTo>
                  <a:lnTo>
                    <a:pt x="40044" y="14"/>
                  </a:lnTo>
                  <a:lnTo>
                    <a:pt x="39807" y="40"/>
                  </a:lnTo>
                  <a:lnTo>
                    <a:pt x="39570" y="106"/>
                  </a:lnTo>
                  <a:lnTo>
                    <a:pt x="39359" y="185"/>
                  </a:lnTo>
                  <a:lnTo>
                    <a:pt x="39149" y="290"/>
                  </a:lnTo>
                  <a:lnTo>
                    <a:pt x="38951" y="409"/>
                  </a:lnTo>
                  <a:lnTo>
                    <a:pt x="38767" y="541"/>
                  </a:lnTo>
                  <a:lnTo>
                    <a:pt x="38596" y="699"/>
                  </a:lnTo>
                  <a:lnTo>
                    <a:pt x="38451" y="870"/>
                  </a:lnTo>
                  <a:lnTo>
                    <a:pt x="38306" y="1041"/>
                  </a:lnTo>
                  <a:lnTo>
                    <a:pt x="38188" y="1238"/>
                  </a:lnTo>
                  <a:lnTo>
                    <a:pt x="38095" y="1449"/>
                  </a:lnTo>
                  <a:lnTo>
                    <a:pt x="38016" y="1673"/>
                  </a:lnTo>
                  <a:lnTo>
                    <a:pt x="37951" y="1896"/>
                  </a:lnTo>
                  <a:lnTo>
                    <a:pt x="37911" y="2133"/>
                  </a:lnTo>
                  <a:lnTo>
                    <a:pt x="37898" y="2370"/>
                  </a:lnTo>
                  <a:lnTo>
                    <a:pt x="37911" y="2515"/>
                  </a:lnTo>
                  <a:lnTo>
                    <a:pt x="37924" y="2660"/>
                  </a:lnTo>
                  <a:lnTo>
                    <a:pt x="37938" y="2792"/>
                  </a:lnTo>
                  <a:lnTo>
                    <a:pt x="37964" y="2936"/>
                  </a:lnTo>
                  <a:lnTo>
                    <a:pt x="38003" y="3068"/>
                  </a:lnTo>
                  <a:lnTo>
                    <a:pt x="38043" y="3186"/>
                  </a:lnTo>
                  <a:lnTo>
                    <a:pt x="38161" y="3437"/>
                  </a:lnTo>
                  <a:lnTo>
                    <a:pt x="25156" y="13559"/>
                  </a:lnTo>
                  <a:lnTo>
                    <a:pt x="25156" y="42150"/>
                  </a:lnTo>
                  <a:lnTo>
                    <a:pt x="0" y="42150"/>
                  </a:lnTo>
                  <a:lnTo>
                    <a:pt x="0" y="57934"/>
                  </a:lnTo>
                  <a:lnTo>
                    <a:pt x="1185" y="57934"/>
                  </a:lnTo>
                  <a:lnTo>
                    <a:pt x="1185" y="43335"/>
                  </a:lnTo>
                  <a:lnTo>
                    <a:pt x="26340" y="43335"/>
                  </a:lnTo>
                  <a:lnTo>
                    <a:pt x="26340" y="14139"/>
                  </a:lnTo>
                  <a:lnTo>
                    <a:pt x="38925" y="4332"/>
                  </a:lnTo>
                  <a:lnTo>
                    <a:pt x="39083" y="4424"/>
                  </a:lnTo>
                  <a:lnTo>
                    <a:pt x="39228" y="4516"/>
                  </a:lnTo>
                  <a:lnTo>
                    <a:pt x="39399" y="4582"/>
                  </a:lnTo>
                  <a:lnTo>
                    <a:pt x="39557" y="4648"/>
                  </a:lnTo>
                  <a:lnTo>
                    <a:pt x="39741" y="4687"/>
                  </a:lnTo>
                  <a:lnTo>
                    <a:pt x="39912" y="4727"/>
                  </a:lnTo>
                  <a:lnTo>
                    <a:pt x="40096" y="4753"/>
                  </a:lnTo>
                  <a:lnTo>
                    <a:pt x="40281" y="4753"/>
                  </a:lnTo>
                  <a:lnTo>
                    <a:pt x="40531" y="4740"/>
                  </a:lnTo>
                  <a:lnTo>
                    <a:pt x="40754" y="4700"/>
                  </a:lnTo>
                  <a:lnTo>
                    <a:pt x="40991" y="4648"/>
                  </a:lnTo>
                  <a:lnTo>
                    <a:pt x="41202" y="4569"/>
                  </a:lnTo>
                  <a:lnTo>
                    <a:pt x="41413" y="4463"/>
                  </a:lnTo>
                  <a:lnTo>
                    <a:pt x="41610" y="4345"/>
                  </a:lnTo>
                  <a:lnTo>
                    <a:pt x="41794" y="4213"/>
                  </a:lnTo>
                  <a:lnTo>
                    <a:pt x="41966" y="4055"/>
                  </a:lnTo>
                  <a:lnTo>
                    <a:pt x="42110" y="3884"/>
                  </a:lnTo>
                  <a:lnTo>
                    <a:pt x="42255" y="3700"/>
                  </a:lnTo>
                  <a:lnTo>
                    <a:pt x="42374" y="3502"/>
                  </a:lnTo>
                  <a:lnTo>
                    <a:pt x="42479" y="3305"/>
                  </a:lnTo>
                  <a:lnTo>
                    <a:pt x="42558" y="3081"/>
                  </a:lnTo>
                  <a:lnTo>
                    <a:pt x="42611" y="2857"/>
                  </a:lnTo>
                  <a:lnTo>
                    <a:pt x="42650" y="2620"/>
                  </a:lnTo>
                  <a:lnTo>
                    <a:pt x="42663" y="2370"/>
                  </a:lnTo>
                  <a:lnTo>
                    <a:pt x="42650" y="2133"/>
                  </a:lnTo>
                  <a:lnTo>
                    <a:pt x="42611" y="1896"/>
                  </a:lnTo>
                  <a:lnTo>
                    <a:pt x="42558" y="1673"/>
                  </a:lnTo>
                  <a:lnTo>
                    <a:pt x="42479" y="1449"/>
                  </a:lnTo>
                  <a:lnTo>
                    <a:pt x="42374" y="1238"/>
                  </a:lnTo>
                  <a:lnTo>
                    <a:pt x="42255" y="1041"/>
                  </a:lnTo>
                  <a:lnTo>
                    <a:pt x="42110" y="870"/>
                  </a:lnTo>
                  <a:lnTo>
                    <a:pt x="41966" y="699"/>
                  </a:lnTo>
                  <a:lnTo>
                    <a:pt x="41794" y="541"/>
                  </a:lnTo>
                  <a:lnTo>
                    <a:pt x="41610" y="409"/>
                  </a:lnTo>
                  <a:lnTo>
                    <a:pt x="41413" y="290"/>
                  </a:lnTo>
                  <a:lnTo>
                    <a:pt x="41202" y="185"/>
                  </a:lnTo>
                  <a:lnTo>
                    <a:pt x="40991" y="106"/>
                  </a:lnTo>
                  <a:lnTo>
                    <a:pt x="40754" y="40"/>
                  </a:lnTo>
                  <a:lnTo>
                    <a:pt x="40531" y="14"/>
                  </a:lnTo>
                  <a:lnTo>
                    <a:pt x="4028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4"/>
            <p:cNvSpPr/>
            <p:nvPr/>
          </p:nvSpPr>
          <p:spPr>
            <a:xfrm>
              <a:off x="3802425" y="605375"/>
              <a:ext cx="687800" cy="639125"/>
            </a:xfrm>
            <a:custGeom>
              <a:avLst/>
              <a:gdLst/>
              <a:ahLst/>
              <a:cxnLst/>
              <a:rect l="l" t="t" r="r" b="b"/>
              <a:pathLst>
                <a:path w="27512" h="25565" extrusionOk="0">
                  <a:moveTo>
                    <a:pt x="25261" y="1185"/>
                  </a:moveTo>
                  <a:lnTo>
                    <a:pt x="25379" y="1212"/>
                  </a:lnTo>
                  <a:lnTo>
                    <a:pt x="25498" y="1238"/>
                  </a:lnTo>
                  <a:lnTo>
                    <a:pt x="25603" y="1277"/>
                  </a:lnTo>
                  <a:lnTo>
                    <a:pt x="25709" y="1330"/>
                  </a:lnTo>
                  <a:lnTo>
                    <a:pt x="25801" y="1383"/>
                  </a:lnTo>
                  <a:lnTo>
                    <a:pt x="25893" y="1462"/>
                  </a:lnTo>
                  <a:lnTo>
                    <a:pt x="25985" y="1527"/>
                  </a:lnTo>
                  <a:lnTo>
                    <a:pt x="26064" y="1620"/>
                  </a:lnTo>
                  <a:lnTo>
                    <a:pt x="26130" y="1712"/>
                  </a:lnTo>
                  <a:lnTo>
                    <a:pt x="26196" y="1804"/>
                  </a:lnTo>
                  <a:lnTo>
                    <a:pt x="26235" y="1909"/>
                  </a:lnTo>
                  <a:lnTo>
                    <a:pt x="26275" y="2028"/>
                  </a:lnTo>
                  <a:lnTo>
                    <a:pt x="26314" y="2133"/>
                  </a:lnTo>
                  <a:lnTo>
                    <a:pt x="26327" y="2251"/>
                  </a:lnTo>
                  <a:lnTo>
                    <a:pt x="26340" y="2383"/>
                  </a:lnTo>
                  <a:lnTo>
                    <a:pt x="26327" y="2502"/>
                  </a:lnTo>
                  <a:lnTo>
                    <a:pt x="26314" y="2620"/>
                  </a:lnTo>
                  <a:lnTo>
                    <a:pt x="26275" y="2738"/>
                  </a:lnTo>
                  <a:lnTo>
                    <a:pt x="26235" y="2844"/>
                  </a:lnTo>
                  <a:lnTo>
                    <a:pt x="26196" y="2949"/>
                  </a:lnTo>
                  <a:lnTo>
                    <a:pt x="26130" y="3054"/>
                  </a:lnTo>
                  <a:lnTo>
                    <a:pt x="26064" y="3147"/>
                  </a:lnTo>
                  <a:lnTo>
                    <a:pt x="25985" y="3226"/>
                  </a:lnTo>
                  <a:lnTo>
                    <a:pt x="25893" y="3305"/>
                  </a:lnTo>
                  <a:lnTo>
                    <a:pt x="25801" y="3370"/>
                  </a:lnTo>
                  <a:lnTo>
                    <a:pt x="25709" y="3436"/>
                  </a:lnTo>
                  <a:lnTo>
                    <a:pt x="25603" y="3489"/>
                  </a:lnTo>
                  <a:lnTo>
                    <a:pt x="25498" y="3528"/>
                  </a:lnTo>
                  <a:lnTo>
                    <a:pt x="25379" y="3555"/>
                  </a:lnTo>
                  <a:lnTo>
                    <a:pt x="25261" y="3568"/>
                  </a:lnTo>
                  <a:lnTo>
                    <a:pt x="25143" y="3581"/>
                  </a:lnTo>
                  <a:lnTo>
                    <a:pt x="25011" y="3568"/>
                  </a:lnTo>
                  <a:lnTo>
                    <a:pt x="24892" y="3555"/>
                  </a:lnTo>
                  <a:lnTo>
                    <a:pt x="24787" y="3528"/>
                  </a:lnTo>
                  <a:lnTo>
                    <a:pt x="24669" y="3489"/>
                  </a:lnTo>
                  <a:lnTo>
                    <a:pt x="24563" y="3436"/>
                  </a:lnTo>
                  <a:lnTo>
                    <a:pt x="24471" y="3370"/>
                  </a:lnTo>
                  <a:lnTo>
                    <a:pt x="24379" y="3305"/>
                  </a:lnTo>
                  <a:lnTo>
                    <a:pt x="24287" y="3226"/>
                  </a:lnTo>
                  <a:lnTo>
                    <a:pt x="24208" y="3147"/>
                  </a:lnTo>
                  <a:lnTo>
                    <a:pt x="24142" y="3054"/>
                  </a:lnTo>
                  <a:lnTo>
                    <a:pt x="24089" y="2949"/>
                  </a:lnTo>
                  <a:lnTo>
                    <a:pt x="24037" y="2844"/>
                  </a:lnTo>
                  <a:lnTo>
                    <a:pt x="23997" y="2738"/>
                  </a:lnTo>
                  <a:lnTo>
                    <a:pt x="23958" y="2620"/>
                  </a:lnTo>
                  <a:lnTo>
                    <a:pt x="23945" y="2502"/>
                  </a:lnTo>
                  <a:lnTo>
                    <a:pt x="23945" y="2383"/>
                  </a:lnTo>
                  <a:lnTo>
                    <a:pt x="23945" y="2251"/>
                  </a:lnTo>
                  <a:lnTo>
                    <a:pt x="23958" y="2133"/>
                  </a:lnTo>
                  <a:lnTo>
                    <a:pt x="23997" y="2028"/>
                  </a:lnTo>
                  <a:lnTo>
                    <a:pt x="24037" y="1909"/>
                  </a:lnTo>
                  <a:lnTo>
                    <a:pt x="24089" y="1804"/>
                  </a:lnTo>
                  <a:lnTo>
                    <a:pt x="24142" y="1712"/>
                  </a:lnTo>
                  <a:lnTo>
                    <a:pt x="24208" y="1620"/>
                  </a:lnTo>
                  <a:lnTo>
                    <a:pt x="24287" y="1527"/>
                  </a:lnTo>
                  <a:lnTo>
                    <a:pt x="24379" y="1462"/>
                  </a:lnTo>
                  <a:lnTo>
                    <a:pt x="24471" y="1383"/>
                  </a:lnTo>
                  <a:lnTo>
                    <a:pt x="24563" y="1330"/>
                  </a:lnTo>
                  <a:lnTo>
                    <a:pt x="24669" y="1277"/>
                  </a:lnTo>
                  <a:lnTo>
                    <a:pt x="24787" y="1238"/>
                  </a:lnTo>
                  <a:lnTo>
                    <a:pt x="24892" y="1212"/>
                  </a:lnTo>
                  <a:lnTo>
                    <a:pt x="25011" y="1185"/>
                  </a:lnTo>
                  <a:close/>
                  <a:moveTo>
                    <a:pt x="25143" y="0"/>
                  </a:moveTo>
                  <a:lnTo>
                    <a:pt x="24892" y="14"/>
                  </a:lnTo>
                  <a:lnTo>
                    <a:pt x="24655" y="53"/>
                  </a:lnTo>
                  <a:lnTo>
                    <a:pt x="24432" y="106"/>
                  </a:lnTo>
                  <a:lnTo>
                    <a:pt x="24208" y="185"/>
                  </a:lnTo>
                  <a:lnTo>
                    <a:pt x="24010" y="290"/>
                  </a:lnTo>
                  <a:lnTo>
                    <a:pt x="23813" y="409"/>
                  </a:lnTo>
                  <a:lnTo>
                    <a:pt x="23629" y="540"/>
                  </a:lnTo>
                  <a:lnTo>
                    <a:pt x="23458" y="698"/>
                  </a:lnTo>
                  <a:lnTo>
                    <a:pt x="23300" y="869"/>
                  </a:lnTo>
                  <a:lnTo>
                    <a:pt x="23168" y="1054"/>
                  </a:lnTo>
                  <a:lnTo>
                    <a:pt x="23050" y="1251"/>
                  </a:lnTo>
                  <a:lnTo>
                    <a:pt x="22944" y="1448"/>
                  </a:lnTo>
                  <a:lnTo>
                    <a:pt x="22865" y="1672"/>
                  </a:lnTo>
                  <a:lnTo>
                    <a:pt x="22813" y="1896"/>
                  </a:lnTo>
                  <a:lnTo>
                    <a:pt x="22773" y="2133"/>
                  </a:lnTo>
                  <a:lnTo>
                    <a:pt x="22760" y="2383"/>
                  </a:lnTo>
                  <a:lnTo>
                    <a:pt x="22773" y="2581"/>
                  </a:lnTo>
                  <a:lnTo>
                    <a:pt x="22799" y="2791"/>
                  </a:lnTo>
                  <a:lnTo>
                    <a:pt x="22839" y="2975"/>
                  </a:lnTo>
                  <a:lnTo>
                    <a:pt x="22892" y="3173"/>
                  </a:lnTo>
                  <a:lnTo>
                    <a:pt x="22971" y="3357"/>
                  </a:lnTo>
                  <a:lnTo>
                    <a:pt x="23050" y="3528"/>
                  </a:lnTo>
                  <a:lnTo>
                    <a:pt x="23155" y="3686"/>
                  </a:lnTo>
                  <a:lnTo>
                    <a:pt x="23273" y="3844"/>
                  </a:lnTo>
                  <a:lnTo>
                    <a:pt x="23392" y="3989"/>
                  </a:lnTo>
                  <a:lnTo>
                    <a:pt x="23523" y="4134"/>
                  </a:lnTo>
                  <a:lnTo>
                    <a:pt x="23681" y="4252"/>
                  </a:lnTo>
                  <a:lnTo>
                    <a:pt x="23839" y="4371"/>
                  </a:lnTo>
                  <a:lnTo>
                    <a:pt x="23997" y="4463"/>
                  </a:lnTo>
                  <a:lnTo>
                    <a:pt x="24168" y="4555"/>
                  </a:lnTo>
                  <a:lnTo>
                    <a:pt x="24353" y="4621"/>
                  </a:lnTo>
                  <a:lnTo>
                    <a:pt x="24550" y="4687"/>
                  </a:lnTo>
                  <a:lnTo>
                    <a:pt x="24550" y="15191"/>
                  </a:lnTo>
                  <a:lnTo>
                    <a:pt x="0" y="15191"/>
                  </a:lnTo>
                  <a:lnTo>
                    <a:pt x="0" y="25564"/>
                  </a:lnTo>
                  <a:lnTo>
                    <a:pt x="1185" y="25564"/>
                  </a:lnTo>
                  <a:lnTo>
                    <a:pt x="1185" y="16376"/>
                  </a:lnTo>
                  <a:lnTo>
                    <a:pt x="25722" y="16376"/>
                  </a:lnTo>
                  <a:lnTo>
                    <a:pt x="25722" y="4687"/>
                  </a:lnTo>
                  <a:lnTo>
                    <a:pt x="25919" y="4621"/>
                  </a:lnTo>
                  <a:lnTo>
                    <a:pt x="26103" y="4555"/>
                  </a:lnTo>
                  <a:lnTo>
                    <a:pt x="26275" y="4463"/>
                  </a:lnTo>
                  <a:lnTo>
                    <a:pt x="26446" y="4371"/>
                  </a:lnTo>
                  <a:lnTo>
                    <a:pt x="26604" y="4252"/>
                  </a:lnTo>
                  <a:lnTo>
                    <a:pt x="26748" y="4134"/>
                  </a:lnTo>
                  <a:lnTo>
                    <a:pt x="26880" y="3989"/>
                  </a:lnTo>
                  <a:lnTo>
                    <a:pt x="27012" y="3844"/>
                  </a:lnTo>
                  <a:lnTo>
                    <a:pt x="27117" y="3686"/>
                  </a:lnTo>
                  <a:lnTo>
                    <a:pt x="27222" y="3528"/>
                  </a:lnTo>
                  <a:lnTo>
                    <a:pt x="27301" y="3357"/>
                  </a:lnTo>
                  <a:lnTo>
                    <a:pt x="27380" y="3173"/>
                  </a:lnTo>
                  <a:lnTo>
                    <a:pt x="27433" y="2975"/>
                  </a:lnTo>
                  <a:lnTo>
                    <a:pt x="27486" y="2791"/>
                  </a:lnTo>
                  <a:lnTo>
                    <a:pt x="27512" y="2581"/>
                  </a:lnTo>
                  <a:lnTo>
                    <a:pt x="27512" y="2383"/>
                  </a:lnTo>
                  <a:lnTo>
                    <a:pt x="27499" y="2133"/>
                  </a:lnTo>
                  <a:lnTo>
                    <a:pt x="27472" y="1896"/>
                  </a:lnTo>
                  <a:lnTo>
                    <a:pt x="27407" y="1672"/>
                  </a:lnTo>
                  <a:lnTo>
                    <a:pt x="27328" y="1448"/>
                  </a:lnTo>
                  <a:lnTo>
                    <a:pt x="27222" y="1251"/>
                  </a:lnTo>
                  <a:lnTo>
                    <a:pt x="27104" y="1054"/>
                  </a:lnTo>
                  <a:lnTo>
                    <a:pt x="26972" y="869"/>
                  </a:lnTo>
                  <a:lnTo>
                    <a:pt x="26814" y="698"/>
                  </a:lnTo>
                  <a:lnTo>
                    <a:pt x="26643" y="540"/>
                  </a:lnTo>
                  <a:lnTo>
                    <a:pt x="26472" y="409"/>
                  </a:lnTo>
                  <a:lnTo>
                    <a:pt x="26275" y="290"/>
                  </a:lnTo>
                  <a:lnTo>
                    <a:pt x="26064" y="185"/>
                  </a:lnTo>
                  <a:lnTo>
                    <a:pt x="25840" y="106"/>
                  </a:lnTo>
                  <a:lnTo>
                    <a:pt x="25616" y="53"/>
                  </a:lnTo>
                  <a:lnTo>
                    <a:pt x="25379" y="14"/>
                  </a:lnTo>
                  <a:lnTo>
                    <a:pt x="25143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4"/>
            <p:cNvSpPr/>
            <p:nvPr/>
          </p:nvSpPr>
          <p:spPr>
            <a:xfrm>
              <a:off x="4481975" y="1366550"/>
              <a:ext cx="1241350" cy="823400"/>
            </a:xfrm>
            <a:custGeom>
              <a:avLst/>
              <a:gdLst/>
              <a:ahLst/>
              <a:cxnLst/>
              <a:rect l="l" t="t" r="r" b="b"/>
              <a:pathLst>
                <a:path w="49654" h="32936" extrusionOk="0">
                  <a:moveTo>
                    <a:pt x="47271" y="29355"/>
                  </a:moveTo>
                  <a:lnTo>
                    <a:pt x="47389" y="29369"/>
                  </a:lnTo>
                  <a:lnTo>
                    <a:pt x="47508" y="29382"/>
                  </a:lnTo>
                  <a:lnTo>
                    <a:pt x="47626" y="29408"/>
                  </a:lnTo>
                  <a:lnTo>
                    <a:pt x="47732" y="29447"/>
                  </a:lnTo>
                  <a:lnTo>
                    <a:pt x="47837" y="29500"/>
                  </a:lnTo>
                  <a:lnTo>
                    <a:pt x="47942" y="29566"/>
                  </a:lnTo>
                  <a:lnTo>
                    <a:pt x="48034" y="29632"/>
                  </a:lnTo>
                  <a:lnTo>
                    <a:pt x="48113" y="29711"/>
                  </a:lnTo>
                  <a:lnTo>
                    <a:pt x="48192" y="29790"/>
                  </a:lnTo>
                  <a:lnTo>
                    <a:pt x="48258" y="29882"/>
                  </a:lnTo>
                  <a:lnTo>
                    <a:pt x="48324" y="29987"/>
                  </a:lnTo>
                  <a:lnTo>
                    <a:pt x="48377" y="30092"/>
                  </a:lnTo>
                  <a:lnTo>
                    <a:pt x="48416" y="30198"/>
                  </a:lnTo>
                  <a:lnTo>
                    <a:pt x="48442" y="30316"/>
                  </a:lnTo>
                  <a:lnTo>
                    <a:pt x="48456" y="30435"/>
                  </a:lnTo>
                  <a:lnTo>
                    <a:pt x="48469" y="30553"/>
                  </a:lnTo>
                  <a:lnTo>
                    <a:pt x="48456" y="30685"/>
                  </a:lnTo>
                  <a:lnTo>
                    <a:pt x="48442" y="30803"/>
                  </a:lnTo>
                  <a:lnTo>
                    <a:pt x="48416" y="30909"/>
                  </a:lnTo>
                  <a:lnTo>
                    <a:pt x="48377" y="31027"/>
                  </a:lnTo>
                  <a:lnTo>
                    <a:pt x="48324" y="31132"/>
                  </a:lnTo>
                  <a:lnTo>
                    <a:pt x="48258" y="31225"/>
                  </a:lnTo>
                  <a:lnTo>
                    <a:pt x="48192" y="31317"/>
                  </a:lnTo>
                  <a:lnTo>
                    <a:pt x="48113" y="31409"/>
                  </a:lnTo>
                  <a:lnTo>
                    <a:pt x="48034" y="31475"/>
                  </a:lnTo>
                  <a:lnTo>
                    <a:pt x="47942" y="31554"/>
                  </a:lnTo>
                  <a:lnTo>
                    <a:pt x="47837" y="31606"/>
                  </a:lnTo>
                  <a:lnTo>
                    <a:pt x="47732" y="31659"/>
                  </a:lnTo>
                  <a:lnTo>
                    <a:pt x="47626" y="31698"/>
                  </a:lnTo>
                  <a:lnTo>
                    <a:pt x="47508" y="31725"/>
                  </a:lnTo>
                  <a:lnTo>
                    <a:pt x="47389" y="31751"/>
                  </a:lnTo>
                  <a:lnTo>
                    <a:pt x="47152" y="31751"/>
                  </a:lnTo>
                  <a:lnTo>
                    <a:pt x="47034" y="31725"/>
                  </a:lnTo>
                  <a:lnTo>
                    <a:pt x="46915" y="31698"/>
                  </a:lnTo>
                  <a:lnTo>
                    <a:pt x="46797" y="31659"/>
                  </a:lnTo>
                  <a:lnTo>
                    <a:pt x="46705" y="31606"/>
                  </a:lnTo>
                  <a:lnTo>
                    <a:pt x="46600" y="31554"/>
                  </a:lnTo>
                  <a:lnTo>
                    <a:pt x="46507" y="31475"/>
                  </a:lnTo>
                  <a:lnTo>
                    <a:pt x="46428" y="31409"/>
                  </a:lnTo>
                  <a:lnTo>
                    <a:pt x="46349" y="31317"/>
                  </a:lnTo>
                  <a:lnTo>
                    <a:pt x="46270" y="31225"/>
                  </a:lnTo>
                  <a:lnTo>
                    <a:pt x="46218" y="31132"/>
                  </a:lnTo>
                  <a:lnTo>
                    <a:pt x="46165" y="31027"/>
                  </a:lnTo>
                  <a:lnTo>
                    <a:pt x="46126" y="30909"/>
                  </a:lnTo>
                  <a:lnTo>
                    <a:pt x="46099" y="30803"/>
                  </a:lnTo>
                  <a:lnTo>
                    <a:pt x="46073" y="30685"/>
                  </a:lnTo>
                  <a:lnTo>
                    <a:pt x="46073" y="30553"/>
                  </a:lnTo>
                  <a:lnTo>
                    <a:pt x="46073" y="30435"/>
                  </a:lnTo>
                  <a:lnTo>
                    <a:pt x="46099" y="30316"/>
                  </a:lnTo>
                  <a:lnTo>
                    <a:pt x="46126" y="30198"/>
                  </a:lnTo>
                  <a:lnTo>
                    <a:pt x="46165" y="30092"/>
                  </a:lnTo>
                  <a:lnTo>
                    <a:pt x="46218" y="29987"/>
                  </a:lnTo>
                  <a:lnTo>
                    <a:pt x="46270" y="29882"/>
                  </a:lnTo>
                  <a:lnTo>
                    <a:pt x="46349" y="29790"/>
                  </a:lnTo>
                  <a:lnTo>
                    <a:pt x="46428" y="29711"/>
                  </a:lnTo>
                  <a:lnTo>
                    <a:pt x="46507" y="29632"/>
                  </a:lnTo>
                  <a:lnTo>
                    <a:pt x="46600" y="29566"/>
                  </a:lnTo>
                  <a:lnTo>
                    <a:pt x="46705" y="29500"/>
                  </a:lnTo>
                  <a:lnTo>
                    <a:pt x="46797" y="29447"/>
                  </a:lnTo>
                  <a:lnTo>
                    <a:pt x="46915" y="29408"/>
                  </a:lnTo>
                  <a:lnTo>
                    <a:pt x="47034" y="29382"/>
                  </a:lnTo>
                  <a:lnTo>
                    <a:pt x="47152" y="29369"/>
                  </a:lnTo>
                  <a:lnTo>
                    <a:pt x="47271" y="29355"/>
                  </a:lnTo>
                  <a:close/>
                  <a:moveTo>
                    <a:pt x="1" y="1"/>
                  </a:moveTo>
                  <a:lnTo>
                    <a:pt x="1" y="1172"/>
                  </a:lnTo>
                  <a:lnTo>
                    <a:pt x="22642" y="1172"/>
                  </a:lnTo>
                  <a:lnTo>
                    <a:pt x="46679" y="16626"/>
                  </a:lnTo>
                  <a:lnTo>
                    <a:pt x="46679" y="28250"/>
                  </a:lnTo>
                  <a:lnTo>
                    <a:pt x="46494" y="28315"/>
                  </a:lnTo>
                  <a:lnTo>
                    <a:pt x="46310" y="28381"/>
                  </a:lnTo>
                  <a:lnTo>
                    <a:pt x="46126" y="28473"/>
                  </a:lnTo>
                  <a:lnTo>
                    <a:pt x="45968" y="28566"/>
                  </a:lnTo>
                  <a:lnTo>
                    <a:pt x="45810" y="28684"/>
                  </a:lnTo>
                  <a:lnTo>
                    <a:pt x="45665" y="28802"/>
                  </a:lnTo>
                  <a:lnTo>
                    <a:pt x="45520" y="28947"/>
                  </a:lnTo>
                  <a:lnTo>
                    <a:pt x="45402" y="29092"/>
                  </a:lnTo>
                  <a:lnTo>
                    <a:pt x="45283" y="29250"/>
                  </a:lnTo>
                  <a:lnTo>
                    <a:pt x="45191" y="29408"/>
                  </a:lnTo>
                  <a:lnTo>
                    <a:pt x="45099" y="29579"/>
                  </a:lnTo>
                  <a:lnTo>
                    <a:pt x="45020" y="29763"/>
                  </a:lnTo>
                  <a:lnTo>
                    <a:pt x="44967" y="29961"/>
                  </a:lnTo>
                  <a:lnTo>
                    <a:pt x="44928" y="30145"/>
                  </a:lnTo>
                  <a:lnTo>
                    <a:pt x="44901" y="30356"/>
                  </a:lnTo>
                  <a:lnTo>
                    <a:pt x="44888" y="30553"/>
                  </a:lnTo>
                  <a:lnTo>
                    <a:pt x="44901" y="30803"/>
                  </a:lnTo>
                  <a:lnTo>
                    <a:pt x="44941" y="31040"/>
                  </a:lnTo>
                  <a:lnTo>
                    <a:pt x="44994" y="31264"/>
                  </a:lnTo>
                  <a:lnTo>
                    <a:pt x="45073" y="31475"/>
                  </a:lnTo>
                  <a:lnTo>
                    <a:pt x="45178" y="31685"/>
                  </a:lnTo>
                  <a:lnTo>
                    <a:pt x="45296" y="31883"/>
                  </a:lnTo>
                  <a:lnTo>
                    <a:pt x="45428" y="32067"/>
                  </a:lnTo>
                  <a:lnTo>
                    <a:pt x="45586" y="32238"/>
                  </a:lnTo>
                  <a:lnTo>
                    <a:pt x="45757" y="32396"/>
                  </a:lnTo>
                  <a:lnTo>
                    <a:pt x="45941" y="32528"/>
                  </a:lnTo>
                  <a:lnTo>
                    <a:pt x="46139" y="32646"/>
                  </a:lnTo>
                  <a:lnTo>
                    <a:pt x="46349" y="32752"/>
                  </a:lnTo>
                  <a:lnTo>
                    <a:pt x="46560" y="32831"/>
                  </a:lnTo>
                  <a:lnTo>
                    <a:pt x="46784" y="32883"/>
                  </a:lnTo>
                  <a:lnTo>
                    <a:pt x="47021" y="32923"/>
                  </a:lnTo>
                  <a:lnTo>
                    <a:pt x="47271" y="32936"/>
                  </a:lnTo>
                  <a:lnTo>
                    <a:pt x="47508" y="32923"/>
                  </a:lnTo>
                  <a:lnTo>
                    <a:pt x="47745" y="32883"/>
                  </a:lnTo>
                  <a:lnTo>
                    <a:pt x="47982" y="32831"/>
                  </a:lnTo>
                  <a:lnTo>
                    <a:pt x="48192" y="32752"/>
                  </a:lnTo>
                  <a:lnTo>
                    <a:pt x="48403" y="32646"/>
                  </a:lnTo>
                  <a:lnTo>
                    <a:pt x="48600" y="32528"/>
                  </a:lnTo>
                  <a:lnTo>
                    <a:pt x="48785" y="32396"/>
                  </a:lnTo>
                  <a:lnTo>
                    <a:pt x="48956" y="32238"/>
                  </a:lnTo>
                  <a:lnTo>
                    <a:pt x="49101" y="32067"/>
                  </a:lnTo>
                  <a:lnTo>
                    <a:pt x="49245" y="31883"/>
                  </a:lnTo>
                  <a:lnTo>
                    <a:pt x="49364" y="31685"/>
                  </a:lnTo>
                  <a:lnTo>
                    <a:pt x="49456" y="31475"/>
                  </a:lnTo>
                  <a:lnTo>
                    <a:pt x="49535" y="31264"/>
                  </a:lnTo>
                  <a:lnTo>
                    <a:pt x="49601" y="31040"/>
                  </a:lnTo>
                  <a:lnTo>
                    <a:pt x="49640" y="30803"/>
                  </a:lnTo>
                  <a:lnTo>
                    <a:pt x="49653" y="30553"/>
                  </a:lnTo>
                  <a:lnTo>
                    <a:pt x="49640" y="30356"/>
                  </a:lnTo>
                  <a:lnTo>
                    <a:pt x="49614" y="30145"/>
                  </a:lnTo>
                  <a:lnTo>
                    <a:pt x="49575" y="29961"/>
                  </a:lnTo>
                  <a:lnTo>
                    <a:pt x="49509" y="29763"/>
                  </a:lnTo>
                  <a:lnTo>
                    <a:pt x="49443" y="29579"/>
                  </a:lnTo>
                  <a:lnTo>
                    <a:pt x="49351" y="29408"/>
                  </a:lnTo>
                  <a:lnTo>
                    <a:pt x="49259" y="29250"/>
                  </a:lnTo>
                  <a:lnTo>
                    <a:pt x="49140" y="29092"/>
                  </a:lnTo>
                  <a:lnTo>
                    <a:pt x="49008" y="28934"/>
                  </a:lnTo>
                  <a:lnTo>
                    <a:pt x="48877" y="28802"/>
                  </a:lnTo>
                  <a:lnTo>
                    <a:pt x="48732" y="28684"/>
                  </a:lnTo>
                  <a:lnTo>
                    <a:pt x="48574" y="28566"/>
                  </a:lnTo>
                  <a:lnTo>
                    <a:pt x="48403" y="28473"/>
                  </a:lnTo>
                  <a:lnTo>
                    <a:pt x="48232" y="28381"/>
                  </a:lnTo>
                  <a:lnTo>
                    <a:pt x="48048" y="28315"/>
                  </a:lnTo>
                  <a:lnTo>
                    <a:pt x="47863" y="28250"/>
                  </a:lnTo>
                  <a:lnTo>
                    <a:pt x="47863" y="15981"/>
                  </a:lnTo>
                  <a:lnTo>
                    <a:pt x="23142" y="93"/>
                  </a:lnTo>
                  <a:lnTo>
                    <a:pt x="22997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4"/>
            <p:cNvSpPr/>
            <p:nvPr/>
          </p:nvSpPr>
          <p:spPr>
            <a:xfrm>
              <a:off x="4481975" y="2128725"/>
              <a:ext cx="347550" cy="466000"/>
            </a:xfrm>
            <a:custGeom>
              <a:avLst/>
              <a:gdLst/>
              <a:ahLst/>
              <a:cxnLst/>
              <a:rect l="l" t="t" r="r" b="b"/>
              <a:pathLst>
                <a:path w="13902" h="18640" extrusionOk="0">
                  <a:moveTo>
                    <a:pt x="11519" y="15059"/>
                  </a:moveTo>
                  <a:lnTo>
                    <a:pt x="11651" y="15073"/>
                  </a:lnTo>
                  <a:lnTo>
                    <a:pt x="11769" y="15086"/>
                  </a:lnTo>
                  <a:lnTo>
                    <a:pt x="11874" y="15112"/>
                  </a:lnTo>
                  <a:lnTo>
                    <a:pt x="11993" y="15152"/>
                  </a:lnTo>
                  <a:lnTo>
                    <a:pt x="12098" y="15204"/>
                  </a:lnTo>
                  <a:lnTo>
                    <a:pt x="12190" y="15270"/>
                  </a:lnTo>
                  <a:lnTo>
                    <a:pt x="12282" y="15336"/>
                  </a:lnTo>
                  <a:lnTo>
                    <a:pt x="12375" y="15415"/>
                  </a:lnTo>
                  <a:lnTo>
                    <a:pt x="12453" y="15494"/>
                  </a:lnTo>
                  <a:lnTo>
                    <a:pt x="12519" y="15586"/>
                  </a:lnTo>
                  <a:lnTo>
                    <a:pt x="12572" y="15691"/>
                  </a:lnTo>
                  <a:lnTo>
                    <a:pt x="12625" y="15797"/>
                  </a:lnTo>
                  <a:lnTo>
                    <a:pt x="12664" y="15902"/>
                  </a:lnTo>
                  <a:lnTo>
                    <a:pt x="12704" y="16020"/>
                  </a:lnTo>
                  <a:lnTo>
                    <a:pt x="12717" y="16139"/>
                  </a:lnTo>
                  <a:lnTo>
                    <a:pt x="12717" y="16257"/>
                  </a:lnTo>
                  <a:lnTo>
                    <a:pt x="12717" y="16389"/>
                  </a:lnTo>
                  <a:lnTo>
                    <a:pt x="12704" y="16507"/>
                  </a:lnTo>
                  <a:lnTo>
                    <a:pt x="12664" y="16613"/>
                  </a:lnTo>
                  <a:lnTo>
                    <a:pt x="12625" y="16731"/>
                  </a:lnTo>
                  <a:lnTo>
                    <a:pt x="12572" y="16837"/>
                  </a:lnTo>
                  <a:lnTo>
                    <a:pt x="12519" y="16929"/>
                  </a:lnTo>
                  <a:lnTo>
                    <a:pt x="12453" y="17021"/>
                  </a:lnTo>
                  <a:lnTo>
                    <a:pt x="12375" y="17113"/>
                  </a:lnTo>
                  <a:lnTo>
                    <a:pt x="12282" y="17179"/>
                  </a:lnTo>
                  <a:lnTo>
                    <a:pt x="12190" y="17258"/>
                  </a:lnTo>
                  <a:lnTo>
                    <a:pt x="12098" y="17310"/>
                  </a:lnTo>
                  <a:lnTo>
                    <a:pt x="11993" y="17363"/>
                  </a:lnTo>
                  <a:lnTo>
                    <a:pt x="11874" y="17403"/>
                  </a:lnTo>
                  <a:lnTo>
                    <a:pt x="11769" y="17429"/>
                  </a:lnTo>
                  <a:lnTo>
                    <a:pt x="11651" y="17455"/>
                  </a:lnTo>
                  <a:lnTo>
                    <a:pt x="11400" y="17455"/>
                  </a:lnTo>
                  <a:lnTo>
                    <a:pt x="11282" y="17429"/>
                  </a:lnTo>
                  <a:lnTo>
                    <a:pt x="11163" y="17403"/>
                  </a:lnTo>
                  <a:lnTo>
                    <a:pt x="11058" y="17363"/>
                  </a:lnTo>
                  <a:lnTo>
                    <a:pt x="10953" y="17310"/>
                  </a:lnTo>
                  <a:lnTo>
                    <a:pt x="10861" y="17258"/>
                  </a:lnTo>
                  <a:lnTo>
                    <a:pt x="10769" y="17179"/>
                  </a:lnTo>
                  <a:lnTo>
                    <a:pt x="10676" y="17113"/>
                  </a:lnTo>
                  <a:lnTo>
                    <a:pt x="10597" y="17021"/>
                  </a:lnTo>
                  <a:lnTo>
                    <a:pt x="10532" y="16929"/>
                  </a:lnTo>
                  <a:lnTo>
                    <a:pt x="10466" y="16837"/>
                  </a:lnTo>
                  <a:lnTo>
                    <a:pt x="10426" y="16731"/>
                  </a:lnTo>
                  <a:lnTo>
                    <a:pt x="10387" y="16613"/>
                  </a:lnTo>
                  <a:lnTo>
                    <a:pt x="10347" y="16507"/>
                  </a:lnTo>
                  <a:lnTo>
                    <a:pt x="10334" y="16389"/>
                  </a:lnTo>
                  <a:lnTo>
                    <a:pt x="10321" y="16257"/>
                  </a:lnTo>
                  <a:lnTo>
                    <a:pt x="10334" y="16139"/>
                  </a:lnTo>
                  <a:lnTo>
                    <a:pt x="10347" y="16020"/>
                  </a:lnTo>
                  <a:lnTo>
                    <a:pt x="10387" y="15902"/>
                  </a:lnTo>
                  <a:lnTo>
                    <a:pt x="10426" y="15797"/>
                  </a:lnTo>
                  <a:lnTo>
                    <a:pt x="10466" y="15691"/>
                  </a:lnTo>
                  <a:lnTo>
                    <a:pt x="10532" y="15586"/>
                  </a:lnTo>
                  <a:lnTo>
                    <a:pt x="10597" y="15494"/>
                  </a:lnTo>
                  <a:lnTo>
                    <a:pt x="10676" y="15415"/>
                  </a:lnTo>
                  <a:lnTo>
                    <a:pt x="10769" y="15336"/>
                  </a:lnTo>
                  <a:lnTo>
                    <a:pt x="10861" y="15270"/>
                  </a:lnTo>
                  <a:lnTo>
                    <a:pt x="10953" y="15204"/>
                  </a:lnTo>
                  <a:lnTo>
                    <a:pt x="11058" y="15152"/>
                  </a:lnTo>
                  <a:lnTo>
                    <a:pt x="11163" y="15112"/>
                  </a:lnTo>
                  <a:lnTo>
                    <a:pt x="11282" y="15086"/>
                  </a:lnTo>
                  <a:lnTo>
                    <a:pt x="11400" y="15073"/>
                  </a:lnTo>
                  <a:lnTo>
                    <a:pt x="11519" y="15059"/>
                  </a:lnTo>
                  <a:close/>
                  <a:moveTo>
                    <a:pt x="1" y="0"/>
                  </a:moveTo>
                  <a:lnTo>
                    <a:pt x="1" y="1185"/>
                  </a:lnTo>
                  <a:lnTo>
                    <a:pt x="11150" y="1185"/>
                  </a:lnTo>
                  <a:lnTo>
                    <a:pt x="11150" y="13914"/>
                  </a:lnTo>
                  <a:lnTo>
                    <a:pt x="10940" y="13954"/>
                  </a:lnTo>
                  <a:lnTo>
                    <a:pt x="10742" y="14020"/>
                  </a:lnTo>
                  <a:lnTo>
                    <a:pt x="10545" y="14099"/>
                  </a:lnTo>
                  <a:lnTo>
                    <a:pt x="10361" y="14191"/>
                  </a:lnTo>
                  <a:lnTo>
                    <a:pt x="10176" y="14296"/>
                  </a:lnTo>
                  <a:lnTo>
                    <a:pt x="10018" y="14428"/>
                  </a:lnTo>
                  <a:lnTo>
                    <a:pt x="9860" y="14559"/>
                  </a:lnTo>
                  <a:lnTo>
                    <a:pt x="9715" y="14717"/>
                  </a:lnTo>
                  <a:lnTo>
                    <a:pt x="9597" y="14875"/>
                  </a:lnTo>
                  <a:lnTo>
                    <a:pt x="9479" y="15046"/>
                  </a:lnTo>
                  <a:lnTo>
                    <a:pt x="9386" y="15231"/>
                  </a:lnTo>
                  <a:lnTo>
                    <a:pt x="9294" y="15415"/>
                  </a:lnTo>
                  <a:lnTo>
                    <a:pt x="9228" y="15625"/>
                  </a:lnTo>
                  <a:lnTo>
                    <a:pt x="9189" y="15823"/>
                  </a:lnTo>
                  <a:lnTo>
                    <a:pt x="9163" y="16047"/>
                  </a:lnTo>
                  <a:lnTo>
                    <a:pt x="9149" y="16257"/>
                  </a:lnTo>
                  <a:lnTo>
                    <a:pt x="9163" y="16507"/>
                  </a:lnTo>
                  <a:lnTo>
                    <a:pt x="9189" y="16744"/>
                  </a:lnTo>
                  <a:lnTo>
                    <a:pt x="9255" y="16968"/>
                  </a:lnTo>
                  <a:lnTo>
                    <a:pt x="9334" y="17179"/>
                  </a:lnTo>
                  <a:lnTo>
                    <a:pt x="9439" y="17389"/>
                  </a:lnTo>
                  <a:lnTo>
                    <a:pt x="9558" y="17587"/>
                  </a:lnTo>
                  <a:lnTo>
                    <a:pt x="9689" y="17771"/>
                  </a:lnTo>
                  <a:lnTo>
                    <a:pt x="9847" y="17942"/>
                  </a:lnTo>
                  <a:lnTo>
                    <a:pt x="10018" y="18100"/>
                  </a:lnTo>
                  <a:lnTo>
                    <a:pt x="10189" y="18232"/>
                  </a:lnTo>
                  <a:lnTo>
                    <a:pt x="10387" y="18350"/>
                  </a:lnTo>
                  <a:lnTo>
                    <a:pt x="10597" y="18456"/>
                  </a:lnTo>
                  <a:lnTo>
                    <a:pt x="10821" y="18535"/>
                  </a:lnTo>
                  <a:lnTo>
                    <a:pt x="11045" y="18587"/>
                  </a:lnTo>
                  <a:lnTo>
                    <a:pt x="11282" y="18627"/>
                  </a:lnTo>
                  <a:lnTo>
                    <a:pt x="11519" y="18640"/>
                  </a:lnTo>
                  <a:lnTo>
                    <a:pt x="11769" y="18627"/>
                  </a:lnTo>
                  <a:lnTo>
                    <a:pt x="12006" y="18587"/>
                  </a:lnTo>
                  <a:lnTo>
                    <a:pt x="12230" y="18535"/>
                  </a:lnTo>
                  <a:lnTo>
                    <a:pt x="12453" y="18456"/>
                  </a:lnTo>
                  <a:lnTo>
                    <a:pt x="12651" y="18350"/>
                  </a:lnTo>
                  <a:lnTo>
                    <a:pt x="12848" y="18232"/>
                  </a:lnTo>
                  <a:lnTo>
                    <a:pt x="13033" y="18100"/>
                  </a:lnTo>
                  <a:lnTo>
                    <a:pt x="13204" y="17942"/>
                  </a:lnTo>
                  <a:lnTo>
                    <a:pt x="13362" y="17771"/>
                  </a:lnTo>
                  <a:lnTo>
                    <a:pt x="13493" y="17587"/>
                  </a:lnTo>
                  <a:lnTo>
                    <a:pt x="13612" y="17389"/>
                  </a:lnTo>
                  <a:lnTo>
                    <a:pt x="13717" y="17179"/>
                  </a:lnTo>
                  <a:lnTo>
                    <a:pt x="13796" y="16968"/>
                  </a:lnTo>
                  <a:lnTo>
                    <a:pt x="13849" y="16744"/>
                  </a:lnTo>
                  <a:lnTo>
                    <a:pt x="13888" y="16507"/>
                  </a:lnTo>
                  <a:lnTo>
                    <a:pt x="13901" y="16257"/>
                  </a:lnTo>
                  <a:lnTo>
                    <a:pt x="13901" y="16073"/>
                  </a:lnTo>
                  <a:lnTo>
                    <a:pt x="13875" y="15889"/>
                  </a:lnTo>
                  <a:lnTo>
                    <a:pt x="13836" y="15704"/>
                  </a:lnTo>
                  <a:lnTo>
                    <a:pt x="13783" y="15520"/>
                  </a:lnTo>
                  <a:lnTo>
                    <a:pt x="13717" y="15349"/>
                  </a:lnTo>
                  <a:lnTo>
                    <a:pt x="13651" y="15191"/>
                  </a:lnTo>
                  <a:lnTo>
                    <a:pt x="13559" y="15033"/>
                  </a:lnTo>
                  <a:lnTo>
                    <a:pt x="13454" y="14875"/>
                  </a:lnTo>
                  <a:lnTo>
                    <a:pt x="13349" y="14744"/>
                  </a:lnTo>
                  <a:lnTo>
                    <a:pt x="13230" y="14599"/>
                  </a:lnTo>
                  <a:lnTo>
                    <a:pt x="13099" y="14480"/>
                  </a:lnTo>
                  <a:lnTo>
                    <a:pt x="12967" y="14362"/>
                  </a:lnTo>
                  <a:lnTo>
                    <a:pt x="12809" y="14256"/>
                  </a:lnTo>
                  <a:lnTo>
                    <a:pt x="12664" y="14164"/>
                  </a:lnTo>
                  <a:lnTo>
                    <a:pt x="12493" y="14085"/>
                  </a:lnTo>
                  <a:lnTo>
                    <a:pt x="12322" y="14020"/>
                  </a:lnTo>
                  <a:lnTo>
                    <a:pt x="12322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4"/>
            <p:cNvSpPr/>
            <p:nvPr/>
          </p:nvSpPr>
          <p:spPr>
            <a:xfrm>
              <a:off x="4953900" y="2739175"/>
              <a:ext cx="118825" cy="793450"/>
            </a:xfrm>
            <a:custGeom>
              <a:avLst/>
              <a:gdLst/>
              <a:ahLst/>
              <a:cxnLst/>
              <a:rect l="l" t="t" r="r" b="b"/>
              <a:pathLst>
                <a:path w="4753" h="31738" extrusionOk="0">
                  <a:moveTo>
                    <a:pt x="2501" y="28157"/>
                  </a:moveTo>
                  <a:lnTo>
                    <a:pt x="2620" y="28184"/>
                  </a:lnTo>
                  <a:lnTo>
                    <a:pt x="2738" y="28210"/>
                  </a:lnTo>
                  <a:lnTo>
                    <a:pt x="2844" y="28250"/>
                  </a:lnTo>
                  <a:lnTo>
                    <a:pt x="2949" y="28302"/>
                  </a:lnTo>
                  <a:lnTo>
                    <a:pt x="3041" y="28355"/>
                  </a:lnTo>
                  <a:lnTo>
                    <a:pt x="3133" y="28434"/>
                  </a:lnTo>
                  <a:lnTo>
                    <a:pt x="3225" y="28513"/>
                  </a:lnTo>
                  <a:lnTo>
                    <a:pt x="3304" y="28592"/>
                  </a:lnTo>
                  <a:lnTo>
                    <a:pt x="3370" y="28684"/>
                  </a:lnTo>
                  <a:lnTo>
                    <a:pt x="3436" y="28789"/>
                  </a:lnTo>
                  <a:lnTo>
                    <a:pt x="3475" y="28881"/>
                  </a:lnTo>
                  <a:lnTo>
                    <a:pt x="3515" y="29000"/>
                  </a:lnTo>
                  <a:lnTo>
                    <a:pt x="3554" y="29118"/>
                  </a:lnTo>
                  <a:lnTo>
                    <a:pt x="3568" y="29237"/>
                  </a:lnTo>
                  <a:lnTo>
                    <a:pt x="3581" y="29355"/>
                  </a:lnTo>
                  <a:lnTo>
                    <a:pt x="3568" y="29474"/>
                  </a:lnTo>
                  <a:lnTo>
                    <a:pt x="3554" y="29592"/>
                  </a:lnTo>
                  <a:lnTo>
                    <a:pt x="3515" y="29711"/>
                  </a:lnTo>
                  <a:lnTo>
                    <a:pt x="3475" y="29816"/>
                  </a:lnTo>
                  <a:lnTo>
                    <a:pt x="3436" y="29921"/>
                  </a:lnTo>
                  <a:lnTo>
                    <a:pt x="3370" y="30027"/>
                  </a:lnTo>
                  <a:lnTo>
                    <a:pt x="3304" y="30119"/>
                  </a:lnTo>
                  <a:lnTo>
                    <a:pt x="3225" y="30198"/>
                  </a:lnTo>
                  <a:lnTo>
                    <a:pt x="3133" y="30277"/>
                  </a:lnTo>
                  <a:lnTo>
                    <a:pt x="3041" y="30343"/>
                  </a:lnTo>
                  <a:lnTo>
                    <a:pt x="2949" y="30408"/>
                  </a:lnTo>
                  <a:lnTo>
                    <a:pt x="2844" y="30461"/>
                  </a:lnTo>
                  <a:lnTo>
                    <a:pt x="2738" y="30501"/>
                  </a:lnTo>
                  <a:lnTo>
                    <a:pt x="2620" y="30527"/>
                  </a:lnTo>
                  <a:lnTo>
                    <a:pt x="2501" y="30540"/>
                  </a:lnTo>
                  <a:lnTo>
                    <a:pt x="2383" y="30553"/>
                  </a:lnTo>
                  <a:lnTo>
                    <a:pt x="2251" y="30540"/>
                  </a:lnTo>
                  <a:lnTo>
                    <a:pt x="2133" y="30527"/>
                  </a:lnTo>
                  <a:lnTo>
                    <a:pt x="2027" y="30501"/>
                  </a:lnTo>
                  <a:lnTo>
                    <a:pt x="1909" y="30461"/>
                  </a:lnTo>
                  <a:lnTo>
                    <a:pt x="1804" y="30408"/>
                  </a:lnTo>
                  <a:lnTo>
                    <a:pt x="1712" y="30343"/>
                  </a:lnTo>
                  <a:lnTo>
                    <a:pt x="1619" y="30277"/>
                  </a:lnTo>
                  <a:lnTo>
                    <a:pt x="1527" y="30198"/>
                  </a:lnTo>
                  <a:lnTo>
                    <a:pt x="1448" y="30119"/>
                  </a:lnTo>
                  <a:lnTo>
                    <a:pt x="1382" y="30027"/>
                  </a:lnTo>
                  <a:lnTo>
                    <a:pt x="1330" y="29921"/>
                  </a:lnTo>
                  <a:lnTo>
                    <a:pt x="1277" y="29816"/>
                  </a:lnTo>
                  <a:lnTo>
                    <a:pt x="1238" y="29711"/>
                  </a:lnTo>
                  <a:lnTo>
                    <a:pt x="1198" y="29592"/>
                  </a:lnTo>
                  <a:lnTo>
                    <a:pt x="1185" y="29474"/>
                  </a:lnTo>
                  <a:lnTo>
                    <a:pt x="1185" y="29355"/>
                  </a:lnTo>
                  <a:lnTo>
                    <a:pt x="1185" y="29237"/>
                  </a:lnTo>
                  <a:lnTo>
                    <a:pt x="1198" y="29118"/>
                  </a:lnTo>
                  <a:lnTo>
                    <a:pt x="1238" y="29000"/>
                  </a:lnTo>
                  <a:lnTo>
                    <a:pt x="1277" y="28881"/>
                  </a:lnTo>
                  <a:lnTo>
                    <a:pt x="1330" y="28789"/>
                  </a:lnTo>
                  <a:lnTo>
                    <a:pt x="1382" y="28684"/>
                  </a:lnTo>
                  <a:lnTo>
                    <a:pt x="1448" y="28592"/>
                  </a:lnTo>
                  <a:lnTo>
                    <a:pt x="1527" y="28513"/>
                  </a:lnTo>
                  <a:lnTo>
                    <a:pt x="1619" y="28434"/>
                  </a:lnTo>
                  <a:lnTo>
                    <a:pt x="1712" y="28355"/>
                  </a:lnTo>
                  <a:lnTo>
                    <a:pt x="1804" y="28302"/>
                  </a:lnTo>
                  <a:lnTo>
                    <a:pt x="1909" y="28250"/>
                  </a:lnTo>
                  <a:lnTo>
                    <a:pt x="2027" y="28210"/>
                  </a:lnTo>
                  <a:lnTo>
                    <a:pt x="2133" y="28184"/>
                  </a:lnTo>
                  <a:lnTo>
                    <a:pt x="2251" y="28157"/>
                  </a:lnTo>
                  <a:close/>
                  <a:moveTo>
                    <a:pt x="1791" y="1"/>
                  </a:moveTo>
                  <a:lnTo>
                    <a:pt x="1791" y="27052"/>
                  </a:lnTo>
                  <a:lnTo>
                    <a:pt x="1593" y="27104"/>
                  </a:lnTo>
                  <a:lnTo>
                    <a:pt x="1409" y="27183"/>
                  </a:lnTo>
                  <a:lnTo>
                    <a:pt x="1238" y="27262"/>
                  </a:lnTo>
                  <a:lnTo>
                    <a:pt x="1080" y="27368"/>
                  </a:lnTo>
                  <a:lnTo>
                    <a:pt x="922" y="27473"/>
                  </a:lnTo>
                  <a:lnTo>
                    <a:pt x="764" y="27605"/>
                  </a:lnTo>
                  <a:lnTo>
                    <a:pt x="632" y="27736"/>
                  </a:lnTo>
                  <a:lnTo>
                    <a:pt x="514" y="27881"/>
                  </a:lnTo>
                  <a:lnTo>
                    <a:pt x="395" y="28039"/>
                  </a:lnTo>
                  <a:lnTo>
                    <a:pt x="290" y="28210"/>
                  </a:lnTo>
                  <a:lnTo>
                    <a:pt x="211" y="28381"/>
                  </a:lnTo>
                  <a:lnTo>
                    <a:pt x="132" y="28566"/>
                  </a:lnTo>
                  <a:lnTo>
                    <a:pt x="79" y="28750"/>
                  </a:lnTo>
                  <a:lnTo>
                    <a:pt x="40" y="28947"/>
                  </a:lnTo>
                  <a:lnTo>
                    <a:pt x="13" y="29145"/>
                  </a:lnTo>
                  <a:lnTo>
                    <a:pt x="0" y="29355"/>
                  </a:lnTo>
                  <a:lnTo>
                    <a:pt x="13" y="29592"/>
                  </a:lnTo>
                  <a:lnTo>
                    <a:pt x="53" y="29829"/>
                  </a:lnTo>
                  <a:lnTo>
                    <a:pt x="106" y="30053"/>
                  </a:lnTo>
                  <a:lnTo>
                    <a:pt x="185" y="30277"/>
                  </a:lnTo>
                  <a:lnTo>
                    <a:pt x="290" y="30487"/>
                  </a:lnTo>
                  <a:lnTo>
                    <a:pt x="408" y="30685"/>
                  </a:lnTo>
                  <a:lnTo>
                    <a:pt x="540" y="30869"/>
                  </a:lnTo>
                  <a:lnTo>
                    <a:pt x="698" y="31040"/>
                  </a:lnTo>
                  <a:lnTo>
                    <a:pt x="869" y="31185"/>
                  </a:lnTo>
                  <a:lnTo>
                    <a:pt x="1053" y="31330"/>
                  </a:lnTo>
                  <a:lnTo>
                    <a:pt x="1251" y="31448"/>
                  </a:lnTo>
                  <a:lnTo>
                    <a:pt x="1448" y="31541"/>
                  </a:lnTo>
                  <a:lnTo>
                    <a:pt x="1672" y="31619"/>
                  </a:lnTo>
                  <a:lnTo>
                    <a:pt x="1896" y="31685"/>
                  </a:lnTo>
                  <a:lnTo>
                    <a:pt x="2133" y="31725"/>
                  </a:lnTo>
                  <a:lnTo>
                    <a:pt x="2383" y="31738"/>
                  </a:lnTo>
                  <a:lnTo>
                    <a:pt x="2620" y="31725"/>
                  </a:lnTo>
                  <a:lnTo>
                    <a:pt x="2857" y="31685"/>
                  </a:lnTo>
                  <a:lnTo>
                    <a:pt x="3081" y="31619"/>
                  </a:lnTo>
                  <a:lnTo>
                    <a:pt x="3304" y="31541"/>
                  </a:lnTo>
                  <a:lnTo>
                    <a:pt x="3515" y="31448"/>
                  </a:lnTo>
                  <a:lnTo>
                    <a:pt x="3712" y="31330"/>
                  </a:lnTo>
                  <a:lnTo>
                    <a:pt x="3884" y="31185"/>
                  </a:lnTo>
                  <a:lnTo>
                    <a:pt x="4055" y="31040"/>
                  </a:lnTo>
                  <a:lnTo>
                    <a:pt x="4213" y="30869"/>
                  </a:lnTo>
                  <a:lnTo>
                    <a:pt x="4344" y="30685"/>
                  </a:lnTo>
                  <a:lnTo>
                    <a:pt x="4463" y="30487"/>
                  </a:lnTo>
                  <a:lnTo>
                    <a:pt x="4568" y="30277"/>
                  </a:lnTo>
                  <a:lnTo>
                    <a:pt x="4647" y="30053"/>
                  </a:lnTo>
                  <a:lnTo>
                    <a:pt x="4713" y="29829"/>
                  </a:lnTo>
                  <a:lnTo>
                    <a:pt x="4739" y="29592"/>
                  </a:lnTo>
                  <a:lnTo>
                    <a:pt x="4752" y="29355"/>
                  </a:lnTo>
                  <a:lnTo>
                    <a:pt x="4752" y="29145"/>
                  </a:lnTo>
                  <a:lnTo>
                    <a:pt x="4726" y="28947"/>
                  </a:lnTo>
                  <a:lnTo>
                    <a:pt x="4673" y="28750"/>
                  </a:lnTo>
                  <a:lnTo>
                    <a:pt x="4621" y="28566"/>
                  </a:lnTo>
                  <a:lnTo>
                    <a:pt x="4542" y="28381"/>
                  </a:lnTo>
                  <a:lnTo>
                    <a:pt x="4463" y="28210"/>
                  </a:lnTo>
                  <a:lnTo>
                    <a:pt x="4357" y="28039"/>
                  </a:lnTo>
                  <a:lnTo>
                    <a:pt x="4252" y="27881"/>
                  </a:lnTo>
                  <a:lnTo>
                    <a:pt x="4120" y="27736"/>
                  </a:lnTo>
                  <a:lnTo>
                    <a:pt x="3989" y="27605"/>
                  </a:lnTo>
                  <a:lnTo>
                    <a:pt x="3844" y="27473"/>
                  </a:lnTo>
                  <a:lnTo>
                    <a:pt x="3686" y="27368"/>
                  </a:lnTo>
                  <a:lnTo>
                    <a:pt x="3515" y="27262"/>
                  </a:lnTo>
                  <a:lnTo>
                    <a:pt x="3344" y="27183"/>
                  </a:lnTo>
                  <a:lnTo>
                    <a:pt x="3160" y="27104"/>
                  </a:lnTo>
                  <a:lnTo>
                    <a:pt x="2962" y="27052"/>
                  </a:lnTo>
                  <a:lnTo>
                    <a:pt x="2962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4"/>
            <p:cNvSpPr/>
            <p:nvPr/>
          </p:nvSpPr>
          <p:spPr>
            <a:xfrm>
              <a:off x="5085525" y="2744125"/>
              <a:ext cx="118825" cy="788500"/>
            </a:xfrm>
            <a:custGeom>
              <a:avLst/>
              <a:gdLst/>
              <a:ahLst/>
              <a:cxnLst/>
              <a:rect l="l" t="t" r="r" b="b"/>
              <a:pathLst>
                <a:path w="4753" h="31540" extrusionOk="0">
                  <a:moveTo>
                    <a:pt x="2502" y="27959"/>
                  </a:moveTo>
                  <a:lnTo>
                    <a:pt x="2620" y="27986"/>
                  </a:lnTo>
                  <a:lnTo>
                    <a:pt x="2739" y="28012"/>
                  </a:lnTo>
                  <a:lnTo>
                    <a:pt x="2844" y="28052"/>
                  </a:lnTo>
                  <a:lnTo>
                    <a:pt x="2949" y="28104"/>
                  </a:lnTo>
                  <a:lnTo>
                    <a:pt x="3041" y="28157"/>
                  </a:lnTo>
                  <a:lnTo>
                    <a:pt x="3134" y="28236"/>
                  </a:lnTo>
                  <a:lnTo>
                    <a:pt x="3226" y="28315"/>
                  </a:lnTo>
                  <a:lnTo>
                    <a:pt x="3305" y="28394"/>
                  </a:lnTo>
                  <a:lnTo>
                    <a:pt x="3371" y="28486"/>
                  </a:lnTo>
                  <a:lnTo>
                    <a:pt x="3436" y="28591"/>
                  </a:lnTo>
                  <a:lnTo>
                    <a:pt x="3476" y="28683"/>
                  </a:lnTo>
                  <a:lnTo>
                    <a:pt x="3515" y="28802"/>
                  </a:lnTo>
                  <a:lnTo>
                    <a:pt x="3555" y="28920"/>
                  </a:lnTo>
                  <a:lnTo>
                    <a:pt x="3568" y="29039"/>
                  </a:lnTo>
                  <a:lnTo>
                    <a:pt x="3581" y="29157"/>
                  </a:lnTo>
                  <a:lnTo>
                    <a:pt x="3568" y="29276"/>
                  </a:lnTo>
                  <a:lnTo>
                    <a:pt x="3555" y="29394"/>
                  </a:lnTo>
                  <a:lnTo>
                    <a:pt x="3515" y="29513"/>
                  </a:lnTo>
                  <a:lnTo>
                    <a:pt x="3476" y="29618"/>
                  </a:lnTo>
                  <a:lnTo>
                    <a:pt x="3436" y="29723"/>
                  </a:lnTo>
                  <a:lnTo>
                    <a:pt x="3371" y="29829"/>
                  </a:lnTo>
                  <a:lnTo>
                    <a:pt x="3305" y="29921"/>
                  </a:lnTo>
                  <a:lnTo>
                    <a:pt x="3226" y="30000"/>
                  </a:lnTo>
                  <a:lnTo>
                    <a:pt x="3134" y="30079"/>
                  </a:lnTo>
                  <a:lnTo>
                    <a:pt x="3041" y="30145"/>
                  </a:lnTo>
                  <a:lnTo>
                    <a:pt x="2949" y="30210"/>
                  </a:lnTo>
                  <a:lnTo>
                    <a:pt x="2844" y="30263"/>
                  </a:lnTo>
                  <a:lnTo>
                    <a:pt x="2739" y="30303"/>
                  </a:lnTo>
                  <a:lnTo>
                    <a:pt x="2620" y="30329"/>
                  </a:lnTo>
                  <a:lnTo>
                    <a:pt x="2502" y="30342"/>
                  </a:lnTo>
                  <a:lnTo>
                    <a:pt x="2383" y="30355"/>
                  </a:lnTo>
                  <a:lnTo>
                    <a:pt x="2252" y="30342"/>
                  </a:lnTo>
                  <a:lnTo>
                    <a:pt x="2133" y="30329"/>
                  </a:lnTo>
                  <a:lnTo>
                    <a:pt x="2028" y="30303"/>
                  </a:lnTo>
                  <a:lnTo>
                    <a:pt x="1909" y="30263"/>
                  </a:lnTo>
                  <a:lnTo>
                    <a:pt x="1804" y="30210"/>
                  </a:lnTo>
                  <a:lnTo>
                    <a:pt x="1712" y="30145"/>
                  </a:lnTo>
                  <a:lnTo>
                    <a:pt x="1620" y="30079"/>
                  </a:lnTo>
                  <a:lnTo>
                    <a:pt x="1528" y="30000"/>
                  </a:lnTo>
                  <a:lnTo>
                    <a:pt x="1449" y="29921"/>
                  </a:lnTo>
                  <a:lnTo>
                    <a:pt x="1383" y="29829"/>
                  </a:lnTo>
                  <a:lnTo>
                    <a:pt x="1330" y="29723"/>
                  </a:lnTo>
                  <a:lnTo>
                    <a:pt x="1278" y="29618"/>
                  </a:lnTo>
                  <a:lnTo>
                    <a:pt x="1238" y="29513"/>
                  </a:lnTo>
                  <a:lnTo>
                    <a:pt x="1212" y="29394"/>
                  </a:lnTo>
                  <a:lnTo>
                    <a:pt x="1185" y="29276"/>
                  </a:lnTo>
                  <a:lnTo>
                    <a:pt x="1185" y="29157"/>
                  </a:lnTo>
                  <a:lnTo>
                    <a:pt x="1185" y="29039"/>
                  </a:lnTo>
                  <a:lnTo>
                    <a:pt x="1212" y="28920"/>
                  </a:lnTo>
                  <a:lnTo>
                    <a:pt x="1238" y="28802"/>
                  </a:lnTo>
                  <a:lnTo>
                    <a:pt x="1278" y="28683"/>
                  </a:lnTo>
                  <a:lnTo>
                    <a:pt x="1330" y="28591"/>
                  </a:lnTo>
                  <a:lnTo>
                    <a:pt x="1383" y="28486"/>
                  </a:lnTo>
                  <a:lnTo>
                    <a:pt x="1449" y="28394"/>
                  </a:lnTo>
                  <a:lnTo>
                    <a:pt x="1528" y="28315"/>
                  </a:lnTo>
                  <a:lnTo>
                    <a:pt x="1620" y="28236"/>
                  </a:lnTo>
                  <a:lnTo>
                    <a:pt x="1712" y="28157"/>
                  </a:lnTo>
                  <a:lnTo>
                    <a:pt x="1804" y="28104"/>
                  </a:lnTo>
                  <a:lnTo>
                    <a:pt x="1909" y="28052"/>
                  </a:lnTo>
                  <a:lnTo>
                    <a:pt x="2028" y="28012"/>
                  </a:lnTo>
                  <a:lnTo>
                    <a:pt x="2133" y="27986"/>
                  </a:lnTo>
                  <a:lnTo>
                    <a:pt x="2252" y="27959"/>
                  </a:lnTo>
                  <a:close/>
                  <a:moveTo>
                    <a:pt x="1791" y="0"/>
                  </a:moveTo>
                  <a:lnTo>
                    <a:pt x="1791" y="26854"/>
                  </a:lnTo>
                  <a:lnTo>
                    <a:pt x="1593" y="26906"/>
                  </a:lnTo>
                  <a:lnTo>
                    <a:pt x="1422" y="26985"/>
                  </a:lnTo>
                  <a:lnTo>
                    <a:pt x="1238" y="27064"/>
                  </a:lnTo>
                  <a:lnTo>
                    <a:pt x="1080" y="27170"/>
                  </a:lnTo>
                  <a:lnTo>
                    <a:pt x="922" y="27275"/>
                  </a:lnTo>
                  <a:lnTo>
                    <a:pt x="777" y="27407"/>
                  </a:lnTo>
                  <a:lnTo>
                    <a:pt x="633" y="27538"/>
                  </a:lnTo>
                  <a:lnTo>
                    <a:pt x="514" y="27683"/>
                  </a:lnTo>
                  <a:lnTo>
                    <a:pt x="396" y="27841"/>
                  </a:lnTo>
                  <a:lnTo>
                    <a:pt x="290" y="28012"/>
                  </a:lnTo>
                  <a:lnTo>
                    <a:pt x="211" y="28183"/>
                  </a:lnTo>
                  <a:lnTo>
                    <a:pt x="132" y="28368"/>
                  </a:lnTo>
                  <a:lnTo>
                    <a:pt x="80" y="28552"/>
                  </a:lnTo>
                  <a:lnTo>
                    <a:pt x="40" y="28749"/>
                  </a:lnTo>
                  <a:lnTo>
                    <a:pt x="14" y="28947"/>
                  </a:lnTo>
                  <a:lnTo>
                    <a:pt x="1" y="29157"/>
                  </a:lnTo>
                  <a:lnTo>
                    <a:pt x="14" y="29394"/>
                  </a:lnTo>
                  <a:lnTo>
                    <a:pt x="53" y="29631"/>
                  </a:lnTo>
                  <a:lnTo>
                    <a:pt x="106" y="29855"/>
                  </a:lnTo>
                  <a:lnTo>
                    <a:pt x="185" y="30079"/>
                  </a:lnTo>
                  <a:lnTo>
                    <a:pt x="290" y="30289"/>
                  </a:lnTo>
                  <a:lnTo>
                    <a:pt x="409" y="30487"/>
                  </a:lnTo>
                  <a:lnTo>
                    <a:pt x="540" y="30671"/>
                  </a:lnTo>
                  <a:lnTo>
                    <a:pt x="698" y="30842"/>
                  </a:lnTo>
                  <a:lnTo>
                    <a:pt x="869" y="30987"/>
                  </a:lnTo>
                  <a:lnTo>
                    <a:pt x="1054" y="31132"/>
                  </a:lnTo>
                  <a:lnTo>
                    <a:pt x="1251" y="31250"/>
                  </a:lnTo>
                  <a:lnTo>
                    <a:pt x="1449" y="31343"/>
                  </a:lnTo>
                  <a:lnTo>
                    <a:pt x="1672" y="31421"/>
                  </a:lnTo>
                  <a:lnTo>
                    <a:pt x="1896" y="31487"/>
                  </a:lnTo>
                  <a:lnTo>
                    <a:pt x="2133" y="31527"/>
                  </a:lnTo>
                  <a:lnTo>
                    <a:pt x="2383" y="31540"/>
                  </a:lnTo>
                  <a:lnTo>
                    <a:pt x="2620" y="31527"/>
                  </a:lnTo>
                  <a:lnTo>
                    <a:pt x="2857" y="31487"/>
                  </a:lnTo>
                  <a:lnTo>
                    <a:pt x="3081" y="31421"/>
                  </a:lnTo>
                  <a:lnTo>
                    <a:pt x="3305" y="31343"/>
                  </a:lnTo>
                  <a:lnTo>
                    <a:pt x="3515" y="31250"/>
                  </a:lnTo>
                  <a:lnTo>
                    <a:pt x="3713" y="31132"/>
                  </a:lnTo>
                  <a:lnTo>
                    <a:pt x="3897" y="30987"/>
                  </a:lnTo>
                  <a:lnTo>
                    <a:pt x="4055" y="30842"/>
                  </a:lnTo>
                  <a:lnTo>
                    <a:pt x="4213" y="30671"/>
                  </a:lnTo>
                  <a:lnTo>
                    <a:pt x="4345" y="30487"/>
                  </a:lnTo>
                  <a:lnTo>
                    <a:pt x="4463" y="30289"/>
                  </a:lnTo>
                  <a:lnTo>
                    <a:pt x="4568" y="30079"/>
                  </a:lnTo>
                  <a:lnTo>
                    <a:pt x="4647" y="29855"/>
                  </a:lnTo>
                  <a:lnTo>
                    <a:pt x="4713" y="29631"/>
                  </a:lnTo>
                  <a:lnTo>
                    <a:pt x="4740" y="29394"/>
                  </a:lnTo>
                  <a:lnTo>
                    <a:pt x="4753" y="29157"/>
                  </a:lnTo>
                  <a:lnTo>
                    <a:pt x="4753" y="28947"/>
                  </a:lnTo>
                  <a:lnTo>
                    <a:pt x="4726" y="28749"/>
                  </a:lnTo>
                  <a:lnTo>
                    <a:pt x="4674" y="28552"/>
                  </a:lnTo>
                  <a:lnTo>
                    <a:pt x="4621" y="28368"/>
                  </a:lnTo>
                  <a:lnTo>
                    <a:pt x="4555" y="28183"/>
                  </a:lnTo>
                  <a:lnTo>
                    <a:pt x="4463" y="28012"/>
                  </a:lnTo>
                  <a:lnTo>
                    <a:pt x="4358" y="27841"/>
                  </a:lnTo>
                  <a:lnTo>
                    <a:pt x="4252" y="27683"/>
                  </a:lnTo>
                  <a:lnTo>
                    <a:pt x="4121" y="27538"/>
                  </a:lnTo>
                  <a:lnTo>
                    <a:pt x="3989" y="27407"/>
                  </a:lnTo>
                  <a:lnTo>
                    <a:pt x="3844" y="27275"/>
                  </a:lnTo>
                  <a:lnTo>
                    <a:pt x="3686" y="27170"/>
                  </a:lnTo>
                  <a:lnTo>
                    <a:pt x="3515" y="27064"/>
                  </a:lnTo>
                  <a:lnTo>
                    <a:pt x="3344" y="26985"/>
                  </a:lnTo>
                  <a:lnTo>
                    <a:pt x="3160" y="26906"/>
                  </a:lnTo>
                  <a:lnTo>
                    <a:pt x="2976" y="26854"/>
                  </a:lnTo>
                  <a:lnTo>
                    <a:pt x="2976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4"/>
            <p:cNvSpPr/>
            <p:nvPr/>
          </p:nvSpPr>
          <p:spPr>
            <a:xfrm>
              <a:off x="5006550" y="986775"/>
              <a:ext cx="1118925" cy="1140650"/>
            </a:xfrm>
            <a:custGeom>
              <a:avLst/>
              <a:gdLst/>
              <a:ahLst/>
              <a:cxnLst/>
              <a:rect l="l" t="t" r="r" b="b"/>
              <a:pathLst>
                <a:path w="44757" h="45626" extrusionOk="0">
                  <a:moveTo>
                    <a:pt x="42374" y="42045"/>
                  </a:moveTo>
                  <a:lnTo>
                    <a:pt x="42492" y="42058"/>
                  </a:lnTo>
                  <a:lnTo>
                    <a:pt x="42611" y="42072"/>
                  </a:lnTo>
                  <a:lnTo>
                    <a:pt x="42729" y="42098"/>
                  </a:lnTo>
                  <a:lnTo>
                    <a:pt x="42834" y="42137"/>
                  </a:lnTo>
                  <a:lnTo>
                    <a:pt x="42940" y="42190"/>
                  </a:lnTo>
                  <a:lnTo>
                    <a:pt x="43045" y="42256"/>
                  </a:lnTo>
                  <a:lnTo>
                    <a:pt x="43137" y="42322"/>
                  </a:lnTo>
                  <a:lnTo>
                    <a:pt x="43216" y="42401"/>
                  </a:lnTo>
                  <a:lnTo>
                    <a:pt x="43295" y="42480"/>
                  </a:lnTo>
                  <a:lnTo>
                    <a:pt x="43361" y="42572"/>
                  </a:lnTo>
                  <a:lnTo>
                    <a:pt x="43427" y="42677"/>
                  </a:lnTo>
                  <a:lnTo>
                    <a:pt x="43479" y="42782"/>
                  </a:lnTo>
                  <a:lnTo>
                    <a:pt x="43519" y="42888"/>
                  </a:lnTo>
                  <a:lnTo>
                    <a:pt x="43545" y="43006"/>
                  </a:lnTo>
                  <a:lnTo>
                    <a:pt x="43572" y="43125"/>
                  </a:lnTo>
                  <a:lnTo>
                    <a:pt x="43572" y="43243"/>
                  </a:lnTo>
                  <a:lnTo>
                    <a:pt x="43572" y="43362"/>
                  </a:lnTo>
                  <a:lnTo>
                    <a:pt x="43545" y="43480"/>
                  </a:lnTo>
                  <a:lnTo>
                    <a:pt x="43519" y="43599"/>
                  </a:lnTo>
                  <a:lnTo>
                    <a:pt x="43479" y="43717"/>
                  </a:lnTo>
                  <a:lnTo>
                    <a:pt x="43427" y="43809"/>
                  </a:lnTo>
                  <a:lnTo>
                    <a:pt x="43361" y="43914"/>
                  </a:lnTo>
                  <a:lnTo>
                    <a:pt x="43295" y="44007"/>
                  </a:lnTo>
                  <a:lnTo>
                    <a:pt x="43216" y="44086"/>
                  </a:lnTo>
                  <a:lnTo>
                    <a:pt x="43137" y="44165"/>
                  </a:lnTo>
                  <a:lnTo>
                    <a:pt x="43045" y="44244"/>
                  </a:lnTo>
                  <a:lnTo>
                    <a:pt x="42940" y="44296"/>
                  </a:lnTo>
                  <a:lnTo>
                    <a:pt x="42834" y="44349"/>
                  </a:lnTo>
                  <a:lnTo>
                    <a:pt x="42729" y="44388"/>
                  </a:lnTo>
                  <a:lnTo>
                    <a:pt x="42611" y="44415"/>
                  </a:lnTo>
                  <a:lnTo>
                    <a:pt x="42492" y="44441"/>
                  </a:lnTo>
                  <a:lnTo>
                    <a:pt x="42255" y="44441"/>
                  </a:lnTo>
                  <a:lnTo>
                    <a:pt x="42137" y="44415"/>
                  </a:lnTo>
                  <a:lnTo>
                    <a:pt x="42018" y="44388"/>
                  </a:lnTo>
                  <a:lnTo>
                    <a:pt x="41913" y="44349"/>
                  </a:lnTo>
                  <a:lnTo>
                    <a:pt x="41808" y="44296"/>
                  </a:lnTo>
                  <a:lnTo>
                    <a:pt x="41702" y="44244"/>
                  </a:lnTo>
                  <a:lnTo>
                    <a:pt x="41610" y="44165"/>
                  </a:lnTo>
                  <a:lnTo>
                    <a:pt x="41531" y="44086"/>
                  </a:lnTo>
                  <a:lnTo>
                    <a:pt x="41452" y="44007"/>
                  </a:lnTo>
                  <a:lnTo>
                    <a:pt x="41386" y="43914"/>
                  </a:lnTo>
                  <a:lnTo>
                    <a:pt x="41321" y="43809"/>
                  </a:lnTo>
                  <a:lnTo>
                    <a:pt x="41268" y="43717"/>
                  </a:lnTo>
                  <a:lnTo>
                    <a:pt x="41228" y="43599"/>
                  </a:lnTo>
                  <a:lnTo>
                    <a:pt x="41202" y="43480"/>
                  </a:lnTo>
                  <a:lnTo>
                    <a:pt x="41189" y="43362"/>
                  </a:lnTo>
                  <a:lnTo>
                    <a:pt x="41176" y="43243"/>
                  </a:lnTo>
                  <a:lnTo>
                    <a:pt x="41189" y="43125"/>
                  </a:lnTo>
                  <a:lnTo>
                    <a:pt x="41202" y="43006"/>
                  </a:lnTo>
                  <a:lnTo>
                    <a:pt x="41228" y="42888"/>
                  </a:lnTo>
                  <a:lnTo>
                    <a:pt x="41268" y="42782"/>
                  </a:lnTo>
                  <a:lnTo>
                    <a:pt x="41321" y="42677"/>
                  </a:lnTo>
                  <a:lnTo>
                    <a:pt x="41386" y="42572"/>
                  </a:lnTo>
                  <a:lnTo>
                    <a:pt x="41452" y="42480"/>
                  </a:lnTo>
                  <a:lnTo>
                    <a:pt x="41531" y="42401"/>
                  </a:lnTo>
                  <a:lnTo>
                    <a:pt x="41610" y="42322"/>
                  </a:lnTo>
                  <a:lnTo>
                    <a:pt x="41702" y="42256"/>
                  </a:lnTo>
                  <a:lnTo>
                    <a:pt x="41808" y="42190"/>
                  </a:lnTo>
                  <a:lnTo>
                    <a:pt x="41913" y="42137"/>
                  </a:lnTo>
                  <a:lnTo>
                    <a:pt x="42018" y="42098"/>
                  </a:lnTo>
                  <a:lnTo>
                    <a:pt x="42137" y="42072"/>
                  </a:lnTo>
                  <a:lnTo>
                    <a:pt x="42255" y="42058"/>
                  </a:lnTo>
                  <a:lnTo>
                    <a:pt x="42374" y="42045"/>
                  </a:lnTo>
                  <a:close/>
                  <a:moveTo>
                    <a:pt x="0" y="1"/>
                  </a:moveTo>
                  <a:lnTo>
                    <a:pt x="0" y="11058"/>
                  </a:lnTo>
                  <a:lnTo>
                    <a:pt x="1185" y="11058"/>
                  </a:lnTo>
                  <a:lnTo>
                    <a:pt x="1185" y="1186"/>
                  </a:lnTo>
                  <a:lnTo>
                    <a:pt x="23234" y="1186"/>
                  </a:lnTo>
                  <a:lnTo>
                    <a:pt x="23234" y="24235"/>
                  </a:lnTo>
                  <a:lnTo>
                    <a:pt x="40755" y="41506"/>
                  </a:lnTo>
                  <a:lnTo>
                    <a:pt x="40597" y="41677"/>
                  </a:lnTo>
                  <a:lnTo>
                    <a:pt x="40439" y="41861"/>
                  </a:lnTo>
                  <a:lnTo>
                    <a:pt x="40307" y="42058"/>
                  </a:lnTo>
                  <a:lnTo>
                    <a:pt x="40202" y="42282"/>
                  </a:lnTo>
                  <a:lnTo>
                    <a:pt x="40110" y="42506"/>
                  </a:lnTo>
                  <a:lnTo>
                    <a:pt x="40044" y="42743"/>
                  </a:lnTo>
                  <a:lnTo>
                    <a:pt x="40004" y="42993"/>
                  </a:lnTo>
                  <a:lnTo>
                    <a:pt x="39991" y="43243"/>
                  </a:lnTo>
                  <a:lnTo>
                    <a:pt x="40004" y="43493"/>
                  </a:lnTo>
                  <a:lnTo>
                    <a:pt x="40044" y="43730"/>
                  </a:lnTo>
                  <a:lnTo>
                    <a:pt x="40110" y="43954"/>
                  </a:lnTo>
                  <a:lnTo>
                    <a:pt x="40189" y="44165"/>
                  </a:lnTo>
                  <a:lnTo>
                    <a:pt x="40281" y="44375"/>
                  </a:lnTo>
                  <a:lnTo>
                    <a:pt x="40399" y="44573"/>
                  </a:lnTo>
                  <a:lnTo>
                    <a:pt x="40544" y="44757"/>
                  </a:lnTo>
                  <a:lnTo>
                    <a:pt x="40689" y="44928"/>
                  </a:lnTo>
                  <a:lnTo>
                    <a:pt x="40860" y="45086"/>
                  </a:lnTo>
                  <a:lnTo>
                    <a:pt x="41044" y="45218"/>
                  </a:lnTo>
                  <a:lnTo>
                    <a:pt x="41242" y="45336"/>
                  </a:lnTo>
                  <a:lnTo>
                    <a:pt x="41452" y="45441"/>
                  </a:lnTo>
                  <a:lnTo>
                    <a:pt x="41663" y="45520"/>
                  </a:lnTo>
                  <a:lnTo>
                    <a:pt x="41900" y="45573"/>
                  </a:lnTo>
                  <a:lnTo>
                    <a:pt x="42137" y="45613"/>
                  </a:lnTo>
                  <a:lnTo>
                    <a:pt x="42374" y="45626"/>
                  </a:lnTo>
                  <a:lnTo>
                    <a:pt x="42624" y="45613"/>
                  </a:lnTo>
                  <a:lnTo>
                    <a:pt x="42848" y="45573"/>
                  </a:lnTo>
                  <a:lnTo>
                    <a:pt x="43085" y="45520"/>
                  </a:lnTo>
                  <a:lnTo>
                    <a:pt x="43295" y="45441"/>
                  </a:lnTo>
                  <a:lnTo>
                    <a:pt x="43506" y="45336"/>
                  </a:lnTo>
                  <a:lnTo>
                    <a:pt x="43703" y="45218"/>
                  </a:lnTo>
                  <a:lnTo>
                    <a:pt x="43887" y="45086"/>
                  </a:lnTo>
                  <a:lnTo>
                    <a:pt x="44059" y="44928"/>
                  </a:lnTo>
                  <a:lnTo>
                    <a:pt x="44203" y="44757"/>
                  </a:lnTo>
                  <a:lnTo>
                    <a:pt x="44348" y="44573"/>
                  </a:lnTo>
                  <a:lnTo>
                    <a:pt x="44467" y="44375"/>
                  </a:lnTo>
                  <a:lnTo>
                    <a:pt x="44572" y="44165"/>
                  </a:lnTo>
                  <a:lnTo>
                    <a:pt x="44651" y="43954"/>
                  </a:lnTo>
                  <a:lnTo>
                    <a:pt x="44704" y="43730"/>
                  </a:lnTo>
                  <a:lnTo>
                    <a:pt x="44743" y="43493"/>
                  </a:lnTo>
                  <a:lnTo>
                    <a:pt x="44756" y="43243"/>
                  </a:lnTo>
                  <a:lnTo>
                    <a:pt x="44743" y="43006"/>
                  </a:lnTo>
                  <a:lnTo>
                    <a:pt x="44704" y="42769"/>
                  </a:lnTo>
                  <a:lnTo>
                    <a:pt x="44651" y="42545"/>
                  </a:lnTo>
                  <a:lnTo>
                    <a:pt x="44572" y="42322"/>
                  </a:lnTo>
                  <a:lnTo>
                    <a:pt x="44467" y="42111"/>
                  </a:lnTo>
                  <a:lnTo>
                    <a:pt x="44348" y="41914"/>
                  </a:lnTo>
                  <a:lnTo>
                    <a:pt x="44203" y="41729"/>
                  </a:lnTo>
                  <a:lnTo>
                    <a:pt x="44059" y="41558"/>
                  </a:lnTo>
                  <a:lnTo>
                    <a:pt x="43887" y="41413"/>
                  </a:lnTo>
                  <a:lnTo>
                    <a:pt x="43703" y="41269"/>
                  </a:lnTo>
                  <a:lnTo>
                    <a:pt x="43506" y="41150"/>
                  </a:lnTo>
                  <a:lnTo>
                    <a:pt x="43295" y="41058"/>
                  </a:lnTo>
                  <a:lnTo>
                    <a:pt x="43085" y="40979"/>
                  </a:lnTo>
                  <a:lnTo>
                    <a:pt x="42848" y="40913"/>
                  </a:lnTo>
                  <a:lnTo>
                    <a:pt x="42624" y="40874"/>
                  </a:lnTo>
                  <a:lnTo>
                    <a:pt x="42374" y="40861"/>
                  </a:lnTo>
                  <a:lnTo>
                    <a:pt x="42110" y="40887"/>
                  </a:lnTo>
                  <a:lnTo>
                    <a:pt x="41860" y="40926"/>
                  </a:lnTo>
                  <a:lnTo>
                    <a:pt x="24419" y="23748"/>
                  </a:lnTo>
                  <a:lnTo>
                    <a:pt x="24419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4"/>
            <p:cNvSpPr/>
            <p:nvPr/>
          </p:nvSpPr>
          <p:spPr>
            <a:xfrm>
              <a:off x="4918025" y="908800"/>
              <a:ext cx="1323275" cy="1119900"/>
            </a:xfrm>
            <a:custGeom>
              <a:avLst/>
              <a:gdLst/>
              <a:ahLst/>
              <a:cxnLst/>
              <a:rect l="l" t="t" r="r" b="b"/>
              <a:pathLst>
                <a:path w="52931" h="44796" extrusionOk="0">
                  <a:moveTo>
                    <a:pt x="50680" y="41215"/>
                  </a:moveTo>
                  <a:lnTo>
                    <a:pt x="50798" y="41242"/>
                  </a:lnTo>
                  <a:lnTo>
                    <a:pt x="50917" y="41268"/>
                  </a:lnTo>
                  <a:lnTo>
                    <a:pt x="51022" y="41307"/>
                  </a:lnTo>
                  <a:lnTo>
                    <a:pt x="51127" y="41360"/>
                  </a:lnTo>
                  <a:lnTo>
                    <a:pt x="51233" y="41426"/>
                  </a:lnTo>
                  <a:lnTo>
                    <a:pt x="51325" y="41492"/>
                  </a:lnTo>
                  <a:lnTo>
                    <a:pt x="51404" y="41571"/>
                  </a:lnTo>
                  <a:lnTo>
                    <a:pt x="51483" y="41650"/>
                  </a:lnTo>
                  <a:lnTo>
                    <a:pt x="51549" y="41742"/>
                  </a:lnTo>
                  <a:lnTo>
                    <a:pt x="51614" y="41847"/>
                  </a:lnTo>
                  <a:lnTo>
                    <a:pt x="51654" y="41952"/>
                  </a:lnTo>
                  <a:lnTo>
                    <a:pt x="51707" y="42058"/>
                  </a:lnTo>
                  <a:lnTo>
                    <a:pt x="51733" y="42176"/>
                  </a:lnTo>
                  <a:lnTo>
                    <a:pt x="51746" y="42295"/>
                  </a:lnTo>
                  <a:lnTo>
                    <a:pt x="51759" y="42413"/>
                  </a:lnTo>
                  <a:lnTo>
                    <a:pt x="51746" y="42532"/>
                  </a:lnTo>
                  <a:lnTo>
                    <a:pt x="51733" y="42650"/>
                  </a:lnTo>
                  <a:lnTo>
                    <a:pt x="51707" y="42769"/>
                  </a:lnTo>
                  <a:lnTo>
                    <a:pt x="51654" y="42874"/>
                  </a:lnTo>
                  <a:lnTo>
                    <a:pt x="51614" y="42979"/>
                  </a:lnTo>
                  <a:lnTo>
                    <a:pt x="51549" y="43084"/>
                  </a:lnTo>
                  <a:lnTo>
                    <a:pt x="51483" y="43177"/>
                  </a:lnTo>
                  <a:lnTo>
                    <a:pt x="51404" y="43256"/>
                  </a:lnTo>
                  <a:lnTo>
                    <a:pt x="51325" y="43335"/>
                  </a:lnTo>
                  <a:lnTo>
                    <a:pt x="51233" y="43400"/>
                  </a:lnTo>
                  <a:lnTo>
                    <a:pt x="51127" y="43466"/>
                  </a:lnTo>
                  <a:lnTo>
                    <a:pt x="51022" y="43519"/>
                  </a:lnTo>
                  <a:lnTo>
                    <a:pt x="50917" y="43558"/>
                  </a:lnTo>
                  <a:lnTo>
                    <a:pt x="50798" y="43585"/>
                  </a:lnTo>
                  <a:lnTo>
                    <a:pt x="50680" y="43598"/>
                  </a:lnTo>
                  <a:lnTo>
                    <a:pt x="50561" y="43611"/>
                  </a:lnTo>
                  <a:lnTo>
                    <a:pt x="50430" y="43598"/>
                  </a:lnTo>
                  <a:lnTo>
                    <a:pt x="50311" y="43585"/>
                  </a:lnTo>
                  <a:lnTo>
                    <a:pt x="50206" y="43558"/>
                  </a:lnTo>
                  <a:lnTo>
                    <a:pt x="50088" y="43519"/>
                  </a:lnTo>
                  <a:lnTo>
                    <a:pt x="49982" y="43466"/>
                  </a:lnTo>
                  <a:lnTo>
                    <a:pt x="49890" y="43400"/>
                  </a:lnTo>
                  <a:lnTo>
                    <a:pt x="49798" y="43335"/>
                  </a:lnTo>
                  <a:lnTo>
                    <a:pt x="49706" y="43256"/>
                  </a:lnTo>
                  <a:lnTo>
                    <a:pt x="49640" y="43177"/>
                  </a:lnTo>
                  <a:lnTo>
                    <a:pt x="49561" y="43084"/>
                  </a:lnTo>
                  <a:lnTo>
                    <a:pt x="49508" y="42979"/>
                  </a:lnTo>
                  <a:lnTo>
                    <a:pt x="49456" y="42874"/>
                  </a:lnTo>
                  <a:lnTo>
                    <a:pt x="49416" y="42769"/>
                  </a:lnTo>
                  <a:lnTo>
                    <a:pt x="49390" y="42650"/>
                  </a:lnTo>
                  <a:lnTo>
                    <a:pt x="49364" y="42532"/>
                  </a:lnTo>
                  <a:lnTo>
                    <a:pt x="49364" y="42413"/>
                  </a:lnTo>
                  <a:lnTo>
                    <a:pt x="49364" y="42295"/>
                  </a:lnTo>
                  <a:lnTo>
                    <a:pt x="49390" y="42176"/>
                  </a:lnTo>
                  <a:lnTo>
                    <a:pt x="49416" y="42058"/>
                  </a:lnTo>
                  <a:lnTo>
                    <a:pt x="49456" y="41952"/>
                  </a:lnTo>
                  <a:lnTo>
                    <a:pt x="49508" y="41847"/>
                  </a:lnTo>
                  <a:lnTo>
                    <a:pt x="49561" y="41742"/>
                  </a:lnTo>
                  <a:lnTo>
                    <a:pt x="49640" y="41650"/>
                  </a:lnTo>
                  <a:lnTo>
                    <a:pt x="49706" y="41571"/>
                  </a:lnTo>
                  <a:lnTo>
                    <a:pt x="49798" y="41492"/>
                  </a:lnTo>
                  <a:lnTo>
                    <a:pt x="49890" y="41426"/>
                  </a:lnTo>
                  <a:lnTo>
                    <a:pt x="49982" y="41360"/>
                  </a:lnTo>
                  <a:lnTo>
                    <a:pt x="50088" y="41307"/>
                  </a:lnTo>
                  <a:lnTo>
                    <a:pt x="50206" y="41268"/>
                  </a:lnTo>
                  <a:lnTo>
                    <a:pt x="50311" y="41242"/>
                  </a:lnTo>
                  <a:lnTo>
                    <a:pt x="50430" y="41215"/>
                  </a:lnTo>
                  <a:close/>
                  <a:moveTo>
                    <a:pt x="0" y="0"/>
                  </a:moveTo>
                  <a:lnTo>
                    <a:pt x="0" y="15112"/>
                  </a:lnTo>
                  <a:lnTo>
                    <a:pt x="1185" y="15112"/>
                  </a:lnTo>
                  <a:lnTo>
                    <a:pt x="1185" y="1185"/>
                  </a:lnTo>
                  <a:lnTo>
                    <a:pt x="31251" y="1185"/>
                  </a:lnTo>
                  <a:lnTo>
                    <a:pt x="31251" y="24629"/>
                  </a:lnTo>
                  <a:lnTo>
                    <a:pt x="48271" y="41781"/>
                  </a:lnTo>
                  <a:lnTo>
                    <a:pt x="48231" y="41939"/>
                  </a:lnTo>
                  <a:lnTo>
                    <a:pt x="48205" y="42084"/>
                  </a:lnTo>
                  <a:lnTo>
                    <a:pt x="48179" y="42255"/>
                  </a:lnTo>
                  <a:lnTo>
                    <a:pt x="48179" y="42413"/>
                  </a:lnTo>
                  <a:lnTo>
                    <a:pt x="48192" y="42650"/>
                  </a:lnTo>
                  <a:lnTo>
                    <a:pt x="48231" y="42887"/>
                  </a:lnTo>
                  <a:lnTo>
                    <a:pt x="48284" y="43124"/>
                  </a:lnTo>
                  <a:lnTo>
                    <a:pt x="48363" y="43335"/>
                  </a:lnTo>
                  <a:lnTo>
                    <a:pt x="48468" y="43545"/>
                  </a:lnTo>
                  <a:lnTo>
                    <a:pt x="48587" y="43743"/>
                  </a:lnTo>
                  <a:lnTo>
                    <a:pt x="48719" y="43927"/>
                  </a:lnTo>
                  <a:lnTo>
                    <a:pt x="48876" y="44098"/>
                  </a:lnTo>
                  <a:lnTo>
                    <a:pt x="49048" y="44243"/>
                  </a:lnTo>
                  <a:lnTo>
                    <a:pt x="49232" y="44388"/>
                  </a:lnTo>
                  <a:lnTo>
                    <a:pt x="49429" y="44506"/>
                  </a:lnTo>
                  <a:lnTo>
                    <a:pt x="49627" y="44598"/>
                  </a:lnTo>
                  <a:lnTo>
                    <a:pt x="49851" y="44677"/>
                  </a:lnTo>
                  <a:lnTo>
                    <a:pt x="50074" y="44743"/>
                  </a:lnTo>
                  <a:lnTo>
                    <a:pt x="50311" y="44783"/>
                  </a:lnTo>
                  <a:lnTo>
                    <a:pt x="50561" y="44796"/>
                  </a:lnTo>
                  <a:lnTo>
                    <a:pt x="50798" y="44783"/>
                  </a:lnTo>
                  <a:lnTo>
                    <a:pt x="51035" y="44743"/>
                  </a:lnTo>
                  <a:lnTo>
                    <a:pt x="51259" y="44677"/>
                  </a:lnTo>
                  <a:lnTo>
                    <a:pt x="51483" y="44598"/>
                  </a:lnTo>
                  <a:lnTo>
                    <a:pt x="51693" y="44506"/>
                  </a:lnTo>
                  <a:lnTo>
                    <a:pt x="51891" y="44388"/>
                  </a:lnTo>
                  <a:lnTo>
                    <a:pt x="52075" y="44243"/>
                  </a:lnTo>
                  <a:lnTo>
                    <a:pt x="52233" y="44098"/>
                  </a:lnTo>
                  <a:lnTo>
                    <a:pt x="52391" y="43927"/>
                  </a:lnTo>
                  <a:lnTo>
                    <a:pt x="52523" y="43743"/>
                  </a:lnTo>
                  <a:lnTo>
                    <a:pt x="52654" y="43545"/>
                  </a:lnTo>
                  <a:lnTo>
                    <a:pt x="52747" y="43335"/>
                  </a:lnTo>
                  <a:lnTo>
                    <a:pt x="52826" y="43124"/>
                  </a:lnTo>
                  <a:lnTo>
                    <a:pt x="52891" y="42887"/>
                  </a:lnTo>
                  <a:lnTo>
                    <a:pt x="52918" y="42650"/>
                  </a:lnTo>
                  <a:lnTo>
                    <a:pt x="52931" y="42413"/>
                  </a:lnTo>
                  <a:lnTo>
                    <a:pt x="52918" y="42163"/>
                  </a:lnTo>
                  <a:lnTo>
                    <a:pt x="52891" y="41939"/>
                  </a:lnTo>
                  <a:lnTo>
                    <a:pt x="52826" y="41702"/>
                  </a:lnTo>
                  <a:lnTo>
                    <a:pt x="52747" y="41492"/>
                  </a:lnTo>
                  <a:lnTo>
                    <a:pt x="52654" y="41281"/>
                  </a:lnTo>
                  <a:lnTo>
                    <a:pt x="52523" y="41084"/>
                  </a:lnTo>
                  <a:lnTo>
                    <a:pt x="52391" y="40899"/>
                  </a:lnTo>
                  <a:lnTo>
                    <a:pt x="52233" y="40728"/>
                  </a:lnTo>
                  <a:lnTo>
                    <a:pt x="52075" y="40583"/>
                  </a:lnTo>
                  <a:lnTo>
                    <a:pt x="51891" y="40439"/>
                  </a:lnTo>
                  <a:lnTo>
                    <a:pt x="51693" y="40320"/>
                  </a:lnTo>
                  <a:lnTo>
                    <a:pt x="51483" y="40215"/>
                  </a:lnTo>
                  <a:lnTo>
                    <a:pt x="51259" y="40136"/>
                  </a:lnTo>
                  <a:lnTo>
                    <a:pt x="51035" y="40083"/>
                  </a:lnTo>
                  <a:lnTo>
                    <a:pt x="50798" y="40044"/>
                  </a:lnTo>
                  <a:lnTo>
                    <a:pt x="50561" y="40030"/>
                  </a:lnTo>
                  <a:lnTo>
                    <a:pt x="50311" y="40044"/>
                  </a:lnTo>
                  <a:lnTo>
                    <a:pt x="50074" y="40083"/>
                  </a:lnTo>
                  <a:lnTo>
                    <a:pt x="49851" y="40136"/>
                  </a:lnTo>
                  <a:lnTo>
                    <a:pt x="49640" y="40215"/>
                  </a:lnTo>
                  <a:lnTo>
                    <a:pt x="49429" y="40320"/>
                  </a:lnTo>
                  <a:lnTo>
                    <a:pt x="49232" y="40439"/>
                  </a:lnTo>
                  <a:lnTo>
                    <a:pt x="49048" y="40570"/>
                  </a:lnTo>
                  <a:lnTo>
                    <a:pt x="48876" y="40728"/>
                  </a:lnTo>
                  <a:lnTo>
                    <a:pt x="32422" y="24142"/>
                  </a:lnTo>
                  <a:lnTo>
                    <a:pt x="32422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4"/>
            <p:cNvSpPr/>
            <p:nvPr/>
          </p:nvSpPr>
          <p:spPr>
            <a:xfrm>
              <a:off x="5449825" y="2297550"/>
              <a:ext cx="1133725" cy="441650"/>
            </a:xfrm>
            <a:custGeom>
              <a:avLst/>
              <a:gdLst/>
              <a:ahLst/>
              <a:cxnLst/>
              <a:rect l="l" t="t" r="r" b="b"/>
              <a:pathLst>
                <a:path w="45349" h="17666" extrusionOk="0">
                  <a:moveTo>
                    <a:pt x="42966" y="1185"/>
                  </a:moveTo>
                  <a:lnTo>
                    <a:pt x="43085" y="1198"/>
                  </a:lnTo>
                  <a:lnTo>
                    <a:pt x="43203" y="1211"/>
                  </a:lnTo>
                  <a:lnTo>
                    <a:pt x="43322" y="1238"/>
                  </a:lnTo>
                  <a:lnTo>
                    <a:pt x="43427" y="1277"/>
                  </a:lnTo>
                  <a:lnTo>
                    <a:pt x="43532" y="1330"/>
                  </a:lnTo>
                  <a:lnTo>
                    <a:pt x="43638" y="1396"/>
                  </a:lnTo>
                  <a:lnTo>
                    <a:pt x="43730" y="1461"/>
                  </a:lnTo>
                  <a:lnTo>
                    <a:pt x="43809" y="1540"/>
                  </a:lnTo>
                  <a:lnTo>
                    <a:pt x="43888" y="1619"/>
                  </a:lnTo>
                  <a:lnTo>
                    <a:pt x="43954" y="1712"/>
                  </a:lnTo>
                  <a:lnTo>
                    <a:pt x="44019" y="1817"/>
                  </a:lnTo>
                  <a:lnTo>
                    <a:pt x="44072" y="1922"/>
                  </a:lnTo>
                  <a:lnTo>
                    <a:pt x="44111" y="2027"/>
                  </a:lnTo>
                  <a:lnTo>
                    <a:pt x="44138" y="2146"/>
                  </a:lnTo>
                  <a:lnTo>
                    <a:pt x="44151" y="2264"/>
                  </a:lnTo>
                  <a:lnTo>
                    <a:pt x="44164" y="2383"/>
                  </a:lnTo>
                  <a:lnTo>
                    <a:pt x="44151" y="2501"/>
                  </a:lnTo>
                  <a:lnTo>
                    <a:pt x="44138" y="2620"/>
                  </a:lnTo>
                  <a:lnTo>
                    <a:pt x="44111" y="2738"/>
                  </a:lnTo>
                  <a:lnTo>
                    <a:pt x="44072" y="2857"/>
                  </a:lnTo>
                  <a:lnTo>
                    <a:pt x="44019" y="2962"/>
                  </a:lnTo>
                  <a:lnTo>
                    <a:pt x="43954" y="3054"/>
                  </a:lnTo>
                  <a:lnTo>
                    <a:pt x="43888" y="3146"/>
                  </a:lnTo>
                  <a:lnTo>
                    <a:pt x="43809" y="3225"/>
                  </a:lnTo>
                  <a:lnTo>
                    <a:pt x="43730" y="3304"/>
                  </a:lnTo>
                  <a:lnTo>
                    <a:pt x="43638" y="3383"/>
                  </a:lnTo>
                  <a:lnTo>
                    <a:pt x="43532" y="3436"/>
                  </a:lnTo>
                  <a:lnTo>
                    <a:pt x="43427" y="3489"/>
                  </a:lnTo>
                  <a:lnTo>
                    <a:pt x="43322" y="3528"/>
                  </a:lnTo>
                  <a:lnTo>
                    <a:pt x="43203" y="3554"/>
                  </a:lnTo>
                  <a:lnTo>
                    <a:pt x="43085" y="3581"/>
                  </a:lnTo>
                  <a:lnTo>
                    <a:pt x="42848" y="3581"/>
                  </a:lnTo>
                  <a:lnTo>
                    <a:pt x="42729" y="3554"/>
                  </a:lnTo>
                  <a:lnTo>
                    <a:pt x="42611" y="3528"/>
                  </a:lnTo>
                  <a:lnTo>
                    <a:pt x="42506" y="3489"/>
                  </a:lnTo>
                  <a:lnTo>
                    <a:pt x="42400" y="3436"/>
                  </a:lnTo>
                  <a:lnTo>
                    <a:pt x="42295" y="3383"/>
                  </a:lnTo>
                  <a:lnTo>
                    <a:pt x="42203" y="3304"/>
                  </a:lnTo>
                  <a:lnTo>
                    <a:pt x="42124" y="3225"/>
                  </a:lnTo>
                  <a:lnTo>
                    <a:pt x="42045" y="3146"/>
                  </a:lnTo>
                  <a:lnTo>
                    <a:pt x="41979" y="3054"/>
                  </a:lnTo>
                  <a:lnTo>
                    <a:pt x="41913" y="2962"/>
                  </a:lnTo>
                  <a:lnTo>
                    <a:pt x="41861" y="2857"/>
                  </a:lnTo>
                  <a:lnTo>
                    <a:pt x="41821" y="2738"/>
                  </a:lnTo>
                  <a:lnTo>
                    <a:pt x="41795" y="2620"/>
                  </a:lnTo>
                  <a:lnTo>
                    <a:pt x="41768" y="2501"/>
                  </a:lnTo>
                  <a:lnTo>
                    <a:pt x="41768" y="2383"/>
                  </a:lnTo>
                  <a:lnTo>
                    <a:pt x="41768" y="2264"/>
                  </a:lnTo>
                  <a:lnTo>
                    <a:pt x="41795" y="2146"/>
                  </a:lnTo>
                  <a:lnTo>
                    <a:pt x="41821" y="2027"/>
                  </a:lnTo>
                  <a:lnTo>
                    <a:pt x="41861" y="1922"/>
                  </a:lnTo>
                  <a:lnTo>
                    <a:pt x="41913" y="1817"/>
                  </a:lnTo>
                  <a:lnTo>
                    <a:pt x="41979" y="1712"/>
                  </a:lnTo>
                  <a:lnTo>
                    <a:pt x="42045" y="1619"/>
                  </a:lnTo>
                  <a:lnTo>
                    <a:pt x="42124" y="1540"/>
                  </a:lnTo>
                  <a:lnTo>
                    <a:pt x="42203" y="1461"/>
                  </a:lnTo>
                  <a:lnTo>
                    <a:pt x="42295" y="1396"/>
                  </a:lnTo>
                  <a:lnTo>
                    <a:pt x="42400" y="1330"/>
                  </a:lnTo>
                  <a:lnTo>
                    <a:pt x="42506" y="1277"/>
                  </a:lnTo>
                  <a:lnTo>
                    <a:pt x="42611" y="1238"/>
                  </a:lnTo>
                  <a:lnTo>
                    <a:pt x="42729" y="1211"/>
                  </a:lnTo>
                  <a:lnTo>
                    <a:pt x="42848" y="1198"/>
                  </a:lnTo>
                  <a:lnTo>
                    <a:pt x="42966" y="1185"/>
                  </a:lnTo>
                  <a:close/>
                  <a:moveTo>
                    <a:pt x="42966" y="0"/>
                  </a:moveTo>
                  <a:lnTo>
                    <a:pt x="42756" y="13"/>
                  </a:lnTo>
                  <a:lnTo>
                    <a:pt x="42558" y="40"/>
                  </a:lnTo>
                  <a:lnTo>
                    <a:pt x="42361" y="79"/>
                  </a:lnTo>
                  <a:lnTo>
                    <a:pt x="42176" y="145"/>
                  </a:lnTo>
                  <a:lnTo>
                    <a:pt x="41992" y="211"/>
                  </a:lnTo>
                  <a:lnTo>
                    <a:pt x="41821" y="303"/>
                  </a:lnTo>
                  <a:lnTo>
                    <a:pt x="41650" y="408"/>
                  </a:lnTo>
                  <a:lnTo>
                    <a:pt x="41492" y="514"/>
                  </a:lnTo>
                  <a:lnTo>
                    <a:pt x="41347" y="645"/>
                  </a:lnTo>
                  <a:lnTo>
                    <a:pt x="41216" y="777"/>
                  </a:lnTo>
                  <a:lnTo>
                    <a:pt x="41084" y="922"/>
                  </a:lnTo>
                  <a:lnTo>
                    <a:pt x="40979" y="1080"/>
                  </a:lnTo>
                  <a:lnTo>
                    <a:pt x="40873" y="1251"/>
                  </a:lnTo>
                  <a:lnTo>
                    <a:pt x="40794" y="1422"/>
                  </a:lnTo>
                  <a:lnTo>
                    <a:pt x="40715" y="1606"/>
                  </a:lnTo>
                  <a:lnTo>
                    <a:pt x="40663" y="1791"/>
                  </a:lnTo>
                  <a:lnTo>
                    <a:pt x="1" y="1791"/>
                  </a:lnTo>
                  <a:lnTo>
                    <a:pt x="1" y="17666"/>
                  </a:lnTo>
                  <a:lnTo>
                    <a:pt x="1185" y="17666"/>
                  </a:lnTo>
                  <a:lnTo>
                    <a:pt x="1185" y="2975"/>
                  </a:lnTo>
                  <a:lnTo>
                    <a:pt x="40663" y="2975"/>
                  </a:lnTo>
                  <a:lnTo>
                    <a:pt x="40715" y="3160"/>
                  </a:lnTo>
                  <a:lnTo>
                    <a:pt x="40794" y="3344"/>
                  </a:lnTo>
                  <a:lnTo>
                    <a:pt x="40873" y="3528"/>
                  </a:lnTo>
                  <a:lnTo>
                    <a:pt x="40979" y="3686"/>
                  </a:lnTo>
                  <a:lnTo>
                    <a:pt x="41084" y="3844"/>
                  </a:lnTo>
                  <a:lnTo>
                    <a:pt x="41216" y="3989"/>
                  </a:lnTo>
                  <a:lnTo>
                    <a:pt x="41347" y="4134"/>
                  </a:lnTo>
                  <a:lnTo>
                    <a:pt x="41492" y="4252"/>
                  </a:lnTo>
                  <a:lnTo>
                    <a:pt x="41650" y="4371"/>
                  </a:lnTo>
                  <a:lnTo>
                    <a:pt x="41821" y="4463"/>
                  </a:lnTo>
                  <a:lnTo>
                    <a:pt x="41992" y="4555"/>
                  </a:lnTo>
                  <a:lnTo>
                    <a:pt x="42176" y="4634"/>
                  </a:lnTo>
                  <a:lnTo>
                    <a:pt x="42361" y="4686"/>
                  </a:lnTo>
                  <a:lnTo>
                    <a:pt x="42558" y="4726"/>
                  </a:lnTo>
                  <a:lnTo>
                    <a:pt x="42756" y="4752"/>
                  </a:lnTo>
                  <a:lnTo>
                    <a:pt x="42966" y="4765"/>
                  </a:lnTo>
                  <a:lnTo>
                    <a:pt x="43203" y="4752"/>
                  </a:lnTo>
                  <a:lnTo>
                    <a:pt x="43440" y="4713"/>
                  </a:lnTo>
                  <a:lnTo>
                    <a:pt x="43677" y="4660"/>
                  </a:lnTo>
                  <a:lnTo>
                    <a:pt x="43888" y="4581"/>
                  </a:lnTo>
                  <a:lnTo>
                    <a:pt x="44098" y="4476"/>
                  </a:lnTo>
                  <a:lnTo>
                    <a:pt x="44296" y="4357"/>
                  </a:lnTo>
                  <a:lnTo>
                    <a:pt x="44480" y="4226"/>
                  </a:lnTo>
                  <a:lnTo>
                    <a:pt x="44651" y="4068"/>
                  </a:lnTo>
                  <a:lnTo>
                    <a:pt x="44796" y="3897"/>
                  </a:lnTo>
                  <a:lnTo>
                    <a:pt x="44941" y="3712"/>
                  </a:lnTo>
                  <a:lnTo>
                    <a:pt x="45059" y="3515"/>
                  </a:lnTo>
                  <a:lnTo>
                    <a:pt x="45151" y="3304"/>
                  </a:lnTo>
                  <a:lnTo>
                    <a:pt x="45230" y="3094"/>
                  </a:lnTo>
                  <a:lnTo>
                    <a:pt x="45296" y="2870"/>
                  </a:lnTo>
                  <a:lnTo>
                    <a:pt x="45336" y="2633"/>
                  </a:lnTo>
                  <a:lnTo>
                    <a:pt x="45349" y="2383"/>
                  </a:lnTo>
                  <a:lnTo>
                    <a:pt x="45336" y="2146"/>
                  </a:lnTo>
                  <a:lnTo>
                    <a:pt x="45296" y="1909"/>
                  </a:lnTo>
                  <a:lnTo>
                    <a:pt x="45230" y="1685"/>
                  </a:lnTo>
                  <a:lnTo>
                    <a:pt x="45151" y="1461"/>
                  </a:lnTo>
                  <a:lnTo>
                    <a:pt x="45059" y="1251"/>
                  </a:lnTo>
                  <a:lnTo>
                    <a:pt x="44941" y="1053"/>
                  </a:lnTo>
                  <a:lnTo>
                    <a:pt x="44796" y="869"/>
                  </a:lnTo>
                  <a:lnTo>
                    <a:pt x="44651" y="698"/>
                  </a:lnTo>
                  <a:lnTo>
                    <a:pt x="44480" y="553"/>
                  </a:lnTo>
                  <a:lnTo>
                    <a:pt x="44296" y="408"/>
                  </a:lnTo>
                  <a:lnTo>
                    <a:pt x="44098" y="290"/>
                  </a:lnTo>
                  <a:lnTo>
                    <a:pt x="43888" y="198"/>
                  </a:lnTo>
                  <a:lnTo>
                    <a:pt x="43677" y="119"/>
                  </a:lnTo>
                  <a:lnTo>
                    <a:pt x="43440" y="53"/>
                  </a:lnTo>
                  <a:lnTo>
                    <a:pt x="43203" y="13"/>
                  </a:lnTo>
                  <a:lnTo>
                    <a:pt x="42966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4"/>
            <p:cNvSpPr/>
            <p:nvPr/>
          </p:nvSpPr>
          <p:spPr>
            <a:xfrm>
              <a:off x="5057875" y="1888150"/>
              <a:ext cx="1240025" cy="393300"/>
            </a:xfrm>
            <a:custGeom>
              <a:avLst/>
              <a:gdLst/>
              <a:ahLst/>
              <a:cxnLst/>
              <a:rect l="l" t="t" r="r" b="b"/>
              <a:pathLst>
                <a:path w="49601" h="15732" extrusionOk="0">
                  <a:moveTo>
                    <a:pt x="47350" y="12151"/>
                  </a:moveTo>
                  <a:lnTo>
                    <a:pt x="47468" y="12177"/>
                  </a:lnTo>
                  <a:lnTo>
                    <a:pt x="47574" y="12203"/>
                  </a:lnTo>
                  <a:lnTo>
                    <a:pt x="47692" y="12243"/>
                  </a:lnTo>
                  <a:lnTo>
                    <a:pt x="47798" y="12296"/>
                  </a:lnTo>
                  <a:lnTo>
                    <a:pt x="47890" y="12361"/>
                  </a:lnTo>
                  <a:lnTo>
                    <a:pt x="47982" y="12427"/>
                  </a:lnTo>
                  <a:lnTo>
                    <a:pt x="48074" y="12506"/>
                  </a:lnTo>
                  <a:lnTo>
                    <a:pt x="48140" y="12585"/>
                  </a:lnTo>
                  <a:lnTo>
                    <a:pt x="48219" y="12677"/>
                  </a:lnTo>
                  <a:lnTo>
                    <a:pt x="48271" y="12783"/>
                  </a:lnTo>
                  <a:lnTo>
                    <a:pt x="48324" y="12888"/>
                  </a:lnTo>
                  <a:lnTo>
                    <a:pt x="48364" y="12993"/>
                  </a:lnTo>
                  <a:lnTo>
                    <a:pt x="48390" y="13112"/>
                  </a:lnTo>
                  <a:lnTo>
                    <a:pt x="48416" y="13230"/>
                  </a:lnTo>
                  <a:lnTo>
                    <a:pt x="48416" y="13349"/>
                  </a:lnTo>
                  <a:lnTo>
                    <a:pt x="48416" y="13467"/>
                  </a:lnTo>
                  <a:lnTo>
                    <a:pt x="48390" y="13586"/>
                  </a:lnTo>
                  <a:lnTo>
                    <a:pt x="48364" y="13704"/>
                  </a:lnTo>
                  <a:lnTo>
                    <a:pt x="48324" y="13809"/>
                  </a:lnTo>
                  <a:lnTo>
                    <a:pt x="48271" y="13915"/>
                  </a:lnTo>
                  <a:lnTo>
                    <a:pt x="48219" y="14020"/>
                  </a:lnTo>
                  <a:lnTo>
                    <a:pt x="48140" y="14112"/>
                  </a:lnTo>
                  <a:lnTo>
                    <a:pt x="48074" y="14191"/>
                  </a:lnTo>
                  <a:lnTo>
                    <a:pt x="47982" y="14270"/>
                  </a:lnTo>
                  <a:lnTo>
                    <a:pt x="47890" y="14336"/>
                  </a:lnTo>
                  <a:lnTo>
                    <a:pt x="47798" y="14402"/>
                  </a:lnTo>
                  <a:lnTo>
                    <a:pt x="47692" y="14454"/>
                  </a:lnTo>
                  <a:lnTo>
                    <a:pt x="47574" y="14494"/>
                  </a:lnTo>
                  <a:lnTo>
                    <a:pt x="47468" y="14520"/>
                  </a:lnTo>
                  <a:lnTo>
                    <a:pt x="47350" y="14533"/>
                  </a:lnTo>
                  <a:lnTo>
                    <a:pt x="47218" y="14547"/>
                  </a:lnTo>
                  <a:lnTo>
                    <a:pt x="47100" y="14533"/>
                  </a:lnTo>
                  <a:lnTo>
                    <a:pt x="46981" y="14520"/>
                  </a:lnTo>
                  <a:lnTo>
                    <a:pt x="46863" y="14494"/>
                  </a:lnTo>
                  <a:lnTo>
                    <a:pt x="46758" y="14454"/>
                  </a:lnTo>
                  <a:lnTo>
                    <a:pt x="46652" y="14402"/>
                  </a:lnTo>
                  <a:lnTo>
                    <a:pt x="46547" y="14336"/>
                  </a:lnTo>
                  <a:lnTo>
                    <a:pt x="46455" y="14270"/>
                  </a:lnTo>
                  <a:lnTo>
                    <a:pt x="46376" y="14191"/>
                  </a:lnTo>
                  <a:lnTo>
                    <a:pt x="46297" y="14112"/>
                  </a:lnTo>
                  <a:lnTo>
                    <a:pt x="46231" y="14020"/>
                  </a:lnTo>
                  <a:lnTo>
                    <a:pt x="46165" y="13915"/>
                  </a:lnTo>
                  <a:lnTo>
                    <a:pt x="46113" y="13809"/>
                  </a:lnTo>
                  <a:lnTo>
                    <a:pt x="46073" y="13704"/>
                  </a:lnTo>
                  <a:lnTo>
                    <a:pt x="46047" y="13586"/>
                  </a:lnTo>
                  <a:lnTo>
                    <a:pt x="46034" y="13467"/>
                  </a:lnTo>
                  <a:lnTo>
                    <a:pt x="46020" y="13349"/>
                  </a:lnTo>
                  <a:lnTo>
                    <a:pt x="46034" y="13230"/>
                  </a:lnTo>
                  <a:lnTo>
                    <a:pt x="46047" y="13112"/>
                  </a:lnTo>
                  <a:lnTo>
                    <a:pt x="46073" y="12993"/>
                  </a:lnTo>
                  <a:lnTo>
                    <a:pt x="46113" y="12888"/>
                  </a:lnTo>
                  <a:lnTo>
                    <a:pt x="46165" y="12783"/>
                  </a:lnTo>
                  <a:lnTo>
                    <a:pt x="46231" y="12677"/>
                  </a:lnTo>
                  <a:lnTo>
                    <a:pt x="46297" y="12585"/>
                  </a:lnTo>
                  <a:lnTo>
                    <a:pt x="46376" y="12506"/>
                  </a:lnTo>
                  <a:lnTo>
                    <a:pt x="46455" y="12427"/>
                  </a:lnTo>
                  <a:lnTo>
                    <a:pt x="46547" y="12361"/>
                  </a:lnTo>
                  <a:lnTo>
                    <a:pt x="46652" y="12296"/>
                  </a:lnTo>
                  <a:lnTo>
                    <a:pt x="46758" y="12243"/>
                  </a:lnTo>
                  <a:lnTo>
                    <a:pt x="46863" y="12203"/>
                  </a:lnTo>
                  <a:lnTo>
                    <a:pt x="46981" y="12177"/>
                  </a:lnTo>
                  <a:lnTo>
                    <a:pt x="47100" y="12151"/>
                  </a:lnTo>
                  <a:close/>
                  <a:moveTo>
                    <a:pt x="1" y="1"/>
                  </a:moveTo>
                  <a:lnTo>
                    <a:pt x="1" y="1186"/>
                  </a:lnTo>
                  <a:lnTo>
                    <a:pt x="12506" y="1186"/>
                  </a:lnTo>
                  <a:lnTo>
                    <a:pt x="12506" y="14678"/>
                  </a:lnTo>
                  <a:lnTo>
                    <a:pt x="45244" y="14678"/>
                  </a:lnTo>
                  <a:lnTo>
                    <a:pt x="45336" y="14797"/>
                  </a:lnTo>
                  <a:lnTo>
                    <a:pt x="45428" y="14902"/>
                  </a:lnTo>
                  <a:lnTo>
                    <a:pt x="45520" y="15007"/>
                  </a:lnTo>
                  <a:lnTo>
                    <a:pt x="45626" y="15113"/>
                  </a:lnTo>
                  <a:lnTo>
                    <a:pt x="45731" y="15205"/>
                  </a:lnTo>
                  <a:lnTo>
                    <a:pt x="45849" y="15284"/>
                  </a:lnTo>
                  <a:lnTo>
                    <a:pt x="45968" y="15363"/>
                  </a:lnTo>
                  <a:lnTo>
                    <a:pt x="46086" y="15442"/>
                  </a:lnTo>
                  <a:lnTo>
                    <a:pt x="46218" y="15507"/>
                  </a:lnTo>
                  <a:lnTo>
                    <a:pt x="46350" y="15560"/>
                  </a:lnTo>
                  <a:lnTo>
                    <a:pt x="46481" y="15613"/>
                  </a:lnTo>
                  <a:lnTo>
                    <a:pt x="46626" y="15652"/>
                  </a:lnTo>
                  <a:lnTo>
                    <a:pt x="46771" y="15679"/>
                  </a:lnTo>
                  <a:lnTo>
                    <a:pt x="46916" y="15705"/>
                  </a:lnTo>
                  <a:lnTo>
                    <a:pt x="47074" y="15718"/>
                  </a:lnTo>
                  <a:lnTo>
                    <a:pt x="47218" y="15731"/>
                  </a:lnTo>
                  <a:lnTo>
                    <a:pt x="47468" y="15718"/>
                  </a:lnTo>
                  <a:lnTo>
                    <a:pt x="47705" y="15679"/>
                  </a:lnTo>
                  <a:lnTo>
                    <a:pt x="47929" y="15613"/>
                  </a:lnTo>
                  <a:lnTo>
                    <a:pt x="48153" y="15534"/>
                  </a:lnTo>
                  <a:lnTo>
                    <a:pt x="48350" y="15442"/>
                  </a:lnTo>
                  <a:lnTo>
                    <a:pt x="48548" y="15323"/>
                  </a:lnTo>
                  <a:lnTo>
                    <a:pt x="48732" y="15178"/>
                  </a:lnTo>
                  <a:lnTo>
                    <a:pt x="48903" y="15034"/>
                  </a:lnTo>
                  <a:lnTo>
                    <a:pt x="49061" y="14862"/>
                  </a:lnTo>
                  <a:lnTo>
                    <a:pt x="49193" y="14678"/>
                  </a:lnTo>
                  <a:lnTo>
                    <a:pt x="49311" y="14481"/>
                  </a:lnTo>
                  <a:lnTo>
                    <a:pt x="49417" y="14270"/>
                  </a:lnTo>
                  <a:lnTo>
                    <a:pt x="49496" y="14060"/>
                  </a:lnTo>
                  <a:lnTo>
                    <a:pt x="49548" y="13823"/>
                  </a:lnTo>
                  <a:lnTo>
                    <a:pt x="49588" y="13586"/>
                  </a:lnTo>
                  <a:lnTo>
                    <a:pt x="49601" y="13349"/>
                  </a:lnTo>
                  <a:lnTo>
                    <a:pt x="49588" y="13099"/>
                  </a:lnTo>
                  <a:lnTo>
                    <a:pt x="49548" y="12875"/>
                  </a:lnTo>
                  <a:lnTo>
                    <a:pt x="49496" y="12638"/>
                  </a:lnTo>
                  <a:lnTo>
                    <a:pt x="49417" y="12427"/>
                  </a:lnTo>
                  <a:lnTo>
                    <a:pt x="49311" y="12217"/>
                  </a:lnTo>
                  <a:lnTo>
                    <a:pt x="49193" y="12019"/>
                  </a:lnTo>
                  <a:lnTo>
                    <a:pt x="49061" y="11835"/>
                  </a:lnTo>
                  <a:lnTo>
                    <a:pt x="48903" y="11664"/>
                  </a:lnTo>
                  <a:lnTo>
                    <a:pt x="48732" y="11519"/>
                  </a:lnTo>
                  <a:lnTo>
                    <a:pt x="48548" y="11374"/>
                  </a:lnTo>
                  <a:lnTo>
                    <a:pt x="48350" y="11256"/>
                  </a:lnTo>
                  <a:lnTo>
                    <a:pt x="48153" y="11150"/>
                  </a:lnTo>
                  <a:lnTo>
                    <a:pt x="47929" y="11071"/>
                  </a:lnTo>
                  <a:lnTo>
                    <a:pt x="47705" y="11019"/>
                  </a:lnTo>
                  <a:lnTo>
                    <a:pt x="47468" y="10979"/>
                  </a:lnTo>
                  <a:lnTo>
                    <a:pt x="47218" y="10966"/>
                  </a:lnTo>
                  <a:lnTo>
                    <a:pt x="46981" y="10979"/>
                  </a:lnTo>
                  <a:lnTo>
                    <a:pt x="46744" y="11019"/>
                  </a:lnTo>
                  <a:lnTo>
                    <a:pt x="46521" y="11071"/>
                  </a:lnTo>
                  <a:lnTo>
                    <a:pt x="46297" y="11150"/>
                  </a:lnTo>
                  <a:lnTo>
                    <a:pt x="46086" y="11256"/>
                  </a:lnTo>
                  <a:lnTo>
                    <a:pt x="45889" y="11374"/>
                  </a:lnTo>
                  <a:lnTo>
                    <a:pt x="45705" y="11519"/>
                  </a:lnTo>
                  <a:lnTo>
                    <a:pt x="45547" y="11664"/>
                  </a:lnTo>
                  <a:lnTo>
                    <a:pt x="45389" y="11835"/>
                  </a:lnTo>
                  <a:lnTo>
                    <a:pt x="45244" y="12019"/>
                  </a:lnTo>
                  <a:lnTo>
                    <a:pt x="45125" y="12217"/>
                  </a:lnTo>
                  <a:lnTo>
                    <a:pt x="45033" y="12427"/>
                  </a:lnTo>
                  <a:lnTo>
                    <a:pt x="44954" y="12638"/>
                  </a:lnTo>
                  <a:lnTo>
                    <a:pt x="44888" y="12875"/>
                  </a:lnTo>
                  <a:lnTo>
                    <a:pt x="44862" y="13099"/>
                  </a:lnTo>
                  <a:lnTo>
                    <a:pt x="44849" y="13349"/>
                  </a:lnTo>
                  <a:lnTo>
                    <a:pt x="44849" y="13493"/>
                  </a:lnTo>
                  <a:lnTo>
                    <a:pt x="13691" y="13493"/>
                  </a:lnTo>
                  <a:lnTo>
                    <a:pt x="13691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4"/>
            <p:cNvSpPr/>
            <p:nvPr/>
          </p:nvSpPr>
          <p:spPr>
            <a:xfrm>
              <a:off x="2061550" y="2207050"/>
              <a:ext cx="909950" cy="477200"/>
            </a:xfrm>
            <a:custGeom>
              <a:avLst/>
              <a:gdLst/>
              <a:ahLst/>
              <a:cxnLst/>
              <a:rect l="l" t="t" r="r" b="b"/>
              <a:pathLst>
                <a:path w="36398" h="19088" extrusionOk="0">
                  <a:moveTo>
                    <a:pt x="34607" y="15665"/>
                  </a:moveTo>
                  <a:lnTo>
                    <a:pt x="34739" y="15744"/>
                  </a:lnTo>
                  <a:lnTo>
                    <a:pt x="34857" y="15849"/>
                  </a:lnTo>
                  <a:lnTo>
                    <a:pt x="34963" y="15968"/>
                  </a:lnTo>
                  <a:lnTo>
                    <a:pt x="35055" y="16099"/>
                  </a:lnTo>
                  <a:lnTo>
                    <a:pt x="35121" y="16231"/>
                  </a:lnTo>
                  <a:lnTo>
                    <a:pt x="35173" y="16376"/>
                  </a:lnTo>
                  <a:lnTo>
                    <a:pt x="35213" y="16534"/>
                  </a:lnTo>
                  <a:lnTo>
                    <a:pt x="35213" y="16705"/>
                  </a:lnTo>
                  <a:lnTo>
                    <a:pt x="35213" y="16823"/>
                  </a:lnTo>
                  <a:lnTo>
                    <a:pt x="35200" y="16942"/>
                  </a:lnTo>
                  <a:lnTo>
                    <a:pt x="35160" y="17060"/>
                  </a:lnTo>
                  <a:lnTo>
                    <a:pt x="35121" y="17166"/>
                  </a:lnTo>
                  <a:lnTo>
                    <a:pt x="35068" y="17271"/>
                  </a:lnTo>
                  <a:lnTo>
                    <a:pt x="35015" y="17376"/>
                  </a:lnTo>
                  <a:lnTo>
                    <a:pt x="34949" y="17468"/>
                  </a:lnTo>
                  <a:lnTo>
                    <a:pt x="34870" y="17547"/>
                  </a:lnTo>
                  <a:lnTo>
                    <a:pt x="34778" y="17626"/>
                  </a:lnTo>
                  <a:lnTo>
                    <a:pt x="34686" y="17692"/>
                  </a:lnTo>
                  <a:lnTo>
                    <a:pt x="34594" y="17758"/>
                  </a:lnTo>
                  <a:lnTo>
                    <a:pt x="34489" y="17811"/>
                  </a:lnTo>
                  <a:lnTo>
                    <a:pt x="34383" y="17850"/>
                  </a:lnTo>
                  <a:lnTo>
                    <a:pt x="34265" y="17876"/>
                  </a:lnTo>
                  <a:lnTo>
                    <a:pt x="34146" y="17890"/>
                  </a:lnTo>
                  <a:lnTo>
                    <a:pt x="34028" y="17903"/>
                  </a:lnTo>
                  <a:lnTo>
                    <a:pt x="33896" y="17890"/>
                  </a:lnTo>
                  <a:lnTo>
                    <a:pt x="33778" y="17876"/>
                  </a:lnTo>
                  <a:lnTo>
                    <a:pt x="33659" y="17850"/>
                  </a:lnTo>
                  <a:lnTo>
                    <a:pt x="33554" y="17811"/>
                  </a:lnTo>
                  <a:lnTo>
                    <a:pt x="33449" y="17758"/>
                  </a:lnTo>
                  <a:lnTo>
                    <a:pt x="33357" y="17692"/>
                  </a:lnTo>
                  <a:lnTo>
                    <a:pt x="33265" y="17626"/>
                  </a:lnTo>
                  <a:lnTo>
                    <a:pt x="33172" y="17547"/>
                  </a:lnTo>
                  <a:lnTo>
                    <a:pt x="33093" y="17468"/>
                  </a:lnTo>
                  <a:lnTo>
                    <a:pt x="33028" y="17376"/>
                  </a:lnTo>
                  <a:lnTo>
                    <a:pt x="32975" y="17271"/>
                  </a:lnTo>
                  <a:lnTo>
                    <a:pt x="32922" y="17166"/>
                  </a:lnTo>
                  <a:lnTo>
                    <a:pt x="32883" y="17060"/>
                  </a:lnTo>
                  <a:lnTo>
                    <a:pt x="32843" y="16942"/>
                  </a:lnTo>
                  <a:lnTo>
                    <a:pt x="32830" y="16823"/>
                  </a:lnTo>
                  <a:lnTo>
                    <a:pt x="32830" y="16705"/>
                  </a:lnTo>
                  <a:lnTo>
                    <a:pt x="32830" y="16534"/>
                  </a:lnTo>
                  <a:lnTo>
                    <a:pt x="32870" y="16376"/>
                  </a:lnTo>
                  <a:lnTo>
                    <a:pt x="32922" y="16231"/>
                  </a:lnTo>
                  <a:lnTo>
                    <a:pt x="32988" y="16099"/>
                  </a:lnTo>
                  <a:lnTo>
                    <a:pt x="33080" y="15968"/>
                  </a:lnTo>
                  <a:lnTo>
                    <a:pt x="33186" y="15849"/>
                  </a:lnTo>
                  <a:lnTo>
                    <a:pt x="33304" y="15744"/>
                  </a:lnTo>
                  <a:lnTo>
                    <a:pt x="33436" y="15665"/>
                  </a:lnTo>
                  <a:lnTo>
                    <a:pt x="33436" y="15836"/>
                  </a:lnTo>
                  <a:lnTo>
                    <a:pt x="34607" y="15836"/>
                  </a:lnTo>
                  <a:lnTo>
                    <a:pt x="34607" y="15665"/>
                  </a:lnTo>
                  <a:close/>
                  <a:moveTo>
                    <a:pt x="0" y="0"/>
                  </a:moveTo>
                  <a:lnTo>
                    <a:pt x="0" y="1185"/>
                  </a:lnTo>
                  <a:lnTo>
                    <a:pt x="33436" y="1185"/>
                  </a:lnTo>
                  <a:lnTo>
                    <a:pt x="33436" y="14401"/>
                  </a:lnTo>
                  <a:lnTo>
                    <a:pt x="33238" y="14454"/>
                  </a:lnTo>
                  <a:lnTo>
                    <a:pt x="33054" y="14533"/>
                  </a:lnTo>
                  <a:lnTo>
                    <a:pt x="32883" y="14612"/>
                  </a:lnTo>
                  <a:lnTo>
                    <a:pt x="32725" y="14717"/>
                  </a:lnTo>
                  <a:lnTo>
                    <a:pt x="32567" y="14822"/>
                  </a:lnTo>
                  <a:lnTo>
                    <a:pt x="32409" y="14954"/>
                  </a:lnTo>
                  <a:lnTo>
                    <a:pt x="32277" y="15086"/>
                  </a:lnTo>
                  <a:lnTo>
                    <a:pt x="32146" y="15231"/>
                  </a:lnTo>
                  <a:lnTo>
                    <a:pt x="32040" y="15388"/>
                  </a:lnTo>
                  <a:lnTo>
                    <a:pt x="31935" y="15560"/>
                  </a:lnTo>
                  <a:lnTo>
                    <a:pt x="31856" y="15731"/>
                  </a:lnTo>
                  <a:lnTo>
                    <a:pt x="31777" y="15915"/>
                  </a:lnTo>
                  <a:lnTo>
                    <a:pt x="31724" y="16099"/>
                  </a:lnTo>
                  <a:lnTo>
                    <a:pt x="31672" y="16297"/>
                  </a:lnTo>
                  <a:lnTo>
                    <a:pt x="31645" y="16494"/>
                  </a:lnTo>
                  <a:lnTo>
                    <a:pt x="31645" y="16705"/>
                  </a:lnTo>
                  <a:lnTo>
                    <a:pt x="31659" y="16942"/>
                  </a:lnTo>
                  <a:lnTo>
                    <a:pt x="31685" y="17179"/>
                  </a:lnTo>
                  <a:lnTo>
                    <a:pt x="31751" y="17416"/>
                  </a:lnTo>
                  <a:lnTo>
                    <a:pt x="31830" y="17626"/>
                  </a:lnTo>
                  <a:lnTo>
                    <a:pt x="31935" y="17837"/>
                  </a:lnTo>
                  <a:lnTo>
                    <a:pt x="32053" y="18034"/>
                  </a:lnTo>
                  <a:lnTo>
                    <a:pt x="32185" y="18219"/>
                  </a:lnTo>
                  <a:lnTo>
                    <a:pt x="32343" y="18390"/>
                  </a:lnTo>
                  <a:lnTo>
                    <a:pt x="32514" y="18535"/>
                  </a:lnTo>
                  <a:lnTo>
                    <a:pt x="32699" y="18679"/>
                  </a:lnTo>
                  <a:lnTo>
                    <a:pt x="32883" y="18798"/>
                  </a:lnTo>
                  <a:lnTo>
                    <a:pt x="33093" y="18890"/>
                  </a:lnTo>
                  <a:lnTo>
                    <a:pt x="33317" y="18969"/>
                  </a:lnTo>
                  <a:lnTo>
                    <a:pt x="33541" y="19035"/>
                  </a:lnTo>
                  <a:lnTo>
                    <a:pt x="33778" y="19074"/>
                  </a:lnTo>
                  <a:lnTo>
                    <a:pt x="34028" y="19087"/>
                  </a:lnTo>
                  <a:lnTo>
                    <a:pt x="34265" y="19074"/>
                  </a:lnTo>
                  <a:lnTo>
                    <a:pt x="34502" y="19035"/>
                  </a:lnTo>
                  <a:lnTo>
                    <a:pt x="34726" y="18969"/>
                  </a:lnTo>
                  <a:lnTo>
                    <a:pt x="34949" y="18890"/>
                  </a:lnTo>
                  <a:lnTo>
                    <a:pt x="35160" y="18798"/>
                  </a:lnTo>
                  <a:lnTo>
                    <a:pt x="35344" y="18679"/>
                  </a:lnTo>
                  <a:lnTo>
                    <a:pt x="35529" y="18535"/>
                  </a:lnTo>
                  <a:lnTo>
                    <a:pt x="35700" y="18390"/>
                  </a:lnTo>
                  <a:lnTo>
                    <a:pt x="35858" y="18219"/>
                  </a:lnTo>
                  <a:lnTo>
                    <a:pt x="35989" y="18034"/>
                  </a:lnTo>
                  <a:lnTo>
                    <a:pt x="36108" y="17837"/>
                  </a:lnTo>
                  <a:lnTo>
                    <a:pt x="36213" y="17626"/>
                  </a:lnTo>
                  <a:lnTo>
                    <a:pt x="36292" y="17416"/>
                  </a:lnTo>
                  <a:lnTo>
                    <a:pt x="36358" y="17179"/>
                  </a:lnTo>
                  <a:lnTo>
                    <a:pt x="36384" y="16942"/>
                  </a:lnTo>
                  <a:lnTo>
                    <a:pt x="36397" y="16705"/>
                  </a:lnTo>
                  <a:lnTo>
                    <a:pt x="36397" y="16494"/>
                  </a:lnTo>
                  <a:lnTo>
                    <a:pt x="36371" y="16297"/>
                  </a:lnTo>
                  <a:lnTo>
                    <a:pt x="36318" y="16099"/>
                  </a:lnTo>
                  <a:lnTo>
                    <a:pt x="36266" y="15915"/>
                  </a:lnTo>
                  <a:lnTo>
                    <a:pt x="36187" y="15731"/>
                  </a:lnTo>
                  <a:lnTo>
                    <a:pt x="36108" y="15560"/>
                  </a:lnTo>
                  <a:lnTo>
                    <a:pt x="36003" y="15388"/>
                  </a:lnTo>
                  <a:lnTo>
                    <a:pt x="35897" y="15231"/>
                  </a:lnTo>
                  <a:lnTo>
                    <a:pt x="35766" y="15086"/>
                  </a:lnTo>
                  <a:lnTo>
                    <a:pt x="35634" y="14954"/>
                  </a:lnTo>
                  <a:lnTo>
                    <a:pt x="35476" y="14822"/>
                  </a:lnTo>
                  <a:lnTo>
                    <a:pt x="35331" y="14717"/>
                  </a:lnTo>
                  <a:lnTo>
                    <a:pt x="35160" y="14612"/>
                  </a:lnTo>
                  <a:lnTo>
                    <a:pt x="34989" y="14533"/>
                  </a:lnTo>
                  <a:lnTo>
                    <a:pt x="34805" y="14454"/>
                  </a:lnTo>
                  <a:lnTo>
                    <a:pt x="34607" y="14401"/>
                  </a:lnTo>
                  <a:lnTo>
                    <a:pt x="34607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4"/>
            <p:cNvSpPr/>
            <p:nvPr/>
          </p:nvSpPr>
          <p:spPr>
            <a:xfrm>
              <a:off x="2015475" y="2312675"/>
              <a:ext cx="804325" cy="371575"/>
            </a:xfrm>
            <a:custGeom>
              <a:avLst/>
              <a:gdLst/>
              <a:ahLst/>
              <a:cxnLst/>
              <a:rect l="l" t="t" r="r" b="b"/>
              <a:pathLst>
                <a:path w="32173" h="14863" extrusionOk="0">
                  <a:moveTo>
                    <a:pt x="29381" y="11348"/>
                  </a:moveTo>
                  <a:lnTo>
                    <a:pt x="29381" y="11664"/>
                  </a:lnTo>
                  <a:lnTo>
                    <a:pt x="30566" y="11664"/>
                  </a:lnTo>
                  <a:lnTo>
                    <a:pt x="30566" y="11572"/>
                  </a:lnTo>
                  <a:lnTo>
                    <a:pt x="30658" y="11651"/>
                  </a:lnTo>
                  <a:lnTo>
                    <a:pt x="30737" y="11756"/>
                  </a:lnTo>
                  <a:lnTo>
                    <a:pt x="30816" y="11861"/>
                  </a:lnTo>
                  <a:lnTo>
                    <a:pt x="30869" y="11966"/>
                  </a:lnTo>
                  <a:lnTo>
                    <a:pt x="30922" y="12085"/>
                  </a:lnTo>
                  <a:lnTo>
                    <a:pt x="30961" y="12217"/>
                  </a:lnTo>
                  <a:lnTo>
                    <a:pt x="30974" y="12348"/>
                  </a:lnTo>
                  <a:lnTo>
                    <a:pt x="30987" y="12480"/>
                  </a:lnTo>
                  <a:lnTo>
                    <a:pt x="30987" y="12598"/>
                  </a:lnTo>
                  <a:lnTo>
                    <a:pt x="30961" y="12717"/>
                  </a:lnTo>
                  <a:lnTo>
                    <a:pt x="30935" y="12835"/>
                  </a:lnTo>
                  <a:lnTo>
                    <a:pt x="30895" y="12941"/>
                  </a:lnTo>
                  <a:lnTo>
                    <a:pt x="30843" y="13046"/>
                  </a:lnTo>
                  <a:lnTo>
                    <a:pt x="30777" y="13151"/>
                  </a:lnTo>
                  <a:lnTo>
                    <a:pt x="30711" y="13243"/>
                  </a:lnTo>
                  <a:lnTo>
                    <a:pt x="30632" y="13322"/>
                  </a:lnTo>
                  <a:lnTo>
                    <a:pt x="30553" y="13401"/>
                  </a:lnTo>
                  <a:lnTo>
                    <a:pt x="30461" y="13467"/>
                  </a:lnTo>
                  <a:lnTo>
                    <a:pt x="30356" y="13533"/>
                  </a:lnTo>
                  <a:lnTo>
                    <a:pt x="30250" y="13586"/>
                  </a:lnTo>
                  <a:lnTo>
                    <a:pt x="30145" y="13625"/>
                  </a:lnTo>
                  <a:lnTo>
                    <a:pt x="30026" y="13651"/>
                  </a:lnTo>
                  <a:lnTo>
                    <a:pt x="29908" y="13665"/>
                  </a:lnTo>
                  <a:lnTo>
                    <a:pt x="29789" y="13678"/>
                  </a:lnTo>
                  <a:lnTo>
                    <a:pt x="29671" y="13665"/>
                  </a:lnTo>
                  <a:lnTo>
                    <a:pt x="29553" y="13651"/>
                  </a:lnTo>
                  <a:lnTo>
                    <a:pt x="29434" y="13625"/>
                  </a:lnTo>
                  <a:lnTo>
                    <a:pt x="29329" y="13586"/>
                  </a:lnTo>
                  <a:lnTo>
                    <a:pt x="29223" y="13533"/>
                  </a:lnTo>
                  <a:lnTo>
                    <a:pt x="29118" y="13467"/>
                  </a:lnTo>
                  <a:lnTo>
                    <a:pt x="29026" y="13401"/>
                  </a:lnTo>
                  <a:lnTo>
                    <a:pt x="28947" y="13322"/>
                  </a:lnTo>
                  <a:lnTo>
                    <a:pt x="28868" y="13243"/>
                  </a:lnTo>
                  <a:lnTo>
                    <a:pt x="28802" y="13151"/>
                  </a:lnTo>
                  <a:lnTo>
                    <a:pt x="28736" y="13046"/>
                  </a:lnTo>
                  <a:lnTo>
                    <a:pt x="28684" y="12941"/>
                  </a:lnTo>
                  <a:lnTo>
                    <a:pt x="28644" y="12835"/>
                  </a:lnTo>
                  <a:lnTo>
                    <a:pt x="28618" y="12717"/>
                  </a:lnTo>
                  <a:lnTo>
                    <a:pt x="28605" y="12598"/>
                  </a:lnTo>
                  <a:lnTo>
                    <a:pt x="28592" y="12480"/>
                  </a:lnTo>
                  <a:lnTo>
                    <a:pt x="28605" y="12282"/>
                  </a:lnTo>
                  <a:lnTo>
                    <a:pt x="28657" y="12111"/>
                  </a:lnTo>
                  <a:lnTo>
                    <a:pt x="28723" y="11940"/>
                  </a:lnTo>
                  <a:lnTo>
                    <a:pt x="28815" y="11782"/>
                  </a:lnTo>
                  <a:lnTo>
                    <a:pt x="28934" y="11637"/>
                  </a:lnTo>
                  <a:lnTo>
                    <a:pt x="29066" y="11519"/>
                  </a:lnTo>
                  <a:lnTo>
                    <a:pt x="29223" y="11427"/>
                  </a:lnTo>
                  <a:lnTo>
                    <a:pt x="29381" y="11348"/>
                  </a:lnTo>
                  <a:close/>
                  <a:moveTo>
                    <a:pt x="1" y="1"/>
                  </a:moveTo>
                  <a:lnTo>
                    <a:pt x="1" y="1186"/>
                  </a:lnTo>
                  <a:lnTo>
                    <a:pt x="29381" y="1186"/>
                  </a:lnTo>
                  <a:lnTo>
                    <a:pt x="29381" y="10137"/>
                  </a:lnTo>
                  <a:lnTo>
                    <a:pt x="29184" y="10176"/>
                  </a:lnTo>
                  <a:lnTo>
                    <a:pt x="28987" y="10242"/>
                  </a:lnTo>
                  <a:lnTo>
                    <a:pt x="28789" y="10321"/>
                  </a:lnTo>
                  <a:lnTo>
                    <a:pt x="28605" y="10413"/>
                  </a:lnTo>
                  <a:lnTo>
                    <a:pt x="28434" y="10532"/>
                  </a:lnTo>
                  <a:lnTo>
                    <a:pt x="28276" y="10650"/>
                  </a:lnTo>
                  <a:lnTo>
                    <a:pt x="28118" y="10782"/>
                  </a:lnTo>
                  <a:lnTo>
                    <a:pt x="27973" y="10940"/>
                  </a:lnTo>
                  <a:lnTo>
                    <a:pt x="27854" y="11098"/>
                  </a:lnTo>
                  <a:lnTo>
                    <a:pt x="27736" y="11269"/>
                  </a:lnTo>
                  <a:lnTo>
                    <a:pt x="27644" y="11453"/>
                  </a:lnTo>
                  <a:lnTo>
                    <a:pt x="27565" y="11637"/>
                  </a:lnTo>
                  <a:lnTo>
                    <a:pt x="27499" y="11848"/>
                  </a:lnTo>
                  <a:lnTo>
                    <a:pt x="27446" y="12045"/>
                  </a:lnTo>
                  <a:lnTo>
                    <a:pt x="27420" y="12256"/>
                  </a:lnTo>
                  <a:lnTo>
                    <a:pt x="27407" y="12480"/>
                  </a:lnTo>
                  <a:lnTo>
                    <a:pt x="27420" y="12717"/>
                  </a:lnTo>
                  <a:lnTo>
                    <a:pt x="27460" y="12954"/>
                  </a:lnTo>
                  <a:lnTo>
                    <a:pt x="27512" y="13191"/>
                  </a:lnTo>
                  <a:lnTo>
                    <a:pt x="27604" y="13401"/>
                  </a:lnTo>
                  <a:lnTo>
                    <a:pt x="27696" y="13612"/>
                  </a:lnTo>
                  <a:lnTo>
                    <a:pt x="27815" y="13809"/>
                  </a:lnTo>
                  <a:lnTo>
                    <a:pt x="27960" y="13994"/>
                  </a:lnTo>
                  <a:lnTo>
                    <a:pt x="28105" y="14165"/>
                  </a:lnTo>
                  <a:lnTo>
                    <a:pt x="28276" y="14310"/>
                  </a:lnTo>
                  <a:lnTo>
                    <a:pt x="28460" y="14454"/>
                  </a:lnTo>
                  <a:lnTo>
                    <a:pt x="28657" y="14573"/>
                  </a:lnTo>
                  <a:lnTo>
                    <a:pt x="28868" y="14665"/>
                  </a:lnTo>
                  <a:lnTo>
                    <a:pt x="29079" y="14744"/>
                  </a:lnTo>
                  <a:lnTo>
                    <a:pt x="29316" y="14810"/>
                  </a:lnTo>
                  <a:lnTo>
                    <a:pt x="29553" y="14849"/>
                  </a:lnTo>
                  <a:lnTo>
                    <a:pt x="29789" y="14862"/>
                  </a:lnTo>
                  <a:lnTo>
                    <a:pt x="30026" y="14849"/>
                  </a:lnTo>
                  <a:lnTo>
                    <a:pt x="30263" y="14810"/>
                  </a:lnTo>
                  <a:lnTo>
                    <a:pt x="30500" y="14744"/>
                  </a:lnTo>
                  <a:lnTo>
                    <a:pt x="30711" y="14665"/>
                  </a:lnTo>
                  <a:lnTo>
                    <a:pt x="30922" y="14573"/>
                  </a:lnTo>
                  <a:lnTo>
                    <a:pt x="31119" y="14454"/>
                  </a:lnTo>
                  <a:lnTo>
                    <a:pt x="31303" y="14310"/>
                  </a:lnTo>
                  <a:lnTo>
                    <a:pt x="31474" y="14165"/>
                  </a:lnTo>
                  <a:lnTo>
                    <a:pt x="31619" y="13994"/>
                  </a:lnTo>
                  <a:lnTo>
                    <a:pt x="31764" y="13809"/>
                  </a:lnTo>
                  <a:lnTo>
                    <a:pt x="31882" y="13612"/>
                  </a:lnTo>
                  <a:lnTo>
                    <a:pt x="31988" y="13401"/>
                  </a:lnTo>
                  <a:lnTo>
                    <a:pt x="32067" y="13191"/>
                  </a:lnTo>
                  <a:lnTo>
                    <a:pt x="32119" y="12954"/>
                  </a:lnTo>
                  <a:lnTo>
                    <a:pt x="32159" y="12717"/>
                  </a:lnTo>
                  <a:lnTo>
                    <a:pt x="32172" y="12480"/>
                  </a:lnTo>
                  <a:lnTo>
                    <a:pt x="32159" y="12282"/>
                  </a:lnTo>
                  <a:lnTo>
                    <a:pt x="32133" y="12098"/>
                  </a:lnTo>
                  <a:lnTo>
                    <a:pt x="32106" y="11914"/>
                  </a:lnTo>
                  <a:lnTo>
                    <a:pt x="32054" y="11729"/>
                  </a:lnTo>
                  <a:lnTo>
                    <a:pt x="31988" y="11558"/>
                  </a:lnTo>
                  <a:lnTo>
                    <a:pt x="31909" y="11400"/>
                  </a:lnTo>
                  <a:lnTo>
                    <a:pt x="31817" y="11242"/>
                  </a:lnTo>
                  <a:lnTo>
                    <a:pt x="31711" y="11084"/>
                  </a:lnTo>
                  <a:lnTo>
                    <a:pt x="31606" y="10940"/>
                  </a:lnTo>
                  <a:lnTo>
                    <a:pt x="31488" y="10808"/>
                  </a:lnTo>
                  <a:lnTo>
                    <a:pt x="31356" y="10690"/>
                  </a:lnTo>
                  <a:lnTo>
                    <a:pt x="31211" y="10571"/>
                  </a:lnTo>
                  <a:lnTo>
                    <a:pt x="31066" y="10466"/>
                  </a:lnTo>
                  <a:lnTo>
                    <a:pt x="30908" y="10374"/>
                  </a:lnTo>
                  <a:lnTo>
                    <a:pt x="30737" y="10295"/>
                  </a:lnTo>
                  <a:lnTo>
                    <a:pt x="30566" y="10229"/>
                  </a:lnTo>
                  <a:lnTo>
                    <a:pt x="30566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4"/>
            <p:cNvSpPr/>
            <p:nvPr/>
          </p:nvSpPr>
          <p:spPr>
            <a:xfrm>
              <a:off x="2061550" y="2526250"/>
              <a:ext cx="216900" cy="675650"/>
            </a:xfrm>
            <a:custGeom>
              <a:avLst/>
              <a:gdLst/>
              <a:ahLst/>
              <a:cxnLst/>
              <a:rect l="l" t="t" r="r" b="b"/>
              <a:pathLst>
                <a:path w="8676" h="27026" extrusionOk="0">
                  <a:moveTo>
                    <a:pt x="6424" y="1186"/>
                  </a:moveTo>
                  <a:lnTo>
                    <a:pt x="6543" y="1212"/>
                  </a:lnTo>
                  <a:lnTo>
                    <a:pt x="6661" y="1238"/>
                  </a:lnTo>
                  <a:lnTo>
                    <a:pt x="6766" y="1278"/>
                  </a:lnTo>
                  <a:lnTo>
                    <a:pt x="6872" y="1330"/>
                  </a:lnTo>
                  <a:lnTo>
                    <a:pt x="6964" y="1383"/>
                  </a:lnTo>
                  <a:lnTo>
                    <a:pt x="7056" y="1449"/>
                  </a:lnTo>
                  <a:lnTo>
                    <a:pt x="7148" y="1528"/>
                  </a:lnTo>
                  <a:lnTo>
                    <a:pt x="7227" y="1620"/>
                  </a:lnTo>
                  <a:lnTo>
                    <a:pt x="7293" y="1712"/>
                  </a:lnTo>
                  <a:lnTo>
                    <a:pt x="7359" y="1804"/>
                  </a:lnTo>
                  <a:lnTo>
                    <a:pt x="7398" y="1910"/>
                  </a:lnTo>
                  <a:lnTo>
                    <a:pt x="7438" y="2028"/>
                  </a:lnTo>
                  <a:lnTo>
                    <a:pt x="7477" y="2133"/>
                  </a:lnTo>
                  <a:lnTo>
                    <a:pt x="7490" y="2252"/>
                  </a:lnTo>
                  <a:lnTo>
                    <a:pt x="7504" y="2384"/>
                  </a:lnTo>
                  <a:lnTo>
                    <a:pt x="7490" y="2502"/>
                  </a:lnTo>
                  <a:lnTo>
                    <a:pt x="7477" y="2620"/>
                  </a:lnTo>
                  <a:lnTo>
                    <a:pt x="7438" y="2739"/>
                  </a:lnTo>
                  <a:lnTo>
                    <a:pt x="7398" y="2844"/>
                  </a:lnTo>
                  <a:lnTo>
                    <a:pt x="7359" y="2950"/>
                  </a:lnTo>
                  <a:lnTo>
                    <a:pt x="7293" y="3042"/>
                  </a:lnTo>
                  <a:lnTo>
                    <a:pt x="7227" y="3134"/>
                  </a:lnTo>
                  <a:lnTo>
                    <a:pt x="7148" y="3226"/>
                  </a:lnTo>
                  <a:lnTo>
                    <a:pt x="7056" y="3305"/>
                  </a:lnTo>
                  <a:lnTo>
                    <a:pt x="6964" y="3371"/>
                  </a:lnTo>
                  <a:lnTo>
                    <a:pt x="6872" y="3437"/>
                  </a:lnTo>
                  <a:lnTo>
                    <a:pt x="6766" y="3476"/>
                  </a:lnTo>
                  <a:lnTo>
                    <a:pt x="6661" y="3516"/>
                  </a:lnTo>
                  <a:lnTo>
                    <a:pt x="6543" y="3555"/>
                  </a:lnTo>
                  <a:lnTo>
                    <a:pt x="6424" y="3568"/>
                  </a:lnTo>
                  <a:lnTo>
                    <a:pt x="6306" y="3581"/>
                  </a:lnTo>
                  <a:lnTo>
                    <a:pt x="6174" y="3568"/>
                  </a:lnTo>
                  <a:lnTo>
                    <a:pt x="6056" y="3555"/>
                  </a:lnTo>
                  <a:lnTo>
                    <a:pt x="5950" y="3516"/>
                  </a:lnTo>
                  <a:lnTo>
                    <a:pt x="5832" y="3476"/>
                  </a:lnTo>
                  <a:lnTo>
                    <a:pt x="5727" y="3437"/>
                  </a:lnTo>
                  <a:lnTo>
                    <a:pt x="5634" y="3371"/>
                  </a:lnTo>
                  <a:lnTo>
                    <a:pt x="5542" y="3305"/>
                  </a:lnTo>
                  <a:lnTo>
                    <a:pt x="5450" y="3226"/>
                  </a:lnTo>
                  <a:lnTo>
                    <a:pt x="5371" y="3134"/>
                  </a:lnTo>
                  <a:lnTo>
                    <a:pt x="5305" y="3042"/>
                  </a:lnTo>
                  <a:lnTo>
                    <a:pt x="5253" y="2950"/>
                  </a:lnTo>
                  <a:lnTo>
                    <a:pt x="5200" y="2844"/>
                  </a:lnTo>
                  <a:lnTo>
                    <a:pt x="5161" y="2739"/>
                  </a:lnTo>
                  <a:lnTo>
                    <a:pt x="5121" y="2620"/>
                  </a:lnTo>
                  <a:lnTo>
                    <a:pt x="5108" y="2502"/>
                  </a:lnTo>
                  <a:lnTo>
                    <a:pt x="5108" y="2384"/>
                  </a:lnTo>
                  <a:lnTo>
                    <a:pt x="5108" y="2252"/>
                  </a:lnTo>
                  <a:lnTo>
                    <a:pt x="5121" y="2133"/>
                  </a:lnTo>
                  <a:lnTo>
                    <a:pt x="5161" y="2028"/>
                  </a:lnTo>
                  <a:lnTo>
                    <a:pt x="5200" y="1910"/>
                  </a:lnTo>
                  <a:lnTo>
                    <a:pt x="5253" y="1804"/>
                  </a:lnTo>
                  <a:lnTo>
                    <a:pt x="5305" y="1712"/>
                  </a:lnTo>
                  <a:lnTo>
                    <a:pt x="5371" y="1620"/>
                  </a:lnTo>
                  <a:lnTo>
                    <a:pt x="5450" y="1528"/>
                  </a:lnTo>
                  <a:lnTo>
                    <a:pt x="5542" y="1449"/>
                  </a:lnTo>
                  <a:lnTo>
                    <a:pt x="5634" y="1383"/>
                  </a:lnTo>
                  <a:lnTo>
                    <a:pt x="5727" y="1330"/>
                  </a:lnTo>
                  <a:lnTo>
                    <a:pt x="5832" y="1278"/>
                  </a:lnTo>
                  <a:lnTo>
                    <a:pt x="5950" y="1238"/>
                  </a:lnTo>
                  <a:lnTo>
                    <a:pt x="6056" y="1212"/>
                  </a:lnTo>
                  <a:lnTo>
                    <a:pt x="6174" y="1186"/>
                  </a:lnTo>
                  <a:close/>
                  <a:moveTo>
                    <a:pt x="6306" y="1"/>
                  </a:moveTo>
                  <a:lnTo>
                    <a:pt x="6056" y="14"/>
                  </a:lnTo>
                  <a:lnTo>
                    <a:pt x="5819" y="54"/>
                  </a:lnTo>
                  <a:lnTo>
                    <a:pt x="5595" y="106"/>
                  </a:lnTo>
                  <a:lnTo>
                    <a:pt x="5371" y="185"/>
                  </a:lnTo>
                  <a:lnTo>
                    <a:pt x="5174" y="291"/>
                  </a:lnTo>
                  <a:lnTo>
                    <a:pt x="4976" y="409"/>
                  </a:lnTo>
                  <a:lnTo>
                    <a:pt x="4792" y="541"/>
                  </a:lnTo>
                  <a:lnTo>
                    <a:pt x="4621" y="699"/>
                  </a:lnTo>
                  <a:lnTo>
                    <a:pt x="4463" y="870"/>
                  </a:lnTo>
                  <a:lnTo>
                    <a:pt x="4331" y="1054"/>
                  </a:lnTo>
                  <a:lnTo>
                    <a:pt x="4213" y="1251"/>
                  </a:lnTo>
                  <a:lnTo>
                    <a:pt x="4107" y="1449"/>
                  </a:lnTo>
                  <a:lnTo>
                    <a:pt x="4028" y="1673"/>
                  </a:lnTo>
                  <a:lnTo>
                    <a:pt x="3976" y="1896"/>
                  </a:lnTo>
                  <a:lnTo>
                    <a:pt x="3936" y="2133"/>
                  </a:lnTo>
                  <a:lnTo>
                    <a:pt x="3923" y="2384"/>
                  </a:lnTo>
                  <a:lnTo>
                    <a:pt x="3936" y="2581"/>
                  </a:lnTo>
                  <a:lnTo>
                    <a:pt x="3963" y="2778"/>
                  </a:lnTo>
                  <a:lnTo>
                    <a:pt x="4002" y="2976"/>
                  </a:lnTo>
                  <a:lnTo>
                    <a:pt x="4055" y="3173"/>
                  </a:lnTo>
                  <a:lnTo>
                    <a:pt x="4134" y="3344"/>
                  </a:lnTo>
                  <a:lnTo>
                    <a:pt x="4213" y="3529"/>
                  </a:lnTo>
                  <a:lnTo>
                    <a:pt x="4318" y="3687"/>
                  </a:lnTo>
                  <a:lnTo>
                    <a:pt x="4437" y="3845"/>
                  </a:lnTo>
                  <a:lnTo>
                    <a:pt x="4555" y="3989"/>
                  </a:lnTo>
                  <a:lnTo>
                    <a:pt x="4687" y="4134"/>
                  </a:lnTo>
                  <a:lnTo>
                    <a:pt x="4845" y="4253"/>
                  </a:lnTo>
                  <a:lnTo>
                    <a:pt x="5003" y="4371"/>
                  </a:lnTo>
                  <a:lnTo>
                    <a:pt x="5161" y="4463"/>
                  </a:lnTo>
                  <a:lnTo>
                    <a:pt x="5332" y="4556"/>
                  </a:lnTo>
                  <a:lnTo>
                    <a:pt x="5516" y="4621"/>
                  </a:lnTo>
                  <a:lnTo>
                    <a:pt x="5713" y="4687"/>
                  </a:lnTo>
                  <a:lnTo>
                    <a:pt x="5713" y="25841"/>
                  </a:lnTo>
                  <a:lnTo>
                    <a:pt x="0" y="25841"/>
                  </a:lnTo>
                  <a:lnTo>
                    <a:pt x="0" y="27026"/>
                  </a:lnTo>
                  <a:lnTo>
                    <a:pt x="6885" y="27026"/>
                  </a:lnTo>
                  <a:lnTo>
                    <a:pt x="6885" y="4687"/>
                  </a:lnTo>
                  <a:lnTo>
                    <a:pt x="7082" y="4621"/>
                  </a:lnTo>
                  <a:lnTo>
                    <a:pt x="7267" y="4556"/>
                  </a:lnTo>
                  <a:lnTo>
                    <a:pt x="7438" y="4463"/>
                  </a:lnTo>
                  <a:lnTo>
                    <a:pt x="7609" y="4371"/>
                  </a:lnTo>
                  <a:lnTo>
                    <a:pt x="7767" y="4253"/>
                  </a:lnTo>
                  <a:lnTo>
                    <a:pt x="7912" y="4134"/>
                  </a:lnTo>
                  <a:lnTo>
                    <a:pt x="8043" y="3989"/>
                  </a:lnTo>
                  <a:lnTo>
                    <a:pt x="8175" y="3845"/>
                  </a:lnTo>
                  <a:lnTo>
                    <a:pt x="8280" y="3687"/>
                  </a:lnTo>
                  <a:lnTo>
                    <a:pt x="8386" y="3529"/>
                  </a:lnTo>
                  <a:lnTo>
                    <a:pt x="8465" y="3344"/>
                  </a:lnTo>
                  <a:lnTo>
                    <a:pt x="8544" y="3173"/>
                  </a:lnTo>
                  <a:lnTo>
                    <a:pt x="8596" y="2976"/>
                  </a:lnTo>
                  <a:lnTo>
                    <a:pt x="8649" y="2778"/>
                  </a:lnTo>
                  <a:lnTo>
                    <a:pt x="8675" y="2581"/>
                  </a:lnTo>
                  <a:lnTo>
                    <a:pt x="8675" y="2384"/>
                  </a:lnTo>
                  <a:lnTo>
                    <a:pt x="8662" y="2133"/>
                  </a:lnTo>
                  <a:lnTo>
                    <a:pt x="8636" y="1896"/>
                  </a:lnTo>
                  <a:lnTo>
                    <a:pt x="8570" y="1673"/>
                  </a:lnTo>
                  <a:lnTo>
                    <a:pt x="8491" y="1449"/>
                  </a:lnTo>
                  <a:lnTo>
                    <a:pt x="8386" y="1251"/>
                  </a:lnTo>
                  <a:lnTo>
                    <a:pt x="8267" y="1054"/>
                  </a:lnTo>
                  <a:lnTo>
                    <a:pt x="8135" y="870"/>
                  </a:lnTo>
                  <a:lnTo>
                    <a:pt x="7977" y="699"/>
                  </a:lnTo>
                  <a:lnTo>
                    <a:pt x="7806" y="541"/>
                  </a:lnTo>
                  <a:lnTo>
                    <a:pt x="7635" y="409"/>
                  </a:lnTo>
                  <a:lnTo>
                    <a:pt x="7438" y="291"/>
                  </a:lnTo>
                  <a:lnTo>
                    <a:pt x="7227" y="185"/>
                  </a:lnTo>
                  <a:lnTo>
                    <a:pt x="7003" y="106"/>
                  </a:lnTo>
                  <a:lnTo>
                    <a:pt x="6780" y="54"/>
                  </a:lnTo>
                  <a:lnTo>
                    <a:pt x="6543" y="14"/>
                  </a:lnTo>
                  <a:lnTo>
                    <a:pt x="6306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4"/>
            <p:cNvSpPr/>
            <p:nvPr/>
          </p:nvSpPr>
          <p:spPr>
            <a:xfrm>
              <a:off x="2061550" y="2682575"/>
              <a:ext cx="331750" cy="621350"/>
            </a:xfrm>
            <a:custGeom>
              <a:avLst/>
              <a:gdLst/>
              <a:ahLst/>
              <a:cxnLst/>
              <a:rect l="l" t="t" r="r" b="b"/>
              <a:pathLst>
                <a:path w="13270" h="24854" extrusionOk="0">
                  <a:moveTo>
                    <a:pt x="10887" y="1172"/>
                  </a:moveTo>
                  <a:lnTo>
                    <a:pt x="11005" y="1185"/>
                  </a:lnTo>
                  <a:lnTo>
                    <a:pt x="11124" y="1198"/>
                  </a:lnTo>
                  <a:lnTo>
                    <a:pt x="11242" y="1225"/>
                  </a:lnTo>
                  <a:lnTo>
                    <a:pt x="11347" y="1277"/>
                  </a:lnTo>
                  <a:lnTo>
                    <a:pt x="11453" y="1317"/>
                  </a:lnTo>
                  <a:lnTo>
                    <a:pt x="11558" y="1383"/>
                  </a:lnTo>
                  <a:lnTo>
                    <a:pt x="11650" y="1449"/>
                  </a:lnTo>
                  <a:lnTo>
                    <a:pt x="11729" y="1528"/>
                  </a:lnTo>
                  <a:lnTo>
                    <a:pt x="11808" y="1620"/>
                  </a:lnTo>
                  <a:lnTo>
                    <a:pt x="11874" y="1712"/>
                  </a:lnTo>
                  <a:lnTo>
                    <a:pt x="11940" y="1804"/>
                  </a:lnTo>
                  <a:lnTo>
                    <a:pt x="11992" y="1909"/>
                  </a:lnTo>
                  <a:lnTo>
                    <a:pt x="12032" y="2015"/>
                  </a:lnTo>
                  <a:lnTo>
                    <a:pt x="12058" y="2133"/>
                  </a:lnTo>
                  <a:lnTo>
                    <a:pt x="12071" y="2252"/>
                  </a:lnTo>
                  <a:lnTo>
                    <a:pt x="12084" y="2370"/>
                  </a:lnTo>
                  <a:lnTo>
                    <a:pt x="12084" y="2475"/>
                  </a:lnTo>
                  <a:lnTo>
                    <a:pt x="12071" y="2581"/>
                  </a:lnTo>
                  <a:lnTo>
                    <a:pt x="12045" y="2673"/>
                  </a:lnTo>
                  <a:lnTo>
                    <a:pt x="12019" y="2765"/>
                  </a:lnTo>
                  <a:lnTo>
                    <a:pt x="11979" y="2857"/>
                  </a:lnTo>
                  <a:lnTo>
                    <a:pt x="11940" y="2949"/>
                  </a:lnTo>
                  <a:lnTo>
                    <a:pt x="11834" y="3107"/>
                  </a:lnTo>
                  <a:lnTo>
                    <a:pt x="11703" y="3252"/>
                  </a:lnTo>
                  <a:lnTo>
                    <a:pt x="11545" y="3370"/>
                  </a:lnTo>
                  <a:lnTo>
                    <a:pt x="11466" y="3423"/>
                  </a:lnTo>
                  <a:lnTo>
                    <a:pt x="11374" y="3463"/>
                  </a:lnTo>
                  <a:lnTo>
                    <a:pt x="11282" y="3502"/>
                  </a:lnTo>
                  <a:lnTo>
                    <a:pt x="11189" y="3528"/>
                  </a:lnTo>
                  <a:lnTo>
                    <a:pt x="10584" y="3528"/>
                  </a:lnTo>
                  <a:lnTo>
                    <a:pt x="10492" y="3502"/>
                  </a:lnTo>
                  <a:lnTo>
                    <a:pt x="10400" y="3463"/>
                  </a:lnTo>
                  <a:lnTo>
                    <a:pt x="10307" y="3423"/>
                  </a:lnTo>
                  <a:lnTo>
                    <a:pt x="10228" y="3370"/>
                  </a:lnTo>
                  <a:lnTo>
                    <a:pt x="10070" y="3252"/>
                  </a:lnTo>
                  <a:lnTo>
                    <a:pt x="9939" y="3107"/>
                  </a:lnTo>
                  <a:lnTo>
                    <a:pt x="9834" y="2949"/>
                  </a:lnTo>
                  <a:lnTo>
                    <a:pt x="9794" y="2857"/>
                  </a:lnTo>
                  <a:lnTo>
                    <a:pt x="9755" y="2765"/>
                  </a:lnTo>
                  <a:lnTo>
                    <a:pt x="9728" y="2673"/>
                  </a:lnTo>
                  <a:lnTo>
                    <a:pt x="9702" y="2581"/>
                  </a:lnTo>
                  <a:lnTo>
                    <a:pt x="9689" y="2475"/>
                  </a:lnTo>
                  <a:lnTo>
                    <a:pt x="9689" y="2370"/>
                  </a:lnTo>
                  <a:lnTo>
                    <a:pt x="9702" y="2252"/>
                  </a:lnTo>
                  <a:lnTo>
                    <a:pt x="9715" y="2133"/>
                  </a:lnTo>
                  <a:lnTo>
                    <a:pt x="9741" y="2015"/>
                  </a:lnTo>
                  <a:lnTo>
                    <a:pt x="9781" y="1909"/>
                  </a:lnTo>
                  <a:lnTo>
                    <a:pt x="9834" y="1804"/>
                  </a:lnTo>
                  <a:lnTo>
                    <a:pt x="9899" y="1712"/>
                  </a:lnTo>
                  <a:lnTo>
                    <a:pt x="9965" y="1620"/>
                  </a:lnTo>
                  <a:lnTo>
                    <a:pt x="10044" y="1528"/>
                  </a:lnTo>
                  <a:lnTo>
                    <a:pt x="10123" y="1449"/>
                  </a:lnTo>
                  <a:lnTo>
                    <a:pt x="10215" y="1383"/>
                  </a:lnTo>
                  <a:lnTo>
                    <a:pt x="10321" y="1317"/>
                  </a:lnTo>
                  <a:lnTo>
                    <a:pt x="10426" y="1277"/>
                  </a:lnTo>
                  <a:lnTo>
                    <a:pt x="10531" y="1225"/>
                  </a:lnTo>
                  <a:lnTo>
                    <a:pt x="10650" y="1198"/>
                  </a:lnTo>
                  <a:lnTo>
                    <a:pt x="10768" y="1185"/>
                  </a:lnTo>
                  <a:lnTo>
                    <a:pt x="10887" y="1172"/>
                  </a:lnTo>
                  <a:close/>
                  <a:moveTo>
                    <a:pt x="10887" y="1"/>
                  </a:moveTo>
                  <a:lnTo>
                    <a:pt x="10650" y="14"/>
                  </a:lnTo>
                  <a:lnTo>
                    <a:pt x="10413" y="40"/>
                  </a:lnTo>
                  <a:lnTo>
                    <a:pt x="10176" y="106"/>
                  </a:lnTo>
                  <a:lnTo>
                    <a:pt x="9965" y="185"/>
                  </a:lnTo>
                  <a:lnTo>
                    <a:pt x="9755" y="277"/>
                  </a:lnTo>
                  <a:lnTo>
                    <a:pt x="9557" y="409"/>
                  </a:lnTo>
                  <a:lnTo>
                    <a:pt x="9373" y="540"/>
                  </a:lnTo>
                  <a:lnTo>
                    <a:pt x="9202" y="698"/>
                  </a:lnTo>
                  <a:lnTo>
                    <a:pt x="9057" y="856"/>
                  </a:lnTo>
                  <a:lnTo>
                    <a:pt x="8912" y="1041"/>
                  </a:lnTo>
                  <a:lnTo>
                    <a:pt x="8794" y="1238"/>
                  </a:lnTo>
                  <a:lnTo>
                    <a:pt x="8701" y="1449"/>
                  </a:lnTo>
                  <a:lnTo>
                    <a:pt x="8609" y="1672"/>
                  </a:lnTo>
                  <a:lnTo>
                    <a:pt x="8557" y="1896"/>
                  </a:lnTo>
                  <a:lnTo>
                    <a:pt x="8517" y="2133"/>
                  </a:lnTo>
                  <a:lnTo>
                    <a:pt x="8504" y="2370"/>
                  </a:lnTo>
                  <a:lnTo>
                    <a:pt x="8517" y="2581"/>
                  </a:lnTo>
                  <a:lnTo>
                    <a:pt x="8544" y="2778"/>
                  </a:lnTo>
                  <a:lnTo>
                    <a:pt x="8583" y="2976"/>
                  </a:lnTo>
                  <a:lnTo>
                    <a:pt x="8649" y="3160"/>
                  </a:lnTo>
                  <a:lnTo>
                    <a:pt x="8715" y="3344"/>
                  </a:lnTo>
                  <a:lnTo>
                    <a:pt x="8807" y="3515"/>
                  </a:lnTo>
                  <a:lnTo>
                    <a:pt x="8899" y="3686"/>
                  </a:lnTo>
                  <a:lnTo>
                    <a:pt x="9017" y="3844"/>
                  </a:lnTo>
                  <a:lnTo>
                    <a:pt x="9136" y="3989"/>
                  </a:lnTo>
                  <a:lnTo>
                    <a:pt x="9281" y="4121"/>
                  </a:lnTo>
                  <a:lnTo>
                    <a:pt x="9425" y="4252"/>
                  </a:lnTo>
                  <a:lnTo>
                    <a:pt x="9583" y="4358"/>
                  </a:lnTo>
                  <a:lnTo>
                    <a:pt x="9755" y="4463"/>
                  </a:lnTo>
                  <a:lnTo>
                    <a:pt x="9926" y="4555"/>
                  </a:lnTo>
                  <a:lnTo>
                    <a:pt x="10110" y="4621"/>
                  </a:lnTo>
                  <a:lnTo>
                    <a:pt x="10294" y="4674"/>
                  </a:lnTo>
                  <a:lnTo>
                    <a:pt x="10294" y="23682"/>
                  </a:lnTo>
                  <a:lnTo>
                    <a:pt x="0" y="23682"/>
                  </a:lnTo>
                  <a:lnTo>
                    <a:pt x="0" y="24853"/>
                  </a:lnTo>
                  <a:lnTo>
                    <a:pt x="11479" y="24853"/>
                  </a:lnTo>
                  <a:lnTo>
                    <a:pt x="11479" y="4674"/>
                  </a:lnTo>
                  <a:lnTo>
                    <a:pt x="11663" y="4621"/>
                  </a:lnTo>
                  <a:lnTo>
                    <a:pt x="11848" y="4555"/>
                  </a:lnTo>
                  <a:lnTo>
                    <a:pt x="12019" y="4463"/>
                  </a:lnTo>
                  <a:lnTo>
                    <a:pt x="12190" y="4358"/>
                  </a:lnTo>
                  <a:lnTo>
                    <a:pt x="12348" y="4252"/>
                  </a:lnTo>
                  <a:lnTo>
                    <a:pt x="12493" y="4121"/>
                  </a:lnTo>
                  <a:lnTo>
                    <a:pt x="12637" y="3989"/>
                  </a:lnTo>
                  <a:lnTo>
                    <a:pt x="12756" y="3844"/>
                  </a:lnTo>
                  <a:lnTo>
                    <a:pt x="12874" y="3686"/>
                  </a:lnTo>
                  <a:lnTo>
                    <a:pt x="12966" y="3515"/>
                  </a:lnTo>
                  <a:lnTo>
                    <a:pt x="13059" y="3344"/>
                  </a:lnTo>
                  <a:lnTo>
                    <a:pt x="13124" y="3160"/>
                  </a:lnTo>
                  <a:lnTo>
                    <a:pt x="13190" y="2976"/>
                  </a:lnTo>
                  <a:lnTo>
                    <a:pt x="13230" y="2778"/>
                  </a:lnTo>
                  <a:lnTo>
                    <a:pt x="13256" y="2581"/>
                  </a:lnTo>
                  <a:lnTo>
                    <a:pt x="13269" y="2370"/>
                  </a:lnTo>
                  <a:lnTo>
                    <a:pt x="13256" y="2133"/>
                  </a:lnTo>
                  <a:lnTo>
                    <a:pt x="13217" y="1896"/>
                  </a:lnTo>
                  <a:lnTo>
                    <a:pt x="13164" y="1672"/>
                  </a:lnTo>
                  <a:lnTo>
                    <a:pt x="13072" y="1449"/>
                  </a:lnTo>
                  <a:lnTo>
                    <a:pt x="12980" y="1238"/>
                  </a:lnTo>
                  <a:lnTo>
                    <a:pt x="12861" y="1041"/>
                  </a:lnTo>
                  <a:lnTo>
                    <a:pt x="12716" y="856"/>
                  </a:lnTo>
                  <a:lnTo>
                    <a:pt x="12572" y="698"/>
                  </a:lnTo>
                  <a:lnTo>
                    <a:pt x="12400" y="540"/>
                  </a:lnTo>
                  <a:lnTo>
                    <a:pt x="12216" y="409"/>
                  </a:lnTo>
                  <a:lnTo>
                    <a:pt x="12019" y="277"/>
                  </a:lnTo>
                  <a:lnTo>
                    <a:pt x="11808" y="185"/>
                  </a:lnTo>
                  <a:lnTo>
                    <a:pt x="11597" y="106"/>
                  </a:lnTo>
                  <a:lnTo>
                    <a:pt x="11361" y="40"/>
                  </a:lnTo>
                  <a:lnTo>
                    <a:pt x="11124" y="14"/>
                  </a:lnTo>
                  <a:lnTo>
                    <a:pt x="10887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4"/>
            <p:cNvSpPr/>
            <p:nvPr/>
          </p:nvSpPr>
          <p:spPr>
            <a:xfrm>
              <a:off x="2061550" y="2426550"/>
              <a:ext cx="561775" cy="257700"/>
            </a:xfrm>
            <a:custGeom>
              <a:avLst/>
              <a:gdLst/>
              <a:ahLst/>
              <a:cxnLst/>
              <a:rect l="l" t="t" r="r" b="b"/>
              <a:pathLst>
                <a:path w="22471" h="10308" extrusionOk="0">
                  <a:moveTo>
                    <a:pt x="20220" y="6727"/>
                  </a:moveTo>
                  <a:lnTo>
                    <a:pt x="20338" y="6753"/>
                  </a:lnTo>
                  <a:lnTo>
                    <a:pt x="20443" y="6780"/>
                  </a:lnTo>
                  <a:lnTo>
                    <a:pt x="20562" y="6819"/>
                  </a:lnTo>
                  <a:lnTo>
                    <a:pt x="20667" y="6872"/>
                  </a:lnTo>
                  <a:lnTo>
                    <a:pt x="20759" y="6924"/>
                  </a:lnTo>
                  <a:lnTo>
                    <a:pt x="20851" y="7003"/>
                  </a:lnTo>
                  <a:lnTo>
                    <a:pt x="20944" y="7082"/>
                  </a:lnTo>
                  <a:lnTo>
                    <a:pt x="21023" y="7161"/>
                  </a:lnTo>
                  <a:lnTo>
                    <a:pt x="21088" y="7253"/>
                  </a:lnTo>
                  <a:lnTo>
                    <a:pt x="21141" y="7359"/>
                  </a:lnTo>
                  <a:lnTo>
                    <a:pt x="21194" y="7464"/>
                  </a:lnTo>
                  <a:lnTo>
                    <a:pt x="21233" y="7569"/>
                  </a:lnTo>
                  <a:lnTo>
                    <a:pt x="21259" y="7688"/>
                  </a:lnTo>
                  <a:lnTo>
                    <a:pt x="21286" y="7806"/>
                  </a:lnTo>
                  <a:lnTo>
                    <a:pt x="21286" y="7925"/>
                  </a:lnTo>
                  <a:lnTo>
                    <a:pt x="21286" y="8043"/>
                  </a:lnTo>
                  <a:lnTo>
                    <a:pt x="21259" y="8162"/>
                  </a:lnTo>
                  <a:lnTo>
                    <a:pt x="21233" y="8280"/>
                  </a:lnTo>
                  <a:lnTo>
                    <a:pt x="21194" y="8386"/>
                  </a:lnTo>
                  <a:lnTo>
                    <a:pt x="21141" y="8491"/>
                  </a:lnTo>
                  <a:lnTo>
                    <a:pt x="21088" y="8596"/>
                  </a:lnTo>
                  <a:lnTo>
                    <a:pt x="21023" y="8688"/>
                  </a:lnTo>
                  <a:lnTo>
                    <a:pt x="20944" y="8767"/>
                  </a:lnTo>
                  <a:lnTo>
                    <a:pt x="20851" y="8846"/>
                  </a:lnTo>
                  <a:lnTo>
                    <a:pt x="20759" y="8912"/>
                  </a:lnTo>
                  <a:lnTo>
                    <a:pt x="20667" y="8978"/>
                  </a:lnTo>
                  <a:lnTo>
                    <a:pt x="20562" y="9031"/>
                  </a:lnTo>
                  <a:lnTo>
                    <a:pt x="20443" y="9070"/>
                  </a:lnTo>
                  <a:lnTo>
                    <a:pt x="20338" y="9096"/>
                  </a:lnTo>
                  <a:lnTo>
                    <a:pt x="20220" y="9110"/>
                  </a:lnTo>
                  <a:lnTo>
                    <a:pt x="20088" y="9123"/>
                  </a:lnTo>
                  <a:lnTo>
                    <a:pt x="19969" y="9110"/>
                  </a:lnTo>
                  <a:lnTo>
                    <a:pt x="19851" y="9096"/>
                  </a:lnTo>
                  <a:lnTo>
                    <a:pt x="19732" y="9070"/>
                  </a:lnTo>
                  <a:lnTo>
                    <a:pt x="19627" y="9031"/>
                  </a:lnTo>
                  <a:lnTo>
                    <a:pt x="19522" y="8978"/>
                  </a:lnTo>
                  <a:lnTo>
                    <a:pt x="19430" y="8912"/>
                  </a:lnTo>
                  <a:lnTo>
                    <a:pt x="19338" y="8846"/>
                  </a:lnTo>
                  <a:lnTo>
                    <a:pt x="19245" y="8767"/>
                  </a:lnTo>
                  <a:lnTo>
                    <a:pt x="19166" y="8688"/>
                  </a:lnTo>
                  <a:lnTo>
                    <a:pt x="19101" y="8596"/>
                  </a:lnTo>
                  <a:lnTo>
                    <a:pt x="19035" y="8491"/>
                  </a:lnTo>
                  <a:lnTo>
                    <a:pt x="18995" y="8386"/>
                  </a:lnTo>
                  <a:lnTo>
                    <a:pt x="18943" y="8280"/>
                  </a:lnTo>
                  <a:lnTo>
                    <a:pt x="18916" y="8162"/>
                  </a:lnTo>
                  <a:lnTo>
                    <a:pt x="18903" y="8043"/>
                  </a:lnTo>
                  <a:lnTo>
                    <a:pt x="18890" y="7925"/>
                  </a:lnTo>
                  <a:lnTo>
                    <a:pt x="18903" y="7806"/>
                  </a:lnTo>
                  <a:lnTo>
                    <a:pt x="18916" y="7688"/>
                  </a:lnTo>
                  <a:lnTo>
                    <a:pt x="18943" y="7569"/>
                  </a:lnTo>
                  <a:lnTo>
                    <a:pt x="18995" y="7464"/>
                  </a:lnTo>
                  <a:lnTo>
                    <a:pt x="19035" y="7359"/>
                  </a:lnTo>
                  <a:lnTo>
                    <a:pt x="19101" y="7253"/>
                  </a:lnTo>
                  <a:lnTo>
                    <a:pt x="19166" y="7161"/>
                  </a:lnTo>
                  <a:lnTo>
                    <a:pt x="19245" y="7082"/>
                  </a:lnTo>
                  <a:lnTo>
                    <a:pt x="19338" y="7003"/>
                  </a:lnTo>
                  <a:lnTo>
                    <a:pt x="19430" y="6924"/>
                  </a:lnTo>
                  <a:lnTo>
                    <a:pt x="19522" y="6872"/>
                  </a:lnTo>
                  <a:lnTo>
                    <a:pt x="19627" y="6819"/>
                  </a:lnTo>
                  <a:lnTo>
                    <a:pt x="19732" y="6780"/>
                  </a:lnTo>
                  <a:lnTo>
                    <a:pt x="19851" y="6753"/>
                  </a:lnTo>
                  <a:lnTo>
                    <a:pt x="19969" y="6727"/>
                  </a:lnTo>
                  <a:close/>
                  <a:moveTo>
                    <a:pt x="0" y="0"/>
                  </a:moveTo>
                  <a:lnTo>
                    <a:pt x="0" y="1185"/>
                  </a:lnTo>
                  <a:lnTo>
                    <a:pt x="19496" y="1185"/>
                  </a:lnTo>
                  <a:lnTo>
                    <a:pt x="19496" y="5621"/>
                  </a:lnTo>
                  <a:lnTo>
                    <a:pt x="19311" y="5674"/>
                  </a:lnTo>
                  <a:lnTo>
                    <a:pt x="19127" y="5753"/>
                  </a:lnTo>
                  <a:lnTo>
                    <a:pt x="18956" y="5832"/>
                  </a:lnTo>
                  <a:lnTo>
                    <a:pt x="18785" y="5937"/>
                  </a:lnTo>
                  <a:lnTo>
                    <a:pt x="18627" y="6042"/>
                  </a:lnTo>
                  <a:lnTo>
                    <a:pt x="18482" y="6174"/>
                  </a:lnTo>
                  <a:lnTo>
                    <a:pt x="18350" y="6306"/>
                  </a:lnTo>
                  <a:lnTo>
                    <a:pt x="18219" y="6451"/>
                  </a:lnTo>
                  <a:lnTo>
                    <a:pt x="18113" y="6608"/>
                  </a:lnTo>
                  <a:lnTo>
                    <a:pt x="18008" y="6780"/>
                  </a:lnTo>
                  <a:lnTo>
                    <a:pt x="17916" y="6951"/>
                  </a:lnTo>
                  <a:lnTo>
                    <a:pt x="17850" y="7135"/>
                  </a:lnTo>
                  <a:lnTo>
                    <a:pt x="17784" y="7319"/>
                  </a:lnTo>
                  <a:lnTo>
                    <a:pt x="17745" y="7517"/>
                  </a:lnTo>
                  <a:lnTo>
                    <a:pt x="17718" y="7714"/>
                  </a:lnTo>
                  <a:lnTo>
                    <a:pt x="17718" y="7925"/>
                  </a:lnTo>
                  <a:lnTo>
                    <a:pt x="17732" y="8162"/>
                  </a:lnTo>
                  <a:lnTo>
                    <a:pt x="17758" y="8399"/>
                  </a:lnTo>
                  <a:lnTo>
                    <a:pt x="17824" y="8636"/>
                  </a:lnTo>
                  <a:lnTo>
                    <a:pt x="17903" y="8846"/>
                  </a:lnTo>
                  <a:lnTo>
                    <a:pt x="17995" y="9057"/>
                  </a:lnTo>
                  <a:lnTo>
                    <a:pt x="18127" y="9254"/>
                  </a:lnTo>
                  <a:lnTo>
                    <a:pt x="18258" y="9439"/>
                  </a:lnTo>
                  <a:lnTo>
                    <a:pt x="18416" y="9610"/>
                  </a:lnTo>
                  <a:lnTo>
                    <a:pt x="18574" y="9755"/>
                  </a:lnTo>
                  <a:lnTo>
                    <a:pt x="18758" y="9899"/>
                  </a:lnTo>
                  <a:lnTo>
                    <a:pt x="18956" y="10018"/>
                  </a:lnTo>
                  <a:lnTo>
                    <a:pt x="19166" y="10110"/>
                  </a:lnTo>
                  <a:lnTo>
                    <a:pt x="19390" y="10189"/>
                  </a:lnTo>
                  <a:lnTo>
                    <a:pt x="19614" y="10255"/>
                  </a:lnTo>
                  <a:lnTo>
                    <a:pt x="19851" y="10294"/>
                  </a:lnTo>
                  <a:lnTo>
                    <a:pt x="20088" y="10307"/>
                  </a:lnTo>
                  <a:lnTo>
                    <a:pt x="20338" y="10294"/>
                  </a:lnTo>
                  <a:lnTo>
                    <a:pt x="20575" y="10255"/>
                  </a:lnTo>
                  <a:lnTo>
                    <a:pt x="20799" y="10189"/>
                  </a:lnTo>
                  <a:lnTo>
                    <a:pt x="21023" y="10110"/>
                  </a:lnTo>
                  <a:lnTo>
                    <a:pt x="21220" y="10018"/>
                  </a:lnTo>
                  <a:lnTo>
                    <a:pt x="21417" y="9899"/>
                  </a:lnTo>
                  <a:lnTo>
                    <a:pt x="21602" y="9755"/>
                  </a:lnTo>
                  <a:lnTo>
                    <a:pt x="21773" y="9610"/>
                  </a:lnTo>
                  <a:lnTo>
                    <a:pt x="21931" y="9439"/>
                  </a:lnTo>
                  <a:lnTo>
                    <a:pt x="22062" y="9254"/>
                  </a:lnTo>
                  <a:lnTo>
                    <a:pt x="22181" y="9057"/>
                  </a:lnTo>
                  <a:lnTo>
                    <a:pt x="22286" y="8846"/>
                  </a:lnTo>
                  <a:lnTo>
                    <a:pt x="22365" y="8636"/>
                  </a:lnTo>
                  <a:lnTo>
                    <a:pt x="22418" y="8399"/>
                  </a:lnTo>
                  <a:lnTo>
                    <a:pt x="22457" y="8162"/>
                  </a:lnTo>
                  <a:lnTo>
                    <a:pt x="22470" y="7925"/>
                  </a:lnTo>
                  <a:lnTo>
                    <a:pt x="22457" y="7714"/>
                  </a:lnTo>
                  <a:lnTo>
                    <a:pt x="22431" y="7517"/>
                  </a:lnTo>
                  <a:lnTo>
                    <a:pt x="22392" y="7319"/>
                  </a:lnTo>
                  <a:lnTo>
                    <a:pt x="22339" y="7135"/>
                  </a:lnTo>
                  <a:lnTo>
                    <a:pt x="22260" y="6951"/>
                  </a:lnTo>
                  <a:lnTo>
                    <a:pt x="22181" y="6780"/>
                  </a:lnTo>
                  <a:lnTo>
                    <a:pt x="22076" y="6608"/>
                  </a:lnTo>
                  <a:lnTo>
                    <a:pt x="21957" y="6451"/>
                  </a:lnTo>
                  <a:lnTo>
                    <a:pt x="21839" y="6306"/>
                  </a:lnTo>
                  <a:lnTo>
                    <a:pt x="21694" y="6174"/>
                  </a:lnTo>
                  <a:lnTo>
                    <a:pt x="21549" y="6042"/>
                  </a:lnTo>
                  <a:lnTo>
                    <a:pt x="21391" y="5937"/>
                  </a:lnTo>
                  <a:lnTo>
                    <a:pt x="21233" y="5832"/>
                  </a:lnTo>
                  <a:lnTo>
                    <a:pt x="21049" y="5753"/>
                  </a:lnTo>
                  <a:lnTo>
                    <a:pt x="20878" y="5674"/>
                  </a:lnTo>
                  <a:lnTo>
                    <a:pt x="20680" y="5621"/>
                  </a:lnTo>
                  <a:lnTo>
                    <a:pt x="2068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4"/>
            <p:cNvSpPr/>
            <p:nvPr/>
          </p:nvSpPr>
          <p:spPr>
            <a:xfrm>
              <a:off x="1645575" y="1140475"/>
              <a:ext cx="250800" cy="1716875"/>
            </a:xfrm>
            <a:custGeom>
              <a:avLst/>
              <a:gdLst/>
              <a:ahLst/>
              <a:cxnLst/>
              <a:rect l="l" t="t" r="r" b="b"/>
              <a:pathLst>
                <a:path w="10032" h="68675" extrusionOk="0">
                  <a:moveTo>
                    <a:pt x="7649" y="1172"/>
                  </a:moveTo>
                  <a:lnTo>
                    <a:pt x="7767" y="1185"/>
                  </a:lnTo>
                  <a:lnTo>
                    <a:pt x="7886" y="1198"/>
                  </a:lnTo>
                  <a:lnTo>
                    <a:pt x="8004" y="1225"/>
                  </a:lnTo>
                  <a:lnTo>
                    <a:pt x="8109" y="1277"/>
                  </a:lnTo>
                  <a:lnTo>
                    <a:pt x="8215" y="1317"/>
                  </a:lnTo>
                  <a:lnTo>
                    <a:pt x="8320" y="1383"/>
                  </a:lnTo>
                  <a:lnTo>
                    <a:pt x="8412" y="1448"/>
                  </a:lnTo>
                  <a:lnTo>
                    <a:pt x="8491" y="1527"/>
                  </a:lnTo>
                  <a:lnTo>
                    <a:pt x="8570" y="1606"/>
                  </a:lnTo>
                  <a:lnTo>
                    <a:pt x="8636" y="1698"/>
                  </a:lnTo>
                  <a:lnTo>
                    <a:pt x="8702" y="1804"/>
                  </a:lnTo>
                  <a:lnTo>
                    <a:pt x="8754" y="1909"/>
                  </a:lnTo>
                  <a:lnTo>
                    <a:pt x="8794" y="2014"/>
                  </a:lnTo>
                  <a:lnTo>
                    <a:pt x="8820" y="2133"/>
                  </a:lnTo>
                  <a:lnTo>
                    <a:pt x="8833" y="2251"/>
                  </a:lnTo>
                  <a:lnTo>
                    <a:pt x="8847" y="2370"/>
                  </a:lnTo>
                  <a:lnTo>
                    <a:pt x="8833" y="2501"/>
                  </a:lnTo>
                  <a:lnTo>
                    <a:pt x="8820" y="2620"/>
                  </a:lnTo>
                  <a:lnTo>
                    <a:pt x="8794" y="2725"/>
                  </a:lnTo>
                  <a:lnTo>
                    <a:pt x="8754" y="2844"/>
                  </a:lnTo>
                  <a:lnTo>
                    <a:pt x="8702" y="2949"/>
                  </a:lnTo>
                  <a:lnTo>
                    <a:pt x="8636" y="3041"/>
                  </a:lnTo>
                  <a:lnTo>
                    <a:pt x="8570" y="3133"/>
                  </a:lnTo>
                  <a:lnTo>
                    <a:pt x="8491" y="3225"/>
                  </a:lnTo>
                  <a:lnTo>
                    <a:pt x="8412" y="3291"/>
                  </a:lnTo>
                  <a:lnTo>
                    <a:pt x="8320" y="3370"/>
                  </a:lnTo>
                  <a:lnTo>
                    <a:pt x="8215" y="3423"/>
                  </a:lnTo>
                  <a:lnTo>
                    <a:pt x="8109" y="3476"/>
                  </a:lnTo>
                  <a:lnTo>
                    <a:pt x="8004" y="3515"/>
                  </a:lnTo>
                  <a:lnTo>
                    <a:pt x="7886" y="3541"/>
                  </a:lnTo>
                  <a:lnTo>
                    <a:pt x="7767" y="3568"/>
                  </a:lnTo>
                  <a:lnTo>
                    <a:pt x="7530" y="3568"/>
                  </a:lnTo>
                  <a:lnTo>
                    <a:pt x="7412" y="3541"/>
                  </a:lnTo>
                  <a:lnTo>
                    <a:pt x="7293" y="3515"/>
                  </a:lnTo>
                  <a:lnTo>
                    <a:pt x="7175" y="3476"/>
                  </a:lnTo>
                  <a:lnTo>
                    <a:pt x="7083" y="3423"/>
                  </a:lnTo>
                  <a:lnTo>
                    <a:pt x="6977" y="3370"/>
                  </a:lnTo>
                  <a:lnTo>
                    <a:pt x="6885" y="3291"/>
                  </a:lnTo>
                  <a:lnTo>
                    <a:pt x="6806" y="3225"/>
                  </a:lnTo>
                  <a:lnTo>
                    <a:pt x="6727" y="3133"/>
                  </a:lnTo>
                  <a:lnTo>
                    <a:pt x="6648" y="3041"/>
                  </a:lnTo>
                  <a:lnTo>
                    <a:pt x="6596" y="2949"/>
                  </a:lnTo>
                  <a:lnTo>
                    <a:pt x="6543" y="2844"/>
                  </a:lnTo>
                  <a:lnTo>
                    <a:pt x="6504" y="2725"/>
                  </a:lnTo>
                  <a:lnTo>
                    <a:pt x="6477" y="2620"/>
                  </a:lnTo>
                  <a:lnTo>
                    <a:pt x="6451" y="2501"/>
                  </a:lnTo>
                  <a:lnTo>
                    <a:pt x="6451" y="2370"/>
                  </a:lnTo>
                  <a:lnTo>
                    <a:pt x="6451" y="2251"/>
                  </a:lnTo>
                  <a:lnTo>
                    <a:pt x="6477" y="2133"/>
                  </a:lnTo>
                  <a:lnTo>
                    <a:pt x="6504" y="2014"/>
                  </a:lnTo>
                  <a:lnTo>
                    <a:pt x="6543" y="1909"/>
                  </a:lnTo>
                  <a:lnTo>
                    <a:pt x="6596" y="1804"/>
                  </a:lnTo>
                  <a:lnTo>
                    <a:pt x="6648" y="1698"/>
                  </a:lnTo>
                  <a:lnTo>
                    <a:pt x="6727" y="1606"/>
                  </a:lnTo>
                  <a:lnTo>
                    <a:pt x="6806" y="1527"/>
                  </a:lnTo>
                  <a:lnTo>
                    <a:pt x="6885" y="1448"/>
                  </a:lnTo>
                  <a:lnTo>
                    <a:pt x="6977" y="1383"/>
                  </a:lnTo>
                  <a:lnTo>
                    <a:pt x="7083" y="1317"/>
                  </a:lnTo>
                  <a:lnTo>
                    <a:pt x="7175" y="1277"/>
                  </a:lnTo>
                  <a:lnTo>
                    <a:pt x="7293" y="1225"/>
                  </a:lnTo>
                  <a:lnTo>
                    <a:pt x="7412" y="1198"/>
                  </a:lnTo>
                  <a:lnTo>
                    <a:pt x="7530" y="1185"/>
                  </a:lnTo>
                  <a:lnTo>
                    <a:pt x="7649" y="1172"/>
                  </a:lnTo>
                  <a:close/>
                  <a:moveTo>
                    <a:pt x="7649" y="0"/>
                  </a:moveTo>
                  <a:lnTo>
                    <a:pt x="7399" y="14"/>
                  </a:lnTo>
                  <a:lnTo>
                    <a:pt x="7162" y="40"/>
                  </a:lnTo>
                  <a:lnTo>
                    <a:pt x="6938" y="106"/>
                  </a:lnTo>
                  <a:lnTo>
                    <a:pt x="6727" y="185"/>
                  </a:lnTo>
                  <a:lnTo>
                    <a:pt x="6517" y="277"/>
                  </a:lnTo>
                  <a:lnTo>
                    <a:pt x="6319" y="408"/>
                  </a:lnTo>
                  <a:lnTo>
                    <a:pt x="6135" y="540"/>
                  </a:lnTo>
                  <a:lnTo>
                    <a:pt x="5964" y="698"/>
                  </a:lnTo>
                  <a:lnTo>
                    <a:pt x="5806" y="856"/>
                  </a:lnTo>
                  <a:lnTo>
                    <a:pt x="5674" y="1040"/>
                  </a:lnTo>
                  <a:lnTo>
                    <a:pt x="5556" y="1238"/>
                  </a:lnTo>
                  <a:lnTo>
                    <a:pt x="5450" y="1448"/>
                  </a:lnTo>
                  <a:lnTo>
                    <a:pt x="5371" y="1672"/>
                  </a:lnTo>
                  <a:lnTo>
                    <a:pt x="5319" y="1896"/>
                  </a:lnTo>
                  <a:lnTo>
                    <a:pt x="5279" y="2133"/>
                  </a:lnTo>
                  <a:lnTo>
                    <a:pt x="5266" y="2370"/>
                  </a:lnTo>
                  <a:lnTo>
                    <a:pt x="5279" y="2580"/>
                  </a:lnTo>
                  <a:lnTo>
                    <a:pt x="5306" y="2778"/>
                  </a:lnTo>
                  <a:lnTo>
                    <a:pt x="5345" y="2975"/>
                  </a:lnTo>
                  <a:lnTo>
                    <a:pt x="5398" y="3160"/>
                  </a:lnTo>
                  <a:lnTo>
                    <a:pt x="5477" y="3344"/>
                  </a:lnTo>
                  <a:lnTo>
                    <a:pt x="5569" y="3515"/>
                  </a:lnTo>
                  <a:lnTo>
                    <a:pt x="5661" y="3686"/>
                  </a:lnTo>
                  <a:lnTo>
                    <a:pt x="5780" y="3844"/>
                  </a:lnTo>
                  <a:lnTo>
                    <a:pt x="5898" y="3989"/>
                  </a:lnTo>
                  <a:lnTo>
                    <a:pt x="6043" y="4121"/>
                  </a:lnTo>
                  <a:lnTo>
                    <a:pt x="6188" y="4252"/>
                  </a:lnTo>
                  <a:lnTo>
                    <a:pt x="6346" y="4357"/>
                  </a:lnTo>
                  <a:lnTo>
                    <a:pt x="6504" y="4463"/>
                  </a:lnTo>
                  <a:lnTo>
                    <a:pt x="6688" y="4555"/>
                  </a:lnTo>
                  <a:lnTo>
                    <a:pt x="6872" y="4621"/>
                  </a:lnTo>
                  <a:lnTo>
                    <a:pt x="7056" y="4673"/>
                  </a:lnTo>
                  <a:lnTo>
                    <a:pt x="7056" y="26156"/>
                  </a:lnTo>
                  <a:lnTo>
                    <a:pt x="1" y="33212"/>
                  </a:lnTo>
                  <a:lnTo>
                    <a:pt x="1" y="68674"/>
                  </a:lnTo>
                  <a:lnTo>
                    <a:pt x="1185" y="68674"/>
                  </a:lnTo>
                  <a:lnTo>
                    <a:pt x="1185" y="33699"/>
                  </a:lnTo>
                  <a:lnTo>
                    <a:pt x="8241" y="26643"/>
                  </a:lnTo>
                  <a:lnTo>
                    <a:pt x="8241" y="4673"/>
                  </a:lnTo>
                  <a:lnTo>
                    <a:pt x="8425" y="4621"/>
                  </a:lnTo>
                  <a:lnTo>
                    <a:pt x="8610" y="4555"/>
                  </a:lnTo>
                  <a:lnTo>
                    <a:pt x="8781" y="4463"/>
                  </a:lnTo>
                  <a:lnTo>
                    <a:pt x="8952" y="4357"/>
                  </a:lnTo>
                  <a:lnTo>
                    <a:pt x="9110" y="4252"/>
                  </a:lnTo>
                  <a:lnTo>
                    <a:pt x="9255" y="4121"/>
                  </a:lnTo>
                  <a:lnTo>
                    <a:pt x="9386" y="3989"/>
                  </a:lnTo>
                  <a:lnTo>
                    <a:pt x="9518" y="3844"/>
                  </a:lnTo>
                  <a:lnTo>
                    <a:pt x="9636" y="3686"/>
                  </a:lnTo>
                  <a:lnTo>
                    <a:pt x="9729" y="3515"/>
                  </a:lnTo>
                  <a:lnTo>
                    <a:pt x="9821" y="3344"/>
                  </a:lnTo>
                  <a:lnTo>
                    <a:pt x="9887" y="3160"/>
                  </a:lnTo>
                  <a:lnTo>
                    <a:pt x="9952" y="2975"/>
                  </a:lnTo>
                  <a:lnTo>
                    <a:pt x="9992" y="2778"/>
                  </a:lnTo>
                  <a:lnTo>
                    <a:pt x="10018" y="2580"/>
                  </a:lnTo>
                  <a:lnTo>
                    <a:pt x="10031" y="2370"/>
                  </a:lnTo>
                  <a:lnTo>
                    <a:pt x="10018" y="2133"/>
                  </a:lnTo>
                  <a:lnTo>
                    <a:pt x="9979" y="1896"/>
                  </a:lnTo>
                  <a:lnTo>
                    <a:pt x="9913" y="1672"/>
                  </a:lnTo>
                  <a:lnTo>
                    <a:pt x="9834" y="1448"/>
                  </a:lnTo>
                  <a:lnTo>
                    <a:pt x="9742" y="1238"/>
                  </a:lnTo>
                  <a:lnTo>
                    <a:pt x="9623" y="1040"/>
                  </a:lnTo>
                  <a:lnTo>
                    <a:pt x="9478" y="856"/>
                  </a:lnTo>
                  <a:lnTo>
                    <a:pt x="9334" y="698"/>
                  </a:lnTo>
                  <a:lnTo>
                    <a:pt x="9163" y="540"/>
                  </a:lnTo>
                  <a:lnTo>
                    <a:pt x="8978" y="408"/>
                  </a:lnTo>
                  <a:lnTo>
                    <a:pt x="8781" y="277"/>
                  </a:lnTo>
                  <a:lnTo>
                    <a:pt x="8570" y="185"/>
                  </a:lnTo>
                  <a:lnTo>
                    <a:pt x="8360" y="106"/>
                  </a:lnTo>
                  <a:lnTo>
                    <a:pt x="8123" y="40"/>
                  </a:lnTo>
                  <a:lnTo>
                    <a:pt x="7886" y="14"/>
                  </a:lnTo>
                  <a:lnTo>
                    <a:pt x="7649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4"/>
            <p:cNvSpPr/>
            <p:nvPr/>
          </p:nvSpPr>
          <p:spPr>
            <a:xfrm>
              <a:off x="2091500" y="3667875"/>
              <a:ext cx="257025" cy="849400"/>
            </a:xfrm>
            <a:custGeom>
              <a:avLst/>
              <a:gdLst/>
              <a:ahLst/>
              <a:cxnLst/>
              <a:rect l="l" t="t" r="r" b="b"/>
              <a:pathLst>
                <a:path w="10281" h="33976" extrusionOk="0">
                  <a:moveTo>
                    <a:pt x="2383" y="30395"/>
                  </a:moveTo>
                  <a:lnTo>
                    <a:pt x="2501" y="30408"/>
                  </a:lnTo>
                  <a:lnTo>
                    <a:pt x="2620" y="30421"/>
                  </a:lnTo>
                  <a:lnTo>
                    <a:pt x="2738" y="30447"/>
                  </a:lnTo>
                  <a:lnTo>
                    <a:pt x="2844" y="30500"/>
                  </a:lnTo>
                  <a:lnTo>
                    <a:pt x="2949" y="30540"/>
                  </a:lnTo>
                  <a:lnTo>
                    <a:pt x="3041" y="30605"/>
                  </a:lnTo>
                  <a:lnTo>
                    <a:pt x="3133" y="30671"/>
                  </a:lnTo>
                  <a:lnTo>
                    <a:pt x="3225" y="30750"/>
                  </a:lnTo>
                  <a:lnTo>
                    <a:pt x="3304" y="30842"/>
                  </a:lnTo>
                  <a:lnTo>
                    <a:pt x="3370" y="30934"/>
                  </a:lnTo>
                  <a:lnTo>
                    <a:pt x="3436" y="31027"/>
                  </a:lnTo>
                  <a:lnTo>
                    <a:pt x="3475" y="31132"/>
                  </a:lnTo>
                  <a:lnTo>
                    <a:pt x="3515" y="31237"/>
                  </a:lnTo>
                  <a:lnTo>
                    <a:pt x="3554" y="31356"/>
                  </a:lnTo>
                  <a:lnTo>
                    <a:pt x="3568" y="31474"/>
                  </a:lnTo>
                  <a:lnTo>
                    <a:pt x="3581" y="31593"/>
                  </a:lnTo>
                  <a:lnTo>
                    <a:pt x="3568" y="31724"/>
                  </a:lnTo>
                  <a:lnTo>
                    <a:pt x="3554" y="31843"/>
                  </a:lnTo>
                  <a:lnTo>
                    <a:pt x="3515" y="31948"/>
                  </a:lnTo>
                  <a:lnTo>
                    <a:pt x="3475" y="32066"/>
                  </a:lnTo>
                  <a:lnTo>
                    <a:pt x="3436" y="32172"/>
                  </a:lnTo>
                  <a:lnTo>
                    <a:pt x="3370" y="32264"/>
                  </a:lnTo>
                  <a:lnTo>
                    <a:pt x="3304" y="32356"/>
                  </a:lnTo>
                  <a:lnTo>
                    <a:pt x="3225" y="32448"/>
                  </a:lnTo>
                  <a:lnTo>
                    <a:pt x="3133" y="32527"/>
                  </a:lnTo>
                  <a:lnTo>
                    <a:pt x="3041" y="32593"/>
                  </a:lnTo>
                  <a:lnTo>
                    <a:pt x="2949" y="32646"/>
                  </a:lnTo>
                  <a:lnTo>
                    <a:pt x="2844" y="32698"/>
                  </a:lnTo>
                  <a:lnTo>
                    <a:pt x="2738" y="32738"/>
                  </a:lnTo>
                  <a:lnTo>
                    <a:pt x="2620" y="32764"/>
                  </a:lnTo>
                  <a:lnTo>
                    <a:pt x="2501" y="32790"/>
                  </a:lnTo>
                  <a:lnTo>
                    <a:pt x="2251" y="32790"/>
                  </a:lnTo>
                  <a:lnTo>
                    <a:pt x="2133" y="32764"/>
                  </a:lnTo>
                  <a:lnTo>
                    <a:pt x="2027" y="32738"/>
                  </a:lnTo>
                  <a:lnTo>
                    <a:pt x="1909" y="32698"/>
                  </a:lnTo>
                  <a:lnTo>
                    <a:pt x="1804" y="32646"/>
                  </a:lnTo>
                  <a:lnTo>
                    <a:pt x="1712" y="32593"/>
                  </a:lnTo>
                  <a:lnTo>
                    <a:pt x="1619" y="32527"/>
                  </a:lnTo>
                  <a:lnTo>
                    <a:pt x="1527" y="32448"/>
                  </a:lnTo>
                  <a:lnTo>
                    <a:pt x="1448" y="32356"/>
                  </a:lnTo>
                  <a:lnTo>
                    <a:pt x="1382" y="32264"/>
                  </a:lnTo>
                  <a:lnTo>
                    <a:pt x="1330" y="32172"/>
                  </a:lnTo>
                  <a:lnTo>
                    <a:pt x="1277" y="32066"/>
                  </a:lnTo>
                  <a:lnTo>
                    <a:pt x="1238" y="31948"/>
                  </a:lnTo>
                  <a:lnTo>
                    <a:pt x="1198" y="31843"/>
                  </a:lnTo>
                  <a:lnTo>
                    <a:pt x="1185" y="31724"/>
                  </a:lnTo>
                  <a:lnTo>
                    <a:pt x="1185" y="31593"/>
                  </a:lnTo>
                  <a:lnTo>
                    <a:pt x="1185" y="31474"/>
                  </a:lnTo>
                  <a:lnTo>
                    <a:pt x="1198" y="31356"/>
                  </a:lnTo>
                  <a:lnTo>
                    <a:pt x="1238" y="31237"/>
                  </a:lnTo>
                  <a:lnTo>
                    <a:pt x="1277" y="31132"/>
                  </a:lnTo>
                  <a:lnTo>
                    <a:pt x="1330" y="31027"/>
                  </a:lnTo>
                  <a:lnTo>
                    <a:pt x="1382" y="30934"/>
                  </a:lnTo>
                  <a:lnTo>
                    <a:pt x="1448" y="30842"/>
                  </a:lnTo>
                  <a:lnTo>
                    <a:pt x="1527" y="30750"/>
                  </a:lnTo>
                  <a:lnTo>
                    <a:pt x="1619" y="30671"/>
                  </a:lnTo>
                  <a:lnTo>
                    <a:pt x="1712" y="30605"/>
                  </a:lnTo>
                  <a:lnTo>
                    <a:pt x="1804" y="30540"/>
                  </a:lnTo>
                  <a:lnTo>
                    <a:pt x="1909" y="30500"/>
                  </a:lnTo>
                  <a:lnTo>
                    <a:pt x="2027" y="30447"/>
                  </a:lnTo>
                  <a:lnTo>
                    <a:pt x="2133" y="30421"/>
                  </a:lnTo>
                  <a:lnTo>
                    <a:pt x="2251" y="30408"/>
                  </a:lnTo>
                  <a:lnTo>
                    <a:pt x="2383" y="30395"/>
                  </a:lnTo>
                  <a:close/>
                  <a:moveTo>
                    <a:pt x="9096" y="0"/>
                  </a:moveTo>
                  <a:lnTo>
                    <a:pt x="9096" y="23773"/>
                  </a:lnTo>
                  <a:lnTo>
                    <a:pt x="3410" y="29460"/>
                  </a:lnTo>
                  <a:lnTo>
                    <a:pt x="3173" y="29355"/>
                  </a:lnTo>
                  <a:lnTo>
                    <a:pt x="2923" y="29276"/>
                  </a:lnTo>
                  <a:lnTo>
                    <a:pt x="2646" y="29236"/>
                  </a:lnTo>
                  <a:lnTo>
                    <a:pt x="2515" y="29223"/>
                  </a:lnTo>
                  <a:lnTo>
                    <a:pt x="2383" y="29223"/>
                  </a:lnTo>
                  <a:lnTo>
                    <a:pt x="2133" y="29236"/>
                  </a:lnTo>
                  <a:lnTo>
                    <a:pt x="1896" y="29263"/>
                  </a:lnTo>
                  <a:lnTo>
                    <a:pt x="1672" y="29328"/>
                  </a:lnTo>
                  <a:lnTo>
                    <a:pt x="1448" y="29407"/>
                  </a:lnTo>
                  <a:lnTo>
                    <a:pt x="1251" y="29500"/>
                  </a:lnTo>
                  <a:lnTo>
                    <a:pt x="1053" y="29631"/>
                  </a:lnTo>
                  <a:lnTo>
                    <a:pt x="869" y="29763"/>
                  </a:lnTo>
                  <a:lnTo>
                    <a:pt x="698" y="29921"/>
                  </a:lnTo>
                  <a:lnTo>
                    <a:pt x="540" y="30079"/>
                  </a:lnTo>
                  <a:lnTo>
                    <a:pt x="408" y="30263"/>
                  </a:lnTo>
                  <a:lnTo>
                    <a:pt x="290" y="30461"/>
                  </a:lnTo>
                  <a:lnTo>
                    <a:pt x="185" y="30671"/>
                  </a:lnTo>
                  <a:lnTo>
                    <a:pt x="106" y="30895"/>
                  </a:lnTo>
                  <a:lnTo>
                    <a:pt x="53" y="31119"/>
                  </a:lnTo>
                  <a:lnTo>
                    <a:pt x="13" y="31356"/>
                  </a:lnTo>
                  <a:lnTo>
                    <a:pt x="0" y="31593"/>
                  </a:lnTo>
                  <a:lnTo>
                    <a:pt x="13" y="31843"/>
                  </a:lnTo>
                  <a:lnTo>
                    <a:pt x="53" y="32080"/>
                  </a:lnTo>
                  <a:lnTo>
                    <a:pt x="106" y="32303"/>
                  </a:lnTo>
                  <a:lnTo>
                    <a:pt x="185" y="32527"/>
                  </a:lnTo>
                  <a:lnTo>
                    <a:pt x="290" y="32725"/>
                  </a:lnTo>
                  <a:lnTo>
                    <a:pt x="408" y="32922"/>
                  </a:lnTo>
                  <a:lnTo>
                    <a:pt x="540" y="33106"/>
                  </a:lnTo>
                  <a:lnTo>
                    <a:pt x="698" y="33278"/>
                  </a:lnTo>
                  <a:lnTo>
                    <a:pt x="869" y="33435"/>
                  </a:lnTo>
                  <a:lnTo>
                    <a:pt x="1053" y="33567"/>
                  </a:lnTo>
                  <a:lnTo>
                    <a:pt x="1251" y="33686"/>
                  </a:lnTo>
                  <a:lnTo>
                    <a:pt x="1448" y="33791"/>
                  </a:lnTo>
                  <a:lnTo>
                    <a:pt x="1672" y="33870"/>
                  </a:lnTo>
                  <a:lnTo>
                    <a:pt x="1896" y="33923"/>
                  </a:lnTo>
                  <a:lnTo>
                    <a:pt x="2133" y="33962"/>
                  </a:lnTo>
                  <a:lnTo>
                    <a:pt x="2383" y="33975"/>
                  </a:lnTo>
                  <a:lnTo>
                    <a:pt x="2620" y="33962"/>
                  </a:lnTo>
                  <a:lnTo>
                    <a:pt x="2857" y="33923"/>
                  </a:lnTo>
                  <a:lnTo>
                    <a:pt x="3081" y="33870"/>
                  </a:lnTo>
                  <a:lnTo>
                    <a:pt x="3304" y="33791"/>
                  </a:lnTo>
                  <a:lnTo>
                    <a:pt x="3515" y="33686"/>
                  </a:lnTo>
                  <a:lnTo>
                    <a:pt x="3712" y="33567"/>
                  </a:lnTo>
                  <a:lnTo>
                    <a:pt x="3884" y="33435"/>
                  </a:lnTo>
                  <a:lnTo>
                    <a:pt x="4055" y="33278"/>
                  </a:lnTo>
                  <a:lnTo>
                    <a:pt x="4213" y="33106"/>
                  </a:lnTo>
                  <a:lnTo>
                    <a:pt x="4344" y="32922"/>
                  </a:lnTo>
                  <a:lnTo>
                    <a:pt x="4463" y="32725"/>
                  </a:lnTo>
                  <a:lnTo>
                    <a:pt x="4568" y="32527"/>
                  </a:lnTo>
                  <a:lnTo>
                    <a:pt x="4647" y="32303"/>
                  </a:lnTo>
                  <a:lnTo>
                    <a:pt x="4713" y="32080"/>
                  </a:lnTo>
                  <a:lnTo>
                    <a:pt x="4739" y="31843"/>
                  </a:lnTo>
                  <a:lnTo>
                    <a:pt x="4752" y="31593"/>
                  </a:lnTo>
                  <a:lnTo>
                    <a:pt x="4752" y="31408"/>
                  </a:lnTo>
                  <a:lnTo>
                    <a:pt x="4726" y="31224"/>
                  </a:lnTo>
                  <a:lnTo>
                    <a:pt x="4686" y="31040"/>
                  </a:lnTo>
                  <a:lnTo>
                    <a:pt x="4634" y="30869"/>
                  </a:lnTo>
                  <a:lnTo>
                    <a:pt x="4581" y="30697"/>
                  </a:lnTo>
                  <a:lnTo>
                    <a:pt x="4502" y="30526"/>
                  </a:lnTo>
                  <a:lnTo>
                    <a:pt x="4410" y="30368"/>
                  </a:lnTo>
                  <a:lnTo>
                    <a:pt x="4318" y="30224"/>
                  </a:lnTo>
                  <a:lnTo>
                    <a:pt x="10281" y="24261"/>
                  </a:lnTo>
                  <a:lnTo>
                    <a:pt x="10281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4"/>
            <p:cNvSpPr/>
            <p:nvPr/>
          </p:nvSpPr>
          <p:spPr>
            <a:xfrm>
              <a:off x="2061550" y="3414800"/>
              <a:ext cx="865200" cy="1064950"/>
            </a:xfrm>
            <a:custGeom>
              <a:avLst/>
              <a:gdLst/>
              <a:ahLst/>
              <a:cxnLst/>
              <a:rect l="l" t="t" r="r" b="b"/>
              <a:pathLst>
                <a:path w="34608" h="42598" extrusionOk="0">
                  <a:moveTo>
                    <a:pt x="32356" y="39030"/>
                  </a:moveTo>
                  <a:lnTo>
                    <a:pt x="32475" y="39057"/>
                  </a:lnTo>
                  <a:lnTo>
                    <a:pt x="32593" y="39083"/>
                  </a:lnTo>
                  <a:lnTo>
                    <a:pt x="32699" y="39122"/>
                  </a:lnTo>
                  <a:lnTo>
                    <a:pt x="32804" y="39175"/>
                  </a:lnTo>
                  <a:lnTo>
                    <a:pt x="32909" y="39228"/>
                  </a:lnTo>
                  <a:lnTo>
                    <a:pt x="33001" y="39307"/>
                  </a:lnTo>
                  <a:lnTo>
                    <a:pt x="33080" y="39372"/>
                  </a:lnTo>
                  <a:lnTo>
                    <a:pt x="33159" y="39465"/>
                  </a:lnTo>
                  <a:lnTo>
                    <a:pt x="33225" y="39557"/>
                  </a:lnTo>
                  <a:lnTo>
                    <a:pt x="33291" y="39649"/>
                  </a:lnTo>
                  <a:lnTo>
                    <a:pt x="33330" y="39754"/>
                  </a:lnTo>
                  <a:lnTo>
                    <a:pt x="33383" y="39873"/>
                  </a:lnTo>
                  <a:lnTo>
                    <a:pt x="33409" y="39978"/>
                  </a:lnTo>
                  <a:lnTo>
                    <a:pt x="33423" y="40096"/>
                  </a:lnTo>
                  <a:lnTo>
                    <a:pt x="33436" y="40228"/>
                  </a:lnTo>
                  <a:lnTo>
                    <a:pt x="33423" y="40347"/>
                  </a:lnTo>
                  <a:lnTo>
                    <a:pt x="33409" y="40465"/>
                  </a:lnTo>
                  <a:lnTo>
                    <a:pt x="33383" y="40584"/>
                  </a:lnTo>
                  <a:lnTo>
                    <a:pt x="33330" y="40689"/>
                  </a:lnTo>
                  <a:lnTo>
                    <a:pt x="33291" y="40794"/>
                  </a:lnTo>
                  <a:lnTo>
                    <a:pt x="33225" y="40899"/>
                  </a:lnTo>
                  <a:lnTo>
                    <a:pt x="33159" y="40992"/>
                  </a:lnTo>
                  <a:lnTo>
                    <a:pt x="33080" y="41071"/>
                  </a:lnTo>
                  <a:lnTo>
                    <a:pt x="33001" y="41150"/>
                  </a:lnTo>
                  <a:lnTo>
                    <a:pt x="32909" y="41215"/>
                  </a:lnTo>
                  <a:lnTo>
                    <a:pt x="32804" y="41281"/>
                  </a:lnTo>
                  <a:lnTo>
                    <a:pt x="32699" y="41321"/>
                  </a:lnTo>
                  <a:lnTo>
                    <a:pt x="32593" y="41373"/>
                  </a:lnTo>
                  <a:lnTo>
                    <a:pt x="32475" y="41400"/>
                  </a:lnTo>
                  <a:lnTo>
                    <a:pt x="32356" y="41413"/>
                  </a:lnTo>
                  <a:lnTo>
                    <a:pt x="32238" y="41426"/>
                  </a:lnTo>
                  <a:lnTo>
                    <a:pt x="32106" y="41413"/>
                  </a:lnTo>
                  <a:lnTo>
                    <a:pt x="31988" y="41400"/>
                  </a:lnTo>
                  <a:lnTo>
                    <a:pt x="31882" y="41373"/>
                  </a:lnTo>
                  <a:lnTo>
                    <a:pt x="31764" y="41321"/>
                  </a:lnTo>
                  <a:lnTo>
                    <a:pt x="31659" y="41281"/>
                  </a:lnTo>
                  <a:lnTo>
                    <a:pt x="31566" y="41215"/>
                  </a:lnTo>
                  <a:lnTo>
                    <a:pt x="31474" y="41150"/>
                  </a:lnTo>
                  <a:lnTo>
                    <a:pt x="31382" y="41071"/>
                  </a:lnTo>
                  <a:lnTo>
                    <a:pt x="31316" y="40992"/>
                  </a:lnTo>
                  <a:lnTo>
                    <a:pt x="31237" y="40899"/>
                  </a:lnTo>
                  <a:lnTo>
                    <a:pt x="31185" y="40794"/>
                  </a:lnTo>
                  <a:lnTo>
                    <a:pt x="31132" y="40689"/>
                  </a:lnTo>
                  <a:lnTo>
                    <a:pt x="31093" y="40584"/>
                  </a:lnTo>
                  <a:lnTo>
                    <a:pt x="31066" y="40465"/>
                  </a:lnTo>
                  <a:lnTo>
                    <a:pt x="31040" y="40347"/>
                  </a:lnTo>
                  <a:lnTo>
                    <a:pt x="31040" y="40228"/>
                  </a:lnTo>
                  <a:lnTo>
                    <a:pt x="31040" y="40096"/>
                  </a:lnTo>
                  <a:lnTo>
                    <a:pt x="31066" y="39978"/>
                  </a:lnTo>
                  <a:lnTo>
                    <a:pt x="31093" y="39873"/>
                  </a:lnTo>
                  <a:lnTo>
                    <a:pt x="31132" y="39754"/>
                  </a:lnTo>
                  <a:lnTo>
                    <a:pt x="31185" y="39649"/>
                  </a:lnTo>
                  <a:lnTo>
                    <a:pt x="31237" y="39557"/>
                  </a:lnTo>
                  <a:lnTo>
                    <a:pt x="31316" y="39465"/>
                  </a:lnTo>
                  <a:lnTo>
                    <a:pt x="31382" y="39372"/>
                  </a:lnTo>
                  <a:lnTo>
                    <a:pt x="31474" y="39307"/>
                  </a:lnTo>
                  <a:lnTo>
                    <a:pt x="31566" y="39228"/>
                  </a:lnTo>
                  <a:lnTo>
                    <a:pt x="31659" y="39175"/>
                  </a:lnTo>
                  <a:lnTo>
                    <a:pt x="31764" y="39122"/>
                  </a:lnTo>
                  <a:lnTo>
                    <a:pt x="31882" y="39083"/>
                  </a:lnTo>
                  <a:lnTo>
                    <a:pt x="31988" y="39057"/>
                  </a:lnTo>
                  <a:lnTo>
                    <a:pt x="32106" y="39030"/>
                  </a:lnTo>
                  <a:close/>
                  <a:moveTo>
                    <a:pt x="0" y="0"/>
                  </a:moveTo>
                  <a:lnTo>
                    <a:pt x="0" y="1185"/>
                  </a:lnTo>
                  <a:lnTo>
                    <a:pt x="31645" y="1185"/>
                  </a:lnTo>
                  <a:lnTo>
                    <a:pt x="31645" y="37925"/>
                  </a:lnTo>
                  <a:lnTo>
                    <a:pt x="31448" y="37977"/>
                  </a:lnTo>
                  <a:lnTo>
                    <a:pt x="31277" y="38043"/>
                  </a:lnTo>
                  <a:lnTo>
                    <a:pt x="31093" y="38135"/>
                  </a:lnTo>
                  <a:lnTo>
                    <a:pt x="30935" y="38240"/>
                  </a:lnTo>
                  <a:lnTo>
                    <a:pt x="30777" y="38346"/>
                  </a:lnTo>
                  <a:lnTo>
                    <a:pt x="30632" y="38477"/>
                  </a:lnTo>
                  <a:lnTo>
                    <a:pt x="30487" y="38609"/>
                  </a:lnTo>
                  <a:lnTo>
                    <a:pt x="30369" y="38754"/>
                  </a:lnTo>
                  <a:lnTo>
                    <a:pt x="30250" y="38912"/>
                  </a:lnTo>
                  <a:lnTo>
                    <a:pt x="30145" y="39083"/>
                  </a:lnTo>
                  <a:lnTo>
                    <a:pt x="30066" y="39254"/>
                  </a:lnTo>
                  <a:lnTo>
                    <a:pt x="29987" y="39438"/>
                  </a:lnTo>
                  <a:lnTo>
                    <a:pt x="29934" y="39623"/>
                  </a:lnTo>
                  <a:lnTo>
                    <a:pt x="29895" y="39820"/>
                  </a:lnTo>
                  <a:lnTo>
                    <a:pt x="29868" y="40018"/>
                  </a:lnTo>
                  <a:lnTo>
                    <a:pt x="29855" y="40228"/>
                  </a:lnTo>
                  <a:lnTo>
                    <a:pt x="29868" y="40465"/>
                  </a:lnTo>
                  <a:lnTo>
                    <a:pt x="29908" y="40702"/>
                  </a:lnTo>
                  <a:lnTo>
                    <a:pt x="29961" y="40926"/>
                  </a:lnTo>
                  <a:lnTo>
                    <a:pt x="30039" y="41150"/>
                  </a:lnTo>
                  <a:lnTo>
                    <a:pt x="30145" y="41360"/>
                  </a:lnTo>
                  <a:lnTo>
                    <a:pt x="30263" y="41558"/>
                  </a:lnTo>
                  <a:lnTo>
                    <a:pt x="30395" y="41742"/>
                  </a:lnTo>
                  <a:lnTo>
                    <a:pt x="30553" y="41900"/>
                  </a:lnTo>
                  <a:lnTo>
                    <a:pt x="30724" y="42058"/>
                  </a:lnTo>
                  <a:lnTo>
                    <a:pt x="30908" y="42189"/>
                  </a:lnTo>
                  <a:lnTo>
                    <a:pt x="31106" y="42321"/>
                  </a:lnTo>
                  <a:lnTo>
                    <a:pt x="31303" y="42413"/>
                  </a:lnTo>
                  <a:lnTo>
                    <a:pt x="31527" y="42492"/>
                  </a:lnTo>
                  <a:lnTo>
                    <a:pt x="31751" y="42558"/>
                  </a:lnTo>
                  <a:lnTo>
                    <a:pt x="31988" y="42584"/>
                  </a:lnTo>
                  <a:lnTo>
                    <a:pt x="32238" y="42598"/>
                  </a:lnTo>
                  <a:lnTo>
                    <a:pt x="32475" y="42584"/>
                  </a:lnTo>
                  <a:lnTo>
                    <a:pt x="32712" y="42558"/>
                  </a:lnTo>
                  <a:lnTo>
                    <a:pt x="32935" y="42492"/>
                  </a:lnTo>
                  <a:lnTo>
                    <a:pt x="33159" y="42413"/>
                  </a:lnTo>
                  <a:lnTo>
                    <a:pt x="33370" y="42321"/>
                  </a:lnTo>
                  <a:lnTo>
                    <a:pt x="33567" y="42189"/>
                  </a:lnTo>
                  <a:lnTo>
                    <a:pt x="33752" y="42058"/>
                  </a:lnTo>
                  <a:lnTo>
                    <a:pt x="33910" y="41900"/>
                  </a:lnTo>
                  <a:lnTo>
                    <a:pt x="34068" y="41742"/>
                  </a:lnTo>
                  <a:lnTo>
                    <a:pt x="34199" y="41558"/>
                  </a:lnTo>
                  <a:lnTo>
                    <a:pt x="34331" y="41360"/>
                  </a:lnTo>
                  <a:lnTo>
                    <a:pt x="34423" y="41150"/>
                  </a:lnTo>
                  <a:lnTo>
                    <a:pt x="34502" y="40926"/>
                  </a:lnTo>
                  <a:lnTo>
                    <a:pt x="34568" y="40702"/>
                  </a:lnTo>
                  <a:lnTo>
                    <a:pt x="34594" y="40465"/>
                  </a:lnTo>
                  <a:lnTo>
                    <a:pt x="34607" y="40228"/>
                  </a:lnTo>
                  <a:lnTo>
                    <a:pt x="34607" y="40018"/>
                  </a:lnTo>
                  <a:lnTo>
                    <a:pt x="34581" y="39820"/>
                  </a:lnTo>
                  <a:lnTo>
                    <a:pt x="34541" y="39623"/>
                  </a:lnTo>
                  <a:lnTo>
                    <a:pt x="34476" y="39438"/>
                  </a:lnTo>
                  <a:lnTo>
                    <a:pt x="34410" y="39254"/>
                  </a:lnTo>
                  <a:lnTo>
                    <a:pt x="34318" y="39083"/>
                  </a:lnTo>
                  <a:lnTo>
                    <a:pt x="34212" y="38912"/>
                  </a:lnTo>
                  <a:lnTo>
                    <a:pt x="34107" y="38754"/>
                  </a:lnTo>
                  <a:lnTo>
                    <a:pt x="33975" y="38609"/>
                  </a:lnTo>
                  <a:lnTo>
                    <a:pt x="33844" y="38477"/>
                  </a:lnTo>
                  <a:lnTo>
                    <a:pt x="33699" y="38346"/>
                  </a:lnTo>
                  <a:lnTo>
                    <a:pt x="33541" y="38240"/>
                  </a:lnTo>
                  <a:lnTo>
                    <a:pt x="33370" y="38135"/>
                  </a:lnTo>
                  <a:lnTo>
                    <a:pt x="33199" y="38043"/>
                  </a:lnTo>
                  <a:lnTo>
                    <a:pt x="33014" y="37977"/>
                  </a:lnTo>
                  <a:lnTo>
                    <a:pt x="32830" y="37925"/>
                  </a:lnTo>
                  <a:lnTo>
                    <a:pt x="3283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4"/>
            <p:cNvSpPr/>
            <p:nvPr/>
          </p:nvSpPr>
          <p:spPr>
            <a:xfrm>
              <a:off x="1319125" y="1581450"/>
              <a:ext cx="375525" cy="375525"/>
            </a:xfrm>
            <a:custGeom>
              <a:avLst/>
              <a:gdLst/>
              <a:ahLst/>
              <a:cxnLst/>
              <a:rect l="l" t="t" r="r" b="b"/>
              <a:pathLst>
                <a:path w="15021" h="15021" extrusionOk="0">
                  <a:moveTo>
                    <a:pt x="12756" y="1185"/>
                  </a:moveTo>
                  <a:lnTo>
                    <a:pt x="12874" y="1212"/>
                  </a:lnTo>
                  <a:lnTo>
                    <a:pt x="12993" y="1238"/>
                  </a:lnTo>
                  <a:lnTo>
                    <a:pt x="13098" y="1277"/>
                  </a:lnTo>
                  <a:lnTo>
                    <a:pt x="13204" y="1330"/>
                  </a:lnTo>
                  <a:lnTo>
                    <a:pt x="13309" y="1383"/>
                  </a:lnTo>
                  <a:lnTo>
                    <a:pt x="13401" y="1462"/>
                  </a:lnTo>
                  <a:lnTo>
                    <a:pt x="13493" y="1541"/>
                  </a:lnTo>
                  <a:lnTo>
                    <a:pt x="13572" y="1633"/>
                  </a:lnTo>
                  <a:lnTo>
                    <a:pt x="13638" y="1725"/>
                  </a:lnTo>
                  <a:lnTo>
                    <a:pt x="13704" y="1830"/>
                  </a:lnTo>
                  <a:lnTo>
                    <a:pt x="13756" y="1936"/>
                  </a:lnTo>
                  <a:lnTo>
                    <a:pt x="13796" y="2041"/>
                  </a:lnTo>
                  <a:lnTo>
                    <a:pt x="13822" y="2159"/>
                  </a:lnTo>
                  <a:lnTo>
                    <a:pt x="13835" y="2265"/>
                  </a:lnTo>
                  <a:lnTo>
                    <a:pt x="13835" y="2383"/>
                  </a:lnTo>
                  <a:lnTo>
                    <a:pt x="13835" y="2502"/>
                  </a:lnTo>
                  <a:lnTo>
                    <a:pt x="13822" y="2607"/>
                  </a:lnTo>
                  <a:lnTo>
                    <a:pt x="13796" y="2725"/>
                  </a:lnTo>
                  <a:lnTo>
                    <a:pt x="13756" y="2831"/>
                  </a:lnTo>
                  <a:lnTo>
                    <a:pt x="13704" y="2936"/>
                  </a:lnTo>
                  <a:lnTo>
                    <a:pt x="13638" y="3041"/>
                  </a:lnTo>
                  <a:lnTo>
                    <a:pt x="13572" y="3133"/>
                  </a:lnTo>
                  <a:lnTo>
                    <a:pt x="13493" y="3226"/>
                  </a:lnTo>
                  <a:lnTo>
                    <a:pt x="13401" y="3305"/>
                  </a:lnTo>
                  <a:lnTo>
                    <a:pt x="13309" y="3383"/>
                  </a:lnTo>
                  <a:lnTo>
                    <a:pt x="13204" y="3436"/>
                  </a:lnTo>
                  <a:lnTo>
                    <a:pt x="13098" y="3489"/>
                  </a:lnTo>
                  <a:lnTo>
                    <a:pt x="12993" y="3515"/>
                  </a:lnTo>
                  <a:lnTo>
                    <a:pt x="12874" y="3541"/>
                  </a:lnTo>
                  <a:lnTo>
                    <a:pt x="12756" y="3568"/>
                  </a:lnTo>
                  <a:lnTo>
                    <a:pt x="12532" y="3568"/>
                  </a:lnTo>
                  <a:lnTo>
                    <a:pt x="12414" y="3541"/>
                  </a:lnTo>
                  <a:lnTo>
                    <a:pt x="12295" y="3515"/>
                  </a:lnTo>
                  <a:lnTo>
                    <a:pt x="12190" y="3489"/>
                  </a:lnTo>
                  <a:lnTo>
                    <a:pt x="12085" y="3436"/>
                  </a:lnTo>
                  <a:lnTo>
                    <a:pt x="11979" y="3383"/>
                  </a:lnTo>
                  <a:lnTo>
                    <a:pt x="11887" y="3305"/>
                  </a:lnTo>
                  <a:lnTo>
                    <a:pt x="11795" y="3226"/>
                  </a:lnTo>
                  <a:lnTo>
                    <a:pt x="11716" y="3147"/>
                  </a:lnTo>
                  <a:lnTo>
                    <a:pt x="11650" y="3041"/>
                  </a:lnTo>
                  <a:lnTo>
                    <a:pt x="11584" y="2949"/>
                  </a:lnTo>
                  <a:lnTo>
                    <a:pt x="11532" y="2844"/>
                  </a:lnTo>
                  <a:lnTo>
                    <a:pt x="11492" y="2725"/>
                  </a:lnTo>
                  <a:lnTo>
                    <a:pt x="11466" y="2620"/>
                  </a:lnTo>
                  <a:lnTo>
                    <a:pt x="11453" y="2502"/>
                  </a:lnTo>
                  <a:lnTo>
                    <a:pt x="11440" y="2383"/>
                  </a:lnTo>
                  <a:lnTo>
                    <a:pt x="11453" y="2265"/>
                  </a:lnTo>
                  <a:lnTo>
                    <a:pt x="11466" y="2146"/>
                  </a:lnTo>
                  <a:lnTo>
                    <a:pt x="11492" y="2028"/>
                  </a:lnTo>
                  <a:lnTo>
                    <a:pt x="11532" y="1922"/>
                  </a:lnTo>
                  <a:lnTo>
                    <a:pt x="11584" y="1817"/>
                  </a:lnTo>
                  <a:lnTo>
                    <a:pt x="11650" y="1725"/>
                  </a:lnTo>
                  <a:lnTo>
                    <a:pt x="11716" y="1620"/>
                  </a:lnTo>
                  <a:lnTo>
                    <a:pt x="11795" y="1541"/>
                  </a:lnTo>
                  <a:lnTo>
                    <a:pt x="11887" y="1462"/>
                  </a:lnTo>
                  <a:lnTo>
                    <a:pt x="11979" y="1383"/>
                  </a:lnTo>
                  <a:lnTo>
                    <a:pt x="12085" y="1330"/>
                  </a:lnTo>
                  <a:lnTo>
                    <a:pt x="12190" y="1277"/>
                  </a:lnTo>
                  <a:lnTo>
                    <a:pt x="12295" y="1238"/>
                  </a:lnTo>
                  <a:lnTo>
                    <a:pt x="12414" y="1212"/>
                  </a:lnTo>
                  <a:lnTo>
                    <a:pt x="12519" y="1185"/>
                  </a:lnTo>
                  <a:close/>
                  <a:moveTo>
                    <a:pt x="2383" y="11440"/>
                  </a:moveTo>
                  <a:lnTo>
                    <a:pt x="2502" y="11453"/>
                  </a:lnTo>
                  <a:lnTo>
                    <a:pt x="2620" y="11466"/>
                  </a:lnTo>
                  <a:lnTo>
                    <a:pt x="2739" y="11492"/>
                  </a:lnTo>
                  <a:lnTo>
                    <a:pt x="2844" y="11532"/>
                  </a:lnTo>
                  <a:lnTo>
                    <a:pt x="2949" y="11584"/>
                  </a:lnTo>
                  <a:lnTo>
                    <a:pt x="3055" y="11650"/>
                  </a:lnTo>
                  <a:lnTo>
                    <a:pt x="3147" y="11716"/>
                  </a:lnTo>
                  <a:lnTo>
                    <a:pt x="3226" y="11795"/>
                  </a:lnTo>
                  <a:lnTo>
                    <a:pt x="3305" y="11887"/>
                  </a:lnTo>
                  <a:lnTo>
                    <a:pt x="3384" y="11979"/>
                  </a:lnTo>
                  <a:lnTo>
                    <a:pt x="3436" y="12071"/>
                  </a:lnTo>
                  <a:lnTo>
                    <a:pt x="3489" y="12177"/>
                  </a:lnTo>
                  <a:lnTo>
                    <a:pt x="3528" y="12295"/>
                  </a:lnTo>
                  <a:lnTo>
                    <a:pt x="3555" y="12401"/>
                  </a:lnTo>
                  <a:lnTo>
                    <a:pt x="3581" y="12519"/>
                  </a:lnTo>
                  <a:lnTo>
                    <a:pt x="3581" y="12637"/>
                  </a:lnTo>
                  <a:lnTo>
                    <a:pt x="3581" y="12756"/>
                  </a:lnTo>
                  <a:lnTo>
                    <a:pt x="3555" y="12874"/>
                  </a:lnTo>
                  <a:lnTo>
                    <a:pt x="3528" y="12993"/>
                  </a:lnTo>
                  <a:lnTo>
                    <a:pt x="3489" y="13098"/>
                  </a:lnTo>
                  <a:lnTo>
                    <a:pt x="3436" y="13203"/>
                  </a:lnTo>
                  <a:lnTo>
                    <a:pt x="3384" y="13309"/>
                  </a:lnTo>
                  <a:lnTo>
                    <a:pt x="3305" y="13401"/>
                  </a:lnTo>
                  <a:lnTo>
                    <a:pt x="3226" y="13493"/>
                  </a:lnTo>
                  <a:lnTo>
                    <a:pt x="3147" y="13572"/>
                  </a:lnTo>
                  <a:lnTo>
                    <a:pt x="3041" y="13638"/>
                  </a:lnTo>
                  <a:lnTo>
                    <a:pt x="2949" y="13691"/>
                  </a:lnTo>
                  <a:lnTo>
                    <a:pt x="2844" y="13743"/>
                  </a:lnTo>
                  <a:lnTo>
                    <a:pt x="2725" y="13783"/>
                  </a:lnTo>
                  <a:lnTo>
                    <a:pt x="2620" y="13809"/>
                  </a:lnTo>
                  <a:lnTo>
                    <a:pt x="2502" y="13822"/>
                  </a:lnTo>
                  <a:lnTo>
                    <a:pt x="2265" y="13822"/>
                  </a:lnTo>
                  <a:lnTo>
                    <a:pt x="2146" y="13809"/>
                  </a:lnTo>
                  <a:lnTo>
                    <a:pt x="2041" y="13783"/>
                  </a:lnTo>
                  <a:lnTo>
                    <a:pt x="1936" y="13743"/>
                  </a:lnTo>
                  <a:lnTo>
                    <a:pt x="1817" y="13691"/>
                  </a:lnTo>
                  <a:lnTo>
                    <a:pt x="1725" y="13638"/>
                  </a:lnTo>
                  <a:lnTo>
                    <a:pt x="1620" y="13572"/>
                  </a:lnTo>
                  <a:lnTo>
                    <a:pt x="1541" y="13493"/>
                  </a:lnTo>
                  <a:lnTo>
                    <a:pt x="1462" y="13401"/>
                  </a:lnTo>
                  <a:lnTo>
                    <a:pt x="1383" y="13309"/>
                  </a:lnTo>
                  <a:lnTo>
                    <a:pt x="1330" y="13203"/>
                  </a:lnTo>
                  <a:lnTo>
                    <a:pt x="1277" y="13098"/>
                  </a:lnTo>
                  <a:lnTo>
                    <a:pt x="1238" y="12993"/>
                  </a:lnTo>
                  <a:lnTo>
                    <a:pt x="1212" y="12874"/>
                  </a:lnTo>
                  <a:lnTo>
                    <a:pt x="1198" y="12756"/>
                  </a:lnTo>
                  <a:lnTo>
                    <a:pt x="1185" y="12637"/>
                  </a:lnTo>
                  <a:lnTo>
                    <a:pt x="1198" y="12519"/>
                  </a:lnTo>
                  <a:lnTo>
                    <a:pt x="1212" y="12401"/>
                  </a:lnTo>
                  <a:lnTo>
                    <a:pt x="1238" y="12295"/>
                  </a:lnTo>
                  <a:lnTo>
                    <a:pt x="1277" y="12177"/>
                  </a:lnTo>
                  <a:lnTo>
                    <a:pt x="1330" y="12071"/>
                  </a:lnTo>
                  <a:lnTo>
                    <a:pt x="1383" y="11979"/>
                  </a:lnTo>
                  <a:lnTo>
                    <a:pt x="1462" y="11887"/>
                  </a:lnTo>
                  <a:lnTo>
                    <a:pt x="1541" y="11795"/>
                  </a:lnTo>
                  <a:lnTo>
                    <a:pt x="1620" y="11716"/>
                  </a:lnTo>
                  <a:lnTo>
                    <a:pt x="1725" y="11650"/>
                  </a:lnTo>
                  <a:lnTo>
                    <a:pt x="1817" y="11584"/>
                  </a:lnTo>
                  <a:lnTo>
                    <a:pt x="1922" y="11532"/>
                  </a:lnTo>
                  <a:lnTo>
                    <a:pt x="2041" y="11492"/>
                  </a:lnTo>
                  <a:lnTo>
                    <a:pt x="2146" y="11466"/>
                  </a:lnTo>
                  <a:lnTo>
                    <a:pt x="2265" y="11453"/>
                  </a:lnTo>
                  <a:lnTo>
                    <a:pt x="2383" y="11440"/>
                  </a:lnTo>
                  <a:close/>
                  <a:moveTo>
                    <a:pt x="12638" y="0"/>
                  </a:moveTo>
                  <a:lnTo>
                    <a:pt x="12401" y="14"/>
                  </a:lnTo>
                  <a:lnTo>
                    <a:pt x="12177" y="53"/>
                  </a:lnTo>
                  <a:lnTo>
                    <a:pt x="11953" y="106"/>
                  </a:lnTo>
                  <a:lnTo>
                    <a:pt x="11729" y="185"/>
                  </a:lnTo>
                  <a:lnTo>
                    <a:pt x="11519" y="277"/>
                  </a:lnTo>
                  <a:lnTo>
                    <a:pt x="11321" y="409"/>
                  </a:lnTo>
                  <a:lnTo>
                    <a:pt x="11137" y="540"/>
                  </a:lnTo>
                  <a:lnTo>
                    <a:pt x="10966" y="698"/>
                  </a:lnTo>
                  <a:lnTo>
                    <a:pt x="10808" y="882"/>
                  </a:lnTo>
                  <a:lnTo>
                    <a:pt x="10663" y="1067"/>
                  </a:lnTo>
                  <a:lnTo>
                    <a:pt x="10545" y="1264"/>
                  </a:lnTo>
                  <a:lnTo>
                    <a:pt x="10439" y="1475"/>
                  </a:lnTo>
                  <a:lnTo>
                    <a:pt x="10360" y="1685"/>
                  </a:lnTo>
                  <a:lnTo>
                    <a:pt x="10308" y="1909"/>
                  </a:lnTo>
                  <a:lnTo>
                    <a:pt x="10281" y="2146"/>
                  </a:lnTo>
                  <a:lnTo>
                    <a:pt x="10268" y="2383"/>
                  </a:lnTo>
                  <a:lnTo>
                    <a:pt x="10268" y="2541"/>
                  </a:lnTo>
                  <a:lnTo>
                    <a:pt x="10281" y="2699"/>
                  </a:lnTo>
                  <a:lnTo>
                    <a:pt x="10308" y="2857"/>
                  </a:lnTo>
                  <a:lnTo>
                    <a:pt x="10347" y="3015"/>
                  </a:lnTo>
                  <a:lnTo>
                    <a:pt x="10400" y="3160"/>
                  </a:lnTo>
                  <a:lnTo>
                    <a:pt x="10452" y="3318"/>
                  </a:lnTo>
                  <a:lnTo>
                    <a:pt x="10518" y="3462"/>
                  </a:lnTo>
                  <a:lnTo>
                    <a:pt x="10597" y="3594"/>
                  </a:lnTo>
                  <a:lnTo>
                    <a:pt x="3594" y="10597"/>
                  </a:lnTo>
                  <a:lnTo>
                    <a:pt x="3463" y="10518"/>
                  </a:lnTo>
                  <a:lnTo>
                    <a:pt x="3318" y="10452"/>
                  </a:lnTo>
                  <a:lnTo>
                    <a:pt x="3173" y="10400"/>
                  </a:lnTo>
                  <a:lnTo>
                    <a:pt x="3015" y="10347"/>
                  </a:lnTo>
                  <a:lnTo>
                    <a:pt x="2857" y="10308"/>
                  </a:lnTo>
                  <a:lnTo>
                    <a:pt x="2699" y="10281"/>
                  </a:lnTo>
                  <a:lnTo>
                    <a:pt x="2541" y="10268"/>
                  </a:lnTo>
                  <a:lnTo>
                    <a:pt x="2146" y="10268"/>
                  </a:lnTo>
                  <a:lnTo>
                    <a:pt x="1922" y="10308"/>
                  </a:lnTo>
                  <a:lnTo>
                    <a:pt x="1686" y="10360"/>
                  </a:lnTo>
                  <a:lnTo>
                    <a:pt x="1475" y="10439"/>
                  </a:lnTo>
                  <a:lnTo>
                    <a:pt x="1264" y="10544"/>
                  </a:lnTo>
                  <a:lnTo>
                    <a:pt x="1067" y="10663"/>
                  </a:lnTo>
                  <a:lnTo>
                    <a:pt x="883" y="10795"/>
                  </a:lnTo>
                  <a:lnTo>
                    <a:pt x="698" y="10966"/>
                  </a:lnTo>
                  <a:lnTo>
                    <a:pt x="540" y="11137"/>
                  </a:lnTo>
                  <a:lnTo>
                    <a:pt x="409" y="11321"/>
                  </a:lnTo>
                  <a:lnTo>
                    <a:pt x="290" y="11519"/>
                  </a:lnTo>
                  <a:lnTo>
                    <a:pt x="185" y="11729"/>
                  </a:lnTo>
                  <a:lnTo>
                    <a:pt x="106" y="11953"/>
                  </a:lnTo>
                  <a:lnTo>
                    <a:pt x="53" y="12177"/>
                  </a:lnTo>
                  <a:lnTo>
                    <a:pt x="14" y="12401"/>
                  </a:lnTo>
                  <a:lnTo>
                    <a:pt x="1" y="12637"/>
                  </a:lnTo>
                  <a:lnTo>
                    <a:pt x="14" y="12874"/>
                  </a:lnTo>
                  <a:lnTo>
                    <a:pt x="53" y="13111"/>
                  </a:lnTo>
                  <a:lnTo>
                    <a:pt x="106" y="13335"/>
                  </a:lnTo>
                  <a:lnTo>
                    <a:pt x="185" y="13559"/>
                  </a:lnTo>
                  <a:lnTo>
                    <a:pt x="290" y="13756"/>
                  </a:lnTo>
                  <a:lnTo>
                    <a:pt x="409" y="13967"/>
                  </a:lnTo>
                  <a:lnTo>
                    <a:pt x="540" y="14151"/>
                  </a:lnTo>
                  <a:lnTo>
                    <a:pt x="698" y="14322"/>
                  </a:lnTo>
                  <a:lnTo>
                    <a:pt x="883" y="14480"/>
                  </a:lnTo>
                  <a:lnTo>
                    <a:pt x="1067" y="14625"/>
                  </a:lnTo>
                  <a:lnTo>
                    <a:pt x="1264" y="14744"/>
                  </a:lnTo>
                  <a:lnTo>
                    <a:pt x="1475" y="14836"/>
                  </a:lnTo>
                  <a:lnTo>
                    <a:pt x="1686" y="14915"/>
                  </a:lnTo>
                  <a:lnTo>
                    <a:pt x="1922" y="14981"/>
                  </a:lnTo>
                  <a:lnTo>
                    <a:pt x="2146" y="15007"/>
                  </a:lnTo>
                  <a:lnTo>
                    <a:pt x="2383" y="15020"/>
                  </a:lnTo>
                  <a:lnTo>
                    <a:pt x="2620" y="15007"/>
                  </a:lnTo>
                  <a:lnTo>
                    <a:pt x="2857" y="14981"/>
                  </a:lnTo>
                  <a:lnTo>
                    <a:pt x="3081" y="14915"/>
                  </a:lnTo>
                  <a:lnTo>
                    <a:pt x="3291" y="14836"/>
                  </a:lnTo>
                  <a:lnTo>
                    <a:pt x="3502" y="14744"/>
                  </a:lnTo>
                  <a:lnTo>
                    <a:pt x="3700" y="14625"/>
                  </a:lnTo>
                  <a:lnTo>
                    <a:pt x="3897" y="14480"/>
                  </a:lnTo>
                  <a:lnTo>
                    <a:pt x="4068" y="14322"/>
                  </a:lnTo>
                  <a:lnTo>
                    <a:pt x="4200" y="14178"/>
                  </a:lnTo>
                  <a:lnTo>
                    <a:pt x="4331" y="14006"/>
                  </a:lnTo>
                  <a:lnTo>
                    <a:pt x="4437" y="13848"/>
                  </a:lnTo>
                  <a:lnTo>
                    <a:pt x="4529" y="13664"/>
                  </a:lnTo>
                  <a:lnTo>
                    <a:pt x="4608" y="13493"/>
                  </a:lnTo>
                  <a:lnTo>
                    <a:pt x="4674" y="13309"/>
                  </a:lnTo>
                  <a:lnTo>
                    <a:pt x="4713" y="13111"/>
                  </a:lnTo>
                  <a:lnTo>
                    <a:pt x="4739" y="12927"/>
                  </a:lnTo>
                  <a:lnTo>
                    <a:pt x="4766" y="12730"/>
                  </a:lnTo>
                  <a:lnTo>
                    <a:pt x="4766" y="12545"/>
                  </a:lnTo>
                  <a:lnTo>
                    <a:pt x="4739" y="12348"/>
                  </a:lnTo>
                  <a:lnTo>
                    <a:pt x="4713" y="12150"/>
                  </a:lnTo>
                  <a:lnTo>
                    <a:pt x="4660" y="11966"/>
                  </a:lnTo>
                  <a:lnTo>
                    <a:pt x="4608" y="11782"/>
                  </a:lnTo>
                  <a:lnTo>
                    <a:pt x="4529" y="11598"/>
                  </a:lnTo>
                  <a:lnTo>
                    <a:pt x="4437" y="11426"/>
                  </a:lnTo>
                  <a:lnTo>
                    <a:pt x="11427" y="4437"/>
                  </a:lnTo>
                  <a:lnTo>
                    <a:pt x="11571" y="4502"/>
                  </a:lnTo>
                  <a:lnTo>
                    <a:pt x="11716" y="4568"/>
                  </a:lnTo>
                  <a:lnTo>
                    <a:pt x="11861" y="4634"/>
                  </a:lnTo>
                  <a:lnTo>
                    <a:pt x="12006" y="4674"/>
                  </a:lnTo>
                  <a:lnTo>
                    <a:pt x="12164" y="4713"/>
                  </a:lnTo>
                  <a:lnTo>
                    <a:pt x="12322" y="4739"/>
                  </a:lnTo>
                  <a:lnTo>
                    <a:pt x="12480" y="4753"/>
                  </a:lnTo>
                  <a:lnTo>
                    <a:pt x="12638" y="4766"/>
                  </a:lnTo>
                  <a:lnTo>
                    <a:pt x="12874" y="4753"/>
                  </a:lnTo>
                  <a:lnTo>
                    <a:pt x="13111" y="4713"/>
                  </a:lnTo>
                  <a:lnTo>
                    <a:pt x="13335" y="4660"/>
                  </a:lnTo>
                  <a:lnTo>
                    <a:pt x="13559" y="4581"/>
                  </a:lnTo>
                  <a:lnTo>
                    <a:pt x="13756" y="4476"/>
                  </a:lnTo>
                  <a:lnTo>
                    <a:pt x="13967" y="4358"/>
                  </a:lnTo>
                  <a:lnTo>
                    <a:pt x="14151" y="4226"/>
                  </a:lnTo>
                  <a:lnTo>
                    <a:pt x="14322" y="4068"/>
                  </a:lnTo>
                  <a:lnTo>
                    <a:pt x="14494" y="3884"/>
                  </a:lnTo>
                  <a:lnTo>
                    <a:pt x="14625" y="3686"/>
                  </a:lnTo>
                  <a:lnTo>
                    <a:pt x="14744" y="3489"/>
                  </a:lnTo>
                  <a:lnTo>
                    <a:pt x="14849" y="3278"/>
                  </a:lnTo>
                  <a:lnTo>
                    <a:pt x="14928" y="3054"/>
                  </a:lnTo>
                  <a:lnTo>
                    <a:pt x="14981" y="2844"/>
                  </a:lnTo>
                  <a:lnTo>
                    <a:pt x="15007" y="2607"/>
                  </a:lnTo>
                  <a:lnTo>
                    <a:pt x="15020" y="2383"/>
                  </a:lnTo>
                  <a:lnTo>
                    <a:pt x="15007" y="2159"/>
                  </a:lnTo>
                  <a:lnTo>
                    <a:pt x="14981" y="1922"/>
                  </a:lnTo>
                  <a:lnTo>
                    <a:pt x="14928" y="1712"/>
                  </a:lnTo>
                  <a:lnTo>
                    <a:pt x="14849" y="1488"/>
                  </a:lnTo>
                  <a:lnTo>
                    <a:pt x="14744" y="1277"/>
                  </a:lnTo>
                  <a:lnTo>
                    <a:pt x="14625" y="1080"/>
                  </a:lnTo>
                  <a:lnTo>
                    <a:pt x="14494" y="882"/>
                  </a:lnTo>
                  <a:lnTo>
                    <a:pt x="14322" y="698"/>
                  </a:lnTo>
                  <a:lnTo>
                    <a:pt x="14151" y="540"/>
                  </a:lnTo>
                  <a:lnTo>
                    <a:pt x="13967" y="409"/>
                  </a:lnTo>
                  <a:lnTo>
                    <a:pt x="13756" y="277"/>
                  </a:lnTo>
                  <a:lnTo>
                    <a:pt x="13559" y="185"/>
                  </a:lnTo>
                  <a:lnTo>
                    <a:pt x="13335" y="106"/>
                  </a:lnTo>
                  <a:lnTo>
                    <a:pt x="13111" y="53"/>
                  </a:lnTo>
                  <a:lnTo>
                    <a:pt x="12874" y="14"/>
                  </a:lnTo>
                  <a:lnTo>
                    <a:pt x="12638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4"/>
            <p:cNvSpPr/>
            <p:nvPr/>
          </p:nvSpPr>
          <p:spPr>
            <a:xfrm>
              <a:off x="4040350" y="3435525"/>
              <a:ext cx="375500" cy="375525"/>
            </a:xfrm>
            <a:custGeom>
              <a:avLst/>
              <a:gdLst/>
              <a:ahLst/>
              <a:cxnLst/>
              <a:rect l="l" t="t" r="r" b="b"/>
              <a:pathLst>
                <a:path w="15020" h="15021" extrusionOk="0">
                  <a:moveTo>
                    <a:pt x="2502" y="1185"/>
                  </a:moveTo>
                  <a:lnTo>
                    <a:pt x="2620" y="1199"/>
                  </a:lnTo>
                  <a:lnTo>
                    <a:pt x="2725" y="1238"/>
                  </a:lnTo>
                  <a:lnTo>
                    <a:pt x="2844" y="1278"/>
                  </a:lnTo>
                  <a:lnTo>
                    <a:pt x="2949" y="1317"/>
                  </a:lnTo>
                  <a:lnTo>
                    <a:pt x="3041" y="1383"/>
                  </a:lnTo>
                  <a:lnTo>
                    <a:pt x="3147" y="1449"/>
                  </a:lnTo>
                  <a:lnTo>
                    <a:pt x="3225" y="1528"/>
                  </a:lnTo>
                  <a:lnTo>
                    <a:pt x="3304" y="1620"/>
                  </a:lnTo>
                  <a:lnTo>
                    <a:pt x="3383" y="1712"/>
                  </a:lnTo>
                  <a:lnTo>
                    <a:pt x="3436" y="1817"/>
                  </a:lnTo>
                  <a:lnTo>
                    <a:pt x="3489" y="1923"/>
                  </a:lnTo>
                  <a:lnTo>
                    <a:pt x="3528" y="2028"/>
                  </a:lnTo>
                  <a:lnTo>
                    <a:pt x="3555" y="2146"/>
                  </a:lnTo>
                  <a:lnTo>
                    <a:pt x="3568" y="2265"/>
                  </a:lnTo>
                  <a:lnTo>
                    <a:pt x="3581" y="2383"/>
                  </a:lnTo>
                  <a:lnTo>
                    <a:pt x="3568" y="2502"/>
                  </a:lnTo>
                  <a:lnTo>
                    <a:pt x="3555" y="2620"/>
                  </a:lnTo>
                  <a:lnTo>
                    <a:pt x="3528" y="2726"/>
                  </a:lnTo>
                  <a:lnTo>
                    <a:pt x="3489" y="2831"/>
                  </a:lnTo>
                  <a:lnTo>
                    <a:pt x="3436" y="2936"/>
                  </a:lnTo>
                  <a:lnTo>
                    <a:pt x="3383" y="3041"/>
                  </a:lnTo>
                  <a:lnTo>
                    <a:pt x="3304" y="3134"/>
                  </a:lnTo>
                  <a:lnTo>
                    <a:pt x="3225" y="3226"/>
                  </a:lnTo>
                  <a:lnTo>
                    <a:pt x="3147" y="3305"/>
                  </a:lnTo>
                  <a:lnTo>
                    <a:pt x="3041" y="3371"/>
                  </a:lnTo>
                  <a:lnTo>
                    <a:pt x="2949" y="3436"/>
                  </a:lnTo>
                  <a:lnTo>
                    <a:pt x="2831" y="3476"/>
                  </a:lnTo>
                  <a:lnTo>
                    <a:pt x="2725" y="3515"/>
                  </a:lnTo>
                  <a:lnTo>
                    <a:pt x="2620" y="3542"/>
                  </a:lnTo>
                  <a:lnTo>
                    <a:pt x="2502" y="3555"/>
                  </a:lnTo>
                  <a:lnTo>
                    <a:pt x="2383" y="3568"/>
                  </a:lnTo>
                  <a:lnTo>
                    <a:pt x="2265" y="3555"/>
                  </a:lnTo>
                  <a:lnTo>
                    <a:pt x="2146" y="3542"/>
                  </a:lnTo>
                  <a:lnTo>
                    <a:pt x="2041" y="3515"/>
                  </a:lnTo>
                  <a:lnTo>
                    <a:pt x="1922" y="3476"/>
                  </a:lnTo>
                  <a:lnTo>
                    <a:pt x="1817" y="3436"/>
                  </a:lnTo>
                  <a:lnTo>
                    <a:pt x="1725" y="3371"/>
                  </a:lnTo>
                  <a:lnTo>
                    <a:pt x="1620" y="3305"/>
                  </a:lnTo>
                  <a:lnTo>
                    <a:pt x="1541" y="3226"/>
                  </a:lnTo>
                  <a:lnTo>
                    <a:pt x="1462" y="3134"/>
                  </a:lnTo>
                  <a:lnTo>
                    <a:pt x="1383" y="3041"/>
                  </a:lnTo>
                  <a:lnTo>
                    <a:pt x="1330" y="2936"/>
                  </a:lnTo>
                  <a:lnTo>
                    <a:pt x="1277" y="2831"/>
                  </a:lnTo>
                  <a:lnTo>
                    <a:pt x="1238" y="2726"/>
                  </a:lnTo>
                  <a:lnTo>
                    <a:pt x="1211" y="2620"/>
                  </a:lnTo>
                  <a:lnTo>
                    <a:pt x="1185" y="2502"/>
                  </a:lnTo>
                  <a:lnTo>
                    <a:pt x="1185" y="2383"/>
                  </a:lnTo>
                  <a:lnTo>
                    <a:pt x="1185" y="2265"/>
                  </a:lnTo>
                  <a:lnTo>
                    <a:pt x="1211" y="2146"/>
                  </a:lnTo>
                  <a:lnTo>
                    <a:pt x="1238" y="2028"/>
                  </a:lnTo>
                  <a:lnTo>
                    <a:pt x="1277" y="1923"/>
                  </a:lnTo>
                  <a:lnTo>
                    <a:pt x="1330" y="1817"/>
                  </a:lnTo>
                  <a:lnTo>
                    <a:pt x="1383" y="1712"/>
                  </a:lnTo>
                  <a:lnTo>
                    <a:pt x="1462" y="1620"/>
                  </a:lnTo>
                  <a:lnTo>
                    <a:pt x="1541" y="1528"/>
                  </a:lnTo>
                  <a:lnTo>
                    <a:pt x="1620" y="1449"/>
                  </a:lnTo>
                  <a:lnTo>
                    <a:pt x="1725" y="1383"/>
                  </a:lnTo>
                  <a:lnTo>
                    <a:pt x="1817" y="1317"/>
                  </a:lnTo>
                  <a:lnTo>
                    <a:pt x="1922" y="1278"/>
                  </a:lnTo>
                  <a:lnTo>
                    <a:pt x="2028" y="1238"/>
                  </a:lnTo>
                  <a:lnTo>
                    <a:pt x="2146" y="1199"/>
                  </a:lnTo>
                  <a:lnTo>
                    <a:pt x="2265" y="1185"/>
                  </a:lnTo>
                  <a:close/>
                  <a:moveTo>
                    <a:pt x="12756" y="11440"/>
                  </a:moveTo>
                  <a:lnTo>
                    <a:pt x="12874" y="11466"/>
                  </a:lnTo>
                  <a:lnTo>
                    <a:pt x="12993" y="11492"/>
                  </a:lnTo>
                  <a:lnTo>
                    <a:pt x="13098" y="11532"/>
                  </a:lnTo>
                  <a:lnTo>
                    <a:pt x="13203" y="11585"/>
                  </a:lnTo>
                  <a:lnTo>
                    <a:pt x="13309" y="11637"/>
                  </a:lnTo>
                  <a:lnTo>
                    <a:pt x="13401" y="11716"/>
                  </a:lnTo>
                  <a:lnTo>
                    <a:pt x="13493" y="11795"/>
                  </a:lnTo>
                  <a:lnTo>
                    <a:pt x="13572" y="11874"/>
                  </a:lnTo>
                  <a:lnTo>
                    <a:pt x="13638" y="11980"/>
                  </a:lnTo>
                  <a:lnTo>
                    <a:pt x="13704" y="12072"/>
                  </a:lnTo>
                  <a:lnTo>
                    <a:pt x="13743" y="12177"/>
                  </a:lnTo>
                  <a:lnTo>
                    <a:pt x="13783" y="12282"/>
                  </a:lnTo>
                  <a:lnTo>
                    <a:pt x="13809" y="12401"/>
                  </a:lnTo>
                  <a:lnTo>
                    <a:pt x="13835" y="12519"/>
                  </a:lnTo>
                  <a:lnTo>
                    <a:pt x="13835" y="12638"/>
                  </a:lnTo>
                  <a:lnTo>
                    <a:pt x="13835" y="12756"/>
                  </a:lnTo>
                  <a:lnTo>
                    <a:pt x="13809" y="12875"/>
                  </a:lnTo>
                  <a:lnTo>
                    <a:pt x="13783" y="12980"/>
                  </a:lnTo>
                  <a:lnTo>
                    <a:pt x="13743" y="13098"/>
                  </a:lnTo>
                  <a:lnTo>
                    <a:pt x="13704" y="13204"/>
                  </a:lnTo>
                  <a:lnTo>
                    <a:pt x="13638" y="13296"/>
                  </a:lnTo>
                  <a:lnTo>
                    <a:pt x="13572" y="13401"/>
                  </a:lnTo>
                  <a:lnTo>
                    <a:pt x="13493" y="13480"/>
                  </a:lnTo>
                  <a:lnTo>
                    <a:pt x="13401" y="13559"/>
                  </a:lnTo>
                  <a:lnTo>
                    <a:pt x="13309" y="13638"/>
                  </a:lnTo>
                  <a:lnTo>
                    <a:pt x="13203" y="13691"/>
                  </a:lnTo>
                  <a:lnTo>
                    <a:pt x="13098" y="13743"/>
                  </a:lnTo>
                  <a:lnTo>
                    <a:pt x="12980" y="13770"/>
                  </a:lnTo>
                  <a:lnTo>
                    <a:pt x="12874" y="13796"/>
                  </a:lnTo>
                  <a:lnTo>
                    <a:pt x="12756" y="13822"/>
                  </a:lnTo>
                  <a:lnTo>
                    <a:pt x="12519" y="13822"/>
                  </a:lnTo>
                  <a:lnTo>
                    <a:pt x="12414" y="13796"/>
                  </a:lnTo>
                  <a:lnTo>
                    <a:pt x="12295" y="13770"/>
                  </a:lnTo>
                  <a:lnTo>
                    <a:pt x="12190" y="13743"/>
                  </a:lnTo>
                  <a:lnTo>
                    <a:pt x="12085" y="13691"/>
                  </a:lnTo>
                  <a:lnTo>
                    <a:pt x="11979" y="13638"/>
                  </a:lnTo>
                  <a:lnTo>
                    <a:pt x="11887" y="13559"/>
                  </a:lnTo>
                  <a:lnTo>
                    <a:pt x="11795" y="13480"/>
                  </a:lnTo>
                  <a:lnTo>
                    <a:pt x="11716" y="13401"/>
                  </a:lnTo>
                  <a:lnTo>
                    <a:pt x="11650" y="13296"/>
                  </a:lnTo>
                  <a:lnTo>
                    <a:pt x="11584" y="13204"/>
                  </a:lnTo>
                  <a:lnTo>
                    <a:pt x="11532" y="13098"/>
                  </a:lnTo>
                  <a:lnTo>
                    <a:pt x="11492" y="12980"/>
                  </a:lnTo>
                  <a:lnTo>
                    <a:pt x="11466" y="12875"/>
                  </a:lnTo>
                  <a:lnTo>
                    <a:pt x="11453" y="12756"/>
                  </a:lnTo>
                  <a:lnTo>
                    <a:pt x="11440" y="12638"/>
                  </a:lnTo>
                  <a:lnTo>
                    <a:pt x="11453" y="12519"/>
                  </a:lnTo>
                  <a:lnTo>
                    <a:pt x="11466" y="12401"/>
                  </a:lnTo>
                  <a:lnTo>
                    <a:pt x="11492" y="12282"/>
                  </a:lnTo>
                  <a:lnTo>
                    <a:pt x="11532" y="12177"/>
                  </a:lnTo>
                  <a:lnTo>
                    <a:pt x="11584" y="12072"/>
                  </a:lnTo>
                  <a:lnTo>
                    <a:pt x="11650" y="11980"/>
                  </a:lnTo>
                  <a:lnTo>
                    <a:pt x="11716" y="11874"/>
                  </a:lnTo>
                  <a:lnTo>
                    <a:pt x="11795" y="11795"/>
                  </a:lnTo>
                  <a:lnTo>
                    <a:pt x="11887" y="11716"/>
                  </a:lnTo>
                  <a:lnTo>
                    <a:pt x="11979" y="11637"/>
                  </a:lnTo>
                  <a:lnTo>
                    <a:pt x="12071" y="11585"/>
                  </a:lnTo>
                  <a:lnTo>
                    <a:pt x="12177" y="11532"/>
                  </a:lnTo>
                  <a:lnTo>
                    <a:pt x="12295" y="11492"/>
                  </a:lnTo>
                  <a:lnTo>
                    <a:pt x="12400" y="11466"/>
                  </a:lnTo>
                  <a:lnTo>
                    <a:pt x="12519" y="11440"/>
                  </a:lnTo>
                  <a:close/>
                  <a:moveTo>
                    <a:pt x="2383" y="1"/>
                  </a:moveTo>
                  <a:lnTo>
                    <a:pt x="2146" y="14"/>
                  </a:lnTo>
                  <a:lnTo>
                    <a:pt x="1909" y="40"/>
                  </a:lnTo>
                  <a:lnTo>
                    <a:pt x="1685" y="106"/>
                  </a:lnTo>
                  <a:lnTo>
                    <a:pt x="1475" y="185"/>
                  </a:lnTo>
                  <a:lnTo>
                    <a:pt x="1264" y="277"/>
                  </a:lnTo>
                  <a:lnTo>
                    <a:pt x="1067" y="396"/>
                  </a:lnTo>
                  <a:lnTo>
                    <a:pt x="869" y="540"/>
                  </a:lnTo>
                  <a:lnTo>
                    <a:pt x="698" y="698"/>
                  </a:lnTo>
                  <a:lnTo>
                    <a:pt x="540" y="870"/>
                  </a:lnTo>
                  <a:lnTo>
                    <a:pt x="409" y="1054"/>
                  </a:lnTo>
                  <a:lnTo>
                    <a:pt x="277" y="1264"/>
                  </a:lnTo>
                  <a:lnTo>
                    <a:pt x="185" y="1462"/>
                  </a:lnTo>
                  <a:lnTo>
                    <a:pt x="106" y="1686"/>
                  </a:lnTo>
                  <a:lnTo>
                    <a:pt x="53" y="1909"/>
                  </a:lnTo>
                  <a:lnTo>
                    <a:pt x="14" y="2146"/>
                  </a:lnTo>
                  <a:lnTo>
                    <a:pt x="0" y="2383"/>
                  </a:lnTo>
                  <a:lnTo>
                    <a:pt x="14" y="2620"/>
                  </a:lnTo>
                  <a:lnTo>
                    <a:pt x="53" y="2844"/>
                  </a:lnTo>
                  <a:lnTo>
                    <a:pt x="106" y="3068"/>
                  </a:lnTo>
                  <a:lnTo>
                    <a:pt x="185" y="3292"/>
                  </a:lnTo>
                  <a:lnTo>
                    <a:pt x="277" y="3502"/>
                  </a:lnTo>
                  <a:lnTo>
                    <a:pt x="395" y="3700"/>
                  </a:lnTo>
                  <a:lnTo>
                    <a:pt x="540" y="3884"/>
                  </a:lnTo>
                  <a:lnTo>
                    <a:pt x="698" y="4055"/>
                  </a:lnTo>
                  <a:lnTo>
                    <a:pt x="869" y="4213"/>
                  </a:lnTo>
                  <a:lnTo>
                    <a:pt x="1067" y="4358"/>
                  </a:lnTo>
                  <a:lnTo>
                    <a:pt x="1264" y="4476"/>
                  </a:lnTo>
                  <a:lnTo>
                    <a:pt x="1475" y="4582"/>
                  </a:lnTo>
                  <a:lnTo>
                    <a:pt x="1685" y="4661"/>
                  </a:lnTo>
                  <a:lnTo>
                    <a:pt x="1909" y="4713"/>
                  </a:lnTo>
                  <a:lnTo>
                    <a:pt x="2146" y="4740"/>
                  </a:lnTo>
                  <a:lnTo>
                    <a:pt x="2383" y="4753"/>
                  </a:lnTo>
                  <a:lnTo>
                    <a:pt x="2541" y="4753"/>
                  </a:lnTo>
                  <a:lnTo>
                    <a:pt x="2699" y="4740"/>
                  </a:lnTo>
                  <a:lnTo>
                    <a:pt x="2857" y="4713"/>
                  </a:lnTo>
                  <a:lnTo>
                    <a:pt x="3015" y="4674"/>
                  </a:lnTo>
                  <a:lnTo>
                    <a:pt x="3160" y="4621"/>
                  </a:lnTo>
                  <a:lnTo>
                    <a:pt x="3318" y="4568"/>
                  </a:lnTo>
                  <a:lnTo>
                    <a:pt x="3449" y="4503"/>
                  </a:lnTo>
                  <a:lnTo>
                    <a:pt x="3594" y="4424"/>
                  </a:lnTo>
                  <a:lnTo>
                    <a:pt x="10597" y="11427"/>
                  </a:lnTo>
                  <a:lnTo>
                    <a:pt x="10518" y="11558"/>
                  </a:lnTo>
                  <a:lnTo>
                    <a:pt x="10452" y="11703"/>
                  </a:lnTo>
                  <a:lnTo>
                    <a:pt x="10400" y="11848"/>
                  </a:lnTo>
                  <a:lnTo>
                    <a:pt x="10347" y="12006"/>
                  </a:lnTo>
                  <a:lnTo>
                    <a:pt x="10307" y="12164"/>
                  </a:lnTo>
                  <a:lnTo>
                    <a:pt x="10281" y="12322"/>
                  </a:lnTo>
                  <a:lnTo>
                    <a:pt x="10268" y="12480"/>
                  </a:lnTo>
                  <a:lnTo>
                    <a:pt x="10268" y="12638"/>
                  </a:lnTo>
                  <a:lnTo>
                    <a:pt x="10268" y="12875"/>
                  </a:lnTo>
                  <a:lnTo>
                    <a:pt x="10307" y="13112"/>
                  </a:lnTo>
                  <a:lnTo>
                    <a:pt x="10360" y="13335"/>
                  </a:lnTo>
                  <a:lnTo>
                    <a:pt x="10439" y="13546"/>
                  </a:lnTo>
                  <a:lnTo>
                    <a:pt x="10544" y="13757"/>
                  </a:lnTo>
                  <a:lnTo>
                    <a:pt x="10663" y="13954"/>
                  </a:lnTo>
                  <a:lnTo>
                    <a:pt x="10795" y="14138"/>
                  </a:lnTo>
                  <a:lnTo>
                    <a:pt x="10952" y="14323"/>
                  </a:lnTo>
                  <a:lnTo>
                    <a:pt x="11137" y="14481"/>
                  </a:lnTo>
                  <a:lnTo>
                    <a:pt x="11321" y="14612"/>
                  </a:lnTo>
                  <a:lnTo>
                    <a:pt x="11518" y="14731"/>
                  </a:lnTo>
                  <a:lnTo>
                    <a:pt x="11729" y="14836"/>
                  </a:lnTo>
                  <a:lnTo>
                    <a:pt x="11953" y="14915"/>
                  </a:lnTo>
                  <a:lnTo>
                    <a:pt x="12177" y="14968"/>
                  </a:lnTo>
                  <a:lnTo>
                    <a:pt x="12400" y="15007"/>
                  </a:lnTo>
                  <a:lnTo>
                    <a:pt x="12637" y="15020"/>
                  </a:lnTo>
                  <a:lnTo>
                    <a:pt x="12874" y="15007"/>
                  </a:lnTo>
                  <a:lnTo>
                    <a:pt x="13111" y="14968"/>
                  </a:lnTo>
                  <a:lnTo>
                    <a:pt x="13335" y="14915"/>
                  </a:lnTo>
                  <a:lnTo>
                    <a:pt x="13546" y="14836"/>
                  </a:lnTo>
                  <a:lnTo>
                    <a:pt x="13756" y="14731"/>
                  </a:lnTo>
                  <a:lnTo>
                    <a:pt x="13954" y="14612"/>
                  </a:lnTo>
                  <a:lnTo>
                    <a:pt x="14151" y="14481"/>
                  </a:lnTo>
                  <a:lnTo>
                    <a:pt x="14322" y="14323"/>
                  </a:lnTo>
                  <a:lnTo>
                    <a:pt x="14480" y="14138"/>
                  </a:lnTo>
                  <a:lnTo>
                    <a:pt x="14625" y="13954"/>
                  </a:lnTo>
                  <a:lnTo>
                    <a:pt x="14744" y="13757"/>
                  </a:lnTo>
                  <a:lnTo>
                    <a:pt x="14836" y="13546"/>
                  </a:lnTo>
                  <a:lnTo>
                    <a:pt x="14915" y="13335"/>
                  </a:lnTo>
                  <a:lnTo>
                    <a:pt x="14980" y="13112"/>
                  </a:lnTo>
                  <a:lnTo>
                    <a:pt x="15007" y="12875"/>
                  </a:lnTo>
                  <a:lnTo>
                    <a:pt x="15020" y="12638"/>
                  </a:lnTo>
                  <a:lnTo>
                    <a:pt x="15007" y="12401"/>
                  </a:lnTo>
                  <a:lnTo>
                    <a:pt x="14980" y="12164"/>
                  </a:lnTo>
                  <a:lnTo>
                    <a:pt x="14915" y="11940"/>
                  </a:lnTo>
                  <a:lnTo>
                    <a:pt x="14836" y="11729"/>
                  </a:lnTo>
                  <a:lnTo>
                    <a:pt x="14744" y="11519"/>
                  </a:lnTo>
                  <a:lnTo>
                    <a:pt x="14625" y="11321"/>
                  </a:lnTo>
                  <a:lnTo>
                    <a:pt x="14480" y="11137"/>
                  </a:lnTo>
                  <a:lnTo>
                    <a:pt x="14322" y="10953"/>
                  </a:lnTo>
                  <a:lnTo>
                    <a:pt x="14151" y="10795"/>
                  </a:lnTo>
                  <a:lnTo>
                    <a:pt x="13954" y="10663"/>
                  </a:lnTo>
                  <a:lnTo>
                    <a:pt x="13756" y="10532"/>
                  </a:lnTo>
                  <a:lnTo>
                    <a:pt x="13546" y="10439"/>
                  </a:lnTo>
                  <a:lnTo>
                    <a:pt x="13335" y="10360"/>
                  </a:lnTo>
                  <a:lnTo>
                    <a:pt x="13111" y="10308"/>
                  </a:lnTo>
                  <a:lnTo>
                    <a:pt x="12874" y="10268"/>
                  </a:lnTo>
                  <a:lnTo>
                    <a:pt x="12637" y="10255"/>
                  </a:lnTo>
                  <a:lnTo>
                    <a:pt x="12479" y="10268"/>
                  </a:lnTo>
                  <a:lnTo>
                    <a:pt x="12321" y="10281"/>
                  </a:lnTo>
                  <a:lnTo>
                    <a:pt x="12164" y="10308"/>
                  </a:lnTo>
                  <a:lnTo>
                    <a:pt x="12006" y="10347"/>
                  </a:lnTo>
                  <a:lnTo>
                    <a:pt x="11861" y="10387"/>
                  </a:lnTo>
                  <a:lnTo>
                    <a:pt x="11716" y="10453"/>
                  </a:lnTo>
                  <a:lnTo>
                    <a:pt x="11571" y="10518"/>
                  </a:lnTo>
                  <a:lnTo>
                    <a:pt x="11426" y="10584"/>
                  </a:lnTo>
                  <a:lnTo>
                    <a:pt x="4423" y="3594"/>
                  </a:lnTo>
                  <a:lnTo>
                    <a:pt x="4502" y="3450"/>
                  </a:lnTo>
                  <a:lnTo>
                    <a:pt x="4568" y="3305"/>
                  </a:lnTo>
                  <a:lnTo>
                    <a:pt x="4634" y="3160"/>
                  </a:lnTo>
                  <a:lnTo>
                    <a:pt x="4673" y="3015"/>
                  </a:lnTo>
                  <a:lnTo>
                    <a:pt x="4713" y="2857"/>
                  </a:lnTo>
                  <a:lnTo>
                    <a:pt x="4739" y="2699"/>
                  </a:lnTo>
                  <a:lnTo>
                    <a:pt x="4752" y="2541"/>
                  </a:lnTo>
                  <a:lnTo>
                    <a:pt x="4766" y="2383"/>
                  </a:lnTo>
                  <a:lnTo>
                    <a:pt x="4752" y="2146"/>
                  </a:lnTo>
                  <a:lnTo>
                    <a:pt x="4713" y="1909"/>
                  </a:lnTo>
                  <a:lnTo>
                    <a:pt x="4660" y="1686"/>
                  </a:lnTo>
                  <a:lnTo>
                    <a:pt x="4581" y="1462"/>
                  </a:lnTo>
                  <a:lnTo>
                    <a:pt x="4476" y="1264"/>
                  </a:lnTo>
                  <a:lnTo>
                    <a:pt x="4358" y="1054"/>
                  </a:lnTo>
                  <a:lnTo>
                    <a:pt x="4226" y="870"/>
                  </a:lnTo>
                  <a:lnTo>
                    <a:pt x="4068" y="698"/>
                  </a:lnTo>
                  <a:lnTo>
                    <a:pt x="3884" y="540"/>
                  </a:lnTo>
                  <a:lnTo>
                    <a:pt x="3699" y="396"/>
                  </a:lnTo>
                  <a:lnTo>
                    <a:pt x="3502" y="277"/>
                  </a:lnTo>
                  <a:lnTo>
                    <a:pt x="3291" y="185"/>
                  </a:lnTo>
                  <a:lnTo>
                    <a:pt x="3081" y="106"/>
                  </a:lnTo>
                  <a:lnTo>
                    <a:pt x="2844" y="40"/>
                  </a:lnTo>
                  <a:lnTo>
                    <a:pt x="2620" y="14"/>
                  </a:lnTo>
                  <a:lnTo>
                    <a:pt x="2383" y="1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4"/>
            <p:cNvSpPr/>
            <p:nvPr/>
          </p:nvSpPr>
          <p:spPr>
            <a:xfrm>
              <a:off x="6204425" y="2754325"/>
              <a:ext cx="380450" cy="380450"/>
            </a:xfrm>
            <a:custGeom>
              <a:avLst/>
              <a:gdLst/>
              <a:ahLst/>
              <a:cxnLst/>
              <a:rect l="l" t="t" r="r" b="b"/>
              <a:pathLst>
                <a:path w="15218" h="15218" extrusionOk="0">
                  <a:moveTo>
                    <a:pt x="2502" y="1185"/>
                  </a:moveTo>
                  <a:lnTo>
                    <a:pt x="2620" y="1211"/>
                  </a:lnTo>
                  <a:lnTo>
                    <a:pt x="2725" y="1238"/>
                  </a:lnTo>
                  <a:lnTo>
                    <a:pt x="2844" y="1277"/>
                  </a:lnTo>
                  <a:lnTo>
                    <a:pt x="2949" y="1330"/>
                  </a:lnTo>
                  <a:lnTo>
                    <a:pt x="3041" y="1382"/>
                  </a:lnTo>
                  <a:lnTo>
                    <a:pt x="3133" y="1461"/>
                  </a:lnTo>
                  <a:lnTo>
                    <a:pt x="3226" y="1540"/>
                  </a:lnTo>
                  <a:lnTo>
                    <a:pt x="3305" y="1619"/>
                  </a:lnTo>
                  <a:lnTo>
                    <a:pt x="3384" y="1725"/>
                  </a:lnTo>
                  <a:lnTo>
                    <a:pt x="3436" y="1830"/>
                  </a:lnTo>
                  <a:lnTo>
                    <a:pt x="3489" y="1935"/>
                  </a:lnTo>
                  <a:lnTo>
                    <a:pt x="3528" y="2041"/>
                  </a:lnTo>
                  <a:lnTo>
                    <a:pt x="3555" y="2159"/>
                  </a:lnTo>
                  <a:lnTo>
                    <a:pt x="3568" y="2264"/>
                  </a:lnTo>
                  <a:lnTo>
                    <a:pt x="3581" y="2383"/>
                  </a:lnTo>
                  <a:lnTo>
                    <a:pt x="3568" y="2501"/>
                  </a:lnTo>
                  <a:lnTo>
                    <a:pt x="3555" y="2607"/>
                  </a:lnTo>
                  <a:lnTo>
                    <a:pt x="3528" y="2725"/>
                  </a:lnTo>
                  <a:lnTo>
                    <a:pt x="3489" y="2830"/>
                  </a:lnTo>
                  <a:lnTo>
                    <a:pt x="3436" y="2936"/>
                  </a:lnTo>
                  <a:lnTo>
                    <a:pt x="3384" y="3041"/>
                  </a:lnTo>
                  <a:lnTo>
                    <a:pt x="3305" y="3133"/>
                  </a:lnTo>
                  <a:lnTo>
                    <a:pt x="3226" y="3225"/>
                  </a:lnTo>
                  <a:lnTo>
                    <a:pt x="3133" y="3304"/>
                  </a:lnTo>
                  <a:lnTo>
                    <a:pt x="3041" y="3370"/>
                  </a:lnTo>
                  <a:lnTo>
                    <a:pt x="2936" y="3436"/>
                  </a:lnTo>
                  <a:lnTo>
                    <a:pt x="2831" y="3489"/>
                  </a:lnTo>
                  <a:lnTo>
                    <a:pt x="2725" y="3515"/>
                  </a:lnTo>
                  <a:lnTo>
                    <a:pt x="2607" y="3541"/>
                  </a:lnTo>
                  <a:lnTo>
                    <a:pt x="2502" y="3568"/>
                  </a:lnTo>
                  <a:lnTo>
                    <a:pt x="2265" y="3568"/>
                  </a:lnTo>
                  <a:lnTo>
                    <a:pt x="2146" y="3541"/>
                  </a:lnTo>
                  <a:lnTo>
                    <a:pt x="2041" y="3515"/>
                  </a:lnTo>
                  <a:lnTo>
                    <a:pt x="1922" y="3489"/>
                  </a:lnTo>
                  <a:lnTo>
                    <a:pt x="1817" y="3436"/>
                  </a:lnTo>
                  <a:lnTo>
                    <a:pt x="1712" y="3383"/>
                  </a:lnTo>
                  <a:lnTo>
                    <a:pt x="1620" y="3304"/>
                  </a:lnTo>
                  <a:lnTo>
                    <a:pt x="1527" y="3225"/>
                  </a:lnTo>
                  <a:lnTo>
                    <a:pt x="1448" y="3133"/>
                  </a:lnTo>
                  <a:lnTo>
                    <a:pt x="1383" y="3041"/>
                  </a:lnTo>
                  <a:lnTo>
                    <a:pt x="1317" y="2936"/>
                  </a:lnTo>
                  <a:lnTo>
                    <a:pt x="1264" y="2830"/>
                  </a:lnTo>
                  <a:lnTo>
                    <a:pt x="1238" y="2725"/>
                  </a:lnTo>
                  <a:lnTo>
                    <a:pt x="1198" y="2607"/>
                  </a:lnTo>
                  <a:lnTo>
                    <a:pt x="1185" y="2501"/>
                  </a:lnTo>
                  <a:lnTo>
                    <a:pt x="1185" y="2383"/>
                  </a:lnTo>
                  <a:lnTo>
                    <a:pt x="1185" y="2264"/>
                  </a:lnTo>
                  <a:lnTo>
                    <a:pt x="1198" y="2159"/>
                  </a:lnTo>
                  <a:lnTo>
                    <a:pt x="1238" y="2041"/>
                  </a:lnTo>
                  <a:lnTo>
                    <a:pt x="1264" y="1935"/>
                  </a:lnTo>
                  <a:lnTo>
                    <a:pt x="1317" y="1830"/>
                  </a:lnTo>
                  <a:lnTo>
                    <a:pt x="1383" y="1725"/>
                  </a:lnTo>
                  <a:lnTo>
                    <a:pt x="1448" y="1619"/>
                  </a:lnTo>
                  <a:lnTo>
                    <a:pt x="1527" y="1540"/>
                  </a:lnTo>
                  <a:lnTo>
                    <a:pt x="1620" y="1461"/>
                  </a:lnTo>
                  <a:lnTo>
                    <a:pt x="1712" y="1382"/>
                  </a:lnTo>
                  <a:lnTo>
                    <a:pt x="1817" y="1330"/>
                  </a:lnTo>
                  <a:lnTo>
                    <a:pt x="1922" y="1277"/>
                  </a:lnTo>
                  <a:lnTo>
                    <a:pt x="2028" y="1238"/>
                  </a:lnTo>
                  <a:lnTo>
                    <a:pt x="2146" y="1211"/>
                  </a:lnTo>
                  <a:lnTo>
                    <a:pt x="2265" y="1185"/>
                  </a:lnTo>
                  <a:close/>
                  <a:moveTo>
                    <a:pt x="12967" y="11650"/>
                  </a:moveTo>
                  <a:lnTo>
                    <a:pt x="13072" y="11663"/>
                  </a:lnTo>
                  <a:lnTo>
                    <a:pt x="13190" y="11703"/>
                  </a:lnTo>
                  <a:lnTo>
                    <a:pt x="13296" y="11742"/>
                  </a:lnTo>
                  <a:lnTo>
                    <a:pt x="13401" y="11782"/>
                  </a:lnTo>
                  <a:lnTo>
                    <a:pt x="13506" y="11847"/>
                  </a:lnTo>
                  <a:lnTo>
                    <a:pt x="13598" y="11913"/>
                  </a:lnTo>
                  <a:lnTo>
                    <a:pt x="13691" y="11992"/>
                  </a:lnTo>
                  <a:lnTo>
                    <a:pt x="13770" y="12084"/>
                  </a:lnTo>
                  <a:lnTo>
                    <a:pt x="13835" y="12176"/>
                  </a:lnTo>
                  <a:lnTo>
                    <a:pt x="13901" y="12282"/>
                  </a:lnTo>
                  <a:lnTo>
                    <a:pt x="13954" y="12387"/>
                  </a:lnTo>
                  <a:lnTo>
                    <a:pt x="13993" y="12492"/>
                  </a:lnTo>
                  <a:lnTo>
                    <a:pt x="14020" y="12611"/>
                  </a:lnTo>
                  <a:lnTo>
                    <a:pt x="14033" y="12729"/>
                  </a:lnTo>
                  <a:lnTo>
                    <a:pt x="14033" y="12848"/>
                  </a:lnTo>
                  <a:lnTo>
                    <a:pt x="14033" y="12966"/>
                  </a:lnTo>
                  <a:lnTo>
                    <a:pt x="14020" y="13085"/>
                  </a:lnTo>
                  <a:lnTo>
                    <a:pt x="13993" y="13190"/>
                  </a:lnTo>
                  <a:lnTo>
                    <a:pt x="13954" y="13309"/>
                  </a:lnTo>
                  <a:lnTo>
                    <a:pt x="13901" y="13414"/>
                  </a:lnTo>
                  <a:lnTo>
                    <a:pt x="13835" y="13506"/>
                  </a:lnTo>
                  <a:lnTo>
                    <a:pt x="13770" y="13598"/>
                  </a:lnTo>
                  <a:lnTo>
                    <a:pt x="13691" y="13690"/>
                  </a:lnTo>
                  <a:lnTo>
                    <a:pt x="13598" y="13769"/>
                  </a:lnTo>
                  <a:lnTo>
                    <a:pt x="13506" y="13835"/>
                  </a:lnTo>
                  <a:lnTo>
                    <a:pt x="13401" y="13901"/>
                  </a:lnTo>
                  <a:lnTo>
                    <a:pt x="13296" y="13940"/>
                  </a:lnTo>
                  <a:lnTo>
                    <a:pt x="13190" y="13980"/>
                  </a:lnTo>
                  <a:lnTo>
                    <a:pt x="13072" y="14006"/>
                  </a:lnTo>
                  <a:lnTo>
                    <a:pt x="12953" y="14019"/>
                  </a:lnTo>
                  <a:lnTo>
                    <a:pt x="12835" y="14033"/>
                  </a:lnTo>
                  <a:lnTo>
                    <a:pt x="12730" y="14019"/>
                  </a:lnTo>
                  <a:lnTo>
                    <a:pt x="12611" y="14006"/>
                  </a:lnTo>
                  <a:lnTo>
                    <a:pt x="12493" y="13980"/>
                  </a:lnTo>
                  <a:lnTo>
                    <a:pt x="12387" y="13940"/>
                  </a:lnTo>
                  <a:lnTo>
                    <a:pt x="12282" y="13901"/>
                  </a:lnTo>
                  <a:lnTo>
                    <a:pt x="12177" y="13835"/>
                  </a:lnTo>
                  <a:lnTo>
                    <a:pt x="12085" y="13769"/>
                  </a:lnTo>
                  <a:lnTo>
                    <a:pt x="11992" y="13690"/>
                  </a:lnTo>
                  <a:lnTo>
                    <a:pt x="11913" y="13598"/>
                  </a:lnTo>
                  <a:lnTo>
                    <a:pt x="11848" y="13506"/>
                  </a:lnTo>
                  <a:lnTo>
                    <a:pt x="11782" y="13414"/>
                  </a:lnTo>
                  <a:lnTo>
                    <a:pt x="11729" y="13309"/>
                  </a:lnTo>
                  <a:lnTo>
                    <a:pt x="11690" y="13190"/>
                  </a:lnTo>
                  <a:lnTo>
                    <a:pt x="11663" y="13085"/>
                  </a:lnTo>
                  <a:lnTo>
                    <a:pt x="11650" y="12966"/>
                  </a:lnTo>
                  <a:lnTo>
                    <a:pt x="11650" y="12848"/>
                  </a:lnTo>
                  <a:lnTo>
                    <a:pt x="11650" y="12729"/>
                  </a:lnTo>
                  <a:lnTo>
                    <a:pt x="11663" y="12611"/>
                  </a:lnTo>
                  <a:lnTo>
                    <a:pt x="11690" y="12492"/>
                  </a:lnTo>
                  <a:lnTo>
                    <a:pt x="11729" y="12387"/>
                  </a:lnTo>
                  <a:lnTo>
                    <a:pt x="11782" y="12282"/>
                  </a:lnTo>
                  <a:lnTo>
                    <a:pt x="11848" y="12176"/>
                  </a:lnTo>
                  <a:lnTo>
                    <a:pt x="11913" y="12084"/>
                  </a:lnTo>
                  <a:lnTo>
                    <a:pt x="11992" y="11992"/>
                  </a:lnTo>
                  <a:lnTo>
                    <a:pt x="12085" y="11913"/>
                  </a:lnTo>
                  <a:lnTo>
                    <a:pt x="12177" y="11847"/>
                  </a:lnTo>
                  <a:lnTo>
                    <a:pt x="12282" y="11782"/>
                  </a:lnTo>
                  <a:lnTo>
                    <a:pt x="12387" y="11742"/>
                  </a:lnTo>
                  <a:lnTo>
                    <a:pt x="12493" y="11703"/>
                  </a:lnTo>
                  <a:lnTo>
                    <a:pt x="12611" y="11663"/>
                  </a:lnTo>
                  <a:lnTo>
                    <a:pt x="12716" y="11650"/>
                  </a:lnTo>
                  <a:close/>
                  <a:moveTo>
                    <a:pt x="2383" y="0"/>
                  </a:moveTo>
                  <a:lnTo>
                    <a:pt x="2146" y="13"/>
                  </a:lnTo>
                  <a:lnTo>
                    <a:pt x="1909" y="53"/>
                  </a:lnTo>
                  <a:lnTo>
                    <a:pt x="1685" y="106"/>
                  </a:lnTo>
                  <a:lnTo>
                    <a:pt x="1475" y="185"/>
                  </a:lnTo>
                  <a:lnTo>
                    <a:pt x="1264" y="277"/>
                  </a:lnTo>
                  <a:lnTo>
                    <a:pt x="1067" y="395"/>
                  </a:lnTo>
                  <a:lnTo>
                    <a:pt x="869" y="540"/>
                  </a:lnTo>
                  <a:lnTo>
                    <a:pt x="698" y="698"/>
                  </a:lnTo>
                  <a:lnTo>
                    <a:pt x="540" y="882"/>
                  </a:lnTo>
                  <a:lnTo>
                    <a:pt x="395" y="1066"/>
                  </a:lnTo>
                  <a:lnTo>
                    <a:pt x="277" y="1277"/>
                  </a:lnTo>
                  <a:lnTo>
                    <a:pt x="172" y="1488"/>
                  </a:lnTo>
                  <a:lnTo>
                    <a:pt x="106" y="1698"/>
                  </a:lnTo>
                  <a:lnTo>
                    <a:pt x="40" y="1922"/>
                  </a:lnTo>
                  <a:lnTo>
                    <a:pt x="14" y="2159"/>
                  </a:lnTo>
                  <a:lnTo>
                    <a:pt x="1" y="2383"/>
                  </a:lnTo>
                  <a:lnTo>
                    <a:pt x="14" y="2607"/>
                  </a:lnTo>
                  <a:lnTo>
                    <a:pt x="40" y="2830"/>
                  </a:lnTo>
                  <a:lnTo>
                    <a:pt x="106" y="3054"/>
                  </a:lnTo>
                  <a:lnTo>
                    <a:pt x="172" y="3278"/>
                  </a:lnTo>
                  <a:lnTo>
                    <a:pt x="277" y="3489"/>
                  </a:lnTo>
                  <a:lnTo>
                    <a:pt x="395" y="3686"/>
                  </a:lnTo>
                  <a:lnTo>
                    <a:pt x="540" y="3883"/>
                  </a:lnTo>
                  <a:lnTo>
                    <a:pt x="698" y="4068"/>
                  </a:lnTo>
                  <a:lnTo>
                    <a:pt x="869" y="4226"/>
                  </a:lnTo>
                  <a:lnTo>
                    <a:pt x="1067" y="4357"/>
                  </a:lnTo>
                  <a:lnTo>
                    <a:pt x="1264" y="4476"/>
                  </a:lnTo>
                  <a:lnTo>
                    <a:pt x="1475" y="4581"/>
                  </a:lnTo>
                  <a:lnTo>
                    <a:pt x="1685" y="4660"/>
                  </a:lnTo>
                  <a:lnTo>
                    <a:pt x="1909" y="4713"/>
                  </a:lnTo>
                  <a:lnTo>
                    <a:pt x="2146" y="4752"/>
                  </a:lnTo>
                  <a:lnTo>
                    <a:pt x="2383" y="4765"/>
                  </a:lnTo>
                  <a:lnTo>
                    <a:pt x="2541" y="4752"/>
                  </a:lnTo>
                  <a:lnTo>
                    <a:pt x="2699" y="4739"/>
                  </a:lnTo>
                  <a:lnTo>
                    <a:pt x="2857" y="4713"/>
                  </a:lnTo>
                  <a:lnTo>
                    <a:pt x="3015" y="4673"/>
                  </a:lnTo>
                  <a:lnTo>
                    <a:pt x="3160" y="4634"/>
                  </a:lnTo>
                  <a:lnTo>
                    <a:pt x="3305" y="4568"/>
                  </a:lnTo>
                  <a:lnTo>
                    <a:pt x="3449" y="4502"/>
                  </a:lnTo>
                  <a:lnTo>
                    <a:pt x="3594" y="4423"/>
                  </a:lnTo>
                  <a:lnTo>
                    <a:pt x="10795" y="11637"/>
                  </a:lnTo>
                  <a:lnTo>
                    <a:pt x="10716" y="11768"/>
                  </a:lnTo>
                  <a:lnTo>
                    <a:pt x="10650" y="11913"/>
                  </a:lnTo>
                  <a:lnTo>
                    <a:pt x="10597" y="12058"/>
                  </a:lnTo>
                  <a:lnTo>
                    <a:pt x="10544" y="12216"/>
                  </a:lnTo>
                  <a:lnTo>
                    <a:pt x="10505" y="12361"/>
                  </a:lnTo>
                  <a:lnTo>
                    <a:pt x="10479" y="12519"/>
                  </a:lnTo>
                  <a:lnTo>
                    <a:pt x="10465" y="12677"/>
                  </a:lnTo>
                  <a:lnTo>
                    <a:pt x="10465" y="12848"/>
                  </a:lnTo>
                  <a:lnTo>
                    <a:pt x="10479" y="13085"/>
                  </a:lnTo>
                  <a:lnTo>
                    <a:pt x="10505" y="13309"/>
                  </a:lnTo>
                  <a:lnTo>
                    <a:pt x="10571" y="13532"/>
                  </a:lnTo>
                  <a:lnTo>
                    <a:pt x="10637" y="13756"/>
                  </a:lnTo>
                  <a:lnTo>
                    <a:pt x="10742" y="13967"/>
                  </a:lnTo>
                  <a:lnTo>
                    <a:pt x="10860" y="14164"/>
                  </a:lnTo>
                  <a:lnTo>
                    <a:pt x="11005" y="14348"/>
                  </a:lnTo>
                  <a:lnTo>
                    <a:pt x="11163" y="14520"/>
                  </a:lnTo>
                  <a:lnTo>
                    <a:pt x="11334" y="14691"/>
                  </a:lnTo>
                  <a:lnTo>
                    <a:pt x="11519" y="14822"/>
                  </a:lnTo>
                  <a:lnTo>
                    <a:pt x="11716" y="14941"/>
                  </a:lnTo>
                  <a:lnTo>
                    <a:pt x="11927" y="15046"/>
                  </a:lnTo>
                  <a:lnTo>
                    <a:pt x="12150" y="15125"/>
                  </a:lnTo>
                  <a:lnTo>
                    <a:pt x="12374" y="15178"/>
                  </a:lnTo>
                  <a:lnTo>
                    <a:pt x="12611" y="15217"/>
                  </a:lnTo>
                  <a:lnTo>
                    <a:pt x="13072" y="15217"/>
                  </a:lnTo>
                  <a:lnTo>
                    <a:pt x="13309" y="15178"/>
                  </a:lnTo>
                  <a:lnTo>
                    <a:pt x="13533" y="15125"/>
                  </a:lnTo>
                  <a:lnTo>
                    <a:pt x="13756" y="15046"/>
                  </a:lnTo>
                  <a:lnTo>
                    <a:pt x="13967" y="14941"/>
                  </a:lnTo>
                  <a:lnTo>
                    <a:pt x="14164" y="14822"/>
                  </a:lnTo>
                  <a:lnTo>
                    <a:pt x="14349" y="14691"/>
                  </a:lnTo>
                  <a:lnTo>
                    <a:pt x="14520" y="14520"/>
                  </a:lnTo>
                  <a:lnTo>
                    <a:pt x="14678" y="14348"/>
                  </a:lnTo>
                  <a:lnTo>
                    <a:pt x="14823" y="14164"/>
                  </a:lnTo>
                  <a:lnTo>
                    <a:pt x="14941" y="13967"/>
                  </a:lnTo>
                  <a:lnTo>
                    <a:pt x="15046" y="13756"/>
                  </a:lnTo>
                  <a:lnTo>
                    <a:pt x="15112" y="13532"/>
                  </a:lnTo>
                  <a:lnTo>
                    <a:pt x="15178" y="13309"/>
                  </a:lnTo>
                  <a:lnTo>
                    <a:pt x="15204" y="13085"/>
                  </a:lnTo>
                  <a:lnTo>
                    <a:pt x="15218" y="12848"/>
                  </a:lnTo>
                  <a:lnTo>
                    <a:pt x="15204" y="12611"/>
                  </a:lnTo>
                  <a:lnTo>
                    <a:pt x="15178" y="12374"/>
                  </a:lnTo>
                  <a:lnTo>
                    <a:pt x="15112" y="12150"/>
                  </a:lnTo>
                  <a:lnTo>
                    <a:pt x="15046" y="11940"/>
                  </a:lnTo>
                  <a:lnTo>
                    <a:pt x="14941" y="11729"/>
                  </a:lnTo>
                  <a:lnTo>
                    <a:pt x="14823" y="11518"/>
                  </a:lnTo>
                  <a:lnTo>
                    <a:pt x="14678" y="11334"/>
                  </a:lnTo>
                  <a:lnTo>
                    <a:pt x="14520" y="11163"/>
                  </a:lnTo>
                  <a:lnTo>
                    <a:pt x="14349" y="11005"/>
                  </a:lnTo>
                  <a:lnTo>
                    <a:pt x="14164" y="10860"/>
                  </a:lnTo>
                  <a:lnTo>
                    <a:pt x="13967" y="10742"/>
                  </a:lnTo>
                  <a:lnTo>
                    <a:pt x="13756" y="10650"/>
                  </a:lnTo>
                  <a:lnTo>
                    <a:pt x="13533" y="10571"/>
                  </a:lnTo>
                  <a:lnTo>
                    <a:pt x="13309" y="10505"/>
                  </a:lnTo>
                  <a:lnTo>
                    <a:pt x="13072" y="10478"/>
                  </a:lnTo>
                  <a:lnTo>
                    <a:pt x="12848" y="10465"/>
                  </a:lnTo>
                  <a:lnTo>
                    <a:pt x="12677" y="10465"/>
                  </a:lnTo>
                  <a:lnTo>
                    <a:pt x="12519" y="10492"/>
                  </a:lnTo>
                  <a:lnTo>
                    <a:pt x="12361" y="10518"/>
                  </a:lnTo>
                  <a:lnTo>
                    <a:pt x="12203" y="10544"/>
                  </a:lnTo>
                  <a:lnTo>
                    <a:pt x="12058" y="10597"/>
                  </a:lnTo>
                  <a:lnTo>
                    <a:pt x="11913" y="10650"/>
                  </a:lnTo>
                  <a:lnTo>
                    <a:pt x="11769" y="10715"/>
                  </a:lnTo>
                  <a:lnTo>
                    <a:pt x="11624" y="10794"/>
                  </a:lnTo>
                  <a:lnTo>
                    <a:pt x="4423" y="3594"/>
                  </a:lnTo>
                  <a:lnTo>
                    <a:pt x="4516" y="3423"/>
                  </a:lnTo>
                  <a:lnTo>
                    <a:pt x="4595" y="3238"/>
                  </a:lnTo>
                  <a:lnTo>
                    <a:pt x="4660" y="3054"/>
                  </a:lnTo>
                  <a:lnTo>
                    <a:pt x="4713" y="2870"/>
                  </a:lnTo>
                  <a:lnTo>
                    <a:pt x="4739" y="2672"/>
                  </a:lnTo>
                  <a:lnTo>
                    <a:pt x="4753" y="2488"/>
                  </a:lnTo>
                  <a:lnTo>
                    <a:pt x="4753" y="2291"/>
                  </a:lnTo>
                  <a:lnTo>
                    <a:pt x="4739" y="2093"/>
                  </a:lnTo>
                  <a:lnTo>
                    <a:pt x="4713" y="1909"/>
                  </a:lnTo>
                  <a:lnTo>
                    <a:pt x="4660" y="1725"/>
                  </a:lnTo>
                  <a:lnTo>
                    <a:pt x="4608" y="1540"/>
                  </a:lnTo>
                  <a:lnTo>
                    <a:pt x="4529" y="1356"/>
                  </a:lnTo>
                  <a:lnTo>
                    <a:pt x="4437" y="1185"/>
                  </a:lnTo>
                  <a:lnTo>
                    <a:pt x="4318" y="1014"/>
                  </a:lnTo>
                  <a:lnTo>
                    <a:pt x="4200" y="856"/>
                  </a:lnTo>
                  <a:lnTo>
                    <a:pt x="4055" y="698"/>
                  </a:lnTo>
                  <a:lnTo>
                    <a:pt x="3884" y="540"/>
                  </a:lnTo>
                  <a:lnTo>
                    <a:pt x="3699" y="395"/>
                  </a:lnTo>
                  <a:lnTo>
                    <a:pt x="3502" y="277"/>
                  </a:lnTo>
                  <a:lnTo>
                    <a:pt x="3291" y="185"/>
                  </a:lnTo>
                  <a:lnTo>
                    <a:pt x="3068" y="106"/>
                  </a:lnTo>
                  <a:lnTo>
                    <a:pt x="2844" y="53"/>
                  </a:lnTo>
                  <a:lnTo>
                    <a:pt x="2620" y="13"/>
                  </a:lnTo>
                  <a:lnTo>
                    <a:pt x="2383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4"/>
            <p:cNvSpPr/>
            <p:nvPr/>
          </p:nvSpPr>
          <p:spPr>
            <a:xfrm>
              <a:off x="2745050" y="784075"/>
              <a:ext cx="481500" cy="119150"/>
            </a:xfrm>
            <a:custGeom>
              <a:avLst/>
              <a:gdLst/>
              <a:ahLst/>
              <a:cxnLst/>
              <a:rect l="l" t="t" r="r" b="b"/>
              <a:pathLst>
                <a:path w="19260" h="4766" extrusionOk="0">
                  <a:moveTo>
                    <a:pt x="2370" y="1185"/>
                  </a:moveTo>
                  <a:lnTo>
                    <a:pt x="2502" y="1198"/>
                  </a:lnTo>
                  <a:lnTo>
                    <a:pt x="2621" y="1211"/>
                  </a:lnTo>
                  <a:lnTo>
                    <a:pt x="2726" y="1238"/>
                  </a:lnTo>
                  <a:lnTo>
                    <a:pt x="2844" y="1277"/>
                  </a:lnTo>
                  <a:lnTo>
                    <a:pt x="2950" y="1330"/>
                  </a:lnTo>
                  <a:lnTo>
                    <a:pt x="3042" y="1396"/>
                  </a:lnTo>
                  <a:lnTo>
                    <a:pt x="3134" y="1461"/>
                  </a:lnTo>
                  <a:lnTo>
                    <a:pt x="3226" y="1540"/>
                  </a:lnTo>
                  <a:lnTo>
                    <a:pt x="3292" y="1619"/>
                  </a:lnTo>
                  <a:lnTo>
                    <a:pt x="3371" y="1712"/>
                  </a:lnTo>
                  <a:lnTo>
                    <a:pt x="3423" y="1817"/>
                  </a:lnTo>
                  <a:lnTo>
                    <a:pt x="3476" y="1922"/>
                  </a:lnTo>
                  <a:lnTo>
                    <a:pt x="3516" y="2027"/>
                  </a:lnTo>
                  <a:lnTo>
                    <a:pt x="3542" y="2146"/>
                  </a:lnTo>
                  <a:lnTo>
                    <a:pt x="3568" y="2264"/>
                  </a:lnTo>
                  <a:lnTo>
                    <a:pt x="3568" y="2383"/>
                  </a:lnTo>
                  <a:lnTo>
                    <a:pt x="3568" y="2501"/>
                  </a:lnTo>
                  <a:lnTo>
                    <a:pt x="3542" y="2620"/>
                  </a:lnTo>
                  <a:lnTo>
                    <a:pt x="3516" y="2738"/>
                  </a:lnTo>
                  <a:lnTo>
                    <a:pt x="3476" y="2844"/>
                  </a:lnTo>
                  <a:lnTo>
                    <a:pt x="3423" y="2949"/>
                  </a:lnTo>
                  <a:lnTo>
                    <a:pt x="3371" y="3054"/>
                  </a:lnTo>
                  <a:lnTo>
                    <a:pt x="3292" y="3146"/>
                  </a:lnTo>
                  <a:lnTo>
                    <a:pt x="3226" y="3225"/>
                  </a:lnTo>
                  <a:lnTo>
                    <a:pt x="3134" y="3304"/>
                  </a:lnTo>
                  <a:lnTo>
                    <a:pt x="3042" y="3370"/>
                  </a:lnTo>
                  <a:lnTo>
                    <a:pt x="2950" y="3436"/>
                  </a:lnTo>
                  <a:lnTo>
                    <a:pt x="2844" y="3489"/>
                  </a:lnTo>
                  <a:lnTo>
                    <a:pt x="2726" y="3528"/>
                  </a:lnTo>
                  <a:lnTo>
                    <a:pt x="2621" y="3554"/>
                  </a:lnTo>
                  <a:lnTo>
                    <a:pt x="2502" y="3581"/>
                  </a:lnTo>
                  <a:lnTo>
                    <a:pt x="2252" y="3581"/>
                  </a:lnTo>
                  <a:lnTo>
                    <a:pt x="2133" y="3554"/>
                  </a:lnTo>
                  <a:lnTo>
                    <a:pt x="2015" y="3528"/>
                  </a:lnTo>
                  <a:lnTo>
                    <a:pt x="1910" y="3489"/>
                  </a:lnTo>
                  <a:lnTo>
                    <a:pt x="1804" y="3436"/>
                  </a:lnTo>
                  <a:lnTo>
                    <a:pt x="1699" y="3370"/>
                  </a:lnTo>
                  <a:lnTo>
                    <a:pt x="1607" y="3304"/>
                  </a:lnTo>
                  <a:lnTo>
                    <a:pt x="1528" y="3225"/>
                  </a:lnTo>
                  <a:lnTo>
                    <a:pt x="1449" y="3146"/>
                  </a:lnTo>
                  <a:lnTo>
                    <a:pt x="1383" y="3054"/>
                  </a:lnTo>
                  <a:lnTo>
                    <a:pt x="1317" y="2949"/>
                  </a:lnTo>
                  <a:lnTo>
                    <a:pt x="1265" y="2844"/>
                  </a:lnTo>
                  <a:lnTo>
                    <a:pt x="1225" y="2738"/>
                  </a:lnTo>
                  <a:lnTo>
                    <a:pt x="1199" y="2620"/>
                  </a:lnTo>
                  <a:lnTo>
                    <a:pt x="1186" y="2501"/>
                  </a:lnTo>
                  <a:lnTo>
                    <a:pt x="1173" y="2383"/>
                  </a:lnTo>
                  <a:lnTo>
                    <a:pt x="1186" y="2264"/>
                  </a:lnTo>
                  <a:lnTo>
                    <a:pt x="1199" y="2146"/>
                  </a:lnTo>
                  <a:lnTo>
                    <a:pt x="1225" y="2027"/>
                  </a:lnTo>
                  <a:lnTo>
                    <a:pt x="1265" y="1922"/>
                  </a:lnTo>
                  <a:lnTo>
                    <a:pt x="1317" y="1817"/>
                  </a:lnTo>
                  <a:lnTo>
                    <a:pt x="1383" y="1712"/>
                  </a:lnTo>
                  <a:lnTo>
                    <a:pt x="1449" y="1619"/>
                  </a:lnTo>
                  <a:lnTo>
                    <a:pt x="1528" y="1540"/>
                  </a:lnTo>
                  <a:lnTo>
                    <a:pt x="1607" y="1461"/>
                  </a:lnTo>
                  <a:lnTo>
                    <a:pt x="1699" y="1396"/>
                  </a:lnTo>
                  <a:lnTo>
                    <a:pt x="1804" y="1330"/>
                  </a:lnTo>
                  <a:lnTo>
                    <a:pt x="1910" y="1277"/>
                  </a:lnTo>
                  <a:lnTo>
                    <a:pt x="2015" y="1238"/>
                  </a:lnTo>
                  <a:lnTo>
                    <a:pt x="2133" y="1211"/>
                  </a:lnTo>
                  <a:lnTo>
                    <a:pt x="2252" y="1198"/>
                  </a:lnTo>
                  <a:lnTo>
                    <a:pt x="2370" y="1185"/>
                  </a:lnTo>
                  <a:close/>
                  <a:moveTo>
                    <a:pt x="16877" y="1185"/>
                  </a:moveTo>
                  <a:lnTo>
                    <a:pt x="17008" y="1198"/>
                  </a:lnTo>
                  <a:lnTo>
                    <a:pt x="17127" y="1211"/>
                  </a:lnTo>
                  <a:lnTo>
                    <a:pt x="17232" y="1238"/>
                  </a:lnTo>
                  <a:lnTo>
                    <a:pt x="17350" y="1277"/>
                  </a:lnTo>
                  <a:lnTo>
                    <a:pt x="17456" y="1330"/>
                  </a:lnTo>
                  <a:lnTo>
                    <a:pt x="17548" y="1396"/>
                  </a:lnTo>
                  <a:lnTo>
                    <a:pt x="17640" y="1461"/>
                  </a:lnTo>
                  <a:lnTo>
                    <a:pt x="17732" y="1540"/>
                  </a:lnTo>
                  <a:lnTo>
                    <a:pt x="17811" y="1619"/>
                  </a:lnTo>
                  <a:lnTo>
                    <a:pt x="17877" y="1712"/>
                  </a:lnTo>
                  <a:lnTo>
                    <a:pt x="17930" y="1817"/>
                  </a:lnTo>
                  <a:lnTo>
                    <a:pt x="17982" y="1922"/>
                  </a:lnTo>
                  <a:lnTo>
                    <a:pt x="18022" y="2027"/>
                  </a:lnTo>
                  <a:lnTo>
                    <a:pt x="18048" y="2146"/>
                  </a:lnTo>
                  <a:lnTo>
                    <a:pt x="18074" y="2264"/>
                  </a:lnTo>
                  <a:lnTo>
                    <a:pt x="18074" y="2383"/>
                  </a:lnTo>
                  <a:lnTo>
                    <a:pt x="18074" y="2501"/>
                  </a:lnTo>
                  <a:lnTo>
                    <a:pt x="18048" y="2620"/>
                  </a:lnTo>
                  <a:lnTo>
                    <a:pt x="18022" y="2738"/>
                  </a:lnTo>
                  <a:lnTo>
                    <a:pt x="17982" y="2844"/>
                  </a:lnTo>
                  <a:lnTo>
                    <a:pt x="17930" y="2949"/>
                  </a:lnTo>
                  <a:lnTo>
                    <a:pt x="17877" y="3054"/>
                  </a:lnTo>
                  <a:lnTo>
                    <a:pt x="17811" y="3146"/>
                  </a:lnTo>
                  <a:lnTo>
                    <a:pt x="17732" y="3225"/>
                  </a:lnTo>
                  <a:lnTo>
                    <a:pt x="17640" y="3304"/>
                  </a:lnTo>
                  <a:lnTo>
                    <a:pt x="17548" y="3370"/>
                  </a:lnTo>
                  <a:lnTo>
                    <a:pt x="17456" y="3436"/>
                  </a:lnTo>
                  <a:lnTo>
                    <a:pt x="17350" y="3489"/>
                  </a:lnTo>
                  <a:lnTo>
                    <a:pt x="17232" y="3528"/>
                  </a:lnTo>
                  <a:lnTo>
                    <a:pt x="17127" y="3554"/>
                  </a:lnTo>
                  <a:lnTo>
                    <a:pt x="17008" y="3581"/>
                  </a:lnTo>
                  <a:lnTo>
                    <a:pt x="16758" y="3581"/>
                  </a:lnTo>
                  <a:lnTo>
                    <a:pt x="16640" y="3554"/>
                  </a:lnTo>
                  <a:lnTo>
                    <a:pt x="16521" y="3528"/>
                  </a:lnTo>
                  <a:lnTo>
                    <a:pt x="16416" y="3489"/>
                  </a:lnTo>
                  <a:lnTo>
                    <a:pt x="16311" y="3436"/>
                  </a:lnTo>
                  <a:lnTo>
                    <a:pt x="16218" y="3370"/>
                  </a:lnTo>
                  <a:lnTo>
                    <a:pt x="16126" y="3304"/>
                  </a:lnTo>
                  <a:lnTo>
                    <a:pt x="16034" y="3225"/>
                  </a:lnTo>
                  <a:lnTo>
                    <a:pt x="15955" y="3146"/>
                  </a:lnTo>
                  <a:lnTo>
                    <a:pt x="15889" y="3054"/>
                  </a:lnTo>
                  <a:lnTo>
                    <a:pt x="15823" y="2949"/>
                  </a:lnTo>
                  <a:lnTo>
                    <a:pt x="15784" y="2844"/>
                  </a:lnTo>
                  <a:lnTo>
                    <a:pt x="15744" y="2738"/>
                  </a:lnTo>
                  <a:lnTo>
                    <a:pt x="15705" y="2620"/>
                  </a:lnTo>
                  <a:lnTo>
                    <a:pt x="15692" y="2501"/>
                  </a:lnTo>
                  <a:lnTo>
                    <a:pt x="15679" y="2383"/>
                  </a:lnTo>
                  <a:lnTo>
                    <a:pt x="15692" y="2264"/>
                  </a:lnTo>
                  <a:lnTo>
                    <a:pt x="15705" y="2146"/>
                  </a:lnTo>
                  <a:lnTo>
                    <a:pt x="15744" y="2027"/>
                  </a:lnTo>
                  <a:lnTo>
                    <a:pt x="15784" y="1922"/>
                  </a:lnTo>
                  <a:lnTo>
                    <a:pt x="15823" y="1817"/>
                  </a:lnTo>
                  <a:lnTo>
                    <a:pt x="15889" y="1712"/>
                  </a:lnTo>
                  <a:lnTo>
                    <a:pt x="15955" y="1619"/>
                  </a:lnTo>
                  <a:lnTo>
                    <a:pt x="16034" y="1540"/>
                  </a:lnTo>
                  <a:lnTo>
                    <a:pt x="16126" y="1461"/>
                  </a:lnTo>
                  <a:lnTo>
                    <a:pt x="16218" y="1396"/>
                  </a:lnTo>
                  <a:lnTo>
                    <a:pt x="16311" y="1330"/>
                  </a:lnTo>
                  <a:lnTo>
                    <a:pt x="16416" y="1277"/>
                  </a:lnTo>
                  <a:lnTo>
                    <a:pt x="16521" y="1238"/>
                  </a:lnTo>
                  <a:lnTo>
                    <a:pt x="16640" y="1211"/>
                  </a:lnTo>
                  <a:lnTo>
                    <a:pt x="16758" y="1198"/>
                  </a:lnTo>
                  <a:lnTo>
                    <a:pt x="16877" y="1185"/>
                  </a:lnTo>
                  <a:close/>
                  <a:moveTo>
                    <a:pt x="2370" y="0"/>
                  </a:moveTo>
                  <a:lnTo>
                    <a:pt x="2133" y="13"/>
                  </a:lnTo>
                  <a:lnTo>
                    <a:pt x="1897" y="53"/>
                  </a:lnTo>
                  <a:lnTo>
                    <a:pt x="1673" y="106"/>
                  </a:lnTo>
                  <a:lnTo>
                    <a:pt x="1449" y="198"/>
                  </a:lnTo>
                  <a:lnTo>
                    <a:pt x="1238" y="290"/>
                  </a:lnTo>
                  <a:lnTo>
                    <a:pt x="1041" y="408"/>
                  </a:lnTo>
                  <a:lnTo>
                    <a:pt x="857" y="553"/>
                  </a:lnTo>
                  <a:lnTo>
                    <a:pt x="699" y="698"/>
                  </a:lnTo>
                  <a:lnTo>
                    <a:pt x="541" y="869"/>
                  </a:lnTo>
                  <a:lnTo>
                    <a:pt x="396" y="1053"/>
                  </a:lnTo>
                  <a:lnTo>
                    <a:pt x="277" y="1251"/>
                  </a:lnTo>
                  <a:lnTo>
                    <a:pt x="185" y="1461"/>
                  </a:lnTo>
                  <a:lnTo>
                    <a:pt x="106" y="1672"/>
                  </a:lnTo>
                  <a:lnTo>
                    <a:pt x="40" y="1909"/>
                  </a:lnTo>
                  <a:lnTo>
                    <a:pt x="1" y="2146"/>
                  </a:lnTo>
                  <a:lnTo>
                    <a:pt x="1" y="2383"/>
                  </a:lnTo>
                  <a:lnTo>
                    <a:pt x="1" y="2633"/>
                  </a:lnTo>
                  <a:lnTo>
                    <a:pt x="40" y="2857"/>
                  </a:lnTo>
                  <a:lnTo>
                    <a:pt x="106" y="3094"/>
                  </a:lnTo>
                  <a:lnTo>
                    <a:pt x="185" y="3304"/>
                  </a:lnTo>
                  <a:lnTo>
                    <a:pt x="277" y="3515"/>
                  </a:lnTo>
                  <a:lnTo>
                    <a:pt x="396" y="3712"/>
                  </a:lnTo>
                  <a:lnTo>
                    <a:pt x="541" y="3897"/>
                  </a:lnTo>
                  <a:lnTo>
                    <a:pt x="699" y="4068"/>
                  </a:lnTo>
                  <a:lnTo>
                    <a:pt x="857" y="4213"/>
                  </a:lnTo>
                  <a:lnTo>
                    <a:pt x="1041" y="4357"/>
                  </a:lnTo>
                  <a:lnTo>
                    <a:pt x="1238" y="4476"/>
                  </a:lnTo>
                  <a:lnTo>
                    <a:pt x="1449" y="4581"/>
                  </a:lnTo>
                  <a:lnTo>
                    <a:pt x="1673" y="4660"/>
                  </a:lnTo>
                  <a:lnTo>
                    <a:pt x="1897" y="4713"/>
                  </a:lnTo>
                  <a:lnTo>
                    <a:pt x="2133" y="4752"/>
                  </a:lnTo>
                  <a:lnTo>
                    <a:pt x="2370" y="4765"/>
                  </a:lnTo>
                  <a:lnTo>
                    <a:pt x="2581" y="4752"/>
                  </a:lnTo>
                  <a:lnTo>
                    <a:pt x="2778" y="4726"/>
                  </a:lnTo>
                  <a:lnTo>
                    <a:pt x="2976" y="4686"/>
                  </a:lnTo>
                  <a:lnTo>
                    <a:pt x="3160" y="4621"/>
                  </a:lnTo>
                  <a:lnTo>
                    <a:pt x="3344" y="4555"/>
                  </a:lnTo>
                  <a:lnTo>
                    <a:pt x="3516" y="4463"/>
                  </a:lnTo>
                  <a:lnTo>
                    <a:pt x="3687" y="4371"/>
                  </a:lnTo>
                  <a:lnTo>
                    <a:pt x="3845" y="4252"/>
                  </a:lnTo>
                  <a:lnTo>
                    <a:pt x="3990" y="4134"/>
                  </a:lnTo>
                  <a:lnTo>
                    <a:pt x="4121" y="3989"/>
                  </a:lnTo>
                  <a:lnTo>
                    <a:pt x="4253" y="3844"/>
                  </a:lnTo>
                  <a:lnTo>
                    <a:pt x="4358" y="3686"/>
                  </a:lnTo>
                  <a:lnTo>
                    <a:pt x="4463" y="3515"/>
                  </a:lnTo>
                  <a:lnTo>
                    <a:pt x="4542" y="3344"/>
                  </a:lnTo>
                  <a:lnTo>
                    <a:pt x="4621" y="3160"/>
                  </a:lnTo>
                  <a:lnTo>
                    <a:pt x="4674" y="2975"/>
                  </a:lnTo>
                  <a:lnTo>
                    <a:pt x="14573" y="2975"/>
                  </a:lnTo>
                  <a:lnTo>
                    <a:pt x="14639" y="3160"/>
                  </a:lnTo>
                  <a:lnTo>
                    <a:pt x="14705" y="3344"/>
                  </a:lnTo>
                  <a:lnTo>
                    <a:pt x="14797" y="3515"/>
                  </a:lnTo>
                  <a:lnTo>
                    <a:pt x="14889" y="3686"/>
                  </a:lnTo>
                  <a:lnTo>
                    <a:pt x="15007" y="3844"/>
                  </a:lnTo>
                  <a:lnTo>
                    <a:pt x="15126" y="3989"/>
                  </a:lnTo>
                  <a:lnTo>
                    <a:pt x="15271" y="4134"/>
                  </a:lnTo>
                  <a:lnTo>
                    <a:pt x="15415" y="4252"/>
                  </a:lnTo>
                  <a:lnTo>
                    <a:pt x="15573" y="4371"/>
                  </a:lnTo>
                  <a:lnTo>
                    <a:pt x="15731" y="4463"/>
                  </a:lnTo>
                  <a:lnTo>
                    <a:pt x="15916" y="4555"/>
                  </a:lnTo>
                  <a:lnTo>
                    <a:pt x="16087" y="4621"/>
                  </a:lnTo>
                  <a:lnTo>
                    <a:pt x="16284" y="4686"/>
                  </a:lnTo>
                  <a:lnTo>
                    <a:pt x="16482" y="4726"/>
                  </a:lnTo>
                  <a:lnTo>
                    <a:pt x="16679" y="4752"/>
                  </a:lnTo>
                  <a:lnTo>
                    <a:pt x="16877" y="4765"/>
                  </a:lnTo>
                  <a:lnTo>
                    <a:pt x="17127" y="4752"/>
                  </a:lnTo>
                  <a:lnTo>
                    <a:pt x="17364" y="4713"/>
                  </a:lnTo>
                  <a:lnTo>
                    <a:pt x="17587" y="4660"/>
                  </a:lnTo>
                  <a:lnTo>
                    <a:pt x="17811" y="4581"/>
                  </a:lnTo>
                  <a:lnTo>
                    <a:pt x="18009" y="4476"/>
                  </a:lnTo>
                  <a:lnTo>
                    <a:pt x="18206" y="4357"/>
                  </a:lnTo>
                  <a:lnTo>
                    <a:pt x="18390" y="4213"/>
                  </a:lnTo>
                  <a:lnTo>
                    <a:pt x="18561" y="4068"/>
                  </a:lnTo>
                  <a:lnTo>
                    <a:pt x="18719" y="3897"/>
                  </a:lnTo>
                  <a:lnTo>
                    <a:pt x="18851" y="3712"/>
                  </a:lnTo>
                  <a:lnTo>
                    <a:pt x="18970" y="3515"/>
                  </a:lnTo>
                  <a:lnTo>
                    <a:pt x="19075" y="3304"/>
                  </a:lnTo>
                  <a:lnTo>
                    <a:pt x="19154" y="3094"/>
                  </a:lnTo>
                  <a:lnTo>
                    <a:pt x="19206" y="2857"/>
                  </a:lnTo>
                  <a:lnTo>
                    <a:pt x="19246" y="2633"/>
                  </a:lnTo>
                  <a:lnTo>
                    <a:pt x="19259" y="2383"/>
                  </a:lnTo>
                  <a:lnTo>
                    <a:pt x="19246" y="2146"/>
                  </a:lnTo>
                  <a:lnTo>
                    <a:pt x="19206" y="1909"/>
                  </a:lnTo>
                  <a:lnTo>
                    <a:pt x="19154" y="1672"/>
                  </a:lnTo>
                  <a:lnTo>
                    <a:pt x="19075" y="1461"/>
                  </a:lnTo>
                  <a:lnTo>
                    <a:pt x="18970" y="1251"/>
                  </a:lnTo>
                  <a:lnTo>
                    <a:pt x="18851" y="1053"/>
                  </a:lnTo>
                  <a:lnTo>
                    <a:pt x="18719" y="869"/>
                  </a:lnTo>
                  <a:lnTo>
                    <a:pt x="18561" y="698"/>
                  </a:lnTo>
                  <a:lnTo>
                    <a:pt x="18390" y="553"/>
                  </a:lnTo>
                  <a:lnTo>
                    <a:pt x="18206" y="408"/>
                  </a:lnTo>
                  <a:lnTo>
                    <a:pt x="18009" y="290"/>
                  </a:lnTo>
                  <a:lnTo>
                    <a:pt x="17811" y="198"/>
                  </a:lnTo>
                  <a:lnTo>
                    <a:pt x="17587" y="106"/>
                  </a:lnTo>
                  <a:lnTo>
                    <a:pt x="17364" y="53"/>
                  </a:lnTo>
                  <a:lnTo>
                    <a:pt x="17127" y="13"/>
                  </a:lnTo>
                  <a:lnTo>
                    <a:pt x="16877" y="0"/>
                  </a:lnTo>
                  <a:lnTo>
                    <a:pt x="16679" y="13"/>
                  </a:lnTo>
                  <a:lnTo>
                    <a:pt x="16482" y="40"/>
                  </a:lnTo>
                  <a:lnTo>
                    <a:pt x="16284" y="79"/>
                  </a:lnTo>
                  <a:lnTo>
                    <a:pt x="16087" y="145"/>
                  </a:lnTo>
                  <a:lnTo>
                    <a:pt x="15916" y="211"/>
                  </a:lnTo>
                  <a:lnTo>
                    <a:pt x="15731" y="303"/>
                  </a:lnTo>
                  <a:lnTo>
                    <a:pt x="15573" y="395"/>
                  </a:lnTo>
                  <a:lnTo>
                    <a:pt x="15415" y="514"/>
                  </a:lnTo>
                  <a:lnTo>
                    <a:pt x="15271" y="645"/>
                  </a:lnTo>
                  <a:lnTo>
                    <a:pt x="15126" y="777"/>
                  </a:lnTo>
                  <a:lnTo>
                    <a:pt x="15007" y="922"/>
                  </a:lnTo>
                  <a:lnTo>
                    <a:pt x="14889" y="1080"/>
                  </a:lnTo>
                  <a:lnTo>
                    <a:pt x="14797" y="1251"/>
                  </a:lnTo>
                  <a:lnTo>
                    <a:pt x="14705" y="1422"/>
                  </a:lnTo>
                  <a:lnTo>
                    <a:pt x="14639" y="1606"/>
                  </a:lnTo>
                  <a:lnTo>
                    <a:pt x="14573" y="1791"/>
                  </a:lnTo>
                  <a:lnTo>
                    <a:pt x="4674" y="1791"/>
                  </a:lnTo>
                  <a:lnTo>
                    <a:pt x="4621" y="1606"/>
                  </a:lnTo>
                  <a:lnTo>
                    <a:pt x="4542" y="1422"/>
                  </a:lnTo>
                  <a:lnTo>
                    <a:pt x="4463" y="1251"/>
                  </a:lnTo>
                  <a:lnTo>
                    <a:pt x="4358" y="1080"/>
                  </a:lnTo>
                  <a:lnTo>
                    <a:pt x="4253" y="922"/>
                  </a:lnTo>
                  <a:lnTo>
                    <a:pt x="4121" y="777"/>
                  </a:lnTo>
                  <a:lnTo>
                    <a:pt x="3990" y="645"/>
                  </a:lnTo>
                  <a:lnTo>
                    <a:pt x="3845" y="514"/>
                  </a:lnTo>
                  <a:lnTo>
                    <a:pt x="3687" y="395"/>
                  </a:lnTo>
                  <a:lnTo>
                    <a:pt x="3516" y="303"/>
                  </a:lnTo>
                  <a:lnTo>
                    <a:pt x="3344" y="211"/>
                  </a:lnTo>
                  <a:lnTo>
                    <a:pt x="3160" y="145"/>
                  </a:lnTo>
                  <a:lnTo>
                    <a:pt x="2976" y="79"/>
                  </a:lnTo>
                  <a:lnTo>
                    <a:pt x="2778" y="40"/>
                  </a:lnTo>
                  <a:lnTo>
                    <a:pt x="2581" y="13"/>
                  </a:lnTo>
                  <a:lnTo>
                    <a:pt x="2370" y="0"/>
                  </a:lnTo>
                  <a:close/>
                </a:path>
              </a:pathLst>
            </a:custGeom>
            <a:solidFill>
              <a:srgbClr val="FBF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4"/>
            <p:cNvSpPr/>
            <p:nvPr/>
          </p:nvSpPr>
          <p:spPr>
            <a:xfrm>
              <a:off x="1265475" y="1018700"/>
              <a:ext cx="4767200" cy="4229150"/>
            </a:xfrm>
            <a:custGeom>
              <a:avLst/>
              <a:gdLst/>
              <a:ahLst/>
              <a:cxnLst/>
              <a:rect l="l" t="t" r="r" b="b"/>
              <a:pathLst>
                <a:path w="190688" h="169166" extrusionOk="0">
                  <a:moveTo>
                    <a:pt x="71610" y="3542"/>
                  </a:moveTo>
                  <a:lnTo>
                    <a:pt x="71795" y="3555"/>
                  </a:lnTo>
                  <a:lnTo>
                    <a:pt x="71966" y="3581"/>
                  </a:lnTo>
                  <a:lnTo>
                    <a:pt x="72124" y="3608"/>
                  </a:lnTo>
                  <a:lnTo>
                    <a:pt x="72295" y="3647"/>
                  </a:lnTo>
                  <a:lnTo>
                    <a:pt x="72453" y="3700"/>
                  </a:lnTo>
                  <a:lnTo>
                    <a:pt x="72611" y="3752"/>
                  </a:lnTo>
                  <a:lnTo>
                    <a:pt x="72769" y="3805"/>
                  </a:lnTo>
                  <a:lnTo>
                    <a:pt x="72927" y="3871"/>
                  </a:lnTo>
                  <a:lnTo>
                    <a:pt x="73071" y="3950"/>
                  </a:lnTo>
                  <a:lnTo>
                    <a:pt x="73216" y="4042"/>
                  </a:lnTo>
                  <a:lnTo>
                    <a:pt x="73348" y="4121"/>
                  </a:lnTo>
                  <a:lnTo>
                    <a:pt x="73611" y="4318"/>
                  </a:lnTo>
                  <a:lnTo>
                    <a:pt x="73861" y="4542"/>
                  </a:lnTo>
                  <a:lnTo>
                    <a:pt x="74072" y="4779"/>
                  </a:lnTo>
                  <a:lnTo>
                    <a:pt x="74269" y="5042"/>
                  </a:lnTo>
                  <a:lnTo>
                    <a:pt x="74361" y="5187"/>
                  </a:lnTo>
                  <a:lnTo>
                    <a:pt x="74440" y="5332"/>
                  </a:lnTo>
                  <a:lnTo>
                    <a:pt x="74519" y="5477"/>
                  </a:lnTo>
                  <a:lnTo>
                    <a:pt x="74585" y="5635"/>
                  </a:lnTo>
                  <a:lnTo>
                    <a:pt x="74651" y="5780"/>
                  </a:lnTo>
                  <a:lnTo>
                    <a:pt x="74704" y="5938"/>
                  </a:lnTo>
                  <a:lnTo>
                    <a:pt x="74756" y="6109"/>
                  </a:lnTo>
                  <a:lnTo>
                    <a:pt x="74796" y="6267"/>
                  </a:lnTo>
                  <a:lnTo>
                    <a:pt x="74822" y="6438"/>
                  </a:lnTo>
                  <a:lnTo>
                    <a:pt x="74849" y="6609"/>
                  </a:lnTo>
                  <a:lnTo>
                    <a:pt x="74862" y="6780"/>
                  </a:lnTo>
                  <a:lnTo>
                    <a:pt x="74862" y="6964"/>
                  </a:lnTo>
                  <a:lnTo>
                    <a:pt x="74862" y="7135"/>
                  </a:lnTo>
                  <a:lnTo>
                    <a:pt x="74849" y="7307"/>
                  </a:lnTo>
                  <a:lnTo>
                    <a:pt x="74822" y="7478"/>
                  </a:lnTo>
                  <a:lnTo>
                    <a:pt x="74796" y="7649"/>
                  </a:lnTo>
                  <a:lnTo>
                    <a:pt x="74756" y="7807"/>
                  </a:lnTo>
                  <a:lnTo>
                    <a:pt x="74704" y="7978"/>
                  </a:lnTo>
                  <a:lnTo>
                    <a:pt x="74651" y="8136"/>
                  </a:lnTo>
                  <a:lnTo>
                    <a:pt x="74585" y="8294"/>
                  </a:lnTo>
                  <a:lnTo>
                    <a:pt x="74519" y="8439"/>
                  </a:lnTo>
                  <a:lnTo>
                    <a:pt x="74440" y="8583"/>
                  </a:lnTo>
                  <a:lnTo>
                    <a:pt x="74361" y="8728"/>
                  </a:lnTo>
                  <a:lnTo>
                    <a:pt x="74269" y="8873"/>
                  </a:lnTo>
                  <a:lnTo>
                    <a:pt x="74072" y="9136"/>
                  </a:lnTo>
                  <a:lnTo>
                    <a:pt x="73861" y="9373"/>
                  </a:lnTo>
                  <a:lnTo>
                    <a:pt x="73611" y="9597"/>
                  </a:lnTo>
                  <a:lnTo>
                    <a:pt x="73348" y="9795"/>
                  </a:lnTo>
                  <a:lnTo>
                    <a:pt x="73216" y="9887"/>
                  </a:lnTo>
                  <a:lnTo>
                    <a:pt x="73071" y="9966"/>
                  </a:lnTo>
                  <a:lnTo>
                    <a:pt x="72927" y="10045"/>
                  </a:lnTo>
                  <a:lnTo>
                    <a:pt x="72769" y="10110"/>
                  </a:lnTo>
                  <a:lnTo>
                    <a:pt x="72611" y="10176"/>
                  </a:lnTo>
                  <a:lnTo>
                    <a:pt x="72453" y="10229"/>
                  </a:lnTo>
                  <a:lnTo>
                    <a:pt x="72295" y="10268"/>
                  </a:lnTo>
                  <a:lnTo>
                    <a:pt x="72124" y="10308"/>
                  </a:lnTo>
                  <a:lnTo>
                    <a:pt x="71966" y="10334"/>
                  </a:lnTo>
                  <a:lnTo>
                    <a:pt x="71795" y="10361"/>
                  </a:lnTo>
                  <a:lnTo>
                    <a:pt x="71610" y="10374"/>
                  </a:lnTo>
                  <a:lnTo>
                    <a:pt x="71268" y="10374"/>
                  </a:lnTo>
                  <a:lnTo>
                    <a:pt x="71097" y="10361"/>
                  </a:lnTo>
                  <a:lnTo>
                    <a:pt x="70926" y="10334"/>
                  </a:lnTo>
                  <a:lnTo>
                    <a:pt x="70755" y="10308"/>
                  </a:lnTo>
                  <a:lnTo>
                    <a:pt x="70584" y="10268"/>
                  </a:lnTo>
                  <a:lnTo>
                    <a:pt x="70426" y="10229"/>
                  </a:lnTo>
                  <a:lnTo>
                    <a:pt x="70268" y="10176"/>
                  </a:lnTo>
                  <a:lnTo>
                    <a:pt x="70110" y="10110"/>
                  </a:lnTo>
                  <a:lnTo>
                    <a:pt x="69965" y="10045"/>
                  </a:lnTo>
                  <a:lnTo>
                    <a:pt x="69807" y="9966"/>
                  </a:lnTo>
                  <a:lnTo>
                    <a:pt x="69662" y="9887"/>
                  </a:lnTo>
                  <a:lnTo>
                    <a:pt x="69530" y="9795"/>
                  </a:lnTo>
                  <a:lnTo>
                    <a:pt x="69267" y="9597"/>
                  </a:lnTo>
                  <a:lnTo>
                    <a:pt x="69017" y="9373"/>
                  </a:lnTo>
                  <a:lnTo>
                    <a:pt x="68806" y="9136"/>
                  </a:lnTo>
                  <a:lnTo>
                    <a:pt x="68609" y="8873"/>
                  </a:lnTo>
                  <a:lnTo>
                    <a:pt x="68517" y="8728"/>
                  </a:lnTo>
                  <a:lnTo>
                    <a:pt x="68438" y="8583"/>
                  </a:lnTo>
                  <a:lnTo>
                    <a:pt x="68359" y="8439"/>
                  </a:lnTo>
                  <a:lnTo>
                    <a:pt x="68293" y="8294"/>
                  </a:lnTo>
                  <a:lnTo>
                    <a:pt x="68227" y="8136"/>
                  </a:lnTo>
                  <a:lnTo>
                    <a:pt x="68175" y="7978"/>
                  </a:lnTo>
                  <a:lnTo>
                    <a:pt x="68122" y="7807"/>
                  </a:lnTo>
                  <a:lnTo>
                    <a:pt x="68096" y="7649"/>
                  </a:lnTo>
                  <a:lnTo>
                    <a:pt x="68056" y="7478"/>
                  </a:lnTo>
                  <a:lnTo>
                    <a:pt x="68043" y="7307"/>
                  </a:lnTo>
                  <a:lnTo>
                    <a:pt x="68030" y="7135"/>
                  </a:lnTo>
                  <a:lnTo>
                    <a:pt x="68017" y="6964"/>
                  </a:lnTo>
                  <a:lnTo>
                    <a:pt x="68030" y="6780"/>
                  </a:lnTo>
                  <a:lnTo>
                    <a:pt x="68043" y="6609"/>
                  </a:lnTo>
                  <a:lnTo>
                    <a:pt x="68056" y="6438"/>
                  </a:lnTo>
                  <a:lnTo>
                    <a:pt x="68096" y="6267"/>
                  </a:lnTo>
                  <a:lnTo>
                    <a:pt x="68122" y="6109"/>
                  </a:lnTo>
                  <a:lnTo>
                    <a:pt x="68175" y="5938"/>
                  </a:lnTo>
                  <a:lnTo>
                    <a:pt x="68227" y="5780"/>
                  </a:lnTo>
                  <a:lnTo>
                    <a:pt x="68293" y="5635"/>
                  </a:lnTo>
                  <a:lnTo>
                    <a:pt x="68359" y="5477"/>
                  </a:lnTo>
                  <a:lnTo>
                    <a:pt x="68438" y="5332"/>
                  </a:lnTo>
                  <a:lnTo>
                    <a:pt x="68517" y="5187"/>
                  </a:lnTo>
                  <a:lnTo>
                    <a:pt x="68609" y="5042"/>
                  </a:lnTo>
                  <a:lnTo>
                    <a:pt x="68806" y="4779"/>
                  </a:lnTo>
                  <a:lnTo>
                    <a:pt x="69017" y="4542"/>
                  </a:lnTo>
                  <a:lnTo>
                    <a:pt x="69267" y="4318"/>
                  </a:lnTo>
                  <a:lnTo>
                    <a:pt x="69530" y="4121"/>
                  </a:lnTo>
                  <a:lnTo>
                    <a:pt x="69662" y="4042"/>
                  </a:lnTo>
                  <a:lnTo>
                    <a:pt x="69807" y="3950"/>
                  </a:lnTo>
                  <a:lnTo>
                    <a:pt x="69965" y="3871"/>
                  </a:lnTo>
                  <a:lnTo>
                    <a:pt x="70110" y="3805"/>
                  </a:lnTo>
                  <a:lnTo>
                    <a:pt x="70268" y="3752"/>
                  </a:lnTo>
                  <a:lnTo>
                    <a:pt x="70426" y="3700"/>
                  </a:lnTo>
                  <a:lnTo>
                    <a:pt x="70584" y="3647"/>
                  </a:lnTo>
                  <a:lnTo>
                    <a:pt x="70755" y="3608"/>
                  </a:lnTo>
                  <a:lnTo>
                    <a:pt x="70926" y="3581"/>
                  </a:lnTo>
                  <a:lnTo>
                    <a:pt x="71097" y="3555"/>
                  </a:lnTo>
                  <a:lnTo>
                    <a:pt x="71268" y="3542"/>
                  </a:lnTo>
                  <a:close/>
                  <a:moveTo>
                    <a:pt x="163847" y="5609"/>
                  </a:moveTo>
                  <a:lnTo>
                    <a:pt x="164018" y="5622"/>
                  </a:lnTo>
                  <a:lnTo>
                    <a:pt x="164189" y="5635"/>
                  </a:lnTo>
                  <a:lnTo>
                    <a:pt x="164360" y="5648"/>
                  </a:lnTo>
                  <a:lnTo>
                    <a:pt x="164531" y="5687"/>
                  </a:lnTo>
                  <a:lnTo>
                    <a:pt x="164702" y="5727"/>
                  </a:lnTo>
                  <a:lnTo>
                    <a:pt x="164860" y="5766"/>
                  </a:lnTo>
                  <a:lnTo>
                    <a:pt x="165018" y="5819"/>
                  </a:lnTo>
                  <a:lnTo>
                    <a:pt x="165176" y="5885"/>
                  </a:lnTo>
                  <a:lnTo>
                    <a:pt x="165321" y="5951"/>
                  </a:lnTo>
                  <a:lnTo>
                    <a:pt x="165479" y="6030"/>
                  </a:lnTo>
                  <a:lnTo>
                    <a:pt x="165611" y="6109"/>
                  </a:lnTo>
                  <a:lnTo>
                    <a:pt x="165756" y="6201"/>
                  </a:lnTo>
                  <a:lnTo>
                    <a:pt x="166019" y="6398"/>
                  </a:lnTo>
                  <a:lnTo>
                    <a:pt x="166256" y="6622"/>
                  </a:lnTo>
                  <a:lnTo>
                    <a:pt x="166480" y="6859"/>
                  </a:lnTo>
                  <a:lnTo>
                    <a:pt x="166677" y="7122"/>
                  </a:lnTo>
                  <a:lnTo>
                    <a:pt x="166769" y="7267"/>
                  </a:lnTo>
                  <a:lnTo>
                    <a:pt x="166848" y="7399"/>
                  </a:lnTo>
                  <a:lnTo>
                    <a:pt x="166927" y="7557"/>
                  </a:lnTo>
                  <a:lnTo>
                    <a:pt x="166993" y="7702"/>
                  </a:lnTo>
                  <a:lnTo>
                    <a:pt x="167059" y="7859"/>
                  </a:lnTo>
                  <a:lnTo>
                    <a:pt x="167111" y="8017"/>
                  </a:lnTo>
                  <a:lnTo>
                    <a:pt x="167151" y="8175"/>
                  </a:lnTo>
                  <a:lnTo>
                    <a:pt x="167190" y="8347"/>
                  </a:lnTo>
                  <a:lnTo>
                    <a:pt x="167230" y="8518"/>
                  </a:lnTo>
                  <a:lnTo>
                    <a:pt x="167243" y="8689"/>
                  </a:lnTo>
                  <a:lnTo>
                    <a:pt x="167256" y="8860"/>
                  </a:lnTo>
                  <a:lnTo>
                    <a:pt x="167269" y="9031"/>
                  </a:lnTo>
                  <a:lnTo>
                    <a:pt x="167256" y="9202"/>
                  </a:lnTo>
                  <a:lnTo>
                    <a:pt x="167243" y="9386"/>
                  </a:lnTo>
                  <a:lnTo>
                    <a:pt x="167230" y="9558"/>
                  </a:lnTo>
                  <a:lnTo>
                    <a:pt x="167190" y="9716"/>
                  </a:lnTo>
                  <a:lnTo>
                    <a:pt x="167151" y="9887"/>
                  </a:lnTo>
                  <a:lnTo>
                    <a:pt x="167111" y="10045"/>
                  </a:lnTo>
                  <a:lnTo>
                    <a:pt x="167059" y="10203"/>
                  </a:lnTo>
                  <a:lnTo>
                    <a:pt x="166993" y="10361"/>
                  </a:lnTo>
                  <a:lnTo>
                    <a:pt x="166927" y="10519"/>
                  </a:lnTo>
                  <a:lnTo>
                    <a:pt x="166848" y="10663"/>
                  </a:lnTo>
                  <a:lnTo>
                    <a:pt x="166769" y="10808"/>
                  </a:lnTo>
                  <a:lnTo>
                    <a:pt x="166677" y="10940"/>
                  </a:lnTo>
                  <a:lnTo>
                    <a:pt x="166480" y="11203"/>
                  </a:lnTo>
                  <a:lnTo>
                    <a:pt x="166256" y="11453"/>
                  </a:lnTo>
                  <a:lnTo>
                    <a:pt x="166019" y="11677"/>
                  </a:lnTo>
                  <a:lnTo>
                    <a:pt x="165756" y="11861"/>
                  </a:lnTo>
                  <a:lnTo>
                    <a:pt x="165611" y="11953"/>
                  </a:lnTo>
                  <a:lnTo>
                    <a:pt x="165479" y="12045"/>
                  </a:lnTo>
                  <a:lnTo>
                    <a:pt x="165321" y="12111"/>
                  </a:lnTo>
                  <a:lnTo>
                    <a:pt x="165176" y="12177"/>
                  </a:lnTo>
                  <a:lnTo>
                    <a:pt x="165018" y="12243"/>
                  </a:lnTo>
                  <a:lnTo>
                    <a:pt x="164860" y="12296"/>
                  </a:lnTo>
                  <a:lnTo>
                    <a:pt x="164702" y="12348"/>
                  </a:lnTo>
                  <a:lnTo>
                    <a:pt x="164531" y="12388"/>
                  </a:lnTo>
                  <a:lnTo>
                    <a:pt x="164360" y="12414"/>
                  </a:lnTo>
                  <a:lnTo>
                    <a:pt x="164189" y="12440"/>
                  </a:lnTo>
                  <a:lnTo>
                    <a:pt x="164018" y="12454"/>
                  </a:lnTo>
                  <a:lnTo>
                    <a:pt x="163663" y="12454"/>
                  </a:lnTo>
                  <a:lnTo>
                    <a:pt x="163491" y="12440"/>
                  </a:lnTo>
                  <a:lnTo>
                    <a:pt x="163320" y="12414"/>
                  </a:lnTo>
                  <a:lnTo>
                    <a:pt x="163162" y="12388"/>
                  </a:lnTo>
                  <a:lnTo>
                    <a:pt x="162991" y="12348"/>
                  </a:lnTo>
                  <a:lnTo>
                    <a:pt x="162833" y="12296"/>
                  </a:lnTo>
                  <a:lnTo>
                    <a:pt x="162675" y="12243"/>
                  </a:lnTo>
                  <a:lnTo>
                    <a:pt x="162517" y="12177"/>
                  </a:lnTo>
                  <a:lnTo>
                    <a:pt x="162359" y="12111"/>
                  </a:lnTo>
                  <a:lnTo>
                    <a:pt x="162215" y="12045"/>
                  </a:lnTo>
                  <a:lnTo>
                    <a:pt x="162070" y="11953"/>
                  </a:lnTo>
                  <a:lnTo>
                    <a:pt x="161938" y="11861"/>
                  </a:lnTo>
                  <a:lnTo>
                    <a:pt x="161675" y="11677"/>
                  </a:lnTo>
                  <a:lnTo>
                    <a:pt x="161425" y="11453"/>
                  </a:lnTo>
                  <a:lnTo>
                    <a:pt x="161201" y="11203"/>
                  </a:lnTo>
                  <a:lnTo>
                    <a:pt x="161004" y="10940"/>
                  </a:lnTo>
                  <a:lnTo>
                    <a:pt x="160925" y="10808"/>
                  </a:lnTo>
                  <a:lnTo>
                    <a:pt x="160832" y="10663"/>
                  </a:lnTo>
                  <a:lnTo>
                    <a:pt x="160767" y="10519"/>
                  </a:lnTo>
                  <a:lnTo>
                    <a:pt x="160688" y="10361"/>
                  </a:lnTo>
                  <a:lnTo>
                    <a:pt x="160635" y="10203"/>
                  </a:lnTo>
                  <a:lnTo>
                    <a:pt x="160582" y="10045"/>
                  </a:lnTo>
                  <a:lnTo>
                    <a:pt x="160530" y="9887"/>
                  </a:lnTo>
                  <a:lnTo>
                    <a:pt x="160490" y="9716"/>
                  </a:lnTo>
                  <a:lnTo>
                    <a:pt x="160464" y="9558"/>
                  </a:lnTo>
                  <a:lnTo>
                    <a:pt x="160437" y="9386"/>
                  </a:lnTo>
                  <a:lnTo>
                    <a:pt x="160424" y="9202"/>
                  </a:lnTo>
                  <a:lnTo>
                    <a:pt x="160424" y="9031"/>
                  </a:lnTo>
                  <a:lnTo>
                    <a:pt x="160424" y="8860"/>
                  </a:lnTo>
                  <a:lnTo>
                    <a:pt x="160437" y="8689"/>
                  </a:lnTo>
                  <a:lnTo>
                    <a:pt x="160464" y="8518"/>
                  </a:lnTo>
                  <a:lnTo>
                    <a:pt x="160490" y="8347"/>
                  </a:lnTo>
                  <a:lnTo>
                    <a:pt x="160530" y="8175"/>
                  </a:lnTo>
                  <a:lnTo>
                    <a:pt x="160582" y="8017"/>
                  </a:lnTo>
                  <a:lnTo>
                    <a:pt x="160635" y="7859"/>
                  </a:lnTo>
                  <a:lnTo>
                    <a:pt x="160688" y="7702"/>
                  </a:lnTo>
                  <a:lnTo>
                    <a:pt x="160767" y="7557"/>
                  </a:lnTo>
                  <a:lnTo>
                    <a:pt x="160832" y="7399"/>
                  </a:lnTo>
                  <a:lnTo>
                    <a:pt x="160925" y="7267"/>
                  </a:lnTo>
                  <a:lnTo>
                    <a:pt x="161004" y="7122"/>
                  </a:lnTo>
                  <a:lnTo>
                    <a:pt x="161201" y="6859"/>
                  </a:lnTo>
                  <a:lnTo>
                    <a:pt x="161425" y="6622"/>
                  </a:lnTo>
                  <a:lnTo>
                    <a:pt x="161675" y="6398"/>
                  </a:lnTo>
                  <a:lnTo>
                    <a:pt x="161938" y="6201"/>
                  </a:lnTo>
                  <a:lnTo>
                    <a:pt x="162070" y="6109"/>
                  </a:lnTo>
                  <a:lnTo>
                    <a:pt x="162215" y="6030"/>
                  </a:lnTo>
                  <a:lnTo>
                    <a:pt x="162359" y="5951"/>
                  </a:lnTo>
                  <a:lnTo>
                    <a:pt x="162517" y="5885"/>
                  </a:lnTo>
                  <a:lnTo>
                    <a:pt x="162675" y="5819"/>
                  </a:lnTo>
                  <a:lnTo>
                    <a:pt x="162833" y="5766"/>
                  </a:lnTo>
                  <a:lnTo>
                    <a:pt x="162991" y="5727"/>
                  </a:lnTo>
                  <a:lnTo>
                    <a:pt x="163162" y="5687"/>
                  </a:lnTo>
                  <a:lnTo>
                    <a:pt x="163320" y="5648"/>
                  </a:lnTo>
                  <a:lnTo>
                    <a:pt x="163491" y="5635"/>
                  </a:lnTo>
                  <a:lnTo>
                    <a:pt x="163663" y="5622"/>
                  </a:lnTo>
                  <a:lnTo>
                    <a:pt x="163847" y="5609"/>
                  </a:lnTo>
                  <a:close/>
                  <a:moveTo>
                    <a:pt x="155054" y="48298"/>
                  </a:moveTo>
                  <a:lnTo>
                    <a:pt x="155225" y="48311"/>
                  </a:lnTo>
                  <a:lnTo>
                    <a:pt x="155396" y="48337"/>
                  </a:lnTo>
                  <a:lnTo>
                    <a:pt x="155567" y="48364"/>
                  </a:lnTo>
                  <a:lnTo>
                    <a:pt x="155738" y="48403"/>
                  </a:lnTo>
                  <a:lnTo>
                    <a:pt x="155896" y="48443"/>
                  </a:lnTo>
                  <a:lnTo>
                    <a:pt x="156054" y="48508"/>
                  </a:lnTo>
                  <a:lnTo>
                    <a:pt x="156212" y="48561"/>
                  </a:lnTo>
                  <a:lnTo>
                    <a:pt x="156357" y="48627"/>
                  </a:lnTo>
                  <a:lnTo>
                    <a:pt x="156515" y="48706"/>
                  </a:lnTo>
                  <a:lnTo>
                    <a:pt x="156646" y="48785"/>
                  </a:lnTo>
                  <a:lnTo>
                    <a:pt x="156791" y="48877"/>
                  </a:lnTo>
                  <a:lnTo>
                    <a:pt x="157054" y="49074"/>
                  </a:lnTo>
                  <a:lnTo>
                    <a:pt x="157291" y="49298"/>
                  </a:lnTo>
                  <a:lnTo>
                    <a:pt x="157515" y="49535"/>
                  </a:lnTo>
                  <a:lnTo>
                    <a:pt x="157713" y="49798"/>
                  </a:lnTo>
                  <a:lnTo>
                    <a:pt x="157805" y="49943"/>
                  </a:lnTo>
                  <a:lnTo>
                    <a:pt x="157884" y="50088"/>
                  </a:lnTo>
                  <a:lnTo>
                    <a:pt x="157963" y="50233"/>
                  </a:lnTo>
                  <a:lnTo>
                    <a:pt x="158029" y="50391"/>
                  </a:lnTo>
                  <a:lnTo>
                    <a:pt x="158094" y="50536"/>
                  </a:lnTo>
                  <a:lnTo>
                    <a:pt x="158147" y="50694"/>
                  </a:lnTo>
                  <a:lnTo>
                    <a:pt x="158187" y="50865"/>
                  </a:lnTo>
                  <a:lnTo>
                    <a:pt x="158226" y="51023"/>
                  </a:lnTo>
                  <a:lnTo>
                    <a:pt x="158266" y="51194"/>
                  </a:lnTo>
                  <a:lnTo>
                    <a:pt x="158279" y="51365"/>
                  </a:lnTo>
                  <a:lnTo>
                    <a:pt x="158292" y="51536"/>
                  </a:lnTo>
                  <a:lnTo>
                    <a:pt x="158305" y="51720"/>
                  </a:lnTo>
                  <a:lnTo>
                    <a:pt x="158292" y="51891"/>
                  </a:lnTo>
                  <a:lnTo>
                    <a:pt x="158279" y="52063"/>
                  </a:lnTo>
                  <a:lnTo>
                    <a:pt x="158266" y="52234"/>
                  </a:lnTo>
                  <a:lnTo>
                    <a:pt x="158226" y="52405"/>
                  </a:lnTo>
                  <a:lnTo>
                    <a:pt x="158187" y="52563"/>
                  </a:lnTo>
                  <a:lnTo>
                    <a:pt x="158147" y="52734"/>
                  </a:lnTo>
                  <a:lnTo>
                    <a:pt x="158094" y="52892"/>
                  </a:lnTo>
                  <a:lnTo>
                    <a:pt x="158029" y="53050"/>
                  </a:lnTo>
                  <a:lnTo>
                    <a:pt x="157963" y="53195"/>
                  </a:lnTo>
                  <a:lnTo>
                    <a:pt x="157884" y="53339"/>
                  </a:lnTo>
                  <a:lnTo>
                    <a:pt x="157805" y="53484"/>
                  </a:lnTo>
                  <a:lnTo>
                    <a:pt x="157713" y="53629"/>
                  </a:lnTo>
                  <a:lnTo>
                    <a:pt x="157515" y="53892"/>
                  </a:lnTo>
                  <a:lnTo>
                    <a:pt x="157291" y="54129"/>
                  </a:lnTo>
                  <a:lnTo>
                    <a:pt x="157054" y="54353"/>
                  </a:lnTo>
                  <a:lnTo>
                    <a:pt x="156791" y="54550"/>
                  </a:lnTo>
                  <a:lnTo>
                    <a:pt x="156646" y="54643"/>
                  </a:lnTo>
                  <a:lnTo>
                    <a:pt x="156515" y="54722"/>
                  </a:lnTo>
                  <a:lnTo>
                    <a:pt x="156357" y="54801"/>
                  </a:lnTo>
                  <a:lnTo>
                    <a:pt x="156212" y="54866"/>
                  </a:lnTo>
                  <a:lnTo>
                    <a:pt x="156054" y="54932"/>
                  </a:lnTo>
                  <a:lnTo>
                    <a:pt x="155896" y="54985"/>
                  </a:lnTo>
                  <a:lnTo>
                    <a:pt x="155738" y="55024"/>
                  </a:lnTo>
                  <a:lnTo>
                    <a:pt x="155567" y="55064"/>
                  </a:lnTo>
                  <a:lnTo>
                    <a:pt x="155396" y="55090"/>
                  </a:lnTo>
                  <a:lnTo>
                    <a:pt x="155225" y="55117"/>
                  </a:lnTo>
                  <a:lnTo>
                    <a:pt x="155054" y="55130"/>
                  </a:lnTo>
                  <a:lnTo>
                    <a:pt x="154698" y="55130"/>
                  </a:lnTo>
                  <a:lnTo>
                    <a:pt x="154527" y="55117"/>
                  </a:lnTo>
                  <a:lnTo>
                    <a:pt x="154356" y="55090"/>
                  </a:lnTo>
                  <a:lnTo>
                    <a:pt x="154198" y="55064"/>
                  </a:lnTo>
                  <a:lnTo>
                    <a:pt x="154027" y="55024"/>
                  </a:lnTo>
                  <a:lnTo>
                    <a:pt x="153869" y="54985"/>
                  </a:lnTo>
                  <a:lnTo>
                    <a:pt x="153711" y="54932"/>
                  </a:lnTo>
                  <a:lnTo>
                    <a:pt x="153553" y="54866"/>
                  </a:lnTo>
                  <a:lnTo>
                    <a:pt x="153395" y="54801"/>
                  </a:lnTo>
                  <a:lnTo>
                    <a:pt x="153250" y="54722"/>
                  </a:lnTo>
                  <a:lnTo>
                    <a:pt x="153105" y="54643"/>
                  </a:lnTo>
                  <a:lnTo>
                    <a:pt x="152974" y="54550"/>
                  </a:lnTo>
                  <a:lnTo>
                    <a:pt x="152711" y="54353"/>
                  </a:lnTo>
                  <a:lnTo>
                    <a:pt x="152460" y="54129"/>
                  </a:lnTo>
                  <a:lnTo>
                    <a:pt x="152237" y="53892"/>
                  </a:lnTo>
                  <a:lnTo>
                    <a:pt x="152039" y="53629"/>
                  </a:lnTo>
                  <a:lnTo>
                    <a:pt x="151960" y="53484"/>
                  </a:lnTo>
                  <a:lnTo>
                    <a:pt x="151868" y="53339"/>
                  </a:lnTo>
                  <a:lnTo>
                    <a:pt x="151802" y="53195"/>
                  </a:lnTo>
                  <a:lnTo>
                    <a:pt x="151723" y="53050"/>
                  </a:lnTo>
                  <a:lnTo>
                    <a:pt x="151671" y="52892"/>
                  </a:lnTo>
                  <a:lnTo>
                    <a:pt x="151618" y="52734"/>
                  </a:lnTo>
                  <a:lnTo>
                    <a:pt x="151565" y="52563"/>
                  </a:lnTo>
                  <a:lnTo>
                    <a:pt x="151526" y="52405"/>
                  </a:lnTo>
                  <a:lnTo>
                    <a:pt x="151499" y="52234"/>
                  </a:lnTo>
                  <a:lnTo>
                    <a:pt x="151473" y="52063"/>
                  </a:lnTo>
                  <a:lnTo>
                    <a:pt x="151460" y="51891"/>
                  </a:lnTo>
                  <a:lnTo>
                    <a:pt x="151460" y="51720"/>
                  </a:lnTo>
                  <a:lnTo>
                    <a:pt x="151460" y="51536"/>
                  </a:lnTo>
                  <a:lnTo>
                    <a:pt x="151473" y="51365"/>
                  </a:lnTo>
                  <a:lnTo>
                    <a:pt x="151499" y="51194"/>
                  </a:lnTo>
                  <a:lnTo>
                    <a:pt x="151526" y="51023"/>
                  </a:lnTo>
                  <a:lnTo>
                    <a:pt x="151565" y="50865"/>
                  </a:lnTo>
                  <a:lnTo>
                    <a:pt x="151618" y="50694"/>
                  </a:lnTo>
                  <a:lnTo>
                    <a:pt x="151671" y="50536"/>
                  </a:lnTo>
                  <a:lnTo>
                    <a:pt x="151723" y="50391"/>
                  </a:lnTo>
                  <a:lnTo>
                    <a:pt x="151802" y="50233"/>
                  </a:lnTo>
                  <a:lnTo>
                    <a:pt x="151868" y="50088"/>
                  </a:lnTo>
                  <a:lnTo>
                    <a:pt x="151960" y="49943"/>
                  </a:lnTo>
                  <a:lnTo>
                    <a:pt x="152039" y="49798"/>
                  </a:lnTo>
                  <a:lnTo>
                    <a:pt x="152237" y="49535"/>
                  </a:lnTo>
                  <a:lnTo>
                    <a:pt x="152460" y="49298"/>
                  </a:lnTo>
                  <a:lnTo>
                    <a:pt x="152711" y="49074"/>
                  </a:lnTo>
                  <a:lnTo>
                    <a:pt x="152974" y="48877"/>
                  </a:lnTo>
                  <a:lnTo>
                    <a:pt x="153105" y="48785"/>
                  </a:lnTo>
                  <a:lnTo>
                    <a:pt x="153250" y="48706"/>
                  </a:lnTo>
                  <a:lnTo>
                    <a:pt x="153395" y="48627"/>
                  </a:lnTo>
                  <a:lnTo>
                    <a:pt x="153553" y="48561"/>
                  </a:lnTo>
                  <a:lnTo>
                    <a:pt x="153711" y="48508"/>
                  </a:lnTo>
                  <a:lnTo>
                    <a:pt x="153869" y="48443"/>
                  </a:lnTo>
                  <a:lnTo>
                    <a:pt x="154027" y="48403"/>
                  </a:lnTo>
                  <a:lnTo>
                    <a:pt x="154198" y="48364"/>
                  </a:lnTo>
                  <a:lnTo>
                    <a:pt x="154356" y="48337"/>
                  </a:lnTo>
                  <a:lnTo>
                    <a:pt x="154527" y="48311"/>
                  </a:lnTo>
                  <a:lnTo>
                    <a:pt x="154698" y="48298"/>
                  </a:lnTo>
                  <a:close/>
                  <a:moveTo>
                    <a:pt x="7136" y="50641"/>
                  </a:moveTo>
                  <a:lnTo>
                    <a:pt x="7307" y="50654"/>
                  </a:lnTo>
                  <a:lnTo>
                    <a:pt x="7478" y="50680"/>
                  </a:lnTo>
                  <a:lnTo>
                    <a:pt x="7649" y="50707"/>
                  </a:lnTo>
                  <a:lnTo>
                    <a:pt x="7820" y="50746"/>
                  </a:lnTo>
                  <a:lnTo>
                    <a:pt x="7978" y="50786"/>
                  </a:lnTo>
                  <a:lnTo>
                    <a:pt x="8136" y="50838"/>
                  </a:lnTo>
                  <a:lnTo>
                    <a:pt x="8294" y="50904"/>
                  </a:lnTo>
                  <a:lnTo>
                    <a:pt x="8439" y="50970"/>
                  </a:lnTo>
                  <a:lnTo>
                    <a:pt x="8584" y="51049"/>
                  </a:lnTo>
                  <a:lnTo>
                    <a:pt x="8728" y="51128"/>
                  </a:lnTo>
                  <a:lnTo>
                    <a:pt x="8873" y="51220"/>
                  </a:lnTo>
                  <a:lnTo>
                    <a:pt x="9136" y="51418"/>
                  </a:lnTo>
                  <a:lnTo>
                    <a:pt x="9373" y="51641"/>
                  </a:lnTo>
                  <a:lnTo>
                    <a:pt x="9597" y="51878"/>
                  </a:lnTo>
                  <a:lnTo>
                    <a:pt x="9795" y="52142"/>
                  </a:lnTo>
                  <a:lnTo>
                    <a:pt x="9887" y="52286"/>
                  </a:lnTo>
                  <a:lnTo>
                    <a:pt x="9966" y="52431"/>
                  </a:lnTo>
                  <a:lnTo>
                    <a:pt x="10045" y="52576"/>
                  </a:lnTo>
                  <a:lnTo>
                    <a:pt x="10111" y="52721"/>
                  </a:lnTo>
                  <a:lnTo>
                    <a:pt x="10176" y="52879"/>
                  </a:lnTo>
                  <a:lnTo>
                    <a:pt x="10229" y="53037"/>
                  </a:lnTo>
                  <a:lnTo>
                    <a:pt x="10268" y="53208"/>
                  </a:lnTo>
                  <a:lnTo>
                    <a:pt x="10308" y="53366"/>
                  </a:lnTo>
                  <a:lnTo>
                    <a:pt x="10334" y="53537"/>
                  </a:lnTo>
                  <a:lnTo>
                    <a:pt x="10361" y="53708"/>
                  </a:lnTo>
                  <a:lnTo>
                    <a:pt x="10374" y="53879"/>
                  </a:lnTo>
                  <a:lnTo>
                    <a:pt x="10374" y="54050"/>
                  </a:lnTo>
                  <a:lnTo>
                    <a:pt x="10374" y="54235"/>
                  </a:lnTo>
                  <a:lnTo>
                    <a:pt x="10361" y="54406"/>
                  </a:lnTo>
                  <a:lnTo>
                    <a:pt x="10334" y="54577"/>
                  </a:lnTo>
                  <a:lnTo>
                    <a:pt x="10308" y="54748"/>
                  </a:lnTo>
                  <a:lnTo>
                    <a:pt x="10268" y="54906"/>
                  </a:lnTo>
                  <a:lnTo>
                    <a:pt x="10229" y="55077"/>
                  </a:lnTo>
                  <a:lnTo>
                    <a:pt x="10176" y="55235"/>
                  </a:lnTo>
                  <a:lnTo>
                    <a:pt x="10111" y="55380"/>
                  </a:lnTo>
                  <a:lnTo>
                    <a:pt x="10045" y="55538"/>
                  </a:lnTo>
                  <a:lnTo>
                    <a:pt x="9966" y="55683"/>
                  </a:lnTo>
                  <a:lnTo>
                    <a:pt x="9887" y="55827"/>
                  </a:lnTo>
                  <a:lnTo>
                    <a:pt x="9795" y="55972"/>
                  </a:lnTo>
                  <a:lnTo>
                    <a:pt x="9597" y="56235"/>
                  </a:lnTo>
                  <a:lnTo>
                    <a:pt x="9373" y="56472"/>
                  </a:lnTo>
                  <a:lnTo>
                    <a:pt x="9136" y="56696"/>
                  </a:lnTo>
                  <a:lnTo>
                    <a:pt x="8873" y="56894"/>
                  </a:lnTo>
                  <a:lnTo>
                    <a:pt x="8728" y="56986"/>
                  </a:lnTo>
                  <a:lnTo>
                    <a:pt x="8584" y="57065"/>
                  </a:lnTo>
                  <a:lnTo>
                    <a:pt x="8439" y="57144"/>
                  </a:lnTo>
                  <a:lnTo>
                    <a:pt x="8294" y="57209"/>
                  </a:lnTo>
                  <a:lnTo>
                    <a:pt x="8136" y="57262"/>
                  </a:lnTo>
                  <a:lnTo>
                    <a:pt x="7978" y="57328"/>
                  </a:lnTo>
                  <a:lnTo>
                    <a:pt x="7820" y="57367"/>
                  </a:lnTo>
                  <a:lnTo>
                    <a:pt x="7649" y="57407"/>
                  </a:lnTo>
                  <a:lnTo>
                    <a:pt x="7478" y="57433"/>
                  </a:lnTo>
                  <a:lnTo>
                    <a:pt x="7307" y="57460"/>
                  </a:lnTo>
                  <a:lnTo>
                    <a:pt x="7136" y="57473"/>
                  </a:lnTo>
                  <a:lnTo>
                    <a:pt x="6780" y="57473"/>
                  </a:lnTo>
                  <a:lnTo>
                    <a:pt x="6609" y="57460"/>
                  </a:lnTo>
                  <a:lnTo>
                    <a:pt x="6438" y="57433"/>
                  </a:lnTo>
                  <a:lnTo>
                    <a:pt x="6267" y="57407"/>
                  </a:lnTo>
                  <a:lnTo>
                    <a:pt x="6109" y="57367"/>
                  </a:lnTo>
                  <a:lnTo>
                    <a:pt x="5938" y="57328"/>
                  </a:lnTo>
                  <a:lnTo>
                    <a:pt x="5780" y="57262"/>
                  </a:lnTo>
                  <a:lnTo>
                    <a:pt x="5635" y="57209"/>
                  </a:lnTo>
                  <a:lnTo>
                    <a:pt x="5477" y="57144"/>
                  </a:lnTo>
                  <a:lnTo>
                    <a:pt x="5332" y="57065"/>
                  </a:lnTo>
                  <a:lnTo>
                    <a:pt x="5187" y="56986"/>
                  </a:lnTo>
                  <a:lnTo>
                    <a:pt x="5043" y="56894"/>
                  </a:lnTo>
                  <a:lnTo>
                    <a:pt x="4779" y="56696"/>
                  </a:lnTo>
                  <a:lnTo>
                    <a:pt x="4542" y="56472"/>
                  </a:lnTo>
                  <a:lnTo>
                    <a:pt x="4319" y="56235"/>
                  </a:lnTo>
                  <a:lnTo>
                    <a:pt x="4121" y="55972"/>
                  </a:lnTo>
                  <a:lnTo>
                    <a:pt x="4042" y="55827"/>
                  </a:lnTo>
                  <a:lnTo>
                    <a:pt x="3950" y="55683"/>
                  </a:lnTo>
                  <a:lnTo>
                    <a:pt x="3884" y="55538"/>
                  </a:lnTo>
                  <a:lnTo>
                    <a:pt x="3805" y="55380"/>
                  </a:lnTo>
                  <a:lnTo>
                    <a:pt x="3753" y="55235"/>
                  </a:lnTo>
                  <a:lnTo>
                    <a:pt x="3700" y="55077"/>
                  </a:lnTo>
                  <a:lnTo>
                    <a:pt x="3647" y="54906"/>
                  </a:lnTo>
                  <a:lnTo>
                    <a:pt x="3608" y="54748"/>
                  </a:lnTo>
                  <a:lnTo>
                    <a:pt x="3581" y="54577"/>
                  </a:lnTo>
                  <a:lnTo>
                    <a:pt x="3555" y="54406"/>
                  </a:lnTo>
                  <a:lnTo>
                    <a:pt x="3542" y="54235"/>
                  </a:lnTo>
                  <a:lnTo>
                    <a:pt x="3542" y="54050"/>
                  </a:lnTo>
                  <a:lnTo>
                    <a:pt x="3542" y="53879"/>
                  </a:lnTo>
                  <a:lnTo>
                    <a:pt x="3555" y="53708"/>
                  </a:lnTo>
                  <a:lnTo>
                    <a:pt x="3581" y="53537"/>
                  </a:lnTo>
                  <a:lnTo>
                    <a:pt x="3608" y="53366"/>
                  </a:lnTo>
                  <a:lnTo>
                    <a:pt x="3647" y="53208"/>
                  </a:lnTo>
                  <a:lnTo>
                    <a:pt x="3700" y="53037"/>
                  </a:lnTo>
                  <a:lnTo>
                    <a:pt x="3753" y="52879"/>
                  </a:lnTo>
                  <a:lnTo>
                    <a:pt x="3805" y="52721"/>
                  </a:lnTo>
                  <a:lnTo>
                    <a:pt x="3884" y="52576"/>
                  </a:lnTo>
                  <a:lnTo>
                    <a:pt x="3950" y="52431"/>
                  </a:lnTo>
                  <a:lnTo>
                    <a:pt x="4042" y="52286"/>
                  </a:lnTo>
                  <a:lnTo>
                    <a:pt x="4121" y="52142"/>
                  </a:lnTo>
                  <a:lnTo>
                    <a:pt x="4319" y="51878"/>
                  </a:lnTo>
                  <a:lnTo>
                    <a:pt x="4542" y="51641"/>
                  </a:lnTo>
                  <a:lnTo>
                    <a:pt x="4779" y="51418"/>
                  </a:lnTo>
                  <a:lnTo>
                    <a:pt x="5043" y="51220"/>
                  </a:lnTo>
                  <a:lnTo>
                    <a:pt x="5187" y="51128"/>
                  </a:lnTo>
                  <a:lnTo>
                    <a:pt x="5332" y="51049"/>
                  </a:lnTo>
                  <a:lnTo>
                    <a:pt x="5477" y="50970"/>
                  </a:lnTo>
                  <a:lnTo>
                    <a:pt x="5635" y="50904"/>
                  </a:lnTo>
                  <a:lnTo>
                    <a:pt x="5780" y="50838"/>
                  </a:lnTo>
                  <a:lnTo>
                    <a:pt x="5938" y="50786"/>
                  </a:lnTo>
                  <a:lnTo>
                    <a:pt x="6109" y="50746"/>
                  </a:lnTo>
                  <a:lnTo>
                    <a:pt x="6267" y="50707"/>
                  </a:lnTo>
                  <a:lnTo>
                    <a:pt x="6438" y="50680"/>
                  </a:lnTo>
                  <a:lnTo>
                    <a:pt x="6609" y="50654"/>
                  </a:lnTo>
                  <a:lnTo>
                    <a:pt x="6780" y="50641"/>
                  </a:lnTo>
                  <a:close/>
                  <a:moveTo>
                    <a:pt x="183724" y="65595"/>
                  </a:moveTo>
                  <a:lnTo>
                    <a:pt x="183895" y="65608"/>
                  </a:lnTo>
                  <a:lnTo>
                    <a:pt x="184066" y="65621"/>
                  </a:lnTo>
                  <a:lnTo>
                    <a:pt x="184237" y="65634"/>
                  </a:lnTo>
                  <a:lnTo>
                    <a:pt x="184408" y="65660"/>
                  </a:lnTo>
                  <a:lnTo>
                    <a:pt x="184579" y="65700"/>
                  </a:lnTo>
                  <a:lnTo>
                    <a:pt x="184737" y="65753"/>
                  </a:lnTo>
                  <a:lnTo>
                    <a:pt x="184895" y="65805"/>
                  </a:lnTo>
                  <a:lnTo>
                    <a:pt x="185053" y="65871"/>
                  </a:lnTo>
                  <a:lnTo>
                    <a:pt x="185198" y="65937"/>
                  </a:lnTo>
                  <a:lnTo>
                    <a:pt x="185356" y="66016"/>
                  </a:lnTo>
                  <a:lnTo>
                    <a:pt x="185488" y="66095"/>
                  </a:lnTo>
                  <a:lnTo>
                    <a:pt x="185632" y="66187"/>
                  </a:lnTo>
                  <a:lnTo>
                    <a:pt x="185896" y="66384"/>
                  </a:lnTo>
                  <a:lnTo>
                    <a:pt x="186133" y="66595"/>
                  </a:lnTo>
                  <a:lnTo>
                    <a:pt x="186356" y="66845"/>
                  </a:lnTo>
                  <a:lnTo>
                    <a:pt x="186554" y="67108"/>
                  </a:lnTo>
                  <a:lnTo>
                    <a:pt x="186646" y="67240"/>
                  </a:lnTo>
                  <a:lnTo>
                    <a:pt x="186725" y="67385"/>
                  </a:lnTo>
                  <a:lnTo>
                    <a:pt x="186804" y="67530"/>
                  </a:lnTo>
                  <a:lnTo>
                    <a:pt x="186870" y="67688"/>
                  </a:lnTo>
                  <a:lnTo>
                    <a:pt x="186936" y="67846"/>
                  </a:lnTo>
                  <a:lnTo>
                    <a:pt x="186988" y="68004"/>
                  </a:lnTo>
                  <a:lnTo>
                    <a:pt x="187028" y="68162"/>
                  </a:lnTo>
                  <a:lnTo>
                    <a:pt x="187067" y="68333"/>
                  </a:lnTo>
                  <a:lnTo>
                    <a:pt x="187107" y="68491"/>
                  </a:lnTo>
                  <a:lnTo>
                    <a:pt x="187120" y="68662"/>
                  </a:lnTo>
                  <a:lnTo>
                    <a:pt x="187133" y="68846"/>
                  </a:lnTo>
                  <a:lnTo>
                    <a:pt x="187146" y="69017"/>
                  </a:lnTo>
                  <a:lnTo>
                    <a:pt x="187133" y="69188"/>
                  </a:lnTo>
                  <a:lnTo>
                    <a:pt x="187120" y="69373"/>
                  </a:lnTo>
                  <a:lnTo>
                    <a:pt x="187107" y="69544"/>
                  </a:lnTo>
                  <a:lnTo>
                    <a:pt x="187067" y="69702"/>
                  </a:lnTo>
                  <a:lnTo>
                    <a:pt x="187028" y="69873"/>
                  </a:lnTo>
                  <a:lnTo>
                    <a:pt x="186988" y="70031"/>
                  </a:lnTo>
                  <a:lnTo>
                    <a:pt x="186936" y="70189"/>
                  </a:lnTo>
                  <a:lnTo>
                    <a:pt x="186870" y="70347"/>
                  </a:lnTo>
                  <a:lnTo>
                    <a:pt x="186804" y="70505"/>
                  </a:lnTo>
                  <a:lnTo>
                    <a:pt x="186725" y="70649"/>
                  </a:lnTo>
                  <a:lnTo>
                    <a:pt x="186646" y="70794"/>
                  </a:lnTo>
                  <a:lnTo>
                    <a:pt x="186554" y="70926"/>
                  </a:lnTo>
                  <a:lnTo>
                    <a:pt x="186356" y="71189"/>
                  </a:lnTo>
                  <a:lnTo>
                    <a:pt x="186133" y="71439"/>
                  </a:lnTo>
                  <a:lnTo>
                    <a:pt x="185896" y="71650"/>
                  </a:lnTo>
                  <a:lnTo>
                    <a:pt x="185632" y="71847"/>
                  </a:lnTo>
                  <a:lnTo>
                    <a:pt x="185488" y="71939"/>
                  </a:lnTo>
                  <a:lnTo>
                    <a:pt x="185356" y="72018"/>
                  </a:lnTo>
                  <a:lnTo>
                    <a:pt x="185198" y="72097"/>
                  </a:lnTo>
                  <a:lnTo>
                    <a:pt x="185053" y="72163"/>
                  </a:lnTo>
                  <a:lnTo>
                    <a:pt x="184895" y="72229"/>
                  </a:lnTo>
                  <a:lnTo>
                    <a:pt x="184737" y="72282"/>
                  </a:lnTo>
                  <a:lnTo>
                    <a:pt x="184579" y="72334"/>
                  </a:lnTo>
                  <a:lnTo>
                    <a:pt x="184408" y="72374"/>
                  </a:lnTo>
                  <a:lnTo>
                    <a:pt x="184237" y="72400"/>
                  </a:lnTo>
                  <a:lnTo>
                    <a:pt x="184066" y="72413"/>
                  </a:lnTo>
                  <a:lnTo>
                    <a:pt x="183895" y="72427"/>
                  </a:lnTo>
                  <a:lnTo>
                    <a:pt x="183724" y="72440"/>
                  </a:lnTo>
                  <a:lnTo>
                    <a:pt x="183539" y="72427"/>
                  </a:lnTo>
                  <a:lnTo>
                    <a:pt x="183368" y="72413"/>
                  </a:lnTo>
                  <a:lnTo>
                    <a:pt x="183197" y="72400"/>
                  </a:lnTo>
                  <a:lnTo>
                    <a:pt x="183026" y="72374"/>
                  </a:lnTo>
                  <a:lnTo>
                    <a:pt x="182868" y="72334"/>
                  </a:lnTo>
                  <a:lnTo>
                    <a:pt x="182710" y="72282"/>
                  </a:lnTo>
                  <a:lnTo>
                    <a:pt x="182552" y="72229"/>
                  </a:lnTo>
                  <a:lnTo>
                    <a:pt x="182394" y="72163"/>
                  </a:lnTo>
                  <a:lnTo>
                    <a:pt x="182236" y="72097"/>
                  </a:lnTo>
                  <a:lnTo>
                    <a:pt x="182091" y="72018"/>
                  </a:lnTo>
                  <a:lnTo>
                    <a:pt x="181947" y="71939"/>
                  </a:lnTo>
                  <a:lnTo>
                    <a:pt x="181815" y="71847"/>
                  </a:lnTo>
                  <a:lnTo>
                    <a:pt x="181552" y="71650"/>
                  </a:lnTo>
                  <a:lnTo>
                    <a:pt x="181302" y="71439"/>
                  </a:lnTo>
                  <a:lnTo>
                    <a:pt x="181078" y="71189"/>
                  </a:lnTo>
                  <a:lnTo>
                    <a:pt x="180880" y="70926"/>
                  </a:lnTo>
                  <a:lnTo>
                    <a:pt x="180801" y="70794"/>
                  </a:lnTo>
                  <a:lnTo>
                    <a:pt x="180709" y="70649"/>
                  </a:lnTo>
                  <a:lnTo>
                    <a:pt x="180643" y="70505"/>
                  </a:lnTo>
                  <a:lnTo>
                    <a:pt x="180564" y="70347"/>
                  </a:lnTo>
                  <a:lnTo>
                    <a:pt x="180512" y="70189"/>
                  </a:lnTo>
                  <a:lnTo>
                    <a:pt x="180459" y="70031"/>
                  </a:lnTo>
                  <a:lnTo>
                    <a:pt x="180406" y="69873"/>
                  </a:lnTo>
                  <a:lnTo>
                    <a:pt x="180367" y="69702"/>
                  </a:lnTo>
                  <a:lnTo>
                    <a:pt x="180341" y="69544"/>
                  </a:lnTo>
                  <a:lnTo>
                    <a:pt x="180314" y="69373"/>
                  </a:lnTo>
                  <a:lnTo>
                    <a:pt x="180301" y="69188"/>
                  </a:lnTo>
                  <a:lnTo>
                    <a:pt x="180301" y="69017"/>
                  </a:lnTo>
                  <a:lnTo>
                    <a:pt x="180301" y="68846"/>
                  </a:lnTo>
                  <a:lnTo>
                    <a:pt x="180314" y="68662"/>
                  </a:lnTo>
                  <a:lnTo>
                    <a:pt x="180341" y="68491"/>
                  </a:lnTo>
                  <a:lnTo>
                    <a:pt x="180367" y="68333"/>
                  </a:lnTo>
                  <a:lnTo>
                    <a:pt x="180406" y="68162"/>
                  </a:lnTo>
                  <a:lnTo>
                    <a:pt x="180459" y="68004"/>
                  </a:lnTo>
                  <a:lnTo>
                    <a:pt x="180512" y="67846"/>
                  </a:lnTo>
                  <a:lnTo>
                    <a:pt x="180564" y="67688"/>
                  </a:lnTo>
                  <a:lnTo>
                    <a:pt x="180643" y="67530"/>
                  </a:lnTo>
                  <a:lnTo>
                    <a:pt x="180709" y="67385"/>
                  </a:lnTo>
                  <a:lnTo>
                    <a:pt x="180801" y="67240"/>
                  </a:lnTo>
                  <a:lnTo>
                    <a:pt x="180880" y="67108"/>
                  </a:lnTo>
                  <a:lnTo>
                    <a:pt x="181078" y="66845"/>
                  </a:lnTo>
                  <a:lnTo>
                    <a:pt x="181302" y="66595"/>
                  </a:lnTo>
                  <a:lnTo>
                    <a:pt x="181552" y="66384"/>
                  </a:lnTo>
                  <a:lnTo>
                    <a:pt x="181815" y="66187"/>
                  </a:lnTo>
                  <a:lnTo>
                    <a:pt x="181947" y="66095"/>
                  </a:lnTo>
                  <a:lnTo>
                    <a:pt x="182091" y="66016"/>
                  </a:lnTo>
                  <a:lnTo>
                    <a:pt x="182236" y="65937"/>
                  </a:lnTo>
                  <a:lnTo>
                    <a:pt x="182394" y="65871"/>
                  </a:lnTo>
                  <a:lnTo>
                    <a:pt x="182552" y="65805"/>
                  </a:lnTo>
                  <a:lnTo>
                    <a:pt x="182710" y="65753"/>
                  </a:lnTo>
                  <a:lnTo>
                    <a:pt x="182868" y="65700"/>
                  </a:lnTo>
                  <a:lnTo>
                    <a:pt x="183026" y="65660"/>
                  </a:lnTo>
                  <a:lnTo>
                    <a:pt x="183197" y="65634"/>
                  </a:lnTo>
                  <a:lnTo>
                    <a:pt x="183368" y="65621"/>
                  </a:lnTo>
                  <a:lnTo>
                    <a:pt x="183539" y="65608"/>
                  </a:lnTo>
                  <a:lnTo>
                    <a:pt x="183724" y="65595"/>
                  </a:lnTo>
                  <a:close/>
                  <a:moveTo>
                    <a:pt x="54774" y="71860"/>
                  </a:moveTo>
                  <a:lnTo>
                    <a:pt x="54945" y="71874"/>
                  </a:lnTo>
                  <a:lnTo>
                    <a:pt x="55116" y="71900"/>
                  </a:lnTo>
                  <a:lnTo>
                    <a:pt x="55288" y="71926"/>
                  </a:lnTo>
                  <a:lnTo>
                    <a:pt x="55446" y="71966"/>
                  </a:lnTo>
                  <a:lnTo>
                    <a:pt x="55617" y="72018"/>
                  </a:lnTo>
                  <a:lnTo>
                    <a:pt x="55775" y="72071"/>
                  </a:lnTo>
                  <a:lnTo>
                    <a:pt x="55933" y="72124"/>
                  </a:lnTo>
                  <a:lnTo>
                    <a:pt x="56077" y="72203"/>
                  </a:lnTo>
                  <a:lnTo>
                    <a:pt x="56222" y="72269"/>
                  </a:lnTo>
                  <a:lnTo>
                    <a:pt x="56367" y="72361"/>
                  </a:lnTo>
                  <a:lnTo>
                    <a:pt x="56512" y="72440"/>
                  </a:lnTo>
                  <a:lnTo>
                    <a:pt x="56775" y="72637"/>
                  </a:lnTo>
                  <a:lnTo>
                    <a:pt x="57012" y="72861"/>
                  </a:lnTo>
                  <a:lnTo>
                    <a:pt x="57236" y="73111"/>
                  </a:lnTo>
                  <a:lnTo>
                    <a:pt x="57433" y="73374"/>
                  </a:lnTo>
                  <a:lnTo>
                    <a:pt x="57525" y="73506"/>
                  </a:lnTo>
                  <a:lnTo>
                    <a:pt x="57604" y="73651"/>
                  </a:lnTo>
                  <a:lnTo>
                    <a:pt x="57683" y="73796"/>
                  </a:lnTo>
                  <a:lnTo>
                    <a:pt x="57749" y="73953"/>
                  </a:lnTo>
                  <a:lnTo>
                    <a:pt x="57815" y="74111"/>
                  </a:lnTo>
                  <a:lnTo>
                    <a:pt x="57868" y="74269"/>
                  </a:lnTo>
                  <a:lnTo>
                    <a:pt x="57907" y="74427"/>
                  </a:lnTo>
                  <a:lnTo>
                    <a:pt x="57947" y="74585"/>
                  </a:lnTo>
                  <a:lnTo>
                    <a:pt x="57973" y="74756"/>
                  </a:lnTo>
                  <a:lnTo>
                    <a:pt x="57999" y="74928"/>
                  </a:lnTo>
                  <a:lnTo>
                    <a:pt x="58012" y="75099"/>
                  </a:lnTo>
                  <a:lnTo>
                    <a:pt x="58012" y="75283"/>
                  </a:lnTo>
                  <a:lnTo>
                    <a:pt x="58012" y="75454"/>
                  </a:lnTo>
                  <a:lnTo>
                    <a:pt x="57999" y="75625"/>
                  </a:lnTo>
                  <a:lnTo>
                    <a:pt x="57973" y="75796"/>
                  </a:lnTo>
                  <a:lnTo>
                    <a:pt x="57947" y="75968"/>
                  </a:lnTo>
                  <a:lnTo>
                    <a:pt x="57907" y="76139"/>
                  </a:lnTo>
                  <a:lnTo>
                    <a:pt x="57868" y="76297"/>
                  </a:lnTo>
                  <a:lnTo>
                    <a:pt x="57815" y="76455"/>
                  </a:lnTo>
                  <a:lnTo>
                    <a:pt x="57749" y="76613"/>
                  </a:lnTo>
                  <a:lnTo>
                    <a:pt x="57683" y="76757"/>
                  </a:lnTo>
                  <a:lnTo>
                    <a:pt x="57604" y="76902"/>
                  </a:lnTo>
                  <a:lnTo>
                    <a:pt x="57525" y="77047"/>
                  </a:lnTo>
                  <a:lnTo>
                    <a:pt x="57433" y="77192"/>
                  </a:lnTo>
                  <a:lnTo>
                    <a:pt x="57236" y="77455"/>
                  </a:lnTo>
                  <a:lnTo>
                    <a:pt x="57012" y="77692"/>
                  </a:lnTo>
                  <a:lnTo>
                    <a:pt x="56775" y="77916"/>
                  </a:lnTo>
                  <a:lnTo>
                    <a:pt x="56512" y="78113"/>
                  </a:lnTo>
                  <a:lnTo>
                    <a:pt x="56367" y="78205"/>
                  </a:lnTo>
                  <a:lnTo>
                    <a:pt x="56222" y="78284"/>
                  </a:lnTo>
                  <a:lnTo>
                    <a:pt x="56077" y="78363"/>
                  </a:lnTo>
                  <a:lnTo>
                    <a:pt x="55933" y="78429"/>
                  </a:lnTo>
                  <a:lnTo>
                    <a:pt x="55775" y="78495"/>
                  </a:lnTo>
                  <a:lnTo>
                    <a:pt x="55617" y="78548"/>
                  </a:lnTo>
                  <a:lnTo>
                    <a:pt x="55446" y="78587"/>
                  </a:lnTo>
                  <a:lnTo>
                    <a:pt x="55288" y="78627"/>
                  </a:lnTo>
                  <a:lnTo>
                    <a:pt x="55116" y="78666"/>
                  </a:lnTo>
                  <a:lnTo>
                    <a:pt x="54945" y="78679"/>
                  </a:lnTo>
                  <a:lnTo>
                    <a:pt x="54774" y="78692"/>
                  </a:lnTo>
                  <a:lnTo>
                    <a:pt x="54603" y="78706"/>
                  </a:lnTo>
                  <a:lnTo>
                    <a:pt x="54419" y="78692"/>
                  </a:lnTo>
                  <a:lnTo>
                    <a:pt x="54248" y="78679"/>
                  </a:lnTo>
                  <a:lnTo>
                    <a:pt x="54077" y="78666"/>
                  </a:lnTo>
                  <a:lnTo>
                    <a:pt x="53905" y="78627"/>
                  </a:lnTo>
                  <a:lnTo>
                    <a:pt x="53747" y="78587"/>
                  </a:lnTo>
                  <a:lnTo>
                    <a:pt x="53576" y="78548"/>
                  </a:lnTo>
                  <a:lnTo>
                    <a:pt x="53418" y="78495"/>
                  </a:lnTo>
                  <a:lnTo>
                    <a:pt x="53274" y="78429"/>
                  </a:lnTo>
                  <a:lnTo>
                    <a:pt x="53116" y="78363"/>
                  </a:lnTo>
                  <a:lnTo>
                    <a:pt x="52971" y="78284"/>
                  </a:lnTo>
                  <a:lnTo>
                    <a:pt x="52826" y="78205"/>
                  </a:lnTo>
                  <a:lnTo>
                    <a:pt x="52681" y="78113"/>
                  </a:lnTo>
                  <a:lnTo>
                    <a:pt x="52418" y="77916"/>
                  </a:lnTo>
                  <a:lnTo>
                    <a:pt x="52181" y="77692"/>
                  </a:lnTo>
                  <a:lnTo>
                    <a:pt x="51957" y="77455"/>
                  </a:lnTo>
                  <a:lnTo>
                    <a:pt x="51760" y="77192"/>
                  </a:lnTo>
                  <a:lnTo>
                    <a:pt x="51668" y="77047"/>
                  </a:lnTo>
                  <a:lnTo>
                    <a:pt x="51589" y="76902"/>
                  </a:lnTo>
                  <a:lnTo>
                    <a:pt x="51510" y="76757"/>
                  </a:lnTo>
                  <a:lnTo>
                    <a:pt x="51444" y="76613"/>
                  </a:lnTo>
                  <a:lnTo>
                    <a:pt x="51391" y="76455"/>
                  </a:lnTo>
                  <a:lnTo>
                    <a:pt x="51339" y="76297"/>
                  </a:lnTo>
                  <a:lnTo>
                    <a:pt x="51286" y="76139"/>
                  </a:lnTo>
                  <a:lnTo>
                    <a:pt x="51246" y="75968"/>
                  </a:lnTo>
                  <a:lnTo>
                    <a:pt x="51220" y="75796"/>
                  </a:lnTo>
                  <a:lnTo>
                    <a:pt x="51194" y="75625"/>
                  </a:lnTo>
                  <a:lnTo>
                    <a:pt x="51181" y="75454"/>
                  </a:lnTo>
                  <a:lnTo>
                    <a:pt x="51181" y="75283"/>
                  </a:lnTo>
                  <a:lnTo>
                    <a:pt x="51181" y="75099"/>
                  </a:lnTo>
                  <a:lnTo>
                    <a:pt x="51194" y="74928"/>
                  </a:lnTo>
                  <a:lnTo>
                    <a:pt x="51220" y="74756"/>
                  </a:lnTo>
                  <a:lnTo>
                    <a:pt x="51246" y="74585"/>
                  </a:lnTo>
                  <a:lnTo>
                    <a:pt x="51286" y="74427"/>
                  </a:lnTo>
                  <a:lnTo>
                    <a:pt x="51339" y="74269"/>
                  </a:lnTo>
                  <a:lnTo>
                    <a:pt x="51391" y="74111"/>
                  </a:lnTo>
                  <a:lnTo>
                    <a:pt x="51444" y="73953"/>
                  </a:lnTo>
                  <a:lnTo>
                    <a:pt x="51510" y="73796"/>
                  </a:lnTo>
                  <a:lnTo>
                    <a:pt x="51589" y="73651"/>
                  </a:lnTo>
                  <a:lnTo>
                    <a:pt x="51668" y="73506"/>
                  </a:lnTo>
                  <a:lnTo>
                    <a:pt x="51760" y="73374"/>
                  </a:lnTo>
                  <a:lnTo>
                    <a:pt x="51957" y="73111"/>
                  </a:lnTo>
                  <a:lnTo>
                    <a:pt x="52181" y="72861"/>
                  </a:lnTo>
                  <a:lnTo>
                    <a:pt x="52418" y="72637"/>
                  </a:lnTo>
                  <a:lnTo>
                    <a:pt x="52681" y="72440"/>
                  </a:lnTo>
                  <a:lnTo>
                    <a:pt x="52826" y="72361"/>
                  </a:lnTo>
                  <a:lnTo>
                    <a:pt x="52971" y="72269"/>
                  </a:lnTo>
                  <a:lnTo>
                    <a:pt x="53116" y="72203"/>
                  </a:lnTo>
                  <a:lnTo>
                    <a:pt x="53274" y="72124"/>
                  </a:lnTo>
                  <a:lnTo>
                    <a:pt x="53418" y="72071"/>
                  </a:lnTo>
                  <a:lnTo>
                    <a:pt x="53576" y="72018"/>
                  </a:lnTo>
                  <a:lnTo>
                    <a:pt x="53747" y="71966"/>
                  </a:lnTo>
                  <a:lnTo>
                    <a:pt x="53905" y="71926"/>
                  </a:lnTo>
                  <a:lnTo>
                    <a:pt x="54077" y="71900"/>
                  </a:lnTo>
                  <a:lnTo>
                    <a:pt x="54248" y="71874"/>
                  </a:lnTo>
                  <a:lnTo>
                    <a:pt x="54419" y="71860"/>
                  </a:lnTo>
                  <a:close/>
                  <a:moveTo>
                    <a:pt x="125330" y="92303"/>
                  </a:moveTo>
                  <a:lnTo>
                    <a:pt x="125633" y="92317"/>
                  </a:lnTo>
                  <a:lnTo>
                    <a:pt x="125923" y="92356"/>
                  </a:lnTo>
                  <a:lnTo>
                    <a:pt x="126212" y="92422"/>
                  </a:lnTo>
                  <a:lnTo>
                    <a:pt x="126489" y="92501"/>
                  </a:lnTo>
                  <a:lnTo>
                    <a:pt x="126752" y="92619"/>
                  </a:lnTo>
                  <a:lnTo>
                    <a:pt x="127002" y="92738"/>
                  </a:lnTo>
                  <a:lnTo>
                    <a:pt x="127252" y="92896"/>
                  </a:lnTo>
                  <a:lnTo>
                    <a:pt x="127476" y="93067"/>
                  </a:lnTo>
                  <a:lnTo>
                    <a:pt x="127687" y="93251"/>
                  </a:lnTo>
                  <a:lnTo>
                    <a:pt x="127884" y="93462"/>
                  </a:lnTo>
                  <a:lnTo>
                    <a:pt x="128068" y="93672"/>
                  </a:lnTo>
                  <a:lnTo>
                    <a:pt x="128226" y="93909"/>
                  </a:lnTo>
                  <a:lnTo>
                    <a:pt x="128371" y="94159"/>
                  </a:lnTo>
                  <a:lnTo>
                    <a:pt x="128490" y="94423"/>
                  </a:lnTo>
                  <a:lnTo>
                    <a:pt x="128582" y="94686"/>
                  </a:lnTo>
                  <a:lnTo>
                    <a:pt x="128661" y="94976"/>
                  </a:lnTo>
                  <a:lnTo>
                    <a:pt x="128661" y="96476"/>
                  </a:lnTo>
                  <a:lnTo>
                    <a:pt x="128582" y="96753"/>
                  </a:lnTo>
                  <a:lnTo>
                    <a:pt x="128490" y="97029"/>
                  </a:lnTo>
                  <a:lnTo>
                    <a:pt x="128371" y="97279"/>
                  </a:lnTo>
                  <a:lnTo>
                    <a:pt x="128226" y="97529"/>
                  </a:lnTo>
                  <a:lnTo>
                    <a:pt x="128068" y="97766"/>
                  </a:lnTo>
                  <a:lnTo>
                    <a:pt x="127884" y="97990"/>
                  </a:lnTo>
                  <a:lnTo>
                    <a:pt x="127687" y="98188"/>
                  </a:lnTo>
                  <a:lnTo>
                    <a:pt x="127476" y="98372"/>
                  </a:lnTo>
                  <a:lnTo>
                    <a:pt x="127252" y="98543"/>
                  </a:lnTo>
                  <a:lnTo>
                    <a:pt x="127002" y="98701"/>
                  </a:lnTo>
                  <a:lnTo>
                    <a:pt x="126752" y="98833"/>
                  </a:lnTo>
                  <a:lnTo>
                    <a:pt x="126489" y="98938"/>
                  </a:lnTo>
                  <a:lnTo>
                    <a:pt x="126212" y="99030"/>
                  </a:lnTo>
                  <a:lnTo>
                    <a:pt x="125923" y="99083"/>
                  </a:lnTo>
                  <a:lnTo>
                    <a:pt x="125633" y="99122"/>
                  </a:lnTo>
                  <a:lnTo>
                    <a:pt x="125330" y="99135"/>
                  </a:lnTo>
                  <a:lnTo>
                    <a:pt x="125146" y="99135"/>
                  </a:lnTo>
                  <a:lnTo>
                    <a:pt x="124975" y="99122"/>
                  </a:lnTo>
                  <a:lnTo>
                    <a:pt x="124804" y="99096"/>
                  </a:lnTo>
                  <a:lnTo>
                    <a:pt x="124633" y="99069"/>
                  </a:lnTo>
                  <a:lnTo>
                    <a:pt x="124475" y="99030"/>
                  </a:lnTo>
                  <a:lnTo>
                    <a:pt x="124304" y="98991"/>
                  </a:lnTo>
                  <a:lnTo>
                    <a:pt x="124146" y="98938"/>
                  </a:lnTo>
                  <a:lnTo>
                    <a:pt x="124001" y="98872"/>
                  </a:lnTo>
                  <a:lnTo>
                    <a:pt x="123843" y="98806"/>
                  </a:lnTo>
                  <a:lnTo>
                    <a:pt x="123698" y="98727"/>
                  </a:lnTo>
                  <a:lnTo>
                    <a:pt x="123553" y="98648"/>
                  </a:lnTo>
                  <a:lnTo>
                    <a:pt x="123409" y="98556"/>
                  </a:lnTo>
                  <a:lnTo>
                    <a:pt x="123145" y="98359"/>
                  </a:lnTo>
                  <a:lnTo>
                    <a:pt x="122908" y="98135"/>
                  </a:lnTo>
                  <a:lnTo>
                    <a:pt x="122685" y="97898"/>
                  </a:lnTo>
                  <a:lnTo>
                    <a:pt x="122487" y="97635"/>
                  </a:lnTo>
                  <a:lnTo>
                    <a:pt x="122395" y="97490"/>
                  </a:lnTo>
                  <a:lnTo>
                    <a:pt x="122316" y="97345"/>
                  </a:lnTo>
                  <a:lnTo>
                    <a:pt x="122237" y="97200"/>
                  </a:lnTo>
                  <a:lnTo>
                    <a:pt x="122171" y="97055"/>
                  </a:lnTo>
                  <a:lnTo>
                    <a:pt x="122119" y="96898"/>
                  </a:lnTo>
                  <a:lnTo>
                    <a:pt x="122053" y="96740"/>
                  </a:lnTo>
                  <a:lnTo>
                    <a:pt x="122013" y="96568"/>
                  </a:lnTo>
                  <a:lnTo>
                    <a:pt x="121974" y="96410"/>
                  </a:lnTo>
                  <a:lnTo>
                    <a:pt x="121947" y="96239"/>
                  </a:lnTo>
                  <a:lnTo>
                    <a:pt x="121921" y="96068"/>
                  </a:lnTo>
                  <a:lnTo>
                    <a:pt x="121908" y="95897"/>
                  </a:lnTo>
                  <a:lnTo>
                    <a:pt x="121908" y="95726"/>
                  </a:lnTo>
                  <a:lnTo>
                    <a:pt x="121908" y="95542"/>
                  </a:lnTo>
                  <a:lnTo>
                    <a:pt x="121921" y="95371"/>
                  </a:lnTo>
                  <a:lnTo>
                    <a:pt x="121947" y="95199"/>
                  </a:lnTo>
                  <a:lnTo>
                    <a:pt x="121974" y="95028"/>
                  </a:lnTo>
                  <a:lnTo>
                    <a:pt x="122013" y="94870"/>
                  </a:lnTo>
                  <a:lnTo>
                    <a:pt x="122053" y="94699"/>
                  </a:lnTo>
                  <a:lnTo>
                    <a:pt x="122119" y="94541"/>
                  </a:lnTo>
                  <a:lnTo>
                    <a:pt x="122171" y="94396"/>
                  </a:lnTo>
                  <a:lnTo>
                    <a:pt x="122237" y="94238"/>
                  </a:lnTo>
                  <a:lnTo>
                    <a:pt x="122316" y="94094"/>
                  </a:lnTo>
                  <a:lnTo>
                    <a:pt x="122395" y="93949"/>
                  </a:lnTo>
                  <a:lnTo>
                    <a:pt x="122487" y="93804"/>
                  </a:lnTo>
                  <a:lnTo>
                    <a:pt x="122685" y="93541"/>
                  </a:lnTo>
                  <a:lnTo>
                    <a:pt x="122908" y="93304"/>
                  </a:lnTo>
                  <a:lnTo>
                    <a:pt x="123145" y="93080"/>
                  </a:lnTo>
                  <a:lnTo>
                    <a:pt x="123409" y="92883"/>
                  </a:lnTo>
                  <a:lnTo>
                    <a:pt x="123553" y="92790"/>
                  </a:lnTo>
                  <a:lnTo>
                    <a:pt x="123698" y="92712"/>
                  </a:lnTo>
                  <a:lnTo>
                    <a:pt x="123843" y="92633"/>
                  </a:lnTo>
                  <a:lnTo>
                    <a:pt x="124001" y="92567"/>
                  </a:lnTo>
                  <a:lnTo>
                    <a:pt x="124146" y="92514"/>
                  </a:lnTo>
                  <a:lnTo>
                    <a:pt x="124304" y="92461"/>
                  </a:lnTo>
                  <a:lnTo>
                    <a:pt x="124475" y="92409"/>
                  </a:lnTo>
                  <a:lnTo>
                    <a:pt x="124633" y="92369"/>
                  </a:lnTo>
                  <a:lnTo>
                    <a:pt x="124804" y="92343"/>
                  </a:lnTo>
                  <a:lnTo>
                    <a:pt x="124975" y="92317"/>
                  </a:lnTo>
                  <a:lnTo>
                    <a:pt x="125146" y="92303"/>
                  </a:lnTo>
                  <a:close/>
                  <a:moveTo>
                    <a:pt x="10742" y="117472"/>
                  </a:moveTo>
                  <a:lnTo>
                    <a:pt x="10913" y="117485"/>
                  </a:lnTo>
                  <a:lnTo>
                    <a:pt x="11085" y="117512"/>
                  </a:lnTo>
                  <a:lnTo>
                    <a:pt x="11256" y="117538"/>
                  </a:lnTo>
                  <a:lnTo>
                    <a:pt x="11427" y="117577"/>
                  </a:lnTo>
                  <a:lnTo>
                    <a:pt x="11585" y="117630"/>
                  </a:lnTo>
                  <a:lnTo>
                    <a:pt x="11743" y="117683"/>
                  </a:lnTo>
                  <a:lnTo>
                    <a:pt x="11901" y="117749"/>
                  </a:lnTo>
                  <a:lnTo>
                    <a:pt x="12046" y="117814"/>
                  </a:lnTo>
                  <a:lnTo>
                    <a:pt x="12190" y="117880"/>
                  </a:lnTo>
                  <a:lnTo>
                    <a:pt x="12335" y="117972"/>
                  </a:lnTo>
                  <a:lnTo>
                    <a:pt x="12480" y="118064"/>
                  </a:lnTo>
                  <a:lnTo>
                    <a:pt x="12743" y="118249"/>
                  </a:lnTo>
                  <a:lnTo>
                    <a:pt x="12980" y="118473"/>
                  </a:lnTo>
                  <a:lnTo>
                    <a:pt x="13204" y="118723"/>
                  </a:lnTo>
                  <a:lnTo>
                    <a:pt x="13401" y="118986"/>
                  </a:lnTo>
                  <a:lnTo>
                    <a:pt x="13494" y="119118"/>
                  </a:lnTo>
                  <a:lnTo>
                    <a:pt x="13573" y="119262"/>
                  </a:lnTo>
                  <a:lnTo>
                    <a:pt x="13651" y="119407"/>
                  </a:lnTo>
                  <a:lnTo>
                    <a:pt x="13717" y="119565"/>
                  </a:lnTo>
                  <a:lnTo>
                    <a:pt x="13783" y="119723"/>
                  </a:lnTo>
                  <a:lnTo>
                    <a:pt x="13836" y="119881"/>
                  </a:lnTo>
                  <a:lnTo>
                    <a:pt x="13875" y="120039"/>
                  </a:lnTo>
                  <a:lnTo>
                    <a:pt x="13915" y="120210"/>
                  </a:lnTo>
                  <a:lnTo>
                    <a:pt x="13941" y="120368"/>
                  </a:lnTo>
                  <a:lnTo>
                    <a:pt x="13967" y="120539"/>
                  </a:lnTo>
                  <a:lnTo>
                    <a:pt x="13981" y="120723"/>
                  </a:lnTo>
                  <a:lnTo>
                    <a:pt x="13981" y="120895"/>
                  </a:lnTo>
                  <a:lnTo>
                    <a:pt x="13981" y="121066"/>
                  </a:lnTo>
                  <a:lnTo>
                    <a:pt x="13967" y="121237"/>
                  </a:lnTo>
                  <a:lnTo>
                    <a:pt x="13941" y="121408"/>
                  </a:lnTo>
                  <a:lnTo>
                    <a:pt x="13915" y="121579"/>
                  </a:lnTo>
                  <a:lnTo>
                    <a:pt x="13875" y="121750"/>
                  </a:lnTo>
                  <a:lnTo>
                    <a:pt x="13836" y="121908"/>
                  </a:lnTo>
                  <a:lnTo>
                    <a:pt x="13783" y="122066"/>
                  </a:lnTo>
                  <a:lnTo>
                    <a:pt x="13717" y="122224"/>
                  </a:lnTo>
                  <a:lnTo>
                    <a:pt x="13651" y="122369"/>
                  </a:lnTo>
                  <a:lnTo>
                    <a:pt x="13573" y="122527"/>
                  </a:lnTo>
                  <a:lnTo>
                    <a:pt x="13494" y="122659"/>
                  </a:lnTo>
                  <a:lnTo>
                    <a:pt x="13401" y="122803"/>
                  </a:lnTo>
                  <a:lnTo>
                    <a:pt x="13204" y="123067"/>
                  </a:lnTo>
                  <a:lnTo>
                    <a:pt x="12980" y="123304"/>
                  </a:lnTo>
                  <a:lnTo>
                    <a:pt x="12743" y="123527"/>
                  </a:lnTo>
                  <a:lnTo>
                    <a:pt x="12480" y="123725"/>
                  </a:lnTo>
                  <a:lnTo>
                    <a:pt x="12335" y="123817"/>
                  </a:lnTo>
                  <a:lnTo>
                    <a:pt x="12190" y="123896"/>
                  </a:lnTo>
                  <a:lnTo>
                    <a:pt x="12046" y="123975"/>
                  </a:lnTo>
                  <a:lnTo>
                    <a:pt x="11901" y="124041"/>
                  </a:lnTo>
                  <a:lnTo>
                    <a:pt x="11743" y="124106"/>
                  </a:lnTo>
                  <a:lnTo>
                    <a:pt x="11585" y="124159"/>
                  </a:lnTo>
                  <a:lnTo>
                    <a:pt x="11427" y="124199"/>
                  </a:lnTo>
                  <a:lnTo>
                    <a:pt x="11256" y="124238"/>
                  </a:lnTo>
                  <a:lnTo>
                    <a:pt x="11085" y="124278"/>
                  </a:lnTo>
                  <a:lnTo>
                    <a:pt x="10913" y="124291"/>
                  </a:lnTo>
                  <a:lnTo>
                    <a:pt x="10742" y="124304"/>
                  </a:lnTo>
                  <a:lnTo>
                    <a:pt x="10571" y="124317"/>
                  </a:lnTo>
                  <a:lnTo>
                    <a:pt x="10387" y="124304"/>
                  </a:lnTo>
                  <a:lnTo>
                    <a:pt x="10216" y="124291"/>
                  </a:lnTo>
                  <a:lnTo>
                    <a:pt x="10045" y="124278"/>
                  </a:lnTo>
                  <a:lnTo>
                    <a:pt x="9874" y="124238"/>
                  </a:lnTo>
                  <a:lnTo>
                    <a:pt x="9716" y="124199"/>
                  </a:lnTo>
                  <a:lnTo>
                    <a:pt x="9544" y="124159"/>
                  </a:lnTo>
                  <a:lnTo>
                    <a:pt x="9387" y="124106"/>
                  </a:lnTo>
                  <a:lnTo>
                    <a:pt x="9242" y="124041"/>
                  </a:lnTo>
                  <a:lnTo>
                    <a:pt x="9084" y="123975"/>
                  </a:lnTo>
                  <a:lnTo>
                    <a:pt x="8939" y="123896"/>
                  </a:lnTo>
                  <a:lnTo>
                    <a:pt x="8794" y="123817"/>
                  </a:lnTo>
                  <a:lnTo>
                    <a:pt x="8649" y="123725"/>
                  </a:lnTo>
                  <a:lnTo>
                    <a:pt x="8386" y="123527"/>
                  </a:lnTo>
                  <a:lnTo>
                    <a:pt x="8149" y="123304"/>
                  </a:lnTo>
                  <a:lnTo>
                    <a:pt x="7925" y="123067"/>
                  </a:lnTo>
                  <a:lnTo>
                    <a:pt x="7728" y="122803"/>
                  </a:lnTo>
                  <a:lnTo>
                    <a:pt x="7649" y="122659"/>
                  </a:lnTo>
                  <a:lnTo>
                    <a:pt x="7557" y="122527"/>
                  </a:lnTo>
                  <a:lnTo>
                    <a:pt x="7491" y="122369"/>
                  </a:lnTo>
                  <a:lnTo>
                    <a:pt x="7412" y="122224"/>
                  </a:lnTo>
                  <a:lnTo>
                    <a:pt x="7359" y="122066"/>
                  </a:lnTo>
                  <a:lnTo>
                    <a:pt x="7307" y="121908"/>
                  </a:lnTo>
                  <a:lnTo>
                    <a:pt x="7254" y="121750"/>
                  </a:lnTo>
                  <a:lnTo>
                    <a:pt x="7215" y="121579"/>
                  </a:lnTo>
                  <a:lnTo>
                    <a:pt x="7188" y="121408"/>
                  </a:lnTo>
                  <a:lnTo>
                    <a:pt x="7162" y="121237"/>
                  </a:lnTo>
                  <a:lnTo>
                    <a:pt x="7149" y="121066"/>
                  </a:lnTo>
                  <a:lnTo>
                    <a:pt x="7149" y="120895"/>
                  </a:lnTo>
                  <a:lnTo>
                    <a:pt x="7149" y="120723"/>
                  </a:lnTo>
                  <a:lnTo>
                    <a:pt x="7162" y="120539"/>
                  </a:lnTo>
                  <a:lnTo>
                    <a:pt x="7188" y="120368"/>
                  </a:lnTo>
                  <a:lnTo>
                    <a:pt x="7215" y="120210"/>
                  </a:lnTo>
                  <a:lnTo>
                    <a:pt x="7254" y="120039"/>
                  </a:lnTo>
                  <a:lnTo>
                    <a:pt x="7307" y="119881"/>
                  </a:lnTo>
                  <a:lnTo>
                    <a:pt x="7359" y="119723"/>
                  </a:lnTo>
                  <a:lnTo>
                    <a:pt x="7412" y="119565"/>
                  </a:lnTo>
                  <a:lnTo>
                    <a:pt x="7491" y="119407"/>
                  </a:lnTo>
                  <a:lnTo>
                    <a:pt x="7557" y="119262"/>
                  </a:lnTo>
                  <a:lnTo>
                    <a:pt x="7649" y="119118"/>
                  </a:lnTo>
                  <a:lnTo>
                    <a:pt x="7728" y="118986"/>
                  </a:lnTo>
                  <a:lnTo>
                    <a:pt x="7925" y="118723"/>
                  </a:lnTo>
                  <a:lnTo>
                    <a:pt x="8149" y="118473"/>
                  </a:lnTo>
                  <a:lnTo>
                    <a:pt x="8386" y="118249"/>
                  </a:lnTo>
                  <a:lnTo>
                    <a:pt x="8649" y="118064"/>
                  </a:lnTo>
                  <a:lnTo>
                    <a:pt x="8794" y="117972"/>
                  </a:lnTo>
                  <a:lnTo>
                    <a:pt x="8939" y="117880"/>
                  </a:lnTo>
                  <a:lnTo>
                    <a:pt x="9084" y="117814"/>
                  </a:lnTo>
                  <a:lnTo>
                    <a:pt x="9242" y="117749"/>
                  </a:lnTo>
                  <a:lnTo>
                    <a:pt x="9387" y="117683"/>
                  </a:lnTo>
                  <a:lnTo>
                    <a:pt x="9544" y="117630"/>
                  </a:lnTo>
                  <a:lnTo>
                    <a:pt x="9716" y="117577"/>
                  </a:lnTo>
                  <a:lnTo>
                    <a:pt x="9874" y="117538"/>
                  </a:lnTo>
                  <a:lnTo>
                    <a:pt x="10045" y="117512"/>
                  </a:lnTo>
                  <a:lnTo>
                    <a:pt x="10216" y="117485"/>
                  </a:lnTo>
                  <a:lnTo>
                    <a:pt x="10387" y="117472"/>
                  </a:lnTo>
                  <a:close/>
                  <a:moveTo>
                    <a:pt x="71136" y="1"/>
                  </a:moveTo>
                  <a:lnTo>
                    <a:pt x="70847" y="27"/>
                  </a:lnTo>
                  <a:lnTo>
                    <a:pt x="70544" y="54"/>
                  </a:lnTo>
                  <a:lnTo>
                    <a:pt x="70254" y="93"/>
                  </a:lnTo>
                  <a:lnTo>
                    <a:pt x="69965" y="146"/>
                  </a:lnTo>
                  <a:lnTo>
                    <a:pt x="69688" y="225"/>
                  </a:lnTo>
                  <a:lnTo>
                    <a:pt x="69412" y="304"/>
                  </a:lnTo>
                  <a:lnTo>
                    <a:pt x="69136" y="383"/>
                  </a:lnTo>
                  <a:lnTo>
                    <a:pt x="68872" y="488"/>
                  </a:lnTo>
                  <a:lnTo>
                    <a:pt x="68609" y="593"/>
                  </a:lnTo>
                  <a:lnTo>
                    <a:pt x="68346" y="725"/>
                  </a:lnTo>
                  <a:lnTo>
                    <a:pt x="68096" y="856"/>
                  </a:lnTo>
                  <a:lnTo>
                    <a:pt x="67859" y="988"/>
                  </a:lnTo>
                  <a:lnTo>
                    <a:pt x="67609" y="1146"/>
                  </a:lnTo>
                  <a:lnTo>
                    <a:pt x="67385" y="1304"/>
                  </a:lnTo>
                  <a:lnTo>
                    <a:pt x="67161" y="1475"/>
                  </a:lnTo>
                  <a:lnTo>
                    <a:pt x="66937" y="1646"/>
                  </a:lnTo>
                  <a:lnTo>
                    <a:pt x="66727" y="1831"/>
                  </a:lnTo>
                  <a:lnTo>
                    <a:pt x="66529" y="2028"/>
                  </a:lnTo>
                  <a:lnTo>
                    <a:pt x="66332" y="2239"/>
                  </a:lnTo>
                  <a:lnTo>
                    <a:pt x="66147" y="2449"/>
                  </a:lnTo>
                  <a:lnTo>
                    <a:pt x="65963" y="2660"/>
                  </a:lnTo>
                  <a:lnTo>
                    <a:pt x="65792" y="2884"/>
                  </a:lnTo>
                  <a:lnTo>
                    <a:pt x="65634" y="3121"/>
                  </a:lnTo>
                  <a:lnTo>
                    <a:pt x="65489" y="3358"/>
                  </a:lnTo>
                  <a:lnTo>
                    <a:pt x="65344" y="3594"/>
                  </a:lnTo>
                  <a:lnTo>
                    <a:pt x="65213" y="3845"/>
                  </a:lnTo>
                  <a:lnTo>
                    <a:pt x="65081" y="4108"/>
                  </a:lnTo>
                  <a:lnTo>
                    <a:pt x="64976" y="4371"/>
                  </a:lnTo>
                  <a:lnTo>
                    <a:pt x="64871" y="4634"/>
                  </a:lnTo>
                  <a:lnTo>
                    <a:pt x="64778" y="4911"/>
                  </a:lnTo>
                  <a:lnTo>
                    <a:pt x="64699" y="5187"/>
                  </a:lnTo>
                  <a:lnTo>
                    <a:pt x="58342" y="5187"/>
                  </a:lnTo>
                  <a:lnTo>
                    <a:pt x="57920" y="5200"/>
                  </a:lnTo>
                  <a:lnTo>
                    <a:pt x="57512" y="5227"/>
                  </a:lnTo>
                  <a:lnTo>
                    <a:pt x="57104" y="5266"/>
                  </a:lnTo>
                  <a:lnTo>
                    <a:pt x="56696" y="5332"/>
                  </a:lnTo>
                  <a:lnTo>
                    <a:pt x="56301" y="5411"/>
                  </a:lnTo>
                  <a:lnTo>
                    <a:pt x="55906" y="5503"/>
                  </a:lnTo>
                  <a:lnTo>
                    <a:pt x="55538" y="5609"/>
                  </a:lnTo>
                  <a:lnTo>
                    <a:pt x="55156" y="5740"/>
                  </a:lnTo>
                  <a:lnTo>
                    <a:pt x="54801" y="5872"/>
                  </a:lnTo>
                  <a:lnTo>
                    <a:pt x="54445" y="6030"/>
                  </a:lnTo>
                  <a:lnTo>
                    <a:pt x="54103" y="6201"/>
                  </a:lnTo>
                  <a:lnTo>
                    <a:pt x="53774" y="6385"/>
                  </a:lnTo>
                  <a:lnTo>
                    <a:pt x="53458" y="6569"/>
                  </a:lnTo>
                  <a:lnTo>
                    <a:pt x="53142" y="6780"/>
                  </a:lnTo>
                  <a:lnTo>
                    <a:pt x="52839" y="7004"/>
                  </a:lnTo>
                  <a:lnTo>
                    <a:pt x="52563" y="7228"/>
                  </a:lnTo>
                  <a:lnTo>
                    <a:pt x="52286" y="7478"/>
                  </a:lnTo>
                  <a:lnTo>
                    <a:pt x="52036" y="7728"/>
                  </a:lnTo>
                  <a:lnTo>
                    <a:pt x="51786" y="7991"/>
                  </a:lnTo>
                  <a:lnTo>
                    <a:pt x="51562" y="8268"/>
                  </a:lnTo>
                  <a:lnTo>
                    <a:pt x="51352" y="8544"/>
                  </a:lnTo>
                  <a:lnTo>
                    <a:pt x="51154" y="8847"/>
                  </a:lnTo>
                  <a:lnTo>
                    <a:pt x="50970" y="9150"/>
                  </a:lnTo>
                  <a:lnTo>
                    <a:pt x="50812" y="9452"/>
                  </a:lnTo>
                  <a:lnTo>
                    <a:pt x="50654" y="9768"/>
                  </a:lnTo>
                  <a:lnTo>
                    <a:pt x="50536" y="10097"/>
                  </a:lnTo>
                  <a:lnTo>
                    <a:pt x="50417" y="10426"/>
                  </a:lnTo>
                  <a:lnTo>
                    <a:pt x="50325" y="10755"/>
                  </a:lnTo>
                  <a:lnTo>
                    <a:pt x="50259" y="11111"/>
                  </a:lnTo>
                  <a:lnTo>
                    <a:pt x="50206" y="11453"/>
                  </a:lnTo>
                  <a:lnTo>
                    <a:pt x="50180" y="11809"/>
                  </a:lnTo>
                  <a:lnTo>
                    <a:pt x="50167" y="12164"/>
                  </a:lnTo>
                  <a:lnTo>
                    <a:pt x="50167" y="39044"/>
                  </a:lnTo>
                  <a:lnTo>
                    <a:pt x="36240" y="39044"/>
                  </a:lnTo>
                  <a:lnTo>
                    <a:pt x="35871" y="39057"/>
                  </a:lnTo>
                  <a:lnTo>
                    <a:pt x="35529" y="39097"/>
                  </a:lnTo>
                  <a:lnTo>
                    <a:pt x="35174" y="39149"/>
                  </a:lnTo>
                  <a:lnTo>
                    <a:pt x="34832" y="39215"/>
                  </a:lnTo>
                  <a:lnTo>
                    <a:pt x="34489" y="39307"/>
                  </a:lnTo>
                  <a:lnTo>
                    <a:pt x="34160" y="39412"/>
                  </a:lnTo>
                  <a:lnTo>
                    <a:pt x="33844" y="39544"/>
                  </a:lnTo>
                  <a:lnTo>
                    <a:pt x="33528" y="39689"/>
                  </a:lnTo>
                  <a:lnTo>
                    <a:pt x="33212" y="39860"/>
                  </a:lnTo>
                  <a:lnTo>
                    <a:pt x="32910" y="40044"/>
                  </a:lnTo>
                  <a:lnTo>
                    <a:pt x="32620" y="40242"/>
                  </a:lnTo>
                  <a:lnTo>
                    <a:pt x="32344" y="40452"/>
                  </a:lnTo>
                  <a:lnTo>
                    <a:pt x="32067" y="40676"/>
                  </a:lnTo>
                  <a:lnTo>
                    <a:pt x="31804" y="40913"/>
                  </a:lnTo>
                  <a:lnTo>
                    <a:pt x="31541" y="41176"/>
                  </a:lnTo>
                  <a:lnTo>
                    <a:pt x="31304" y="41453"/>
                  </a:lnTo>
                  <a:lnTo>
                    <a:pt x="31067" y="41729"/>
                  </a:lnTo>
                  <a:lnTo>
                    <a:pt x="30856" y="42032"/>
                  </a:lnTo>
                  <a:lnTo>
                    <a:pt x="30646" y="42335"/>
                  </a:lnTo>
                  <a:lnTo>
                    <a:pt x="30448" y="42664"/>
                  </a:lnTo>
                  <a:lnTo>
                    <a:pt x="30264" y="42993"/>
                  </a:lnTo>
                  <a:lnTo>
                    <a:pt x="30106" y="43335"/>
                  </a:lnTo>
                  <a:lnTo>
                    <a:pt x="29948" y="43691"/>
                  </a:lnTo>
                  <a:lnTo>
                    <a:pt x="29803" y="44046"/>
                  </a:lnTo>
                  <a:lnTo>
                    <a:pt x="29685" y="44415"/>
                  </a:lnTo>
                  <a:lnTo>
                    <a:pt x="29566" y="44796"/>
                  </a:lnTo>
                  <a:lnTo>
                    <a:pt x="29474" y="45191"/>
                  </a:lnTo>
                  <a:lnTo>
                    <a:pt x="29395" y="45586"/>
                  </a:lnTo>
                  <a:lnTo>
                    <a:pt x="29342" y="45981"/>
                  </a:lnTo>
                  <a:lnTo>
                    <a:pt x="29290" y="46389"/>
                  </a:lnTo>
                  <a:lnTo>
                    <a:pt x="29263" y="46810"/>
                  </a:lnTo>
                  <a:lnTo>
                    <a:pt x="29263" y="47232"/>
                  </a:lnTo>
                  <a:lnTo>
                    <a:pt x="29263" y="51457"/>
                  </a:lnTo>
                  <a:lnTo>
                    <a:pt x="29263" y="56907"/>
                  </a:lnTo>
                  <a:lnTo>
                    <a:pt x="29263" y="66384"/>
                  </a:lnTo>
                  <a:lnTo>
                    <a:pt x="29263" y="72663"/>
                  </a:lnTo>
                  <a:lnTo>
                    <a:pt x="12164" y="72663"/>
                  </a:lnTo>
                  <a:lnTo>
                    <a:pt x="11993" y="72650"/>
                  </a:lnTo>
                  <a:lnTo>
                    <a:pt x="11822" y="72637"/>
                  </a:lnTo>
                  <a:lnTo>
                    <a:pt x="11651" y="72611"/>
                  </a:lnTo>
                  <a:lnTo>
                    <a:pt x="11480" y="72571"/>
                  </a:lnTo>
                  <a:lnTo>
                    <a:pt x="11322" y="72519"/>
                  </a:lnTo>
                  <a:lnTo>
                    <a:pt x="11164" y="72453"/>
                  </a:lnTo>
                  <a:lnTo>
                    <a:pt x="11006" y="72374"/>
                  </a:lnTo>
                  <a:lnTo>
                    <a:pt x="10848" y="72295"/>
                  </a:lnTo>
                  <a:lnTo>
                    <a:pt x="10690" y="72190"/>
                  </a:lnTo>
                  <a:lnTo>
                    <a:pt x="10545" y="72097"/>
                  </a:lnTo>
                  <a:lnTo>
                    <a:pt x="10400" y="71979"/>
                  </a:lnTo>
                  <a:lnTo>
                    <a:pt x="10255" y="71860"/>
                  </a:lnTo>
                  <a:lnTo>
                    <a:pt x="10124" y="71729"/>
                  </a:lnTo>
                  <a:lnTo>
                    <a:pt x="9992" y="71584"/>
                  </a:lnTo>
                  <a:lnTo>
                    <a:pt x="9874" y="71439"/>
                  </a:lnTo>
                  <a:lnTo>
                    <a:pt x="9755" y="71281"/>
                  </a:lnTo>
                  <a:lnTo>
                    <a:pt x="9637" y="71123"/>
                  </a:lnTo>
                  <a:lnTo>
                    <a:pt x="9531" y="70952"/>
                  </a:lnTo>
                  <a:lnTo>
                    <a:pt x="9426" y="70781"/>
                  </a:lnTo>
                  <a:lnTo>
                    <a:pt x="9334" y="70597"/>
                  </a:lnTo>
                  <a:lnTo>
                    <a:pt x="9242" y="70413"/>
                  </a:lnTo>
                  <a:lnTo>
                    <a:pt x="9150" y="70215"/>
                  </a:lnTo>
                  <a:lnTo>
                    <a:pt x="9071" y="70018"/>
                  </a:lnTo>
                  <a:lnTo>
                    <a:pt x="9005" y="69807"/>
                  </a:lnTo>
                  <a:lnTo>
                    <a:pt x="8939" y="69596"/>
                  </a:lnTo>
                  <a:lnTo>
                    <a:pt x="8886" y="69386"/>
                  </a:lnTo>
                  <a:lnTo>
                    <a:pt x="8847" y="69175"/>
                  </a:lnTo>
                  <a:lnTo>
                    <a:pt x="8807" y="68951"/>
                  </a:lnTo>
                  <a:lnTo>
                    <a:pt x="8768" y="68728"/>
                  </a:lnTo>
                  <a:lnTo>
                    <a:pt x="8755" y="68491"/>
                  </a:lnTo>
                  <a:lnTo>
                    <a:pt x="8742" y="68267"/>
                  </a:lnTo>
                  <a:lnTo>
                    <a:pt x="8728" y="68030"/>
                  </a:lnTo>
                  <a:lnTo>
                    <a:pt x="8728" y="60790"/>
                  </a:lnTo>
                  <a:lnTo>
                    <a:pt x="9005" y="60711"/>
                  </a:lnTo>
                  <a:lnTo>
                    <a:pt x="9281" y="60619"/>
                  </a:lnTo>
                  <a:lnTo>
                    <a:pt x="9544" y="60527"/>
                  </a:lnTo>
                  <a:lnTo>
                    <a:pt x="9808" y="60408"/>
                  </a:lnTo>
                  <a:lnTo>
                    <a:pt x="10071" y="60290"/>
                  </a:lnTo>
                  <a:lnTo>
                    <a:pt x="10321" y="60158"/>
                  </a:lnTo>
                  <a:lnTo>
                    <a:pt x="10558" y="60013"/>
                  </a:lnTo>
                  <a:lnTo>
                    <a:pt x="10808" y="59855"/>
                  </a:lnTo>
                  <a:lnTo>
                    <a:pt x="11032" y="59697"/>
                  </a:lnTo>
                  <a:lnTo>
                    <a:pt x="11256" y="59526"/>
                  </a:lnTo>
                  <a:lnTo>
                    <a:pt x="11480" y="59355"/>
                  </a:lnTo>
                  <a:lnTo>
                    <a:pt x="11690" y="59171"/>
                  </a:lnTo>
                  <a:lnTo>
                    <a:pt x="11888" y="58973"/>
                  </a:lnTo>
                  <a:lnTo>
                    <a:pt x="12085" y="58763"/>
                  </a:lnTo>
                  <a:lnTo>
                    <a:pt x="12269" y="58552"/>
                  </a:lnTo>
                  <a:lnTo>
                    <a:pt x="12454" y="58342"/>
                  </a:lnTo>
                  <a:lnTo>
                    <a:pt x="12612" y="58118"/>
                  </a:lnTo>
                  <a:lnTo>
                    <a:pt x="12770" y="57881"/>
                  </a:lnTo>
                  <a:lnTo>
                    <a:pt x="12927" y="57644"/>
                  </a:lnTo>
                  <a:lnTo>
                    <a:pt x="13072" y="57394"/>
                  </a:lnTo>
                  <a:lnTo>
                    <a:pt x="13204" y="57144"/>
                  </a:lnTo>
                  <a:lnTo>
                    <a:pt x="13322" y="56894"/>
                  </a:lnTo>
                  <a:lnTo>
                    <a:pt x="13428" y="56630"/>
                  </a:lnTo>
                  <a:lnTo>
                    <a:pt x="13533" y="56354"/>
                  </a:lnTo>
                  <a:lnTo>
                    <a:pt x="13625" y="56091"/>
                  </a:lnTo>
                  <a:lnTo>
                    <a:pt x="13704" y="55814"/>
                  </a:lnTo>
                  <a:lnTo>
                    <a:pt x="13770" y="55525"/>
                  </a:lnTo>
                  <a:lnTo>
                    <a:pt x="13823" y="55235"/>
                  </a:lnTo>
                  <a:lnTo>
                    <a:pt x="13862" y="54945"/>
                  </a:lnTo>
                  <a:lnTo>
                    <a:pt x="13902" y="54656"/>
                  </a:lnTo>
                  <a:lnTo>
                    <a:pt x="13915" y="54353"/>
                  </a:lnTo>
                  <a:lnTo>
                    <a:pt x="13928" y="54050"/>
                  </a:lnTo>
                  <a:lnTo>
                    <a:pt x="13915" y="53695"/>
                  </a:lnTo>
                  <a:lnTo>
                    <a:pt x="13888" y="53339"/>
                  </a:lnTo>
                  <a:lnTo>
                    <a:pt x="13849" y="52997"/>
                  </a:lnTo>
                  <a:lnTo>
                    <a:pt x="13783" y="52655"/>
                  </a:lnTo>
                  <a:lnTo>
                    <a:pt x="13704" y="52313"/>
                  </a:lnTo>
                  <a:lnTo>
                    <a:pt x="13612" y="51984"/>
                  </a:lnTo>
                  <a:lnTo>
                    <a:pt x="13507" y="51668"/>
                  </a:lnTo>
                  <a:lnTo>
                    <a:pt x="13375" y="51352"/>
                  </a:lnTo>
                  <a:lnTo>
                    <a:pt x="13230" y="51036"/>
                  </a:lnTo>
                  <a:lnTo>
                    <a:pt x="13085" y="50733"/>
                  </a:lnTo>
                  <a:lnTo>
                    <a:pt x="12914" y="50443"/>
                  </a:lnTo>
                  <a:lnTo>
                    <a:pt x="12730" y="50167"/>
                  </a:lnTo>
                  <a:lnTo>
                    <a:pt x="12533" y="49891"/>
                  </a:lnTo>
                  <a:lnTo>
                    <a:pt x="12335" y="49627"/>
                  </a:lnTo>
                  <a:lnTo>
                    <a:pt x="12111" y="49377"/>
                  </a:lnTo>
                  <a:lnTo>
                    <a:pt x="11888" y="49140"/>
                  </a:lnTo>
                  <a:lnTo>
                    <a:pt x="11637" y="48903"/>
                  </a:lnTo>
                  <a:lnTo>
                    <a:pt x="11387" y="48680"/>
                  </a:lnTo>
                  <a:lnTo>
                    <a:pt x="11124" y="48482"/>
                  </a:lnTo>
                  <a:lnTo>
                    <a:pt x="10848" y="48285"/>
                  </a:lnTo>
                  <a:lnTo>
                    <a:pt x="10571" y="48100"/>
                  </a:lnTo>
                  <a:lnTo>
                    <a:pt x="10282" y="47929"/>
                  </a:lnTo>
                  <a:lnTo>
                    <a:pt x="9979" y="47784"/>
                  </a:lnTo>
                  <a:lnTo>
                    <a:pt x="9663" y="47640"/>
                  </a:lnTo>
                  <a:lnTo>
                    <a:pt x="9347" y="47521"/>
                  </a:lnTo>
                  <a:lnTo>
                    <a:pt x="9031" y="47403"/>
                  </a:lnTo>
                  <a:lnTo>
                    <a:pt x="8702" y="47311"/>
                  </a:lnTo>
                  <a:lnTo>
                    <a:pt x="8360" y="47232"/>
                  </a:lnTo>
                  <a:lnTo>
                    <a:pt x="8018" y="47179"/>
                  </a:lnTo>
                  <a:lnTo>
                    <a:pt x="7675" y="47126"/>
                  </a:lnTo>
                  <a:lnTo>
                    <a:pt x="7320" y="47100"/>
                  </a:lnTo>
                  <a:lnTo>
                    <a:pt x="6964" y="47087"/>
                  </a:lnTo>
                  <a:lnTo>
                    <a:pt x="6596" y="47100"/>
                  </a:lnTo>
                  <a:lnTo>
                    <a:pt x="6254" y="47126"/>
                  </a:lnTo>
                  <a:lnTo>
                    <a:pt x="5898" y="47179"/>
                  </a:lnTo>
                  <a:lnTo>
                    <a:pt x="5556" y="47232"/>
                  </a:lnTo>
                  <a:lnTo>
                    <a:pt x="5227" y="47311"/>
                  </a:lnTo>
                  <a:lnTo>
                    <a:pt x="4898" y="47403"/>
                  </a:lnTo>
                  <a:lnTo>
                    <a:pt x="4569" y="47521"/>
                  </a:lnTo>
                  <a:lnTo>
                    <a:pt x="4253" y="47640"/>
                  </a:lnTo>
                  <a:lnTo>
                    <a:pt x="3950" y="47784"/>
                  </a:lnTo>
                  <a:lnTo>
                    <a:pt x="3647" y="47929"/>
                  </a:lnTo>
                  <a:lnTo>
                    <a:pt x="3358" y="48100"/>
                  </a:lnTo>
                  <a:lnTo>
                    <a:pt x="3068" y="48285"/>
                  </a:lnTo>
                  <a:lnTo>
                    <a:pt x="2792" y="48482"/>
                  </a:lnTo>
                  <a:lnTo>
                    <a:pt x="2528" y="48680"/>
                  </a:lnTo>
                  <a:lnTo>
                    <a:pt x="2278" y="48903"/>
                  </a:lnTo>
                  <a:lnTo>
                    <a:pt x="2041" y="49140"/>
                  </a:lnTo>
                  <a:lnTo>
                    <a:pt x="1804" y="49377"/>
                  </a:lnTo>
                  <a:lnTo>
                    <a:pt x="1594" y="49627"/>
                  </a:lnTo>
                  <a:lnTo>
                    <a:pt x="1383" y="49891"/>
                  </a:lnTo>
                  <a:lnTo>
                    <a:pt x="1186" y="50167"/>
                  </a:lnTo>
                  <a:lnTo>
                    <a:pt x="1001" y="50443"/>
                  </a:lnTo>
                  <a:lnTo>
                    <a:pt x="843" y="50733"/>
                  </a:lnTo>
                  <a:lnTo>
                    <a:pt x="685" y="51036"/>
                  </a:lnTo>
                  <a:lnTo>
                    <a:pt x="541" y="51352"/>
                  </a:lnTo>
                  <a:lnTo>
                    <a:pt x="422" y="51668"/>
                  </a:lnTo>
                  <a:lnTo>
                    <a:pt x="304" y="51984"/>
                  </a:lnTo>
                  <a:lnTo>
                    <a:pt x="212" y="52313"/>
                  </a:lnTo>
                  <a:lnTo>
                    <a:pt x="133" y="52655"/>
                  </a:lnTo>
                  <a:lnTo>
                    <a:pt x="80" y="52997"/>
                  </a:lnTo>
                  <a:lnTo>
                    <a:pt x="27" y="53339"/>
                  </a:lnTo>
                  <a:lnTo>
                    <a:pt x="1" y="53695"/>
                  </a:lnTo>
                  <a:lnTo>
                    <a:pt x="1" y="54050"/>
                  </a:lnTo>
                  <a:lnTo>
                    <a:pt x="1" y="54353"/>
                  </a:lnTo>
                  <a:lnTo>
                    <a:pt x="27" y="54656"/>
                  </a:lnTo>
                  <a:lnTo>
                    <a:pt x="54" y="54945"/>
                  </a:lnTo>
                  <a:lnTo>
                    <a:pt x="93" y="55235"/>
                  </a:lnTo>
                  <a:lnTo>
                    <a:pt x="146" y="55525"/>
                  </a:lnTo>
                  <a:lnTo>
                    <a:pt x="225" y="55814"/>
                  </a:lnTo>
                  <a:lnTo>
                    <a:pt x="304" y="56091"/>
                  </a:lnTo>
                  <a:lnTo>
                    <a:pt x="383" y="56354"/>
                  </a:lnTo>
                  <a:lnTo>
                    <a:pt x="488" y="56630"/>
                  </a:lnTo>
                  <a:lnTo>
                    <a:pt x="593" y="56894"/>
                  </a:lnTo>
                  <a:lnTo>
                    <a:pt x="725" y="57144"/>
                  </a:lnTo>
                  <a:lnTo>
                    <a:pt x="857" y="57394"/>
                  </a:lnTo>
                  <a:lnTo>
                    <a:pt x="988" y="57644"/>
                  </a:lnTo>
                  <a:lnTo>
                    <a:pt x="1146" y="57881"/>
                  </a:lnTo>
                  <a:lnTo>
                    <a:pt x="1304" y="58118"/>
                  </a:lnTo>
                  <a:lnTo>
                    <a:pt x="1475" y="58342"/>
                  </a:lnTo>
                  <a:lnTo>
                    <a:pt x="1646" y="58552"/>
                  </a:lnTo>
                  <a:lnTo>
                    <a:pt x="1831" y="58763"/>
                  </a:lnTo>
                  <a:lnTo>
                    <a:pt x="2028" y="58973"/>
                  </a:lnTo>
                  <a:lnTo>
                    <a:pt x="2239" y="59171"/>
                  </a:lnTo>
                  <a:lnTo>
                    <a:pt x="2449" y="59355"/>
                  </a:lnTo>
                  <a:lnTo>
                    <a:pt x="2660" y="59526"/>
                  </a:lnTo>
                  <a:lnTo>
                    <a:pt x="2884" y="59697"/>
                  </a:lnTo>
                  <a:lnTo>
                    <a:pt x="3121" y="59855"/>
                  </a:lnTo>
                  <a:lnTo>
                    <a:pt x="3358" y="60013"/>
                  </a:lnTo>
                  <a:lnTo>
                    <a:pt x="3595" y="60158"/>
                  </a:lnTo>
                  <a:lnTo>
                    <a:pt x="3845" y="60290"/>
                  </a:lnTo>
                  <a:lnTo>
                    <a:pt x="4108" y="60408"/>
                  </a:lnTo>
                  <a:lnTo>
                    <a:pt x="4371" y="60527"/>
                  </a:lnTo>
                  <a:lnTo>
                    <a:pt x="4634" y="60619"/>
                  </a:lnTo>
                  <a:lnTo>
                    <a:pt x="4911" y="60711"/>
                  </a:lnTo>
                  <a:lnTo>
                    <a:pt x="5187" y="60790"/>
                  </a:lnTo>
                  <a:lnTo>
                    <a:pt x="5187" y="68030"/>
                  </a:lnTo>
                  <a:lnTo>
                    <a:pt x="5201" y="68451"/>
                  </a:lnTo>
                  <a:lnTo>
                    <a:pt x="5227" y="68859"/>
                  </a:lnTo>
                  <a:lnTo>
                    <a:pt x="5266" y="69267"/>
                  </a:lnTo>
                  <a:lnTo>
                    <a:pt x="5332" y="69675"/>
                  </a:lnTo>
                  <a:lnTo>
                    <a:pt x="5411" y="70070"/>
                  </a:lnTo>
                  <a:lnTo>
                    <a:pt x="5503" y="70452"/>
                  </a:lnTo>
                  <a:lnTo>
                    <a:pt x="5609" y="70834"/>
                  </a:lnTo>
                  <a:lnTo>
                    <a:pt x="5740" y="71202"/>
                  </a:lnTo>
                  <a:lnTo>
                    <a:pt x="5872" y="71571"/>
                  </a:lnTo>
                  <a:lnTo>
                    <a:pt x="6030" y="71926"/>
                  </a:lnTo>
                  <a:lnTo>
                    <a:pt x="6201" y="72269"/>
                  </a:lnTo>
                  <a:lnTo>
                    <a:pt x="6385" y="72598"/>
                  </a:lnTo>
                  <a:lnTo>
                    <a:pt x="6570" y="72914"/>
                  </a:lnTo>
                  <a:lnTo>
                    <a:pt x="6780" y="73229"/>
                  </a:lnTo>
                  <a:lnTo>
                    <a:pt x="7004" y="73519"/>
                  </a:lnTo>
                  <a:lnTo>
                    <a:pt x="7228" y="73809"/>
                  </a:lnTo>
                  <a:lnTo>
                    <a:pt x="7478" y="74072"/>
                  </a:lnTo>
                  <a:lnTo>
                    <a:pt x="7728" y="74335"/>
                  </a:lnTo>
                  <a:lnTo>
                    <a:pt x="7991" y="74572"/>
                  </a:lnTo>
                  <a:lnTo>
                    <a:pt x="8268" y="74809"/>
                  </a:lnTo>
                  <a:lnTo>
                    <a:pt x="8544" y="75020"/>
                  </a:lnTo>
                  <a:lnTo>
                    <a:pt x="8847" y="75217"/>
                  </a:lnTo>
                  <a:lnTo>
                    <a:pt x="9150" y="75401"/>
                  </a:lnTo>
                  <a:lnTo>
                    <a:pt x="9452" y="75559"/>
                  </a:lnTo>
                  <a:lnTo>
                    <a:pt x="9768" y="75704"/>
                  </a:lnTo>
                  <a:lnTo>
                    <a:pt x="10097" y="75836"/>
                  </a:lnTo>
                  <a:lnTo>
                    <a:pt x="10426" y="75941"/>
                  </a:lnTo>
                  <a:lnTo>
                    <a:pt x="10756" y="76033"/>
                  </a:lnTo>
                  <a:lnTo>
                    <a:pt x="11111" y="76112"/>
                  </a:lnTo>
                  <a:lnTo>
                    <a:pt x="11453" y="76165"/>
                  </a:lnTo>
                  <a:lnTo>
                    <a:pt x="11809" y="76191"/>
                  </a:lnTo>
                  <a:lnTo>
                    <a:pt x="12164" y="76204"/>
                  </a:lnTo>
                  <a:lnTo>
                    <a:pt x="29263" y="76204"/>
                  </a:lnTo>
                  <a:lnTo>
                    <a:pt x="29263" y="100754"/>
                  </a:lnTo>
                  <a:lnTo>
                    <a:pt x="29263" y="115682"/>
                  </a:lnTo>
                  <a:lnTo>
                    <a:pt x="29250" y="115866"/>
                  </a:lnTo>
                  <a:lnTo>
                    <a:pt x="29237" y="116037"/>
                  </a:lnTo>
                  <a:lnTo>
                    <a:pt x="29198" y="116208"/>
                  </a:lnTo>
                  <a:lnTo>
                    <a:pt x="29158" y="116366"/>
                  </a:lnTo>
                  <a:lnTo>
                    <a:pt x="29105" y="116537"/>
                  </a:lnTo>
                  <a:lnTo>
                    <a:pt x="29040" y="116695"/>
                  </a:lnTo>
                  <a:lnTo>
                    <a:pt x="28974" y="116853"/>
                  </a:lnTo>
                  <a:lnTo>
                    <a:pt x="28882" y="117011"/>
                  </a:lnTo>
                  <a:lnTo>
                    <a:pt x="28789" y="117156"/>
                  </a:lnTo>
                  <a:lnTo>
                    <a:pt x="28684" y="117314"/>
                  </a:lnTo>
                  <a:lnTo>
                    <a:pt x="28579" y="117446"/>
                  </a:lnTo>
                  <a:lnTo>
                    <a:pt x="28460" y="117591"/>
                  </a:lnTo>
                  <a:lnTo>
                    <a:pt x="28329" y="117722"/>
                  </a:lnTo>
                  <a:lnTo>
                    <a:pt x="28184" y="117854"/>
                  </a:lnTo>
                  <a:lnTo>
                    <a:pt x="28039" y="117985"/>
                  </a:lnTo>
                  <a:lnTo>
                    <a:pt x="27881" y="118104"/>
                  </a:lnTo>
                  <a:lnTo>
                    <a:pt x="27723" y="118222"/>
                  </a:lnTo>
                  <a:lnTo>
                    <a:pt x="27552" y="118328"/>
                  </a:lnTo>
                  <a:lnTo>
                    <a:pt x="27381" y="118433"/>
                  </a:lnTo>
                  <a:lnTo>
                    <a:pt x="27197" y="118525"/>
                  </a:lnTo>
                  <a:lnTo>
                    <a:pt x="27012" y="118617"/>
                  </a:lnTo>
                  <a:lnTo>
                    <a:pt x="26815" y="118696"/>
                  </a:lnTo>
                  <a:lnTo>
                    <a:pt x="26618" y="118775"/>
                  </a:lnTo>
                  <a:lnTo>
                    <a:pt x="26407" y="118841"/>
                  </a:lnTo>
                  <a:lnTo>
                    <a:pt x="26196" y="118907"/>
                  </a:lnTo>
                  <a:lnTo>
                    <a:pt x="25986" y="118960"/>
                  </a:lnTo>
                  <a:lnTo>
                    <a:pt x="25762" y="119012"/>
                  </a:lnTo>
                  <a:lnTo>
                    <a:pt x="25538" y="119052"/>
                  </a:lnTo>
                  <a:lnTo>
                    <a:pt x="25314" y="119078"/>
                  </a:lnTo>
                  <a:lnTo>
                    <a:pt x="25091" y="119104"/>
                  </a:lnTo>
                  <a:lnTo>
                    <a:pt x="24854" y="119118"/>
                  </a:lnTo>
                  <a:lnTo>
                    <a:pt x="17298" y="119118"/>
                  </a:lnTo>
                  <a:lnTo>
                    <a:pt x="17219" y="118841"/>
                  </a:lnTo>
                  <a:lnTo>
                    <a:pt x="17127" y="118565"/>
                  </a:lnTo>
                  <a:lnTo>
                    <a:pt x="17034" y="118301"/>
                  </a:lnTo>
                  <a:lnTo>
                    <a:pt x="16916" y="118038"/>
                  </a:lnTo>
                  <a:lnTo>
                    <a:pt x="16798" y="117788"/>
                  </a:lnTo>
                  <a:lnTo>
                    <a:pt x="16666" y="117538"/>
                  </a:lnTo>
                  <a:lnTo>
                    <a:pt x="16521" y="117288"/>
                  </a:lnTo>
                  <a:lnTo>
                    <a:pt x="16376" y="117051"/>
                  </a:lnTo>
                  <a:lnTo>
                    <a:pt x="16205" y="116814"/>
                  </a:lnTo>
                  <a:lnTo>
                    <a:pt x="16047" y="116590"/>
                  </a:lnTo>
                  <a:lnTo>
                    <a:pt x="15863" y="116380"/>
                  </a:lnTo>
                  <a:lnTo>
                    <a:pt x="15679" y="116169"/>
                  </a:lnTo>
                  <a:lnTo>
                    <a:pt x="15481" y="115958"/>
                  </a:lnTo>
                  <a:lnTo>
                    <a:pt x="15284" y="115774"/>
                  </a:lnTo>
                  <a:lnTo>
                    <a:pt x="15073" y="115590"/>
                  </a:lnTo>
                  <a:lnTo>
                    <a:pt x="14849" y="115405"/>
                  </a:lnTo>
                  <a:lnTo>
                    <a:pt x="14626" y="115234"/>
                  </a:lnTo>
                  <a:lnTo>
                    <a:pt x="14389" y="115076"/>
                  </a:lnTo>
                  <a:lnTo>
                    <a:pt x="14152" y="114932"/>
                  </a:lnTo>
                  <a:lnTo>
                    <a:pt x="13915" y="114787"/>
                  </a:lnTo>
                  <a:lnTo>
                    <a:pt x="13651" y="114655"/>
                  </a:lnTo>
                  <a:lnTo>
                    <a:pt x="13401" y="114537"/>
                  </a:lnTo>
                  <a:lnTo>
                    <a:pt x="13138" y="114418"/>
                  </a:lnTo>
                  <a:lnTo>
                    <a:pt x="12875" y="114326"/>
                  </a:lnTo>
                  <a:lnTo>
                    <a:pt x="12598" y="114234"/>
                  </a:lnTo>
                  <a:lnTo>
                    <a:pt x="12322" y="114155"/>
                  </a:lnTo>
                  <a:lnTo>
                    <a:pt x="12032" y="114089"/>
                  </a:lnTo>
                  <a:lnTo>
                    <a:pt x="11756" y="114023"/>
                  </a:lnTo>
                  <a:lnTo>
                    <a:pt x="11466" y="113984"/>
                  </a:lnTo>
                  <a:lnTo>
                    <a:pt x="11164" y="113957"/>
                  </a:lnTo>
                  <a:lnTo>
                    <a:pt x="10874" y="113931"/>
                  </a:lnTo>
                  <a:lnTo>
                    <a:pt x="10571" y="113931"/>
                  </a:lnTo>
                  <a:lnTo>
                    <a:pt x="10203" y="113944"/>
                  </a:lnTo>
                  <a:lnTo>
                    <a:pt x="9860" y="113971"/>
                  </a:lnTo>
                  <a:lnTo>
                    <a:pt x="9505" y="114010"/>
                  </a:lnTo>
                  <a:lnTo>
                    <a:pt x="9163" y="114076"/>
                  </a:lnTo>
                  <a:lnTo>
                    <a:pt x="8834" y="114155"/>
                  </a:lnTo>
                  <a:lnTo>
                    <a:pt x="8505" y="114247"/>
                  </a:lnTo>
                  <a:lnTo>
                    <a:pt x="8175" y="114352"/>
                  </a:lnTo>
                  <a:lnTo>
                    <a:pt x="7860" y="114471"/>
                  </a:lnTo>
                  <a:lnTo>
                    <a:pt x="7557" y="114616"/>
                  </a:lnTo>
                  <a:lnTo>
                    <a:pt x="7254" y="114774"/>
                  </a:lnTo>
                  <a:lnTo>
                    <a:pt x="6964" y="114945"/>
                  </a:lnTo>
                  <a:lnTo>
                    <a:pt x="6675" y="115116"/>
                  </a:lnTo>
                  <a:lnTo>
                    <a:pt x="6398" y="115313"/>
                  </a:lnTo>
                  <a:lnTo>
                    <a:pt x="6135" y="115524"/>
                  </a:lnTo>
                  <a:lnTo>
                    <a:pt x="5885" y="115734"/>
                  </a:lnTo>
                  <a:lnTo>
                    <a:pt x="5648" y="115971"/>
                  </a:lnTo>
                  <a:lnTo>
                    <a:pt x="5411" y="116208"/>
                  </a:lnTo>
                  <a:lnTo>
                    <a:pt x="5201" y="116472"/>
                  </a:lnTo>
                  <a:lnTo>
                    <a:pt x="4990" y="116735"/>
                  </a:lnTo>
                  <a:lnTo>
                    <a:pt x="4792" y="116998"/>
                  </a:lnTo>
                  <a:lnTo>
                    <a:pt x="4608" y="117288"/>
                  </a:lnTo>
                  <a:lnTo>
                    <a:pt x="4450" y="117577"/>
                  </a:lnTo>
                  <a:lnTo>
                    <a:pt x="4292" y="117880"/>
                  </a:lnTo>
                  <a:lnTo>
                    <a:pt x="4147" y="118183"/>
                  </a:lnTo>
                  <a:lnTo>
                    <a:pt x="4029" y="118499"/>
                  </a:lnTo>
                  <a:lnTo>
                    <a:pt x="3911" y="118828"/>
                  </a:lnTo>
                  <a:lnTo>
                    <a:pt x="3818" y="119157"/>
                  </a:lnTo>
                  <a:lnTo>
                    <a:pt x="3739" y="119486"/>
                  </a:lnTo>
                  <a:lnTo>
                    <a:pt x="3687" y="119828"/>
                  </a:lnTo>
                  <a:lnTo>
                    <a:pt x="3634" y="120184"/>
                  </a:lnTo>
                  <a:lnTo>
                    <a:pt x="3608" y="120539"/>
                  </a:lnTo>
                  <a:lnTo>
                    <a:pt x="3608" y="120895"/>
                  </a:lnTo>
                  <a:lnTo>
                    <a:pt x="3608" y="121250"/>
                  </a:lnTo>
                  <a:lnTo>
                    <a:pt x="3634" y="121605"/>
                  </a:lnTo>
                  <a:lnTo>
                    <a:pt x="3687" y="121948"/>
                  </a:lnTo>
                  <a:lnTo>
                    <a:pt x="3739" y="122290"/>
                  </a:lnTo>
                  <a:lnTo>
                    <a:pt x="3818" y="122632"/>
                  </a:lnTo>
                  <a:lnTo>
                    <a:pt x="3911" y="122961"/>
                  </a:lnTo>
                  <a:lnTo>
                    <a:pt x="4029" y="123290"/>
                  </a:lnTo>
                  <a:lnTo>
                    <a:pt x="4147" y="123606"/>
                  </a:lnTo>
                  <a:lnTo>
                    <a:pt x="4292" y="123909"/>
                  </a:lnTo>
                  <a:lnTo>
                    <a:pt x="4450" y="124212"/>
                  </a:lnTo>
                  <a:lnTo>
                    <a:pt x="4608" y="124501"/>
                  </a:lnTo>
                  <a:lnTo>
                    <a:pt x="4792" y="124778"/>
                  </a:lnTo>
                  <a:lnTo>
                    <a:pt x="4990" y="125054"/>
                  </a:lnTo>
                  <a:lnTo>
                    <a:pt x="5201" y="125318"/>
                  </a:lnTo>
                  <a:lnTo>
                    <a:pt x="5411" y="125568"/>
                  </a:lnTo>
                  <a:lnTo>
                    <a:pt x="5648" y="125818"/>
                  </a:lnTo>
                  <a:lnTo>
                    <a:pt x="5885" y="126042"/>
                  </a:lnTo>
                  <a:lnTo>
                    <a:pt x="6135" y="126265"/>
                  </a:lnTo>
                  <a:lnTo>
                    <a:pt x="6398" y="126476"/>
                  </a:lnTo>
                  <a:lnTo>
                    <a:pt x="6675" y="126660"/>
                  </a:lnTo>
                  <a:lnTo>
                    <a:pt x="6964" y="126844"/>
                  </a:lnTo>
                  <a:lnTo>
                    <a:pt x="7254" y="127016"/>
                  </a:lnTo>
                  <a:lnTo>
                    <a:pt x="7557" y="127174"/>
                  </a:lnTo>
                  <a:lnTo>
                    <a:pt x="7860" y="127305"/>
                  </a:lnTo>
                  <a:lnTo>
                    <a:pt x="8175" y="127437"/>
                  </a:lnTo>
                  <a:lnTo>
                    <a:pt x="8505" y="127542"/>
                  </a:lnTo>
                  <a:lnTo>
                    <a:pt x="8834" y="127634"/>
                  </a:lnTo>
                  <a:lnTo>
                    <a:pt x="9163" y="127713"/>
                  </a:lnTo>
                  <a:lnTo>
                    <a:pt x="9505" y="127779"/>
                  </a:lnTo>
                  <a:lnTo>
                    <a:pt x="9860" y="127819"/>
                  </a:lnTo>
                  <a:lnTo>
                    <a:pt x="10203" y="127845"/>
                  </a:lnTo>
                  <a:lnTo>
                    <a:pt x="10571" y="127858"/>
                  </a:lnTo>
                  <a:lnTo>
                    <a:pt x="10874" y="127845"/>
                  </a:lnTo>
                  <a:lnTo>
                    <a:pt x="11164" y="127832"/>
                  </a:lnTo>
                  <a:lnTo>
                    <a:pt x="11466" y="127805"/>
                  </a:lnTo>
                  <a:lnTo>
                    <a:pt x="11756" y="127753"/>
                  </a:lnTo>
                  <a:lnTo>
                    <a:pt x="12032" y="127700"/>
                  </a:lnTo>
                  <a:lnTo>
                    <a:pt x="12322" y="127634"/>
                  </a:lnTo>
                  <a:lnTo>
                    <a:pt x="12598" y="127555"/>
                  </a:lnTo>
                  <a:lnTo>
                    <a:pt x="12875" y="127463"/>
                  </a:lnTo>
                  <a:lnTo>
                    <a:pt x="13138" y="127371"/>
                  </a:lnTo>
                  <a:lnTo>
                    <a:pt x="13401" y="127253"/>
                  </a:lnTo>
                  <a:lnTo>
                    <a:pt x="13651" y="127134"/>
                  </a:lnTo>
                  <a:lnTo>
                    <a:pt x="13915" y="127002"/>
                  </a:lnTo>
                  <a:lnTo>
                    <a:pt x="14152" y="126858"/>
                  </a:lnTo>
                  <a:lnTo>
                    <a:pt x="14389" y="126713"/>
                  </a:lnTo>
                  <a:lnTo>
                    <a:pt x="14626" y="126555"/>
                  </a:lnTo>
                  <a:lnTo>
                    <a:pt x="14849" y="126384"/>
                  </a:lnTo>
                  <a:lnTo>
                    <a:pt x="15073" y="126199"/>
                  </a:lnTo>
                  <a:lnTo>
                    <a:pt x="15284" y="126015"/>
                  </a:lnTo>
                  <a:lnTo>
                    <a:pt x="15481" y="125818"/>
                  </a:lnTo>
                  <a:lnTo>
                    <a:pt x="15679" y="125620"/>
                  </a:lnTo>
                  <a:lnTo>
                    <a:pt x="15863" y="125410"/>
                  </a:lnTo>
                  <a:lnTo>
                    <a:pt x="16047" y="125186"/>
                  </a:lnTo>
                  <a:lnTo>
                    <a:pt x="16205" y="124962"/>
                  </a:lnTo>
                  <a:lnTo>
                    <a:pt x="16376" y="124738"/>
                  </a:lnTo>
                  <a:lnTo>
                    <a:pt x="16521" y="124501"/>
                  </a:lnTo>
                  <a:lnTo>
                    <a:pt x="16666" y="124251"/>
                  </a:lnTo>
                  <a:lnTo>
                    <a:pt x="16798" y="124001"/>
                  </a:lnTo>
                  <a:lnTo>
                    <a:pt x="16916" y="123751"/>
                  </a:lnTo>
                  <a:lnTo>
                    <a:pt x="17034" y="123488"/>
                  </a:lnTo>
                  <a:lnTo>
                    <a:pt x="17127" y="123211"/>
                  </a:lnTo>
                  <a:lnTo>
                    <a:pt x="17219" y="122948"/>
                  </a:lnTo>
                  <a:lnTo>
                    <a:pt x="17298" y="122672"/>
                  </a:lnTo>
                  <a:lnTo>
                    <a:pt x="24630" y="122672"/>
                  </a:lnTo>
                  <a:lnTo>
                    <a:pt x="25038" y="122659"/>
                  </a:lnTo>
                  <a:lnTo>
                    <a:pt x="25459" y="122632"/>
                  </a:lnTo>
                  <a:lnTo>
                    <a:pt x="25867" y="122580"/>
                  </a:lnTo>
                  <a:lnTo>
                    <a:pt x="26275" y="122527"/>
                  </a:lnTo>
                  <a:lnTo>
                    <a:pt x="26670" y="122448"/>
                  </a:lnTo>
                  <a:lnTo>
                    <a:pt x="27052" y="122356"/>
                  </a:lnTo>
                  <a:lnTo>
                    <a:pt x="27434" y="122237"/>
                  </a:lnTo>
                  <a:lnTo>
                    <a:pt x="27802" y="122119"/>
                  </a:lnTo>
                  <a:lnTo>
                    <a:pt x="28171" y="121974"/>
                  </a:lnTo>
                  <a:lnTo>
                    <a:pt x="28513" y="121816"/>
                  </a:lnTo>
                  <a:lnTo>
                    <a:pt x="28855" y="121658"/>
                  </a:lnTo>
                  <a:lnTo>
                    <a:pt x="29198" y="121474"/>
                  </a:lnTo>
                  <a:lnTo>
                    <a:pt x="29513" y="121276"/>
                  </a:lnTo>
                  <a:lnTo>
                    <a:pt x="29829" y="121066"/>
                  </a:lnTo>
                  <a:lnTo>
                    <a:pt x="30119" y="120855"/>
                  </a:lnTo>
                  <a:lnTo>
                    <a:pt x="30409" y="120618"/>
                  </a:lnTo>
                  <a:lnTo>
                    <a:pt x="30672" y="120381"/>
                  </a:lnTo>
                  <a:lnTo>
                    <a:pt x="30935" y="120118"/>
                  </a:lnTo>
                  <a:lnTo>
                    <a:pt x="31172" y="119855"/>
                  </a:lnTo>
                  <a:lnTo>
                    <a:pt x="31409" y="119591"/>
                  </a:lnTo>
                  <a:lnTo>
                    <a:pt x="31620" y="119302"/>
                  </a:lnTo>
                  <a:lnTo>
                    <a:pt x="31817" y="119012"/>
                  </a:lnTo>
                  <a:lnTo>
                    <a:pt x="31988" y="118709"/>
                  </a:lnTo>
                  <a:lnTo>
                    <a:pt x="32159" y="118407"/>
                  </a:lnTo>
                  <a:lnTo>
                    <a:pt x="32304" y="118078"/>
                  </a:lnTo>
                  <a:lnTo>
                    <a:pt x="32436" y="117762"/>
                  </a:lnTo>
                  <a:lnTo>
                    <a:pt x="32541" y="117433"/>
                  </a:lnTo>
                  <a:lnTo>
                    <a:pt x="32633" y="117090"/>
                  </a:lnTo>
                  <a:lnTo>
                    <a:pt x="32712" y="116748"/>
                  </a:lnTo>
                  <a:lnTo>
                    <a:pt x="32765" y="116406"/>
                  </a:lnTo>
                  <a:lnTo>
                    <a:pt x="32791" y="116050"/>
                  </a:lnTo>
                  <a:lnTo>
                    <a:pt x="32804" y="115682"/>
                  </a:lnTo>
                  <a:lnTo>
                    <a:pt x="32804" y="106507"/>
                  </a:lnTo>
                  <a:lnTo>
                    <a:pt x="33054" y="106639"/>
                  </a:lnTo>
                  <a:lnTo>
                    <a:pt x="33305" y="106783"/>
                  </a:lnTo>
                  <a:lnTo>
                    <a:pt x="33568" y="106902"/>
                  </a:lnTo>
                  <a:lnTo>
                    <a:pt x="33844" y="107020"/>
                  </a:lnTo>
                  <a:lnTo>
                    <a:pt x="34121" y="107126"/>
                  </a:lnTo>
                  <a:lnTo>
                    <a:pt x="34397" y="107231"/>
                  </a:lnTo>
                  <a:lnTo>
                    <a:pt x="34674" y="107323"/>
                  </a:lnTo>
                  <a:lnTo>
                    <a:pt x="34963" y="107402"/>
                  </a:lnTo>
                  <a:lnTo>
                    <a:pt x="35266" y="107481"/>
                  </a:lnTo>
                  <a:lnTo>
                    <a:pt x="35556" y="107547"/>
                  </a:lnTo>
                  <a:lnTo>
                    <a:pt x="35871" y="107599"/>
                  </a:lnTo>
                  <a:lnTo>
                    <a:pt x="36174" y="107652"/>
                  </a:lnTo>
                  <a:lnTo>
                    <a:pt x="36477" y="107692"/>
                  </a:lnTo>
                  <a:lnTo>
                    <a:pt x="36793" y="107718"/>
                  </a:lnTo>
                  <a:lnTo>
                    <a:pt x="37109" y="107731"/>
                  </a:lnTo>
                  <a:lnTo>
                    <a:pt x="51273" y="107731"/>
                  </a:lnTo>
                  <a:lnTo>
                    <a:pt x="51510" y="107757"/>
                  </a:lnTo>
                  <a:lnTo>
                    <a:pt x="51733" y="107771"/>
                  </a:lnTo>
                  <a:lnTo>
                    <a:pt x="51957" y="107810"/>
                  </a:lnTo>
                  <a:lnTo>
                    <a:pt x="52181" y="107850"/>
                  </a:lnTo>
                  <a:lnTo>
                    <a:pt x="52405" y="107889"/>
                  </a:lnTo>
                  <a:lnTo>
                    <a:pt x="52615" y="107942"/>
                  </a:lnTo>
                  <a:lnTo>
                    <a:pt x="52826" y="108008"/>
                  </a:lnTo>
                  <a:lnTo>
                    <a:pt x="53037" y="108073"/>
                  </a:lnTo>
                  <a:lnTo>
                    <a:pt x="53234" y="108152"/>
                  </a:lnTo>
                  <a:lnTo>
                    <a:pt x="53418" y="108244"/>
                  </a:lnTo>
                  <a:lnTo>
                    <a:pt x="53616" y="108323"/>
                  </a:lnTo>
                  <a:lnTo>
                    <a:pt x="53800" y="108429"/>
                  </a:lnTo>
                  <a:lnTo>
                    <a:pt x="53971" y="108534"/>
                  </a:lnTo>
                  <a:lnTo>
                    <a:pt x="54142" y="108639"/>
                  </a:lnTo>
                  <a:lnTo>
                    <a:pt x="54300" y="108758"/>
                  </a:lnTo>
                  <a:lnTo>
                    <a:pt x="54458" y="108876"/>
                  </a:lnTo>
                  <a:lnTo>
                    <a:pt x="54603" y="108995"/>
                  </a:lnTo>
                  <a:lnTo>
                    <a:pt x="54748" y="109126"/>
                  </a:lnTo>
                  <a:lnTo>
                    <a:pt x="54866" y="109258"/>
                  </a:lnTo>
                  <a:lnTo>
                    <a:pt x="54998" y="109403"/>
                  </a:lnTo>
                  <a:lnTo>
                    <a:pt x="55103" y="109548"/>
                  </a:lnTo>
                  <a:lnTo>
                    <a:pt x="55209" y="109692"/>
                  </a:lnTo>
                  <a:lnTo>
                    <a:pt x="55301" y="109850"/>
                  </a:lnTo>
                  <a:lnTo>
                    <a:pt x="55393" y="109995"/>
                  </a:lnTo>
                  <a:lnTo>
                    <a:pt x="55459" y="110153"/>
                  </a:lnTo>
                  <a:lnTo>
                    <a:pt x="55525" y="110324"/>
                  </a:lnTo>
                  <a:lnTo>
                    <a:pt x="55577" y="110482"/>
                  </a:lnTo>
                  <a:lnTo>
                    <a:pt x="55617" y="110653"/>
                  </a:lnTo>
                  <a:lnTo>
                    <a:pt x="55656" y="110825"/>
                  </a:lnTo>
                  <a:lnTo>
                    <a:pt x="55669" y="110996"/>
                  </a:lnTo>
                  <a:lnTo>
                    <a:pt x="55682" y="111167"/>
                  </a:lnTo>
                  <a:lnTo>
                    <a:pt x="55682" y="169165"/>
                  </a:lnTo>
                  <a:lnTo>
                    <a:pt x="59223" y="169165"/>
                  </a:lnTo>
                  <a:lnTo>
                    <a:pt x="59223" y="111167"/>
                  </a:lnTo>
                  <a:lnTo>
                    <a:pt x="59210" y="110811"/>
                  </a:lnTo>
                  <a:lnTo>
                    <a:pt x="59184" y="110456"/>
                  </a:lnTo>
                  <a:lnTo>
                    <a:pt x="59131" y="110101"/>
                  </a:lnTo>
                  <a:lnTo>
                    <a:pt x="59052" y="109758"/>
                  </a:lnTo>
                  <a:lnTo>
                    <a:pt x="58960" y="109429"/>
                  </a:lnTo>
                  <a:lnTo>
                    <a:pt x="58855" y="109100"/>
                  </a:lnTo>
                  <a:lnTo>
                    <a:pt x="58723" y="108771"/>
                  </a:lnTo>
                  <a:lnTo>
                    <a:pt x="58578" y="108455"/>
                  </a:lnTo>
                  <a:lnTo>
                    <a:pt x="58407" y="108139"/>
                  </a:lnTo>
                  <a:lnTo>
                    <a:pt x="58236" y="107850"/>
                  </a:lnTo>
                  <a:lnTo>
                    <a:pt x="58039" y="107547"/>
                  </a:lnTo>
                  <a:lnTo>
                    <a:pt x="57828" y="107270"/>
                  </a:lnTo>
                  <a:lnTo>
                    <a:pt x="57591" y="106994"/>
                  </a:lnTo>
                  <a:lnTo>
                    <a:pt x="57354" y="106731"/>
                  </a:lnTo>
                  <a:lnTo>
                    <a:pt x="57091" y="106481"/>
                  </a:lnTo>
                  <a:lnTo>
                    <a:pt x="56828" y="106230"/>
                  </a:lnTo>
                  <a:lnTo>
                    <a:pt x="56538" y="106007"/>
                  </a:lnTo>
                  <a:lnTo>
                    <a:pt x="56235" y="105783"/>
                  </a:lnTo>
                  <a:lnTo>
                    <a:pt x="55933" y="105572"/>
                  </a:lnTo>
                  <a:lnTo>
                    <a:pt x="55617" y="105388"/>
                  </a:lnTo>
                  <a:lnTo>
                    <a:pt x="55274" y="105204"/>
                  </a:lnTo>
                  <a:lnTo>
                    <a:pt x="54932" y="105033"/>
                  </a:lnTo>
                  <a:lnTo>
                    <a:pt x="54590" y="104875"/>
                  </a:lnTo>
                  <a:lnTo>
                    <a:pt x="54221" y="104743"/>
                  </a:lnTo>
                  <a:lnTo>
                    <a:pt x="53853" y="104611"/>
                  </a:lnTo>
                  <a:lnTo>
                    <a:pt x="53471" y="104506"/>
                  </a:lnTo>
                  <a:lnTo>
                    <a:pt x="53089" y="104414"/>
                  </a:lnTo>
                  <a:lnTo>
                    <a:pt x="52694" y="104335"/>
                  </a:lnTo>
                  <a:lnTo>
                    <a:pt x="52286" y="104269"/>
                  </a:lnTo>
                  <a:lnTo>
                    <a:pt x="51878" y="104230"/>
                  </a:lnTo>
                  <a:lnTo>
                    <a:pt x="51457" y="104203"/>
                  </a:lnTo>
                  <a:lnTo>
                    <a:pt x="51049" y="104190"/>
                  </a:lnTo>
                  <a:lnTo>
                    <a:pt x="37201" y="104190"/>
                  </a:lnTo>
                  <a:lnTo>
                    <a:pt x="36964" y="104177"/>
                  </a:lnTo>
                  <a:lnTo>
                    <a:pt x="36740" y="104151"/>
                  </a:lnTo>
                  <a:lnTo>
                    <a:pt x="36516" y="104124"/>
                  </a:lnTo>
                  <a:lnTo>
                    <a:pt x="36293" y="104085"/>
                  </a:lnTo>
                  <a:lnTo>
                    <a:pt x="36082" y="104032"/>
                  </a:lnTo>
                  <a:lnTo>
                    <a:pt x="35858" y="103979"/>
                  </a:lnTo>
                  <a:lnTo>
                    <a:pt x="35648" y="103914"/>
                  </a:lnTo>
                  <a:lnTo>
                    <a:pt x="35450" y="103848"/>
                  </a:lnTo>
                  <a:lnTo>
                    <a:pt x="35253" y="103769"/>
                  </a:lnTo>
                  <a:lnTo>
                    <a:pt x="35055" y="103690"/>
                  </a:lnTo>
                  <a:lnTo>
                    <a:pt x="34871" y="103598"/>
                  </a:lnTo>
                  <a:lnTo>
                    <a:pt x="34687" y="103492"/>
                  </a:lnTo>
                  <a:lnTo>
                    <a:pt x="34502" y="103387"/>
                  </a:lnTo>
                  <a:lnTo>
                    <a:pt x="34344" y="103282"/>
                  </a:lnTo>
                  <a:lnTo>
                    <a:pt x="34173" y="103176"/>
                  </a:lnTo>
                  <a:lnTo>
                    <a:pt x="34029" y="103045"/>
                  </a:lnTo>
                  <a:lnTo>
                    <a:pt x="33871" y="102926"/>
                  </a:lnTo>
                  <a:lnTo>
                    <a:pt x="33739" y="102795"/>
                  </a:lnTo>
                  <a:lnTo>
                    <a:pt x="33607" y="102663"/>
                  </a:lnTo>
                  <a:lnTo>
                    <a:pt x="33489" y="102518"/>
                  </a:lnTo>
                  <a:lnTo>
                    <a:pt x="33370" y="102374"/>
                  </a:lnTo>
                  <a:lnTo>
                    <a:pt x="33265" y="102229"/>
                  </a:lnTo>
                  <a:lnTo>
                    <a:pt x="33173" y="102071"/>
                  </a:lnTo>
                  <a:lnTo>
                    <a:pt x="33094" y="101926"/>
                  </a:lnTo>
                  <a:lnTo>
                    <a:pt x="33015" y="101768"/>
                  </a:lnTo>
                  <a:lnTo>
                    <a:pt x="32949" y="101597"/>
                  </a:lnTo>
                  <a:lnTo>
                    <a:pt x="32896" y="101439"/>
                  </a:lnTo>
                  <a:lnTo>
                    <a:pt x="32857" y="101268"/>
                  </a:lnTo>
                  <a:lnTo>
                    <a:pt x="32831" y="101097"/>
                  </a:lnTo>
                  <a:lnTo>
                    <a:pt x="32804" y="100926"/>
                  </a:lnTo>
                  <a:lnTo>
                    <a:pt x="32804" y="100754"/>
                  </a:lnTo>
                  <a:lnTo>
                    <a:pt x="32804" y="66384"/>
                  </a:lnTo>
                  <a:lnTo>
                    <a:pt x="32804" y="56907"/>
                  </a:lnTo>
                  <a:lnTo>
                    <a:pt x="32804" y="51457"/>
                  </a:lnTo>
                  <a:lnTo>
                    <a:pt x="32804" y="47232"/>
                  </a:lnTo>
                  <a:lnTo>
                    <a:pt x="32804" y="46995"/>
                  </a:lnTo>
                  <a:lnTo>
                    <a:pt x="32818" y="46758"/>
                  </a:lnTo>
                  <a:lnTo>
                    <a:pt x="32844" y="46534"/>
                  </a:lnTo>
                  <a:lnTo>
                    <a:pt x="32870" y="46310"/>
                  </a:lnTo>
                  <a:lnTo>
                    <a:pt x="32910" y="46086"/>
                  </a:lnTo>
                  <a:lnTo>
                    <a:pt x="32962" y="45863"/>
                  </a:lnTo>
                  <a:lnTo>
                    <a:pt x="33015" y="45652"/>
                  </a:lnTo>
                  <a:lnTo>
                    <a:pt x="33081" y="45441"/>
                  </a:lnTo>
                  <a:lnTo>
                    <a:pt x="33147" y="45244"/>
                  </a:lnTo>
                  <a:lnTo>
                    <a:pt x="33226" y="45046"/>
                  </a:lnTo>
                  <a:lnTo>
                    <a:pt x="33305" y="44849"/>
                  </a:lnTo>
                  <a:lnTo>
                    <a:pt x="33397" y="44652"/>
                  </a:lnTo>
                  <a:lnTo>
                    <a:pt x="33489" y="44480"/>
                  </a:lnTo>
                  <a:lnTo>
                    <a:pt x="33594" y="44296"/>
                  </a:lnTo>
                  <a:lnTo>
                    <a:pt x="33713" y="44125"/>
                  </a:lnTo>
                  <a:lnTo>
                    <a:pt x="33818" y="43967"/>
                  </a:lnTo>
                  <a:lnTo>
                    <a:pt x="33936" y="43809"/>
                  </a:lnTo>
                  <a:lnTo>
                    <a:pt x="34068" y="43664"/>
                  </a:lnTo>
                  <a:lnTo>
                    <a:pt x="34200" y="43533"/>
                  </a:lnTo>
                  <a:lnTo>
                    <a:pt x="34331" y="43401"/>
                  </a:lnTo>
                  <a:lnTo>
                    <a:pt x="34476" y="43269"/>
                  </a:lnTo>
                  <a:lnTo>
                    <a:pt x="34621" y="43164"/>
                  </a:lnTo>
                  <a:lnTo>
                    <a:pt x="34766" y="43059"/>
                  </a:lnTo>
                  <a:lnTo>
                    <a:pt x="34911" y="42967"/>
                  </a:lnTo>
                  <a:lnTo>
                    <a:pt x="35068" y="42874"/>
                  </a:lnTo>
                  <a:lnTo>
                    <a:pt x="35226" y="42809"/>
                  </a:lnTo>
                  <a:lnTo>
                    <a:pt x="35384" y="42743"/>
                  </a:lnTo>
                  <a:lnTo>
                    <a:pt x="35556" y="42690"/>
                  </a:lnTo>
                  <a:lnTo>
                    <a:pt x="35727" y="42651"/>
                  </a:lnTo>
                  <a:lnTo>
                    <a:pt x="35885" y="42624"/>
                  </a:lnTo>
                  <a:lnTo>
                    <a:pt x="36069" y="42598"/>
                  </a:lnTo>
                  <a:lnTo>
                    <a:pt x="72519" y="42598"/>
                  </a:lnTo>
                  <a:lnTo>
                    <a:pt x="72519" y="70070"/>
                  </a:lnTo>
                  <a:lnTo>
                    <a:pt x="72505" y="70241"/>
                  </a:lnTo>
                  <a:lnTo>
                    <a:pt x="72492" y="70413"/>
                  </a:lnTo>
                  <a:lnTo>
                    <a:pt x="72466" y="70584"/>
                  </a:lnTo>
                  <a:lnTo>
                    <a:pt x="72426" y="70755"/>
                  </a:lnTo>
                  <a:lnTo>
                    <a:pt x="72374" y="70926"/>
                  </a:lnTo>
                  <a:lnTo>
                    <a:pt x="72308" y="71084"/>
                  </a:lnTo>
                  <a:lnTo>
                    <a:pt x="72229" y="71242"/>
                  </a:lnTo>
                  <a:lnTo>
                    <a:pt x="72150" y="71400"/>
                  </a:lnTo>
                  <a:lnTo>
                    <a:pt x="72058" y="71545"/>
                  </a:lnTo>
                  <a:lnTo>
                    <a:pt x="71953" y="71689"/>
                  </a:lnTo>
                  <a:lnTo>
                    <a:pt x="71834" y="71834"/>
                  </a:lnTo>
                  <a:lnTo>
                    <a:pt x="71716" y="71979"/>
                  </a:lnTo>
                  <a:lnTo>
                    <a:pt x="71584" y="72111"/>
                  </a:lnTo>
                  <a:lnTo>
                    <a:pt x="71439" y="72242"/>
                  </a:lnTo>
                  <a:lnTo>
                    <a:pt x="71294" y="72374"/>
                  </a:lnTo>
                  <a:lnTo>
                    <a:pt x="71150" y="72492"/>
                  </a:lnTo>
                  <a:lnTo>
                    <a:pt x="70978" y="72598"/>
                  </a:lnTo>
                  <a:lnTo>
                    <a:pt x="70807" y="72716"/>
                  </a:lnTo>
                  <a:lnTo>
                    <a:pt x="70636" y="72821"/>
                  </a:lnTo>
                  <a:lnTo>
                    <a:pt x="70452" y="72914"/>
                  </a:lnTo>
                  <a:lnTo>
                    <a:pt x="70268" y="73006"/>
                  </a:lnTo>
                  <a:lnTo>
                    <a:pt x="70070" y="73085"/>
                  </a:lnTo>
                  <a:lnTo>
                    <a:pt x="69873" y="73164"/>
                  </a:lnTo>
                  <a:lnTo>
                    <a:pt x="69662" y="73229"/>
                  </a:lnTo>
                  <a:lnTo>
                    <a:pt x="69465" y="73295"/>
                  </a:lnTo>
                  <a:lnTo>
                    <a:pt x="69241" y="73348"/>
                  </a:lnTo>
                  <a:lnTo>
                    <a:pt x="69030" y="73401"/>
                  </a:lnTo>
                  <a:lnTo>
                    <a:pt x="68806" y="73440"/>
                  </a:lnTo>
                  <a:lnTo>
                    <a:pt x="68583" y="73466"/>
                  </a:lnTo>
                  <a:lnTo>
                    <a:pt x="68346" y="73493"/>
                  </a:lnTo>
                  <a:lnTo>
                    <a:pt x="68122" y="73506"/>
                  </a:lnTo>
                  <a:lnTo>
                    <a:pt x="61330" y="73506"/>
                  </a:lnTo>
                  <a:lnTo>
                    <a:pt x="61251" y="73229"/>
                  </a:lnTo>
                  <a:lnTo>
                    <a:pt x="61158" y="72953"/>
                  </a:lnTo>
                  <a:lnTo>
                    <a:pt x="61066" y="72690"/>
                  </a:lnTo>
                  <a:lnTo>
                    <a:pt x="60948" y="72427"/>
                  </a:lnTo>
                  <a:lnTo>
                    <a:pt x="60829" y="72176"/>
                  </a:lnTo>
                  <a:lnTo>
                    <a:pt x="60698" y="71926"/>
                  </a:lnTo>
                  <a:lnTo>
                    <a:pt x="60553" y="71676"/>
                  </a:lnTo>
                  <a:lnTo>
                    <a:pt x="60408" y="71439"/>
                  </a:lnTo>
                  <a:lnTo>
                    <a:pt x="60237" y="71202"/>
                  </a:lnTo>
                  <a:lnTo>
                    <a:pt x="60079" y="70979"/>
                  </a:lnTo>
                  <a:lnTo>
                    <a:pt x="59895" y="70768"/>
                  </a:lnTo>
                  <a:lnTo>
                    <a:pt x="59711" y="70557"/>
                  </a:lnTo>
                  <a:lnTo>
                    <a:pt x="59513" y="70347"/>
                  </a:lnTo>
                  <a:lnTo>
                    <a:pt x="59316" y="70162"/>
                  </a:lnTo>
                  <a:lnTo>
                    <a:pt x="59105" y="69965"/>
                  </a:lnTo>
                  <a:lnTo>
                    <a:pt x="58881" y="69794"/>
                  </a:lnTo>
                  <a:lnTo>
                    <a:pt x="58657" y="69623"/>
                  </a:lnTo>
                  <a:lnTo>
                    <a:pt x="58420" y="69465"/>
                  </a:lnTo>
                  <a:lnTo>
                    <a:pt x="58184" y="69307"/>
                  </a:lnTo>
                  <a:lnTo>
                    <a:pt x="57947" y="69175"/>
                  </a:lnTo>
                  <a:lnTo>
                    <a:pt x="57683" y="69043"/>
                  </a:lnTo>
                  <a:lnTo>
                    <a:pt x="57433" y="68925"/>
                  </a:lnTo>
                  <a:lnTo>
                    <a:pt x="57170" y="68807"/>
                  </a:lnTo>
                  <a:lnTo>
                    <a:pt x="56907" y="68701"/>
                  </a:lnTo>
                  <a:lnTo>
                    <a:pt x="56630" y="68622"/>
                  </a:lnTo>
                  <a:lnTo>
                    <a:pt x="56354" y="68543"/>
                  </a:lnTo>
                  <a:lnTo>
                    <a:pt x="56064" y="68477"/>
                  </a:lnTo>
                  <a:lnTo>
                    <a:pt x="55788" y="68412"/>
                  </a:lnTo>
                  <a:lnTo>
                    <a:pt x="55485" y="68372"/>
                  </a:lnTo>
                  <a:lnTo>
                    <a:pt x="55195" y="68346"/>
                  </a:lnTo>
                  <a:lnTo>
                    <a:pt x="54906" y="68320"/>
                  </a:lnTo>
                  <a:lnTo>
                    <a:pt x="54235" y="68320"/>
                  </a:lnTo>
                  <a:lnTo>
                    <a:pt x="53892" y="68346"/>
                  </a:lnTo>
                  <a:lnTo>
                    <a:pt x="53537" y="68398"/>
                  </a:lnTo>
                  <a:lnTo>
                    <a:pt x="53195" y="68451"/>
                  </a:lnTo>
                  <a:lnTo>
                    <a:pt x="52866" y="68530"/>
                  </a:lnTo>
                  <a:lnTo>
                    <a:pt x="52523" y="68635"/>
                  </a:lnTo>
                  <a:lnTo>
                    <a:pt x="52207" y="68741"/>
                  </a:lnTo>
                  <a:lnTo>
                    <a:pt x="51891" y="68859"/>
                  </a:lnTo>
                  <a:lnTo>
                    <a:pt x="51575" y="69004"/>
                  </a:lnTo>
                  <a:lnTo>
                    <a:pt x="51286" y="69162"/>
                  </a:lnTo>
                  <a:lnTo>
                    <a:pt x="50996" y="69320"/>
                  </a:lnTo>
                  <a:lnTo>
                    <a:pt x="50707" y="69504"/>
                  </a:lnTo>
                  <a:lnTo>
                    <a:pt x="50430" y="69702"/>
                  </a:lnTo>
                  <a:lnTo>
                    <a:pt x="50167" y="69912"/>
                  </a:lnTo>
                  <a:lnTo>
                    <a:pt x="49917" y="70123"/>
                  </a:lnTo>
                  <a:lnTo>
                    <a:pt x="49680" y="70360"/>
                  </a:lnTo>
                  <a:lnTo>
                    <a:pt x="49443" y="70597"/>
                  </a:lnTo>
                  <a:lnTo>
                    <a:pt x="49232" y="70847"/>
                  </a:lnTo>
                  <a:lnTo>
                    <a:pt x="49022" y="71110"/>
                  </a:lnTo>
                  <a:lnTo>
                    <a:pt x="48824" y="71387"/>
                  </a:lnTo>
                  <a:lnTo>
                    <a:pt x="48640" y="71676"/>
                  </a:lnTo>
                  <a:lnTo>
                    <a:pt x="48482" y="71966"/>
                  </a:lnTo>
                  <a:lnTo>
                    <a:pt x="48324" y="72269"/>
                  </a:lnTo>
                  <a:lnTo>
                    <a:pt x="48179" y="72571"/>
                  </a:lnTo>
                  <a:lnTo>
                    <a:pt x="48061" y="72887"/>
                  </a:lnTo>
                  <a:lnTo>
                    <a:pt x="47942" y="73216"/>
                  </a:lnTo>
                  <a:lnTo>
                    <a:pt x="47850" y="73545"/>
                  </a:lnTo>
                  <a:lnTo>
                    <a:pt x="47771" y="73875"/>
                  </a:lnTo>
                  <a:lnTo>
                    <a:pt x="47719" y="74217"/>
                  </a:lnTo>
                  <a:lnTo>
                    <a:pt x="47666" y="74572"/>
                  </a:lnTo>
                  <a:lnTo>
                    <a:pt x="47640" y="74928"/>
                  </a:lnTo>
                  <a:lnTo>
                    <a:pt x="47640" y="75283"/>
                  </a:lnTo>
                  <a:lnTo>
                    <a:pt x="47640" y="75638"/>
                  </a:lnTo>
                  <a:lnTo>
                    <a:pt x="47666" y="75994"/>
                  </a:lnTo>
                  <a:lnTo>
                    <a:pt x="47719" y="76336"/>
                  </a:lnTo>
                  <a:lnTo>
                    <a:pt x="47771" y="76678"/>
                  </a:lnTo>
                  <a:lnTo>
                    <a:pt x="47850" y="77021"/>
                  </a:lnTo>
                  <a:lnTo>
                    <a:pt x="47942" y="77350"/>
                  </a:lnTo>
                  <a:lnTo>
                    <a:pt x="48061" y="77666"/>
                  </a:lnTo>
                  <a:lnTo>
                    <a:pt x="48179" y="77982"/>
                  </a:lnTo>
                  <a:lnTo>
                    <a:pt x="48324" y="78297"/>
                  </a:lnTo>
                  <a:lnTo>
                    <a:pt x="48482" y="78600"/>
                  </a:lnTo>
                  <a:lnTo>
                    <a:pt x="48640" y="78890"/>
                  </a:lnTo>
                  <a:lnTo>
                    <a:pt x="48824" y="79166"/>
                  </a:lnTo>
                  <a:lnTo>
                    <a:pt x="49022" y="79443"/>
                  </a:lnTo>
                  <a:lnTo>
                    <a:pt x="49232" y="79706"/>
                  </a:lnTo>
                  <a:lnTo>
                    <a:pt x="49443" y="79956"/>
                  </a:lnTo>
                  <a:lnTo>
                    <a:pt x="49680" y="80206"/>
                  </a:lnTo>
                  <a:lnTo>
                    <a:pt x="49917" y="80430"/>
                  </a:lnTo>
                  <a:lnTo>
                    <a:pt x="50167" y="80654"/>
                  </a:lnTo>
                  <a:lnTo>
                    <a:pt x="50430" y="80864"/>
                  </a:lnTo>
                  <a:lnTo>
                    <a:pt x="50707" y="81049"/>
                  </a:lnTo>
                  <a:lnTo>
                    <a:pt x="50996" y="81233"/>
                  </a:lnTo>
                  <a:lnTo>
                    <a:pt x="51286" y="81404"/>
                  </a:lnTo>
                  <a:lnTo>
                    <a:pt x="51575" y="81562"/>
                  </a:lnTo>
                  <a:lnTo>
                    <a:pt x="51891" y="81694"/>
                  </a:lnTo>
                  <a:lnTo>
                    <a:pt x="52207" y="81825"/>
                  </a:lnTo>
                  <a:lnTo>
                    <a:pt x="52523" y="81931"/>
                  </a:lnTo>
                  <a:lnTo>
                    <a:pt x="52866" y="82023"/>
                  </a:lnTo>
                  <a:lnTo>
                    <a:pt x="53195" y="82102"/>
                  </a:lnTo>
                  <a:lnTo>
                    <a:pt x="53537" y="82168"/>
                  </a:lnTo>
                  <a:lnTo>
                    <a:pt x="53892" y="82207"/>
                  </a:lnTo>
                  <a:lnTo>
                    <a:pt x="54235" y="82233"/>
                  </a:lnTo>
                  <a:lnTo>
                    <a:pt x="54603" y="82247"/>
                  </a:lnTo>
                  <a:lnTo>
                    <a:pt x="54906" y="82233"/>
                  </a:lnTo>
                  <a:lnTo>
                    <a:pt x="55195" y="82220"/>
                  </a:lnTo>
                  <a:lnTo>
                    <a:pt x="55485" y="82181"/>
                  </a:lnTo>
                  <a:lnTo>
                    <a:pt x="55788" y="82141"/>
                  </a:lnTo>
                  <a:lnTo>
                    <a:pt x="56064" y="82089"/>
                  </a:lnTo>
                  <a:lnTo>
                    <a:pt x="56354" y="82023"/>
                  </a:lnTo>
                  <a:lnTo>
                    <a:pt x="56630" y="81944"/>
                  </a:lnTo>
                  <a:lnTo>
                    <a:pt x="56907" y="81852"/>
                  </a:lnTo>
                  <a:lnTo>
                    <a:pt x="57170" y="81746"/>
                  </a:lnTo>
                  <a:lnTo>
                    <a:pt x="57433" y="81641"/>
                  </a:lnTo>
                  <a:lnTo>
                    <a:pt x="57683" y="81523"/>
                  </a:lnTo>
                  <a:lnTo>
                    <a:pt x="57947" y="81391"/>
                  </a:lnTo>
                  <a:lnTo>
                    <a:pt x="58184" y="81246"/>
                  </a:lnTo>
                  <a:lnTo>
                    <a:pt x="58420" y="81101"/>
                  </a:lnTo>
                  <a:lnTo>
                    <a:pt x="58657" y="80930"/>
                  </a:lnTo>
                  <a:lnTo>
                    <a:pt x="58881" y="80772"/>
                  </a:lnTo>
                  <a:lnTo>
                    <a:pt x="59105" y="80588"/>
                  </a:lnTo>
                  <a:lnTo>
                    <a:pt x="59316" y="80404"/>
                  </a:lnTo>
                  <a:lnTo>
                    <a:pt x="59513" y="80206"/>
                  </a:lnTo>
                  <a:lnTo>
                    <a:pt x="59711" y="80009"/>
                  </a:lnTo>
                  <a:lnTo>
                    <a:pt x="59895" y="79798"/>
                  </a:lnTo>
                  <a:lnTo>
                    <a:pt x="60079" y="79574"/>
                  </a:lnTo>
                  <a:lnTo>
                    <a:pt x="60237" y="79351"/>
                  </a:lnTo>
                  <a:lnTo>
                    <a:pt x="60408" y="79127"/>
                  </a:lnTo>
                  <a:lnTo>
                    <a:pt x="60553" y="78890"/>
                  </a:lnTo>
                  <a:lnTo>
                    <a:pt x="60698" y="78640"/>
                  </a:lnTo>
                  <a:lnTo>
                    <a:pt x="60829" y="78390"/>
                  </a:lnTo>
                  <a:lnTo>
                    <a:pt x="60948" y="78126"/>
                  </a:lnTo>
                  <a:lnTo>
                    <a:pt x="61066" y="77863"/>
                  </a:lnTo>
                  <a:lnTo>
                    <a:pt x="61158" y="77600"/>
                  </a:lnTo>
                  <a:lnTo>
                    <a:pt x="61251" y="77323"/>
                  </a:lnTo>
                  <a:lnTo>
                    <a:pt x="61330" y="77047"/>
                  </a:lnTo>
                  <a:lnTo>
                    <a:pt x="68306" y="77047"/>
                  </a:lnTo>
                  <a:lnTo>
                    <a:pt x="68714" y="77021"/>
                  </a:lnTo>
                  <a:lnTo>
                    <a:pt x="69122" y="76968"/>
                  </a:lnTo>
                  <a:lnTo>
                    <a:pt x="69530" y="76915"/>
                  </a:lnTo>
                  <a:lnTo>
                    <a:pt x="69925" y="76836"/>
                  </a:lnTo>
                  <a:lnTo>
                    <a:pt x="70307" y="76744"/>
                  </a:lnTo>
                  <a:lnTo>
                    <a:pt x="70689" y="76626"/>
                  </a:lnTo>
                  <a:lnTo>
                    <a:pt x="71071" y="76507"/>
                  </a:lnTo>
                  <a:lnTo>
                    <a:pt x="71426" y="76362"/>
                  </a:lnTo>
                  <a:lnTo>
                    <a:pt x="71781" y="76204"/>
                  </a:lnTo>
                  <a:lnTo>
                    <a:pt x="72124" y="76046"/>
                  </a:lnTo>
                  <a:lnTo>
                    <a:pt x="72453" y="75862"/>
                  </a:lnTo>
                  <a:lnTo>
                    <a:pt x="72769" y="75665"/>
                  </a:lnTo>
                  <a:lnTo>
                    <a:pt x="73085" y="75454"/>
                  </a:lnTo>
                  <a:lnTo>
                    <a:pt x="73374" y="75230"/>
                  </a:lnTo>
                  <a:lnTo>
                    <a:pt x="73664" y="75007"/>
                  </a:lnTo>
                  <a:lnTo>
                    <a:pt x="73940" y="74770"/>
                  </a:lnTo>
                  <a:lnTo>
                    <a:pt x="74190" y="74506"/>
                  </a:lnTo>
                  <a:lnTo>
                    <a:pt x="74440" y="74243"/>
                  </a:lnTo>
                  <a:lnTo>
                    <a:pt x="74664" y="73967"/>
                  </a:lnTo>
                  <a:lnTo>
                    <a:pt x="74875" y="73690"/>
                  </a:lnTo>
                  <a:lnTo>
                    <a:pt x="75072" y="73401"/>
                  </a:lnTo>
                  <a:lnTo>
                    <a:pt x="75257" y="73098"/>
                  </a:lnTo>
                  <a:lnTo>
                    <a:pt x="75415" y="72782"/>
                  </a:lnTo>
                  <a:lnTo>
                    <a:pt x="75559" y="72466"/>
                  </a:lnTo>
                  <a:lnTo>
                    <a:pt x="75691" y="72150"/>
                  </a:lnTo>
                  <a:lnTo>
                    <a:pt x="75809" y="71821"/>
                  </a:lnTo>
                  <a:lnTo>
                    <a:pt x="75902" y="71479"/>
                  </a:lnTo>
                  <a:lnTo>
                    <a:pt x="75967" y="71136"/>
                  </a:lnTo>
                  <a:lnTo>
                    <a:pt x="76020" y="70781"/>
                  </a:lnTo>
                  <a:lnTo>
                    <a:pt x="76046" y="70426"/>
                  </a:lnTo>
                  <a:lnTo>
                    <a:pt x="76060" y="70070"/>
                  </a:lnTo>
                  <a:lnTo>
                    <a:pt x="76060" y="42598"/>
                  </a:lnTo>
                  <a:lnTo>
                    <a:pt x="92264" y="42598"/>
                  </a:lnTo>
                  <a:lnTo>
                    <a:pt x="92685" y="42585"/>
                  </a:lnTo>
                  <a:lnTo>
                    <a:pt x="93093" y="42559"/>
                  </a:lnTo>
                  <a:lnTo>
                    <a:pt x="93501" y="42519"/>
                  </a:lnTo>
                  <a:lnTo>
                    <a:pt x="93909" y="42453"/>
                  </a:lnTo>
                  <a:lnTo>
                    <a:pt x="94304" y="42374"/>
                  </a:lnTo>
                  <a:lnTo>
                    <a:pt x="94686" y="42282"/>
                  </a:lnTo>
                  <a:lnTo>
                    <a:pt x="95068" y="42164"/>
                  </a:lnTo>
                  <a:lnTo>
                    <a:pt x="95436" y="42045"/>
                  </a:lnTo>
                  <a:lnTo>
                    <a:pt x="95805" y="41900"/>
                  </a:lnTo>
                  <a:lnTo>
                    <a:pt x="96160" y="41756"/>
                  </a:lnTo>
                  <a:lnTo>
                    <a:pt x="96502" y="41584"/>
                  </a:lnTo>
                  <a:lnTo>
                    <a:pt x="96832" y="41400"/>
                  </a:lnTo>
                  <a:lnTo>
                    <a:pt x="97147" y="41203"/>
                  </a:lnTo>
                  <a:lnTo>
                    <a:pt x="97463" y="40992"/>
                  </a:lnTo>
                  <a:lnTo>
                    <a:pt x="97753" y="40781"/>
                  </a:lnTo>
                  <a:lnTo>
                    <a:pt x="98043" y="40544"/>
                  </a:lnTo>
                  <a:lnTo>
                    <a:pt x="98319" y="40308"/>
                  </a:lnTo>
                  <a:lnTo>
                    <a:pt x="98569" y="40057"/>
                  </a:lnTo>
                  <a:lnTo>
                    <a:pt x="98819" y="39794"/>
                  </a:lnTo>
                  <a:lnTo>
                    <a:pt x="99043" y="39518"/>
                  </a:lnTo>
                  <a:lnTo>
                    <a:pt x="99254" y="39228"/>
                  </a:lnTo>
                  <a:lnTo>
                    <a:pt x="99451" y="38939"/>
                  </a:lnTo>
                  <a:lnTo>
                    <a:pt x="99635" y="38636"/>
                  </a:lnTo>
                  <a:lnTo>
                    <a:pt x="99793" y="38333"/>
                  </a:lnTo>
                  <a:lnTo>
                    <a:pt x="99938" y="38017"/>
                  </a:lnTo>
                  <a:lnTo>
                    <a:pt x="100070" y="37688"/>
                  </a:lnTo>
                  <a:lnTo>
                    <a:pt x="100188" y="37359"/>
                  </a:lnTo>
                  <a:lnTo>
                    <a:pt x="100280" y="37017"/>
                  </a:lnTo>
                  <a:lnTo>
                    <a:pt x="100346" y="36674"/>
                  </a:lnTo>
                  <a:lnTo>
                    <a:pt x="100399" y="36332"/>
                  </a:lnTo>
                  <a:lnTo>
                    <a:pt x="100425" y="35977"/>
                  </a:lnTo>
                  <a:lnTo>
                    <a:pt x="100438" y="35621"/>
                  </a:lnTo>
                  <a:lnTo>
                    <a:pt x="100438" y="28131"/>
                  </a:lnTo>
                  <a:lnTo>
                    <a:pt x="100438" y="21721"/>
                  </a:lnTo>
                  <a:lnTo>
                    <a:pt x="100438" y="14244"/>
                  </a:lnTo>
                  <a:lnTo>
                    <a:pt x="100451" y="14059"/>
                  </a:lnTo>
                  <a:lnTo>
                    <a:pt x="100465" y="13888"/>
                  </a:lnTo>
                  <a:lnTo>
                    <a:pt x="100491" y="13717"/>
                  </a:lnTo>
                  <a:lnTo>
                    <a:pt x="100530" y="13559"/>
                  </a:lnTo>
                  <a:lnTo>
                    <a:pt x="100583" y="13388"/>
                  </a:lnTo>
                  <a:lnTo>
                    <a:pt x="100649" y="13230"/>
                  </a:lnTo>
                  <a:lnTo>
                    <a:pt x="100728" y="13072"/>
                  </a:lnTo>
                  <a:lnTo>
                    <a:pt x="100807" y="12914"/>
                  </a:lnTo>
                  <a:lnTo>
                    <a:pt x="100899" y="12769"/>
                  </a:lnTo>
                  <a:lnTo>
                    <a:pt x="101004" y="12612"/>
                  </a:lnTo>
                  <a:lnTo>
                    <a:pt x="101123" y="12480"/>
                  </a:lnTo>
                  <a:lnTo>
                    <a:pt x="101241" y="12335"/>
                  </a:lnTo>
                  <a:lnTo>
                    <a:pt x="101373" y="12203"/>
                  </a:lnTo>
                  <a:lnTo>
                    <a:pt x="101518" y="12072"/>
                  </a:lnTo>
                  <a:lnTo>
                    <a:pt x="101663" y="11940"/>
                  </a:lnTo>
                  <a:lnTo>
                    <a:pt x="101820" y="11822"/>
                  </a:lnTo>
                  <a:lnTo>
                    <a:pt x="101978" y="11703"/>
                  </a:lnTo>
                  <a:lnTo>
                    <a:pt x="102150" y="11598"/>
                  </a:lnTo>
                  <a:lnTo>
                    <a:pt x="102321" y="11493"/>
                  </a:lnTo>
                  <a:lnTo>
                    <a:pt x="102505" y="11400"/>
                  </a:lnTo>
                  <a:lnTo>
                    <a:pt x="102689" y="11308"/>
                  </a:lnTo>
                  <a:lnTo>
                    <a:pt x="102887" y="11229"/>
                  </a:lnTo>
                  <a:lnTo>
                    <a:pt x="103084" y="11150"/>
                  </a:lnTo>
                  <a:lnTo>
                    <a:pt x="103295" y="11085"/>
                  </a:lnTo>
                  <a:lnTo>
                    <a:pt x="103505" y="11019"/>
                  </a:lnTo>
                  <a:lnTo>
                    <a:pt x="103716" y="10966"/>
                  </a:lnTo>
                  <a:lnTo>
                    <a:pt x="103927" y="10913"/>
                  </a:lnTo>
                  <a:lnTo>
                    <a:pt x="104150" y="10874"/>
                  </a:lnTo>
                  <a:lnTo>
                    <a:pt x="104374" y="10848"/>
                  </a:lnTo>
                  <a:lnTo>
                    <a:pt x="104611" y="10821"/>
                  </a:lnTo>
                  <a:lnTo>
                    <a:pt x="104835" y="10808"/>
                  </a:lnTo>
                  <a:lnTo>
                    <a:pt x="126884" y="10808"/>
                  </a:lnTo>
                  <a:lnTo>
                    <a:pt x="126884" y="62607"/>
                  </a:lnTo>
                  <a:lnTo>
                    <a:pt x="126897" y="63028"/>
                  </a:lnTo>
                  <a:lnTo>
                    <a:pt x="126923" y="63449"/>
                  </a:lnTo>
                  <a:lnTo>
                    <a:pt x="126976" y="63857"/>
                  </a:lnTo>
                  <a:lnTo>
                    <a:pt x="127029" y="64252"/>
                  </a:lnTo>
                  <a:lnTo>
                    <a:pt x="127108" y="64647"/>
                  </a:lnTo>
                  <a:lnTo>
                    <a:pt x="127200" y="65042"/>
                  </a:lnTo>
                  <a:lnTo>
                    <a:pt x="127318" y="65424"/>
                  </a:lnTo>
                  <a:lnTo>
                    <a:pt x="127437" y="65792"/>
                  </a:lnTo>
                  <a:lnTo>
                    <a:pt x="127581" y="66148"/>
                  </a:lnTo>
                  <a:lnTo>
                    <a:pt x="127726" y="66503"/>
                  </a:lnTo>
                  <a:lnTo>
                    <a:pt x="127897" y="66845"/>
                  </a:lnTo>
                  <a:lnTo>
                    <a:pt x="128082" y="67174"/>
                  </a:lnTo>
                  <a:lnTo>
                    <a:pt x="128279" y="67503"/>
                  </a:lnTo>
                  <a:lnTo>
                    <a:pt x="128490" y="67806"/>
                  </a:lnTo>
                  <a:lnTo>
                    <a:pt x="128700" y="68109"/>
                  </a:lnTo>
                  <a:lnTo>
                    <a:pt x="128937" y="68385"/>
                  </a:lnTo>
                  <a:lnTo>
                    <a:pt x="129174" y="68662"/>
                  </a:lnTo>
                  <a:lnTo>
                    <a:pt x="129424" y="68925"/>
                  </a:lnTo>
                  <a:lnTo>
                    <a:pt x="129701" y="69162"/>
                  </a:lnTo>
                  <a:lnTo>
                    <a:pt x="129964" y="69386"/>
                  </a:lnTo>
                  <a:lnTo>
                    <a:pt x="130254" y="69610"/>
                  </a:lnTo>
                  <a:lnTo>
                    <a:pt x="130543" y="69807"/>
                  </a:lnTo>
                  <a:lnTo>
                    <a:pt x="130846" y="69978"/>
                  </a:lnTo>
                  <a:lnTo>
                    <a:pt x="131149" y="70149"/>
                  </a:lnTo>
                  <a:lnTo>
                    <a:pt x="131465" y="70294"/>
                  </a:lnTo>
                  <a:lnTo>
                    <a:pt x="131794" y="70426"/>
                  </a:lnTo>
                  <a:lnTo>
                    <a:pt x="132123" y="70531"/>
                  </a:lnTo>
                  <a:lnTo>
                    <a:pt x="132465" y="70623"/>
                  </a:lnTo>
                  <a:lnTo>
                    <a:pt x="132807" y="70689"/>
                  </a:lnTo>
                  <a:lnTo>
                    <a:pt x="133150" y="70742"/>
                  </a:lnTo>
                  <a:lnTo>
                    <a:pt x="133505" y="70781"/>
                  </a:lnTo>
                  <a:lnTo>
                    <a:pt x="133860" y="70794"/>
                  </a:lnTo>
                  <a:lnTo>
                    <a:pt x="142970" y="70794"/>
                  </a:lnTo>
                  <a:lnTo>
                    <a:pt x="142970" y="90434"/>
                  </a:lnTo>
                  <a:lnTo>
                    <a:pt x="142970" y="90605"/>
                  </a:lnTo>
                  <a:lnTo>
                    <a:pt x="142943" y="90776"/>
                  </a:lnTo>
                  <a:lnTo>
                    <a:pt x="142917" y="90948"/>
                  </a:lnTo>
                  <a:lnTo>
                    <a:pt x="142877" y="91119"/>
                  </a:lnTo>
                  <a:lnTo>
                    <a:pt x="142825" y="91277"/>
                  </a:lnTo>
                  <a:lnTo>
                    <a:pt x="142759" y="91448"/>
                  </a:lnTo>
                  <a:lnTo>
                    <a:pt x="142693" y="91606"/>
                  </a:lnTo>
                  <a:lnTo>
                    <a:pt x="142601" y="91751"/>
                  </a:lnTo>
                  <a:lnTo>
                    <a:pt x="142509" y="91909"/>
                  </a:lnTo>
                  <a:lnTo>
                    <a:pt x="142404" y="92053"/>
                  </a:lnTo>
                  <a:lnTo>
                    <a:pt x="142285" y="92198"/>
                  </a:lnTo>
                  <a:lnTo>
                    <a:pt x="142167" y="92343"/>
                  </a:lnTo>
                  <a:lnTo>
                    <a:pt x="142035" y="92475"/>
                  </a:lnTo>
                  <a:lnTo>
                    <a:pt x="141903" y="92606"/>
                  </a:lnTo>
                  <a:lnTo>
                    <a:pt x="141759" y="92725"/>
                  </a:lnTo>
                  <a:lnTo>
                    <a:pt x="141601" y="92856"/>
                  </a:lnTo>
                  <a:lnTo>
                    <a:pt x="141443" y="92962"/>
                  </a:lnTo>
                  <a:lnTo>
                    <a:pt x="141271" y="93067"/>
                  </a:lnTo>
                  <a:lnTo>
                    <a:pt x="141087" y="93172"/>
                  </a:lnTo>
                  <a:lnTo>
                    <a:pt x="140903" y="93278"/>
                  </a:lnTo>
                  <a:lnTo>
                    <a:pt x="140719" y="93370"/>
                  </a:lnTo>
                  <a:lnTo>
                    <a:pt x="140521" y="93449"/>
                  </a:lnTo>
                  <a:lnTo>
                    <a:pt x="140324" y="93528"/>
                  </a:lnTo>
                  <a:lnTo>
                    <a:pt x="140126" y="93593"/>
                  </a:lnTo>
                  <a:lnTo>
                    <a:pt x="139916" y="93659"/>
                  </a:lnTo>
                  <a:lnTo>
                    <a:pt x="139705" y="93712"/>
                  </a:lnTo>
                  <a:lnTo>
                    <a:pt x="139481" y="93765"/>
                  </a:lnTo>
                  <a:lnTo>
                    <a:pt x="139257" y="93804"/>
                  </a:lnTo>
                  <a:lnTo>
                    <a:pt x="139034" y="93830"/>
                  </a:lnTo>
                  <a:lnTo>
                    <a:pt x="138810" y="93857"/>
                  </a:lnTo>
                  <a:lnTo>
                    <a:pt x="138573" y="93870"/>
                  </a:lnTo>
                  <a:lnTo>
                    <a:pt x="132044" y="93870"/>
                  </a:lnTo>
                  <a:lnTo>
                    <a:pt x="131952" y="93593"/>
                  </a:lnTo>
                  <a:lnTo>
                    <a:pt x="131860" y="93330"/>
                  </a:lnTo>
                  <a:lnTo>
                    <a:pt x="131767" y="93067"/>
                  </a:lnTo>
                  <a:lnTo>
                    <a:pt x="131649" y="92804"/>
                  </a:lnTo>
                  <a:lnTo>
                    <a:pt x="131530" y="92554"/>
                  </a:lnTo>
                  <a:lnTo>
                    <a:pt x="131386" y="92303"/>
                  </a:lnTo>
                  <a:lnTo>
                    <a:pt x="131254" y="92066"/>
                  </a:lnTo>
                  <a:lnTo>
                    <a:pt x="131096" y="91830"/>
                  </a:lnTo>
                  <a:lnTo>
                    <a:pt x="130938" y="91606"/>
                  </a:lnTo>
                  <a:lnTo>
                    <a:pt x="130767" y="91382"/>
                  </a:lnTo>
                  <a:lnTo>
                    <a:pt x="130583" y="91158"/>
                  </a:lnTo>
                  <a:lnTo>
                    <a:pt x="130398" y="90961"/>
                  </a:lnTo>
                  <a:lnTo>
                    <a:pt x="130201" y="90763"/>
                  </a:lnTo>
                  <a:lnTo>
                    <a:pt x="130004" y="90566"/>
                  </a:lnTo>
                  <a:lnTo>
                    <a:pt x="129793" y="90382"/>
                  </a:lnTo>
                  <a:lnTo>
                    <a:pt x="129582" y="90210"/>
                  </a:lnTo>
                  <a:lnTo>
                    <a:pt x="129359" y="90039"/>
                  </a:lnTo>
                  <a:lnTo>
                    <a:pt x="129122" y="89881"/>
                  </a:lnTo>
                  <a:lnTo>
                    <a:pt x="128885" y="89737"/>
                  </a:lnTo>
                  <a:lnTo>
                    <a:pt x="128635" y="89592"/>
                  </a:lnTo>
                  <a:lnTo>
                    <a:pt x="128384" y="89473"/>
                  </a:lnTo>
                  <a:lnTo>
                    <a:pt x="128134" y="89355"/>
                  </a:lnTo>
                  <a:lnTo>
                    <a:pt x="127871" y="89236"/>
                  </a:lnTo>
                  <a:lnTo>
                    <a:pt x="127608" y="89144"/>
                  </a:lnTo>
                  <a:lnTo>
                    <a:pt x="127344" y="89052"/>
                  </a:lnTo>
                  <a:lnTo>
                    <a:pt x="127068" y="88973"/>
                  </a:lnTo>
                  <a:lnTo>
                    <a:pt x="126778" y="88907"/>
                  </a:lnTo>
                  <a:lnTo>
                    <a:pt x="126502" y="88855"/>
                  </a:lnTo>
                  <a:lnTo>
                    <a:pt x="126212" y="88815"/>
                  </a:lnTo>
                  <a:lnTo>
                    <a:pt x="125923" y="88776"/>
                  </a:lnTo>
                  <a:lnTo>
                    <a:pt x="125620" y="88762"/>
                  </a:lnTo>
                  <a:lnTo>
                    <a:pt x="124962" y="88762"/>
                  </a:lnTo>
                  <a:lnTo>
                    <a:pt x="124620" y="88789"/>
                  </a:lnTo>
                  <a:lnTo>
                    <a:pt x="124264" y="88841"/>
                  </a:lnTo>
                  <a:lnTo>
                    <a:pt x="123922" y="88894"/>
                  </a:lnTo>
                  <a:lnTo>
                    <a:pt x="123593" y="88973"/>
                  </a:lnTo>
                  <a:lnTo>
                    <a:pt x="123251" y="89065"/>
                  </a:lnTo>
                  <a:lnTo>
                    <a:pt x="122935" y="89184"/>
                  </a:lnTo>
                  <a:lnTo>
                    <a:pt x="122619" y="89302"/>
                  </a:lnTo>
                  <a:lnTo>
                    <a:pt x="122303" y="89447"/>
                  </a:lnTo>
                  <a:lnTo>
                    <a:pt x="122013" y="89605"/>
                  </a:lnTo>
                  <a:lnTo>
                    <a:pt x="121711" y="89763"/>
                  </a:lnTo>
                  <a:lnTo>
                    <a:pt x="121434" y="89947"/>
                  </a:lnTo>
                  <a:lnTo>
                    <a:pt x="121158" y="90145"/>
                  </a:lnTo>
                  <a:lnTo>
                    <a:pt x="120894" y="90355"/>
                  </a:lnTo>
                  <a:lnTo>
                    <a:pt x="120644" y="90566"/>
                  </a:lnTo>
                  <a:lnTo>
                    <a:pt x="120407" y="90803"/>
                  </a:lnTo>
                  <a:lnTo>
                    <a:pt x="120170" y="91040"/>
                  </a:lnTo>
                  <a:lnTo>
                    <a:pt x="119947" y="91290"/>
                  </a:lnTo>
                  <a:lnTo>
                    <a:pt x="119749" y="91553"/>
                  </a:lnTo>
                  <a:lnTo>
                    <a:pt x="119552" y="91830"/>
                  </a:lnTo>
                  <a:lnTo>
                    <a:pt x="119367" y="92106"/>
                  </a:lnTo>
                  <a:lnTo>
                    <a:pt x="119196" y="92409"/>
                  </a:lnTo>
                  <a:lnTo>
                    <a:pt x="119051" y="92698"/>
                  </a:lnTo>
                  <a:lnTo>
                    <a:pt x="118907" y="93014"/>
                  </a:lnTo>
                  <a:lnTo>
                    <a:pt x="118788" y="93330"/>
                  </a:lnTo>
                  <a:lnTo>
                    <a:pt x="118670" y="93646"/>
                  </a:lnTo>
                  <a:lnTo>
                    <a:pt x="118578" y="93988"/>
                  </a:lnTo>
                  <a:lnTo>
                    <a:pt x="118499" y="94317"/>
                  </a:lnTo>
                  <a:lnTo>
                    <a:pt x="118446" y="94660"/>
                  </a:lnTo>
                  <a:lnTo>
                    <a:pt x="118393" y="95015"/>
                  </a:lnTo>
                  <a:lnTo>
                    <a:pt x="118367" y="95357"/>
                  </a:lnTo>
                  <a:lnTo>
                    <a:pt x="118367" y="95726"/>
                  </a:lnTo>
                  <a:lnTo>
                    <a:pt x="118367" y="96081"/>
                  </a:lnTo>
                  <a:lnTo>
                    <a:pt x="118393" y="96437"/>
                  </a:lnTo>
                  <a:lnTo>
                    <a:pt x="118446" y="96779"/>
                  </a:lnTo>
                  <a:lnTo>
                    <a:pt x="118499" y="97121"/>
                  </a:lnTo>
                  <a:lnTo>
                    <a:pt x="118578" y="97464"/>
                  </a:lnTo>
                  <a:lnTo>
                    <a:pt x="118670" y="97793"/>
                  </a:lnTo>
                  <a:lnTo>
                    <a:pt x="118788" y="98109"/>
                  </a:lnTo>
                  <a:lnTo>
                    <a:pt x="118907" y="98424"/>
                  </a:lnTo>
                  <a:lnTo>
                    <a:pt x="119051" y="98740"/>
                  </a:lnTo>
                  <a:lnTo>
                    <a:pt x="119196" y="99043"/>
                  </a:lnTo>
                  <a:lnTo>
                    <a:pt x="119367" y="99333"/>
                  </a:lnTo>
                  <a:lnTo>
                    <a:pt x="119552" y="99609"/>
                  </a:lnTo>
                  <a:lnTo>
                    <a:pt x="119749" y="99886"/>
                  </a:lnTo>
                  <a:lnTo>
                    <a:pt x="119947" y="100149"/>
                  </a:lnTo>
                  <a:lnTo>
                    <a:pt x="120170" y="100399"/>
                  </a:lnTo>
                  <a:lnTo>
                    <a:pt x="120407" y="100649"/>
                  </a:lnTo>
                  <a:lnTo>
                    <a:pt x="120644" y="100873"/>
                  </a:lnTo>
                  <a:lnTo>
                    <a:pt x="120894" y="101097"/>
                  </a:lnTo>
                  <a:lnTo>
                    <a:pt x="121158" y="101294"/>
                  </a:lnTo>
                  <a:lnTo>
                    <a:pt x="121434" y="101492"/>
                  </a:lnTo>
                  <a:lnTo>
                    <a:pt x="121711" y="101676"/>
                  </a:lnTo>
                  <a:lnTo>
                    <a:pt x="122013" y="101847"/>
                  </a:lnTo>
                  <a:lnTo>
                    <a:pt x="122303" y="101992"/>
                  </a:lnTo>
                  <a:lnTo>
                    <a:pt x="122619" y="102137"/>
                  </a:lnTo>
                  <a:lnTo>
                    <a:pt x="122935" y="102255"/>
                  </a:lnTo>
                  <a:lnTo>
                    <a:pt x="123251" y="102374"/>
                  </a:lnTo>
                  <a:lnTo>
                    <a:pt x="123593" y="102466"/>
                  </a:lnTo>
                  <a:lnTo>
                    <a:pt x="123922" y="102545"/>
                  </a:lnTo>
                  <a:lnTo>
                    <a:pt x="124264" y="102610"/>
                  </a:lnTo>
                  <a:lnTo>
                    <a:pt x="124620" y="102650"/>
                  </a:lnTo>
                  <a:lnTo>
                    <a:pt x="124962" y="102676"/>
                  </a:lnTo>
                  <a:lnTo>
                    <a:pt x="125330" y="102689"/>
                  </a:lnTo>
                  <a:lnTo>
                    <a:pt x="125633" y="102676"/>
                  </a:lnTo>
                  <a:lnTo>
                    <a:pt x="125923" y="102663"/>
                  </a:lnTo>
                  <a:lnTo>
                    <a:pt x="126226" y="102624"/>
                  </a:lnTo>
                  <a:lnTo>
                    <a:pt x="126515" y="102584"/>
                  </a:lnTo>
                  <a:lnTo>
                    <a:pt x="126805" y="102531"/>
                  </a:lnTo>
                  <a:lnTo>
                    <a:pt x="127094" y="102453"/>
                  </a:lnTo>
                  <a:lnTo>
                    <a:pt x="127371" y="102374"/>
                  </a:lnTo>
                  <a:lnTo>
                    <a:pt x="127647" y="102281"/>
                  </a:lnTo>
                  <a:lnTo>
                    <a:pt x="127924" y="102189"/>
                  </a:lnTo>
                  <a:lnTo>
                    <a:pt x="128187" y="102071"/>
                  </a:lnTo>
                  <a:lnTo>
                    <a:pt x="128437" y="101952"/>
                  </a:lnTo>
                  <a:lnTo>
                    <a:pt x="128687" y="101821"/>
                  </a:lnTo>
                  <a:lnTo>
                    <a:pt x="128937" y="101676"/>
                  </a:lnTo>
                  <a:lnTo>
                    <a:pt x="129174" y="101518"/>
                  </a:lnTo>
                  <a:lnTo>
                    <a:pt x="129411" y="101360"/>
                  </a:lnTo>
                  <a:lnTo>
                    <a:pt x="129635" y="101189"/>
                  </a:lnTo>
                  <a:lnTo>
                    <a:pt x="129859" y="101005"/>
                  </a:lnTo>
                  <a:lnTo>
                    <a:pt x="130069" y="100807"/>
                  </a:lnTo>
                  <a:lnTo>
                    <a:pt x="130267" y="100610"/>
                  </a:lnTo>
                  <a:lnTo>
                    <a:pt x="130464" y="100412"/>
                  </a:lnTo>
                  <a:lnTo>
                    <a:pt x="130662" y="100202"/>
                  </a:lnTo>
                  <a:lnTo>
                    <a:pt x="130833" y="99978"/>
                  </a:lnTo>
                  <a:lnTo>
                    <a:pt x="131004" y="99754"/>
                  </a:lnTo>
                  <a:lnTo>
                    <a:pt x="131162" y="99517"/>
                  </a:lnTo>
                  <a:lnTo>
                    <a:pt x="131320" y="99267"/>
                  </a:lnTo>
                  <a:lnTo>
                    <a:pt x="131451" y="99017"/>
                  </a:lnTo>
                  <a:lnTo>
                    <a:pt x="131583" y="98767"/>
                  </a:lnTo>
                  <a:lnTo>
                    <a:pt x="131702" y="98503"/>
                  </a:lnTo>
                  <a:lnTo>
                    <a:pt x="131820" y="98240"/>
                  </a:lnTo>
                  <a:lnTo>
                    <a:pt x="131912" y="97977"/>
                  </a:lnTo>
                  <a:lnTo>
                    <a:pt x="132004" y="97700"/>
                  </a:lnTo>
                  <a:lnTo>
                    <a:pt x="132083" y="97411"/>
                  </a:lnTo>
                  <a:lnTo>
                    <a:pt x="138336" y="97411"/>
                  </a:lnTo>
                  <a:lnTo>
                    <a:pt x="138757" y="97398"/>
                  </a:lnTo>
                  <a:lnTo>
                    <a:pt x="139178" y="97371"/>
                  </a:lnTo>
                  <a:lnTo>
                    <a:pt x="139587" y="97332"/>
                  </a:lnTo>
                  <a:lnTo>
                    <a:pt x="139981" y="97266"/>
                  </a:lnTo>
                  <a:lnTo>
                    <a:pt x="140376" y="97187"/>
                  </a:lnTo>
                  <a:lnTo>
                    <a:pt x="140771" y="97095"/>
                  </a:lnTo>
                  <a:lnTo>
                    <a:pt x="141153" y="96990"/>
                  </a:lnTo>
                  <a:lnTo>
                    <a:pt x="141522" y="96858"/>
                  </a:lnTo>
                  <a:lnTo>
                    <a:pt x="141877" y="96726"/>
                  </a:lnTo>
                  <a:lnTo>
                    <a:pt x="142232" y="96568"/>
                  </a:lnTo>
                  <a:lnTo>
                    <a:pt x="142575" y="96397"/>
                  </a:lnTo>
                  <a:lnTo>
                    <a:pt x="142904" y="96213"/>
                  </a:lnTo>
                  <a:lnTo>
                    <a:pt x="143233" y="96029"/>
                  </a:lnTo>
                  <a:lnTo>
                    <a:pt x="143536" y="95818"/>
                  </a:lnTo>
                  <a:lnTo>
                    <a:pt x="143838" y="95594"/>
                  </a:lnTo>
                  <a:lnTo>
                    <a:pt x="144115" y="95371"/>
                  </a:lnTo>
                  <a:lnTo>
                    <a:pt x="144391" y="95120"/>
                  </a:lnTo>
                  <a:lnTo>
                    <a:pt x="144641" y="94870"/>
                  </a:lnTo>
                  <a:lnTo>
                    <a:pt x="144891" y="94607"/>
                  </a:lnTo>
                  <a:lnTo>
                    <a:pt x="145115" y="94331"/>
                  </a:lnTo>
                  <a:lnTo>
                    <a:pt x="145326" y="94054"/>
                  </a:lnTo>
                  <a:lnTo>
                    <a:pt x="145523" y="93765"/>
                  </a:lnTo>
                  <a:lnTo>
                    <a:pt x="145708" y="93462"/>
                  </a:lnTo>
                  <a:lnTo>
                    <a:pt x="145879" y="93146"/>
                  </a:lnTo>
                  <a:lnTo>
                    <a:pt x="146023" y="92830"/>
                  </a:lnTo>
                  <a:lnTo>
                    <a:pt x="146155" y="92514"/>
                  </a:lnTo>
                  <a:lnTo>
                    <a:pt x="146260" y="92172"/>
                  </a:lnTo>
                  <a:lnTo>
                    <a:pt x="146353" y="91843"/>
                  </a:lnTo>
                  <a:lnTo>
                    <a:pt x="146418" y="91500"/>
                  </a:lnTo>
                  <a:lnTo>
                    <a:pt x="146471" y="91145"/>
                  </a:lnTo>
                  <a:lnTo>
                    <a:pt x="146511" y="90790"/>
                  </a:lnTo>
                  <a:lnTo>
                    <a:pt x="146524" y="90434"/>
                  </a:lnTo>
                  <a:lnTo>
                    <a:pt x="146524" y="70794"/>
                  </a:lnTo>
                  <a:lnTo>
                    <a:pt x="176984" y="70794"/>
                  </a:lnTo>
                  <a:lnTo>
                    <a:pt x="177063" y="71071"/>
                  </a:lnTo>
                  <a:lnTo>
                    <a:pt x="177155" y="71334"/>
                  </a:lnTo>
                  <a:lnTo>
                    <a:pt x="177260" y="71610"/>
                  </a:lnTo>
                  <a:lnTo>
                    <a:pt x="177366" y="71874"/>
                  </a:lnTo>
                  <a:lnTo>
                    <a:pt x="177484" y="72124"/>
                  </a:lnTo>
                  <a:lnTo>
                    <a:pt x="177629" y="72374"/>
                  </a:lnTo>
                  <a:lnTo>
                    <a:pt x="177761" y="72624"/>
                  </a:lnTo>
                  <a:lnTo>
                    <a:pt x="177919" y="72861"/>
                  </a:lnTo>
                  <a:lnTo>
                    <a:pt x="178077" y="73085"/>
                  </a:lnTo>
                  <a:lnTo>
                    <a:pt x="178248" y="73322"/>
                  </a:lnTo>
                  <a:lnTo>
                    <a:pt x="178419" y="73532"/>
                  </a:lnTo>
                  <a:lnTo>
                    <a:pt x="178616" y="73743"/>
                  </a:lnTo>
                  <a:lnTo>
                    <a:pt x="178801" y="73940"/>
                  </a:lnTo>
                  <a:lnTo>
                    <a:pt x="179011" y="74138"/>
                  </a:lnTo>
                  <a:lnTo>
                    <a:pt x="179222" y="74322"/>
                  </a:lnTo>
                  <a:lnTo>
                    <a:pt x="179432" y="74506"/>
                  </a:lnTo>
                  <a:lnTo>
                    <a:pt x="179669" y="74677"/>
                  </a:lnTo>
                  <a:lnTo>
                    <a:pt x="179893" y="74835"/>
                  </a:lnTo>
                  <a:lnTo>
                    <a:pt x="180130" y="74980"/>
                  </a:lnTo>
                  <a:lnTo>
                    <a:pt x="180380" y="75125"/>
                  </a:lnTo>
                  <a:lnTo>
                    <a:pt x="180630" y="75257"/>
                  </a:lnTo>
                  <a:lnTo>
                    <a:pt x="180880" y="75375"/>
                  </a:lnTo>
                  <a:lnTo>
                    <a:pt x="181144" y="75494"/>
                  </a:lnTo>
                  <a:lnTo>
                    <a:pt x="181420" y="75586"/>
                  </a:lnTo>
                  <a:lnTo>
                    <a:pt x="181697" y="75678"/>
                  </a:lnTo>
                  <a:lnTo>
                    <a:pt x="181973" y="75757"/>
                  </a:lnTo>
                  <a:lnTo>
                    <a:pt x="182249" y="75823"/>
                  </a:lnTo>
                  <a:lnTo>
                    <a:pt x="182539" y="75875"/>
                  </a:lnTo>
                  <a:lnTo>
                    <a:pt x="182829" y="75928"/>
                  </a:lnTo>
                  <a:lnTo>
                    <a:pt x="183118" y="75954"/>
                  </a:lnTo>
                  <a:lnTo>
                    <a:pt x="183421" y="75981"/>
                  </a:lnTo>
                  <a:lnTo>
                    <a:pt x="183724" y="75981"/>
                  </a:lnTo>
                  <a:lnTo>
                    <a:pt x="184079" y="75968"/>
                  </a:lnTo>
                  <a:lnTo>
                    <a:pt x="184435" y="75941"/>
                  </a:lnTo>
                  <a:lnTo>
                    <a:pt x="184777" y="75902"/>
                  </a:lnTo>
                  <a:lnTo>
                    <a:pt x="185119" y="75836"/>
                  </a:lnTo>
                  <a:lnTo>
                    <a:pt x="185461" y="75757"/>
                  </a:lnTo>
                  <a:lnTo>
                    <a:pt x="185790" y="75665"/>
                  </a:lnTo>
                  <a:lnTo>
                    <a:pt x="186106" y="75559"/>
                  </a:lnTo>
                  <a:lnTo>
                    <a:pt x="186435" y="75428"/>
                  </a:lnTo>
                  <a:lnTo>
                    <a:pt x="186738" y="75296"/>
                  </a:lnTo>
                  <a:lnTo>
                    <a:pt x="187041" y="75138"/>
                  </a:lnTo>
                  <a:lnTo>
                    <a:pt x="187330" y="74967"/>
                  </a:lnTo>
                  <a:lnTo>
                    <a:pt x="187607" y="74796"/>
                  </a:lnTo>
                  <a:lnTo>
                    <a:pt x="187883" y="74599"/>
                  </a:lnTo>
                  <a:lnTo>
                    <a:pt x="188147" y="74388"/>
                  </a:lnTo>
                  <a:lnTo>
                    <a:pt x="188397" y="74164"/>
                  </a:lnTo>
                  <a:lnTo>
                    <a:pt x="188647" y="73940"/>
                  </a:lnTo>
                  <a:lnTo>
                    <a:pt x="188871" y="73703"/>
                  </a:lnTo>
                  <a:lnTo>
                    <a:pt x="189094" y="73440"/>
                  </a:lnTo>
                  <a:lnTo>
                    <a:pt x="189305" y="73177"/>
                  </a:lnTo>
                  <a:lnTo>
                    <a:pt x="189489" y="72914"/>
                  </a:lnTo>
                  <a:lnTo>
                    <a:pt x="189674" y="72624"/>
                  </a:lnTo>
                  <a:lnTo>
                    <a:pt x="189845" y="72334"/>
                  </a:lnTo>
                  <a:lnTo>
                    <a:pt x="190003" y="72032"/>
                  </a:lnTo>
                  <a:lnTo>
                    <a:pt x="190134" y="71729"/>
                  </a:lnTo>
                  <a:lnTo>
                    <a:pt x="190266" y="71413"/>
                  </a:lnTo>
                  <a:lnTo>
                    <a:pt x="190371" y="71084"/>
                  </a:lnTo>
                  <a:lnTo>
                    <a:pt x="190463" y="70755"/>
                  </a:lnTo>
                  <a:lnTo>
                    <a:pt x="190542" y="70413"/>
                  </a:lnTo>
                  <a:lnTo>
                    <a:pt x="190608" y="70070"/>
                  </a:lnTo>
                  <a:lnTo>
                    <a:pt x="190648" y="69728"/>
                  </a:lnTo>
                  <a:lnTo>
                    <a:pt x="190674" y="69373"/>
                  </a:lnTo>
                  <a:lnTo>
                    <a:pt x="190687" y="69017"/>
                  </a:lnTo>
                  <a:lnTo>
                    <a:pt x="190674" y="68662"/>
                  </a:lnTo>
                  <a:lnTo>
                    <a:pt x="190648" y="68306"/>
                  </a:lnTo>
                  <a:lnTo>
                    <a:pt x="190608" y="67964"/>
                  </a:lnTo>
                  <a:lnTo>
                    <a:pt x="190542" y="67622"/>
                  </a:lnTo>
                  <a:lnTo>
                    <a:pt x="190463" y="67280"/>
                  </a:lnTo>
                  <a:lnTo>
                    <a:pt x="190371" y="66951"/>
                  </a:lnTo>
                  <a:lnTo>
                    <a:pt x="190266" y="66621"/>
                  </a:lnTo>
                  <a:lnTo>
                    <a:pt x="190134" y="66305"/>
                  </a:lnTo>
                  <a:lnTo>
                    <a:pt x="190003" y="66003"/>
                  </a:lnTo>
                  <a:lnTo>
                    <a:pt x="189845" y="65700"/>
                  </a:lnTo>
                  <a:lnTo>
                    <a:pt x="189674" y="65410"/>
                  </a:lnTo>
                  <a:lnTo>
                    <a:pt x="189489" y="65121"/>
                  </a:lnTo>
                  <a:lnTo>
                    <a:pt x="189305" y="64858"/>
                  </a:lnTo>
                  <a:lnTo>
                    <a:pt x="189094" y="64594"/>
                  </a:lnTo>
                  <a:lnTo>
                    <a:pt x="188871" y="64331"/>
                  </a:lnTo>
                  <a:lnTo>
                    <a:pt x="188647" y="64094"/>
                  </a:lnTo>
                  <a:lnTo>
                    <a:pt x="188397" y="63870"/>
                  </a:lnTo>
                  <a:lnTo>
                    <a:pt x="188147" y="63646"/>
                  </a:lnTo>
                  <a:lnTo>
                    <a:pt x="187883" y="63436"/>
                  </a:lnTo>
                  <a:lnTo>
                    <a:pt x="187607" y="63238"/>
                  </a:lnTo>
                  <a:lnTo>
                    <a:pt x="187330" y="63067"/>
                  </a:lnTo>
                  <a:lnTo>
                    <a:pt x="187041" y="62896"/>
                  </a:lnTo>
                  <a:lnTo>
                    <a:pt x="186738" y="62738"/>
                  </a:lnTo>
                  <a:lnTo>
                    <a:pt x="186435" y="62607"/>
                  </a:lnTo>
                  <a:lnTo>
                    <a:pt x="186106" y="62475"/>
                  </a:lnTo>
                  <a:lnTo>
                    <a:pt x="185790" y="62370"/>
                  </a:lnTo>
                  <a:lnTo>
                    <a:pt x="185461" y="62277"/>
                  </a:lnTo>
                  <a:lnTo>
                    <a:pt x="185119" y="62198"/>
                  </a:lnTo>
                  <a:lnTo>
                    <a:pt x="184777" y="62133"/>
                  </a:lnTo>
                  <a:lnTo>
                    <a:pt x="184435" y="62093"/>
                  </a:lnTo>
                  <a:lnTo>
                    <a:pt x="184079" y="62067"/>
                  </a:lnTo>
                  <a:lnTo>
                    <a:pt x="183724" y="62054"/>
                  </a:lnTo>
                  <a:lnTo>
                    <a:pt x="183421" y="62054"/>
                  </a:lnTo>
                  <a:lnTo>
                    <a:pt x="183118" y="62080"/>
                  </a:lnTo>
                  <a:lnTo>
                    <a:pt x="182829" y="62106"/>
                  </a:lnTo>
                  <a:lnTo>
                    <a:pt x="182539" y="62159"/>
                  </a:lnTo>
                  <a:lnTo>
                    <a:pt x="182249" y="62212"/>
                  </a:lnTo>
                  <a:lnTo>
                    <a:pt x="181973" y="62277"/>
                  </a:lnTo>
                  <a:lnTo>
                    <a:pt x="181697" y="62356"/>
                  </a:lnTo>
                  <a:lnTo>
                    <a:pt x="181420" y="62449"/>
                  </a:lnTo>
                  <a:lnTo>
                    <a:pt x="181144" y="62541"/>
                  </a:lnTo>
                  <a:lnTo>
                    <a:pt x="180880" y="62659"/>
                  </a:lnTo>
                  <a:lnTo>
                    <a:pt x="180630" y="62778"/>
                  </a:lnTo>
                  <a:lnTo>
                    <a:pt x="180380" y="62909"/>
                  </a:lnTo>
                  <a:lnTo>
                    <a:pt x="180130" y="63054"/>
                  </a:lnTo>
                  <a:lnTo>
                    <a:pt x="179893" y="63199"/>
                  </a:lnTo>
                  <a:lnTo>
                    <a:pt x="179669" y="63357"/>
                  </a:lnTo>
                  <a:lnTo>
                    <a:pt x="179432" y="63528"/>
                  </a:lnTo>
                  <a:lnTo>
                    <a:pt x="179222" y="63712"/>
                  </a:lnTo>
                  <a:lnTo>
                    <a:pt x="179011" y="63897"/>
                  </a:lnTo>
                  <a:lnTo>
                    <a:pt x="178801" y="64094"/>
                  </a:lnTo>
                  <a:lnTo>
                    <a:pt x="178616" y="64291"/>
                  </a:lnTo>
                  <a:lnTo>
                    <a:pt x="178419" y="64502"/>
                  </a:lnTo>
                  <a:lnTo>
                    <a:pt x="178248" y="64713"/>
                  </a:lnTo>
                  <a:lnTo>
                    <a:pt x="178077" y="64950"/>
                  </a:lnTo>
                  <a:lnTo>
                    <a:pt x="177919" y="65173"/>
                  </a:lnTo>
                  <a:lnTo>
                    <a:pt x="177761" y="65410"/>
                  </a:lnTo>
                  <a:lnTo>
                    <a:pt x="177629" y="65660"/>
                  </a:lnTo>
                  <a:lnTo>
                    <a:pt x="177484" y="65911"/>
                  </a:lnTo>
                  <a:lnTo>
                    <a:pt x="177366" y="66161"/>
                  </a:lnTo>
                  <a:lnTo>
                    <a:pt x="177260" y="66424"/>
                  </a:lnTo>
                  <a:lnTo>
                    <a:pt x="177155" y="66700"/>
                  </a:lnTo>
                  <a:lnTo>
                    <a:pt x="177063" y="66964"/>
                  </a:lnTo>
                  <a:lnTo>
                    <a:pt x="176984" y="67240"/>
                  </a:lnTo>
                  <a:lnTo>
                    <a:pt x="133689" y="67240"/>
                  </a:lnTo>
                  <a:lnTo>
                    <a:pt x="133518" y="67227"/>
                  </a:lnTo>
                  <a:lnTo>
                    <a:pt x="133347" y="67187"/>
                  </a:lnTo>
                  <a:lnTo>
                    <a:pt x="133189" y="67148"/>
                  </a:lnTo>
                  <a:lnTo>
                    <a:pt x="133018" y="67095"/>
                  </a:lnTo>
                  <a:lnTo>
                    <a:pt x="132860" y="67029"/>
                  </a:lnTo>
                  <a:lnTo>
                    <a:pt x="132702" y="66964"/>
                  </a:lnTo>
                  <a:lnTo>
                    <a:pt x="132544" y="66872"/>
                  </a:lnTo>
                  <a:lnTo>
                    <a:pt x="132399" y="66779"/>
                  </a:lnTo>
                  <a:lnTo>
                    <a:pt x="132241" y="66674"/>
                  </a:lnTo>
                  <a:lnTo>
                    <a:pt x="132097" y="66569"/>
                  </a:lnTo>
                  <a:lnTo>
                    <a:pt x="131965" y="66437"/>
                  </a:lnTo>
                  <a:lnTo>
                    <a:pt x="131833" y="66305"/>
                  </a:lnTo>
                  <a:lnTo>
                    <a:pt x="131702" y="66174"/>
                  </a:lnTo>
                  <a:lnTo>
                    <a:pt x="131570" y="66029"/>
                  </a:lnTo>
                  <a:lnTo>
                    <a:pt x="131451" y="65871"/>
                  </a:lnTo>
                  <a:lnTo>
                    <a:pt x="131333" y="65713"/>
                  </a:lnTo>
                  <a:lnTo>
                    <a:pt x="131228" y="65542"/>
                  </a:lnTo>
                  <a:lnTo>
                    <a:pt x="131122" y="65358"/>
                  </a:lnTo>
                  <a:lnTo>
                    <a:pt x="131030" y="65187"/>
                  </a:lnTo>
                  <a:lnTo>
                    <a:pt x="130938" y="64989"/>
                  </a:lnTo>
                  <a:lnTo>
                    <a:pt x="130859" y="64805"/>
                  </a:lnTo>
                  <a:lnTo>
                    <a:pt x="130780" y="64594"/>
                  </a:lnTo>
                  <a:lnTo>
                    <a:pt x="130701" y="64397"/>
                  </a:lnTo>
                  <a:lnTo>
                    <a:pt x="130649" y="64186"/>
                  </a:lnTo>
                  <a:lnTo>
                    <a:pt x="130596" y="63976"/>
                  </a:lnTo>
                  <a:lnTo>
                    <a:pt x="130543" y="63752"/>
                  </a:lnTo>
                  <a:lnTo>
                    <a:pt x="130504" y="63528"/>
                  </a:lnTo>
                  <a:lnTo>
                    <a:pt x="130477" y="63304"/>
                  </a:lnTo>
                  <a:lnTo>
                    <a:pt x="130451" y="63080"/>
                  </a:lnTo>
                  <a:lnTo>
                    <a:pt x="130438" y="62843"/>
                  </a:lnTo>
                  <a:lnTo>
                    <a:pt x="130438" y="62607"/>
                  </a:lnTo>
                  <a:lnTo>
                    <a:pt x="130438" y="37148"/>
                  </a:lnTo>
                  <a:lnTo>
                    <a:pt x="150249" y="37148"/>
                  </a:lnTo>
                  <a:lnTo>
                    <a:pt x="150420" y="37175"/>
                  </a:lnTo>
                  <a:lnTo>
                    <a:pt x="150591" y="37201"/>
                  </a:lnTo>
                  <a:lnTo>
                    <a:pt x="150762" y="37240"/>
                  </a:lnTo>
                  <a:lnTo>
                    <a:pt x="150920" y="37293"/>
                  </a:lnTo>
                  <a:lnTo>
                    <a:pt x="151091" y="37359"/>
                  </a:lnTo>
                  <a:lnTo>
                    <a:pt x="151249" y="37438"/>
                  </a:lnTo>
                  <a:lnTo>
                    <a:pt x="151394" y="37517"/>
                  </a:lnTo>
                  <a:lnTo>
                    <a:pt x="151552" y="37609"/>
                  </a:lnTo>
                  <a:lnTo>
                    <a:pt x="151697" y="37714"/>
                  </a:lnTo>
                  <a:lnTo>
                    <a:pt x="151842" y="37833"/>
                  </a:lnTo>
                  <a:lnTo>
                    <a:pt x="151987" y="37951"/>
                  </a:lnTo>
                  <a:lnTo>
                    <a:pt x="152118" y="38083"/>
                  </a:lnTo>
                  <a:lnTo>
                    <a:pt x="152250" y="38215"/>
                  </a:lnTo>
                  <a:lnTo>
                    <a:pt x="152368" y="38373"/>
                  </a:lnTo>
                  <a:lnTo>
                    <a:pt x="152500" y="38517"/>
                  </a:lnTo>
                  <a:lnTo>
                    <a:pt x="152605" y="38688"/>
                  </a:lnTo>
                  <a:lnTo>
                    <a:pt x="152711" y="38846"/>
                  </a:lnTo>
                  <a:lnTo>
                    <a:pt x="152816" y="39031"/>
                  </a:lnTo>
                  <a:lnTo>
                    <a:pt x="152921" y="39215"/>
                  </a:lnTo>
                  <a:lnTo>
                    <a:pt x="153013" y="39399"/>
                  </a:lnTo>
                  <a:lnTo>
                    <a:pt x="153092" y="39597"/>
                  </a:lnTo>
                  <a:lnTo>
                    <a:pt x="153171" y="39794"/>
                  </a:lnTo>
                  <a:lnTo>
                    <a:pt x="153237" y="39992"/>
                  </a:lnTo>
                  <a:lnTo>
                    <a:pt x="153303" y="40202"/>
                  </a:lnTo>
                  <a:lnTo>
                    <a:pt x="153356" y="40426"/>
                  </a:lnTo>
                  <a:lnTo>
                    <a:pt x="153408" y="40637"/>
                  </a:lnTo>
                  <a:lnTo>
                    <a:pt x="153448" y="40860"/>
                  </a:lnTo>
                  <a:lnTo>
                    <a:pt x="153474" y="41084"/>
                  </a:lnTo>
                  <a:lnTo>
                    <a:pt x="153500" y="41308"/>
                  </a:lnTo>
                  <a:lnTo>
                    <a:pt x="153513" y="41545"/>
                  </a:lnTo>
                  <a:lnTo>
                    <a:pt x="153513" y="41782"/>
                  </a:lnTo>
                  <a:lnTo>
                    <a:pt x="153513" y="44888"/>
                  </a:lnTo>
                  <a:lnTo>
                    <a:pt x="153211" y="44954"/>
                  </a:lnTo>
                  <a:lnTo>
                    <a:pt x="152921" y="45033"/>
                  </a:lnTo>
                  <a:lnTo>
                    <a:pt x="152632" y="45125"/>
                  </a:lnTo>
                  <a:lnTo>
                    <a:pt x="152355" y="45218"/>
                  </a:lnTo>
                  <a:lnTo>
                    <a:pt x="152079" y="45336"/>
                  </a:lnTo>
                  <a:lnTo>
                    <a:pt x="151815" y="45468"/>
                  </a:lnTo>
                  <a:lnTo>
                    <a:pt x="151552" y="45599"/>
                  </a:lnTo>
                  <a:lnTo>
                    <a:pt x="151289" y="45744"/>
                  </a:lnTo>
                  <a:lnTo>
                    <a:pt x="151039" y="45902"/>
                  </a:lnTo>
                  <a:lnTo>
                    <a:pt x="150802" y="46073"/>
                  </a:lnTo>
                  <a:lnTo>
                    <a:pt x="150565" y="46244"/>
                  </a:lnTo>
                  <a:lnTo>
                    <a:pt x="150341" y="46442"/>
                  </a:lnTo>
                  <a:lnTo>
                    <a:pt x="150117" y="46639"/>
                  </a:lnTo>
                  <a:lnTo>
                    <a:pt x="149907" y="46837"/>
                  </a:lnTo>
                  <a:lnTo>
                    <a:pt x="149709" y="47047"/>
                  </a:lnTo>
                  <a:lnTo>
                    <a:pt x="149525" y="47271"/>
                  </a:lnTo>
                  <a:lnTo>
                    <a:pt x="149341" y="47508"/>
                  </a:lnTo>
                  <a:lnTo>
                    <a:pt x="149156" y="47745"/>
                  </a:lnTo>
                  <a:lnTo>
                    <a:pt x="148998" y="47982"/>
                  </a:lnTo>
                  <a:lnTo>
                    <a:pt x="148840" y="48245"/>
                  </a:lnTo>
                  <a:lnTo>
                    <a:pt x="148709" y="48495"/>
                  </a:lnTo>
                  <a:lnTo>
                    <a:pt x="148577" y="48759"/>
                  </a:lnTo>
                  <a:lnTo>
                    <a:pt x="148446" y="49035"/>
                  </a:lnTo>
                  <a:lnTo>
                    <a:pt x="148340" y="49311"/>
                  </a:lnTo>
                  <a:lnTo>
                    <a:pt x="148248" y="49601"/>
                  </a:lnTo>
                  <a:lnTo>
                    <a:pt x="148156" y="49891"/>
                  </a:lnTo>
                  <a:lnTo>
                    <a:pt x="148090" y="50180"/>
                  </a:lnTo>
                  <a:lnTo>
                    <a:pt x="148024" y="50483"/>
                  </a:lnTo>
                  <a:lnTo>
                    <a:pt x="147972" y="50786"/>
                  </a:lnTo>
                  <a:lnTo>
                    <a:pt x="147945" y="51088"/>
                  </a:lnTo>
                  <a:lnTo>
                    <a:pt x="147919" y="51404"/>
                  </a:lnTo>
                  <a:lnTo>
                    <a:pt x="147919" y="51720"/>
                  </a:lnTo>
                  <a:lnTo>
                    <a:pt x="147919" y="52076"/>
                  </a:lnTo>
                  <a:lnTo>
                    <a:pt x="147945" y="52431"/>
                  </a:lnTo>
                  <a:lnTo>
                    <a:pt x="147998" y="52773"/>
                  </a:lnTo>
                  <a:lnTo>
                    <a:pt x="148064" y="53116"/>
                  </a:lnTo>
                  <a:lnTo>
                    <a:pt x="148130" y="53458"/>
                  </a:lnTo>
                  <a:lnTo>
                    <a:pt x="148235" y="53787"/>
                  </a:lnTo>
                  <a:lnTo>
                    <a:pt x="148340" y="54103"/>
                  </a:lnTo>
                  <a:lnTo>
                    <a:pt x="148459" y="54419"/>
                  </a:lnTo>
                  <a:lnTo>
                    <a:pt x="148604" y="54735"/>
                  </a:lnTo>
                  <a:lnTo>
                    <a:pt x="148761" y="55038"/>
                  </a:lnTo>
                  <a:lnTo>
                    <a:pt x="148919" y="55327"/>
                  </a:lnTo>
                  <a:lnTo>
                    <a:pt x="149104" y="55604"/>
                  </a:lnTo>
                  <a:lnTo>
                    <a:pt x="149301" y="55880"/>
                  </a:lnTo>
                  <a:lnTo>
                    <a:pt x="149512" y="56143"/>
                  </a:lnTo>
                  <a:lnTo>
                    <a:pt x="149722" y="56393"/>
                  </a:lnTo>
                  <a:lnTo>
                    <a:pt x="149959" y="56630"/>
                  </a:lnTo>
                  <a:lnTo>
                    <a:pt x="150196" y="56867"/>
                  </a:lnTo>
                  <a:lnTo>
                    <a:pt x="150446" y="57091"/>
                  </a:lnTo>
                  <a:lnTo>
                    <a:pt x="150710" y="57288"/>
                  </a:lnTo>
                  <a:lnTo>
                    <a:pt x="150986" y="57486"/>
                  </a:lnTo>
                  <a:lnTo>
                    <a:pt x="151276" y="57670"/>
                  </a:lnTo>
                  <a:lnTo>
                    <a:pt x="151565" y="57841"/>
                  </a:lnTo>
                  <a:lnTo>
                    <a:pt x="151868" y="57986"/>
                  </a:lnTo>
                  <a:lnTo>
                    <a:pt x="152171" y="58131"/>
                  </a:lnTo>
                  <a:lnTo>
                    <a:pt x="152487" y="58249"/>
                  </a:lnTo>
                  <a:lnTo>
                    <a:pt x="152816" y="58368"/>
                  </a:lnTo>
                  <a:lnTo>
                    <a:pt x="153145" y="58460"/>
                  </a:lnTo>
                  <a:lnTo>
                    <a:pt x="153474" y="58539"/>
                  </a:lnTo>
                  <a:lnTo>
                    <a:pt x="153816" y="58592"/>
                  </a:lnTo>
                  <a:lnTo>
                    <a:pt x="154172" y="58644"/>
                  </a:lnTo>
                  <a:lnTo>
                    <a:pt x="154527" y="58671"/>
                  </a:lnTo>
                  <a:lnTo>
                    <a:pt x="154882" y="58684"/>
                  </a:lnTo>
                  <a:lnTo>
                    <a:pt x="155238" y="58671"/>
                  </a:lnTo>
                  <a:lnTo>
                    <a:pt x="155593" y="58644"/>
                  </a:lnTo>
                  <a:lnTo>
                    <a:pt x="155936" y="58592"/>
                  </a:lnTo>
                  <a:lnTo>
                    <a:pt x="156278" y="58539"/>
                  </a:lnTo>
                  <a:lnTo>
                    <a:pt x="156620" y="58460"/>
                  </a:lnTo>
                  <a:lnTo>
                    <a:pt x="156949" y="58368"/>
                  </a:lnTo>
                  <a:lnTo>
                    <a:pt x="157278" y="58249"/>
                  </a:lnTo>
                  <a:lnTo>
                    <a:pt x="157594" y="58131"/>
                  </a:lnTo>
                  <a:lnTo>
                    <a:pt x="157897" y="57986"/>
                  </a:lnTo>
                  <a:lnTo>
                    <a:pt x="158200" y="57841"/>
                  </a:lnTo>
                  <a:lnTo>
                    <a:pt x="158489" y="57670"/>
                  </a:lnTo>
                  <a:lnTo>
                    <a:pt x="158766" y="57486"/>
                  </a:lnTo>
                  <a:lnTo>
                    <a:pt x="159042" y="57288"/>
                  </a:lnTo>
                  <a:lnTo>
                    <a:pt x="159305" y="57091"/>
                  </a:lnTo>
                  <a:lnTo>
                    <a:pt x="159556" y="56867"/>
                  </a:lnTo>
                  <a:lnTo>
                    <a:pt x="159806" y="56630"/>
                  </a:lnTo>
                  <a:lnTo>
                    <a:pt x="160029" y="56393"/>
                  </a:lnTo>
                  <a:lnTo>
                    <a:pt x="160253" y="56143"/>
                  </a:lnTo>
                  <a:lnTo>
                    <a:pt x="160464" y="55880"/>
                  </a:lnTo>
                  <a:lnTo>
                    <a:pt x="160648" y="55604"/>
                  </a:lnTo>
                  <a:lnTo>
                    <a:pt x="160832" y="55327"/>
                  </a:lnTo>
                  <a:lnTo>
                    <a:pt x="161004" y="55038"/>
                  </a:lnTo>
                  <a:lnTo>
                    <a:pt x="161161" y="54735"/>
                  </a:lnTo>
                  <a:lnTo>
                    <a:pt x="161293" y="54419"/>
                  </a:lnTo>
                  <a:lnTo>
                    <a:pt x="161425" y="54103"/>
                  </a:lnTo>
                  <a:lnTo>
                    <a:pt x="161530" y="53787"/>
                  </a:lnTo>
                  <a:lnTo>
                    <a:pt x="161622" y="53458"/>
                  </a:lnTo>
                  <a:lnTo>
                    <a:pt x="161701" y="53116"/>
                  </a:lnTo>
                  <a:lnTo>
                    <a:pt x="161767" y="52773"/>
                  </a:lnTo>
                  <a:lnTo>
                    <a:pt x="161806" y="52431"/>
                  </a:lnTo>
                  <a:lnTo>
                    <a:pt x="161833" y="52076"/>
                  </a:lnTo>
                  <a:lnTo>
                    <a:pt x="161846" y="51720"/>
                  </a:lnTo>
                  <a:lnTo>
                    <a:pt x="161833" y="51431"/>
                  </a:lnTo>
                  <a:lnTo>
                    <a:pt x="161820" y="51141"/>
                  </a:lnTo>
                  <a:lnTo>
                    <a:pt x="161793" y="50865"/>
                  </a:lnTo>
                  <a:lnTo>
                    <a:pt x="161754" y="50588"/>
                  </a:lnTo>
                  <a:lnTo>
                    <a:pt x="161701" y="50312"/>
                  </a:lnTo>
                  <a:lnTo>
                    <a:pt x="161635" y="50035"/>
                  </a:lnTo>
                  <a:lnTo>
                    <a:pt x="161570" y="49772"/>
                  </a:lnTo>
                  <a:lnTo>
                    <a:pt x="161491" y="49509"/>
                  </a:lnTo>
                  <a:lnTo>
                    <a:pt x="161398" y="49259"/>
                  </a:lnTo>
                  <a:lnTo>
                    <a:pt x="161293" y="48995"/>
                  </a:lnTo>
                  <a:lnTo>
                    <a:pt x="161188" y="48759"/>
                  </a:lnTo>
                  <a:lnTo>
                    <a:pt x="161056" y="48508"/>
                  </a:lnTo>
                  <a:lnTo>
                    <a:pt x="160938" y="48271"/>
                  </a:lnTo>
                  <a:lnTo>
                    <a:pt x="160793" y="48035"/>
                  </a:lnTo>
                  <a:lnTo>
                    <a:pt x="160648" y="47811"/>
                  </a:lnTo>
                  <a:lnTo>
                    <a:pt x="160490" y="47600"/>
                  </a:lnTo>
                  <a:lnTo>
                    <a:pt x="160332" y="47376"/>
                  </a:lnTo>
                  <a:lnTo>
                    <a:pt x="160161" y="47179"/>
                  </a:lnTo>
                  <a:lnTo>
                    <a:pt x="159977" y="46981"/>
                  </a:lnTo>
                  <a:lnTo>
                    <a:pt x="159792" y="46784"/>
                  </a:lnTo>
                  <a:lnTo>
                    <a:pt x="159595" y="46600"/>
                  </a:lnTo>
                  <a:lnTo>
                    <a:pt x="159398" y="46415"/>
                  </a:lnTo>
                  <a:lnTo>
                    <a:pt x="159187" y="46244"/>
                  </a:lnTo>
                  <a:lnTo>
                    <a:pt x="158976" y="46086"/>
                  </a:lnTo>
                  <a:lnTo>
                    <a:pt x="158753" y="45928"/>
                  </a:lnTo>
                  <a:lnTo>
                    <a:pt x="158529" y="45784"/>
                  </a:lnTo>
                  <a:lnTo>
                    <a:pt x="158292" y="45652"/>
                  </a:lnTo>
                  <a:lnTo>
                    <a:pt x="158055" y="45520"/>
                  </a:lnTo>
                  <a:lnTo>
                    <a:pt x="157818" y="45402"/>
                  </a:lnTo>
                  <a:lnTo>
                    <a:pt x="157568" y="45297"/>
                  </a:lnTo>
                  <a:lnTo>
                    <a:pt x="157318" y="45191"/>
                  </a:lnTo>
                  <a:lnTo>
                    <a:pt x="157054" y="45099"/>
                  </a:lnTo>
                  <a:lnTo>
                    <a:pt x="157054" y="41782"/>
                  </a:lnTo>
                  <a:lnTo>
                    <a:pt x="157041" y="41361"/>
                  </a:lnTo>
                  <a:lnTo>
                    <a:pt x="157015" y="40939"/>
                  </a:lnTo>
                  <a:lnTo>
                    <a:pt x="156975" y="40531"/>
                  </a:lnTo>
                  <a:lnTo>
                    <a:pt x="156910" y="40136"/>
                  </a:lnTo>
                  <a:lnTo>
                    <a:pt x="156831" y="39742"/>
                  </a:lnTo>
                  <a:lnTo>
                    <a:pt x="156739" y="39347"/>
                  </a:lnTo>
                  <a:lnTo>
                    <a:pt x="156633" y="38965"/>
                  </a:lnTo>
                  <a:lnTo>
                    <a:pt x="156502" y="38596"/>
                  </a:lnTo>
                  <a:lnTo>
                    <a:pt x="156370" y="38241"/>
                  </a:lnTo>
                  <a:lnTo>
                    <a:pt x="156212" y="37885"/>
                  </a:lnTo>
                  <a:lnTo>
                    <a:pt x="156041" y="37543"/>
                  </a:lnTo>
                  <a:lnTo>
                    <a:pt x="155857" y="37214"/>
                  </a:lnTo>
                  <a:lnTo>
                    <a:pt x="155672" y="36885"/>
                  </a:lnTo>
                  <a:lnTo>
                    <a:pt x="155462" y="36582"/>
                  </a:lnTo>
                  <a:lnTo>
                    <a:pt x="155238" y="36280"/>
                  </a:lnTo>
                  <a:lnTo>
                    <a:pt x="155014" y="36003"/>
                  </a:lnTo>
                  <a:lnTo>
                    <a:pt x="154764" y="35727"/>
                  </a:lnTo>
                  <a:lnTo>
                    <a:pt x="154514" y="35477"/>
                  </a:lnTo>
                  <a:lnTo>
                    <a:pt x="154251" y="35226"/>
                  </a:lnTo>
                  <a:lnTo>
                    <a:pt x="153974" y="35003"/>
                  </a:lnTo>
                  <a:lnTo>
                    <a:pt x="153698" y="34792"/>
                  </a:lnTo>
                  <a:lnTo>
                    <a:pt x="153408" y="34595"/>
                  </a:lnTo>
                  <a:lnTo>
                    <a:pt x="153105" y="34410"/>
                  </a:lnTo>
                  <a:lnTo>
                    <a:pt x="152790" y="34239"/>
                  </a:lnTo>
                  <a:lnTo>
                    <a:pt x="152474" y="34094"/>
                  </a:lnTo>
                  <a:lnTo>
                    <a:pt x="152158" y="33976"/>
                  </a:lnTo>
                  <a:lnTo>
                    <a:pt x="151815" y="33857"/>
                  </a:lnTo>
                  <a:lnTo>
                    <a:pt x="151486" y="33765"/>
                  </a:lnTo>
                  <a:lnTo>
                    <a:pt x="151144" y="33699"/>
                  </a:lnTo>
                  <a:lnTo>
                    <a:pt x="150789" y="33647"/>
                  </a:lnTo>
                  <a:lnTo>
                    <a:pt x="150433" y="33607"/>
                  </a:lnTo>
                  <a:lnTo>
                    <a:pt x="130438" y="33607"/>
                  </a:lnTo>
                  <a:lnTo>
                    <a:pt x="130438" y="10808"/>
                  </a:lnTo>
                  <a:lnTo>
                    <a:pt x="157107" y="10808"/>
                  </a:lnTo>
                  <a:lnTo>
                    <a:pt x="157186" y="11085"/>
                  </a:lnTo>
                  <a:lnTo>
                    <a:pt x="157278" y="11361"/>
                  </a:lnTo>
                  <a:lnTo>
                    <a:pt x="157384" y="11624"/>
                  </a:lnTo>
                  <a:lnTo>
                    <a:pt x="157489" y="11888"/>
                  </a:lnTo>
                  <a:lnTo>
                    <a:pt x="157621" y="12138"/>
                  </a:lnTo>
                  <a:lnTo>
                    <a:pt x="157752" y="12388"/>
                  </a:lnTo>
                  <a:lnTo>
                    <a:pt x="157884" y="12638"/>
                  </a:lnTo>
                  <a:lnTo>
                    <a:pt x="158042" y="12875"/>
                  </a:lnTo>
                  <a:lnTo>
                    <a:pt x="158200" y="13112"/>
                  </a:lnTo>
                  <a:lnTo>
                    <a:pt x="158371" y="13336"/>
                  </a:lnTo>
                  <a:lnTo>
                    <a:pt x="158542" y="13546"/>
                  </a:lnTo>
                  <a:lnTo>
                    <a:pt x="158739" y="13757"/>
                  </a:lnTo>
                  <a:lnTo>
                    <a:pt x="158924" y="13967"/>
                  </a:lnTo>
                  <a:lnTo>
                    <a:pt x="159134" y="14152"/>
                  </a:lnTo>
                  <a:lnTo>
                    <a:pt x="159345" y="14336"/>
                  </a:lnTo>
                  <a:lnTo>
                    <a:pt x="159556" y="14520"/>
                  </a:lnTo>
                  <a:lnTo>
                    <a:pt x="159792" y="14691"/>
                  </a:lnTo>
                  <a:lnTo>
                    <a:pt x="160016" y="14849"/>
                  </a:lnTo>
                  <a:lnTo>
                    <a:pt x="160253" y="14994"/>
                  </a:lnTo>
                  <a:lnTo>
                    <a:pt x="160503" y="15139"/>
                  </a:lnTo>
                  <a:lnTo>
                    <a:pt x="160753" y="15271"/>
                  </a:lnTo>
                  <a:lnTo>
                    <a:pt x="161017" y="15389"/>
                  </a:lnTo>
                  <a:lnTo>
                    <a:pt x="161267" y="15507"/>
                  </a:lnTo>
                  <a:lnTo>
                    <a:pt x="161543" y="15600"/>
                  </a:lnTo>
                  <a:lnTo>
                    <a:pt x="161820" y="15692"/>
                  </a:lnTo>
                  <a:lnTo>
                    <a:pt x="162096" y="15771"/>
                  </a:lnTo>
                  <a:lnTo>
                    <a:pt x="162373" y="15837"/>
                  </a:lnTo>
                  <a:lnTo>
                    <a:pt x="162662" y="15902"/>
                  </a:lnTo>
                  <a:lnTo>
                    <a:pt x="162952" y="15942"/>
                  </a:lnTo>
                  <a:lnTo>
                    <a:pt x="163241" y="15968"/>
                  </a:lnTo>
                  <a:lnTo>
                    <a:pt x="163544" y="15995"/>
                  </a:lnTo>
                  <a:lnTo>
                    <a:pt x="163847" y="15995"/>
                  </a:lnTo>
                  <a:lnTo>
                    <a:pt x="164202" y="15981"/>
                  </a:lnTo>
                  <a:lnTo>
                    <a:pt x="164558" y="15955"/>
                  </a:lnTo>
                  <a:lnTo>
                    <a:pt x="164900" y="15916"/>
                  </a:lnTo>
                  <a:lnTo>
                    <a:pt x="165242" y="15850"/>
                  </a:lnTo>
                  <a:lnTo>
                    <a:pt x="165584" y="15771"/>
                  </a:lnTo>
                  <a:lnTo>
                    <a:pt x="165913" y="15679"/>
                  </a:lnTo>
                  <a:lnTo>
                    <a:pt x="166243" y="15573"/>
                  </a:lnTo>
                  <a:lnTo>
                    <a:pt x="166559" y="15455"/>
                  </a:lnTo>
                  <a:lnTo>
                    <a:pt x="166861" y="15310"/>
                  </a:lnTo>
                  <a:lnTo>
                    <a:pt x="167164" y="15152"/>
                  </a:lnTo>
                  <a:lnTo>
                    <a:pt x="167454" y="14981"/>
                  </a:lnTo>
                  <a:lnTo>
                    <a:pt x="167730" y="14810"/>
                  </a:lnTo>
                  <a:lnTo>
                    <a:pt x="168006" y="14612"/>
                  </a:lnTo>
                  <a:lnTo>
                    <a:pt x="168270" y="14402"/>
                  </a:lnTo>
                  <a:lnTo>
                    <a:pt x="168520" y="14191"/>
                  </a:lnTo>
                  <a:lnTo>
                    <a:pt x="168770" y="13954"/>
                  </a:lnTo>
                  <a:lnTo>
                    <a:pt x="168994" y="13717"/>
                  </a:lnTo>
                  <a:lnTo>
                    <a:pt x="169218" y="13454"/>
                  </a:lnTo>
                  <a:lnTo>
                    <a:pt x="169428" y="13191"/>
                  </a:lnTo>
                  <a:lnTo>
                    <a:pt x="169612" y="12927"/>
                  </a:lnTo>
                  <a:lnTo>
                    <a:pt x="169797" y="12638"/>
                  </a:lnTo>
                  <a:lnTo>
                    <a:pt x="169968" y="12348"/>
                  </a:lnTo>
                  <a:lnTo>
                    <a:pt x="170126" y="12045"/>
                  </a:lnTo>
                  <a:lnTo>
                    <a:pt x="170257" y="11743"/>
                  </a:lnTo>
                  <a:lnTo>
                    <a:pt x="170389" y="11427"/>
                  </a:lnTo>
                  <a:lnTo>
                    <a:pt x="170494" y="11098"/>
                  </a:lnTo>
                  <a:lnTo>
                    <a:pt x="170587" y="10769"/>
                  </a:lnTo>
                  <a:lnTo>
                    <a:pt x="170666" y="10440"/>
                  </a:lnTo>
                  <a:lnTo>
                    <a:pt x="170731" y="10097"/>
                  </a:lnTo>
                  <a:lnTo>
                    <a:pt x="170771" y="9742"/>
                  </a:lnTo>
                  <a:lnTo>
                    <a:pt x="170797" y="9386"/>
                  </a:lnTo>
                  <a:lnTo>
                    <a:pt x="170810" y="9031"/>
                  </a:lnTo>
                  <a:lnTo>
                    <a:pt x="170797" y="8676"/>
                  </a:lnTo>
                  <a:lnTo>
                    <a:pt x="170771" y="8320"/>
                  </a:lnTo>
                  <a:lnTo>
                    <a:pt x="170731" y="7978"/>
                  </a:lnTo>
                  <a:lnTo>
                    <a:pt x="170666" y="7636"/>
                  </a:lnTo>
                  <a:lnTo>
                    <a:pt x="170587" y="7293"/>
                  </a:lnTo>
                  <a:lnTo>
                    <a:pt x="170494" y="6964"/>
                  </a:lnTo>
                  <a:lnTo>
                    <a:pt x="170389" y="6635"/>
                  </a:lnTo>
                  <a:lnTo>
                    <a:pt x="170257" y="6319"/>
                  </a:lnTo>
                  <a:lnTo>
                    <a:pt x="170126" y="6017"/>
                  </a:lnTo>
                  <a:lnTo>
                    <a:pt x="169968" y="5714"/>
                  </a:lnTo>
                  <a:lnTo>
                    <a:pt x="169797" y="5424"/>
                  </a:lnTo>
                  <a:lnTo>
                    <a:pt x="169612" y="5148"/>
                  </a:lnTo>
                  <a:lnTo>
                    <a:pt x="169428" y="4871"/>
                  </a:lnTo>
                  <a:lnTo>
                    <a:pt x="169218" y="4608"/>
                  </a:lnTo>
                  <a:lnTo>
                    <a:pt x="168994" y="4358"/>
                  </a:lnTo>
                  <a:lnTo>
                    <a:pt x="168770" y="4108"/>
                  </a:lnTo>
                  <a:lnTo>
                    <a:pt x="168520" y="3884"/>
                  </a:lnTo>
                  <a:lnTo>
                    <a:pt x="168270" y="3660"/>
                  </a:lnTo>
                  <a:lnTo>
                    <a:pt x="168006" y="3450"/>
                  </a:lnTo>
                  <a:lnTo>
                    <a:pt x="167730" y="3265"/>
                  </a:lnTo>
                  <a:lnTo>
                    <a:pt x="167454" y="3081"/>
                  </a:lnTo>
                  <a:lnTo>
                    <a:pt x="167164" y="2910"/>
                  </a:lnTo>
                  <a:lnTo>
                    <a:pt x="166861" y="2752"/>
                  </a:lnTo>
                  <a:lnTo>
                    <a:pt x="166559" y="2620"/>
                  </a:lnTo>
                  <a:lnTo>
                    <a:pt x="166243" y="2489"/>
                  </a:lnTo>
                  <a:lnTo>
                    <a:pt x="165913" y="2383"/>
                  </a:lnTo>
                  <a:lnTo>
                    <a:pt x="165584" y="2291"/>
                  </a:lnTo>
                  <a:lnTo>
                    <a:pt x="165242" y="2212"/>
                  </a:lnTo>
                  <a:lnTo>
                    <a:pt x="164900" y="2147"/>
                  </a:lnTo>
                  <a:lnTo>
                    <a:pt x="164558" y="2107"/>
                  </a:lnTo>
                  <a:lnTo>
                    <a:pt x="164202" y="2081"/>
                  </a:lnTo>
                  <a:lnTo>
                    <a:pt x="163847" y="2068"/>
                  </a:lnTo>
                  <a:lnTo>
                    <a:pt x="163544" y="2081"/>
                  </a:lnTo>
                  <a:lnTo>
                    <a:pt x="163241" y="2094"/>
                  </a:lnTo>
                  <a:lnTo>
                    <a:pt x="162952" y="2120"/>
                  </a:lnTo>
                  <a:lnTo>
                    <a:pt x="162662" y="2173"/>
                  </a:lnTo>
                  <a:lnTo>
                    <a:pt x="162373" y="2225"/>
                  </a:lnTo>
                  <a:lnTo>
                    <a:pt x="162096" y="2291"/>
                  </a:lnTo>
                  <a:lnTo>
                    <a:pt x="161820" y="2370"/>
                  </a:lnTo>
                  <a:lnTo>
                    <a:pt x="161543" y="2462"/>
                  </a:lnTo>
                  <a:lnTo>
                    <a:pt x="161267" y="2555"/>
                  </a:lnTo>
                  <a:lnTo>
                    <a:pt x="161017" y="2673"/>
                  </a:lnTo>
                  <a:lnTo>
                    <a:pt x="160753" y="2792"/>
                  </a:lnTo>
                  <a:lnTo>
                    <a:pt x="160503" y="2923"/>
                  </a:lnTo>
                  <a:lnTo>
                    <a:pt x="160253" y="3068"/>
                  </a:lnTo>
                  <a:lnTo>
                    <a:pt x="160016" y="3213"/>
                  </a:lnTo>
                  <a:lnTo>
                    <a:pt x="159792" y="3371"/>
                  </a:lnTo>
                  <a:lnTo>
                    <a:pt x="159556" y="3542"/>
                  </a:lnTo>
                  <a:lnTo>
                    <a:pt x="159345" y="3726"/>
                  </a:lnTo>
                  <a:lnTo>
                    <a:pt x="159134" y="3910"/>
                  </a:lnTo>
                  <a:lnTo>
                    <a:pt x="158924" y="4108"/>
                  </a:lnTo>
                  <a:lnTo>
                    <a:pt x="158739" y="4305"/>
                  </a:lnTo>
                  <a:lnTo>
                    <a:pt x="158542" y="4516"/>
                  </a:lnTo>
                  <a:lnTo>
                    <a:pt x="158371" y="4740"/>
                  </a:lnTo>
                  <a:lnTo>
                    <a:pt x="158200" y="4964"/>
                  </a:lnTo>
                  <a:lnTo>
                    <a:pt x="158042" y="5187"/>
                  </a:lnTo>
                  <a:lnTo>
                    <a:pt x="157884" y="5424"/>
                  </a:lnTo>
                  <a:lnTo>
                    <a:pt x="157752" y="5674"/>
                  </a:lnTo>
                  <a:lnTo>
                    <a:pt x="157621" y="5924"/>
                  </a:lnTo>
                  <a:lnTo>
                    <a:pt x="157489" y="6175"/>
                  </a:lnTo>
                  <a:lnTo>
                    <a:pt x="157384" y="6438"/>
                  </a:lnTo>
                  <a:lnTo>
                    <a:pt x="157278" y="6714"/>
                  </a:lnTo>
                  <a:lnTo>
                    <a:pt x="157186" y="6978"/>
                  </a:lnTo>
                  <a:lnTo>
                    <a:pt x="157107" y="7267"/>
                  </a:lnTo>
                  <a:lnTo>
                    <a:pt x="104651" y="7267"/>
                  </a:lnTo>
                  <a:lnTo>
                    <a:pt x="104243" y="7293"/>
                  </a:lnTo>
                  <a:lnTo>
                    <a:pt x="103835" y="7346"/>
                  </a:lnTo>
                  <a:lnTo>
                    <a:pt x="103426" y="7399"/>
                  </a:lnTo>
                  <a:lnTo>
                    <a:pt x="103032" y="7478"/>
                  </a:lnTo>
                  <a:lnTo>
                    <a:pt x="102650" y="7570"/>
                  </a:lnTo>
                  <a:lnTo>
                    <a:pt x="102268" y="7688"/>
                  </a:lnTo>
                  <a:lnTo>
                    <a:pt x="101899" y="7807"/>
                  </a:lnTo>
                  <a:lnTo>
                    <a:pt x="101531" y="7952"/>
                  </a:lnTo>
                  <a:lnTo>
                    <a:pt x="101175" y="8110"/>
                  </a:lnTo>
                  <a:lnTo>
                    <a:pt x="100833" y="8268"/>
                  </a:lnTo>
                  <a:lnTo>
                    <a:pt x="100504" y="8452"/>
                  </a:lnTo>
                  <a:lnTo>
                    <a:pt x="100188" y="8649"/>
                  </a:lnTo>
                  <a:lnTo>
                    <a:pt x="99872" y="8860"/>
                  </a:lnTo>
                  <a:lnTo>
                    <a:pt x="99583" y="9071"/>
                  </a:lnTo>
                  <a:lnTo>
                    <a:pt x="99293" y="9307"/>
                  </a:lnTo>
                  <a:lnTo>
                    <a:pt x="99030" y="9544"/>
                  </a:lnTo>
                  <a:lnTo>
                    <a:pt x="98767" y="9808"/>
                  </a:lnTo>
                  <a:lnTo>
                    <a:pt x="98530" y="10071"/>
                  </a:lnTo>
                  <a:lnTo>
                    <a:pt x="98293" y="10334"/>
                  </a:lnTo>
                  <a:lnTo>
                    <a:pt x="98082" y="10624"/>
                  </a:lnTo>
                  <a:lnTo>
                    <a:pt x="97885" y="10913"/>
                  </a:lnTo>
                  <a:lnTo>
                    <a:pt x="97700" y="11216"/>
                  </a:lnTo>
                  <a:lnTo>
                    <a:pt x="97542" y="11519"/>
                  </a:lnTo>
                  <a:lnTo>
                    <a:pt x="97398" y="11848"/>
                  </a:lnTo>
                  <a:lnTo>
                    <a:pt x="97266" y="12164"/>
                  </a:lnTo>
                  <a:lnTo>
                    <a:pt x="97161" y="12493"/>
                  </a:lnTo>
                  <a:lnTo>
                    <a:pt x="97068" y="12835"/>
                  </a:lnTo>
                  <a:lnTo>
                    <a:pt x="96989" y="13178"/>
                  </a:lnTo>
                  <a:lnTo>
                    <a:pt x="96937" y="13520"/>
                  </a:lnTo>
                  <a:lnTo>
                    <a:pt x="96911" y="13875"/>
                  </a:lnTo>
                  <a:lnTo>
                    <a:pt x="96897" y="14244"/>
                  </a:lnTo>
                  <a:lnTo>
                    <a:pt x="96897" y="21721"/>
                  </a:lnTo>
                  <a:lnTo>
                    <a:pt x="96897" y="28131"/>
                  </a:lnTo>
                  <a:lnTo>
                    <a:pt x="96897" y="35621"/>
                  </a:lnTo>
                  <a:lnTo>
                    <a:pt x="96884" y="35792"/>
                  </a:lnTo>
                  <a:lnTo>
                    <a:pt x="96871" y="35964"/>
                  </a:lnTo>
                  <a:lnTo>
                    <a:pt x="96845" y="36135"/>
                  </a:lnTo>
                  <a:lnTo>
                    <a:pt x="96805" y="36293"/>
                  </a:lnTo>
                  <a:lnTo>
                    <a:pt x="96753" y="36464"/>
                  </a:lnTo>
                  <a:lnTo>
                    <a:pt x="96687" y="36622"/>
                  </a:lnTo>
                  <a:lnTo>
                    <a:pt x="96608" y="36780"/>
                  </a:lnTo>
                  <a:lnTo>
                    <a:pt x="96529" y="36938"/>
                  </a:lnTo>
                  <a:lnTo>
                    <a:pt x="96437" y="37096"/>
                  </a:lnTo>
                  <a:lnTo>
                    <a:pt x="96331" y="37240"/>
                  </a:lnTo>
                  <a:lnTo>
                    <a:pt x="96213" y="37385"/>
                  </a:lnTo>
                  <a:lnTo>
                    <a:pt x="96094" y="37517"/>
                  </a:lnTo>
                  <a:lnTo>
                    <a:pt x="95963" y="37662"/>
                  </a:lnTo>
                  <a:lnTo>
                    <a:pt x="95818" y="37780"/>
                  </a:lnTo>
                  <a:lnTo>
                    <a:pt x="95673" y="37912"/>
                  </a:lnTo>
                  <a:lnTo>
                    <a:pt x="95515" y="38030"/>
                  </a:lnTo>
                  <a:lnTo>
                    <a:pt x="95357" y="38149"/>
                  </a:lnTo>
                  <a:lnTo>
                    <a:pt x="95186" y="38254"/>
                  </a:lnTo>
                  <a:lnTo>
                    <a:pt x="95015" y="38359"/>
                  </a:lnTo>
                  <a:lnTo>
                    <a:pt x="94831" y="38451"/>
                  </a:lnTo>
                  <a:lnTo>
                    <a:pt x="94646" y="38544"/>
                  </a:lnTo>
                  <a:lnTo>
                    <a:pt x="94449" y="38623"/>
                  </a:lnTo>
                  <a:lnTo>
                    <a:pt x="94251" y="38702"/>
                  </a:lnTo>
                  <a:lnTo>
                    <a:pt x="94041" y="38781"/>
                  </a:lnTo>
                  <a:lnTo>
                    <a:pt x="93830" y="38833"/>
                  </a:lnTo>
                  <a:lnTo>
                    <a:pt x="93620" y="38886"/>
                  </a:lnTo>
                  <a:lnTo>
                    <a:pt x="93409" y="38939"/>
                  </a:lnTo>
                  <a:lnTo>
                    <a:pt x="93185" y="38978"/>
                  </a:lnTo>
                  <a:lnTo>
                    <a:pt x="92961" y="39004"/>
                  </a:lnTo>
                  <a:lnTo>
                    <a:pt x="92725" y="39031"/>
                  </a:lnTo>
                  <a:lnTo>
                    <a:pt x="92501" y="39044"/>
                  </a:lnTo>
                  <a:lnTo>
                    <a:pt x="53708" y="39044"/>
                  </a:lnTo>
                  <a:lnTo>
                    <a:pt x="53708" y="12164"/>
                  </a:lnTo>
                  <a:lnTo>
                    <a:pt x="53708" y="11993"/>
                  </a:lnTo>
                  <a:lnTo>
                    <a:pt x="53734" y="11822"/>
                  </a:lnTo>
                  <a:lnTo>
                    <a:pt x="53761" y="11651"/>
                  </a:lnTo>
                  <a:lnTo>
                    <a:pt x="53800" y="11479"/>
                  </a:lnTo>
                  <a:lnTo>
                    <a:pt x="53853" y="11321"/>
                  </a:lnTo>
                  <a:lnTo>
                    <a:pt x="53919" y="11164"/>
                  </a:lnTo>
                  <a:lnTo>
                    <a:pt x="53998" y="11006"/>
                  </a:lnTo>
                  <a:lnTo>
                    <a:pt x="54077" y="10848"/>
                  </a:lnTo>
                  <a:lnTo>
                    <a:pt x="54169" y="10690"/>
                  </a:lnTo>
                  <a:lnTo>
                    <a:pt x="54274" y="10545"/>
                  </a:lnTo>
                  <a:lnTo>
                    <a:pt x="54392" y="10400"/>
                  </a:lnTo>
                  <a:lnTo>
                    <a:pt x="54511" y="10255"/>
                  </a:lnTo>
                  <a:lnTo>
                    <a:pt x="54643" y="10124"/>
                  </a:lnTo>
                  <a:lnTo>
                    <a:pt x="54787" y="9992"/>
                  </a:lnTo>
                  <a:lnTo>
                    <a:pt x="54932" y="9873"/>
                  </a:lnTo>
                  <a:lnTo>
                    <a:pt x="55077" y="9755"/>
                  </a:lnTo>
                  <a:lnTo>
                    <a:pt x="55248" y="9637"/>
                  </a:lnTo>
                  <a:lnTo>
                    <a:pt x="55419" y="9531"/>
                  </a:lnTo>
                  <a:lnTo>
                    <a:pt x="55590" y="9426"/>
                  </a:lnTo>
                  <a:lnTo>
                    <a:pt x="55775" y="9334"/>
                  </a:lnTo>
                  <a:lnTo>
                    <a:pt x="55959" y="9242"/>
                  </a:lnTo>
                  <a:lnTo>
                    <a:pt x="56156" y="9150"/>
                  </a:lnTo>
                  <a:lnTo>
                    <a:pt x="56354" y="9071"/>
                  </a:lnTo>
                  <a:lnTo>
                    <a:pt x="56551" y="9005"/>
                  </a:lnTo>
                  <a:lnTo>
                    <a:pt x="56762" y="8939"/>
                  </a:lnTo>
                  <a:lnTo>
                    <a:pt x="56986" y="8886"/>
                  </a:lnTo>
                  <a:lnTo>
                    <a:pt x="57196" y="8847"/>
                  </a:lnTo>
                  <a:lnTo>
                    <a:pt x="57420" y="8807"/>
                  </a:lnTo>
                  <a:lnTo>
                    <a:pt x="57644" y="8768"/>
                  </a:lnTo>
                  <a:lnTo>
                    <a:pt x="57881" y="8755"/>
                  </a:lnTo>
                  <a:lnTo>
                    <a:pt x="58105" y="8741"/>
                  </a:lnTo>
                  <a:lnTo>
                    <a:pt x="58342" y="8728"/>
                  </a:lnTo>
                  <a:lnTo>
                    <a:pt x="64699" y="8728"/>
                  </a:lnTo>
                  <a:lnTo>
                    <a:pt x="64778" y="9005"/>
                  </a:lnTo>
                  <a:lnTo>
                    <a:pt x="64871" y="9281"/>
                  </a:lnTo>
                  <a:lnTo>
                    <a:pt x="64976" y="9544"/>
                  </a:lnTo>
                  <a:lnTo>
                    <a:pt x="65081" y="9808"/>
                  </a:lnTo>
                  <a:lnTo>
                    <a:pt x="65213" y="10071"/>
                  </a:lnTo>
                  <a:lnTo>
                    <a:pt x="65344" y="10321"/>
                  </a:lnTo>
                  <a:lnTo>
                    <a:pt x="65489" y="10558"/>
                  </a:lnTo>
                  <a:lnTo>
                    <a:pt x="65634" y="10808"/>
                  </a:lnTo>
                  <a:lnTo>
                    <a:pt x="65792" y="11032"/>
                  </a:lnTo>
                  <a:lnTo>
                    <a:pt x="65963" y="11256"/>
                  </a:lnTo>
                  <a:lnTo>
                    <a:pt x="66147" y="11479"/>
                  </a:lnTo>
                  <a:lnTo>
                    <a:pt x="66332" y="11690"/>
                  </a:lnTo>
                  <a:lnTo>
                    <a:pt x="66529" y="11888"/>
                  </a:lnTo>
                  <a:lnTo>
                    <a:pt x="66727" y="12085"/>
                  </a:lnTo>
                  <a:lnTo>
                    <a:pt x="66937" y="12269"/>
                  </a:lnTo>
                  <a:lnTo>
                    <a:pt x="67161" y="12440"/>
                  </a:lnTo>
                  <a:lnTo>
                    <a:pt x="67385" y="12612"/>
                  </a:lnTo>
                  <a:lnTo>
                    <a:pt x="67609" y="12769"/>
                  </a:lnTo>
                  <a:lnTo>
                    <a:pt x="67859" y="12927"/>
                  </a:lnTo>
                  <a:lnTo>
                    <a:pt x="68096" y="13072"/>
                  </a:lnTo>
                  <a:lnTo>
                    <a:pt x="68346" y="13204"/>
                  </a:lnTo>
                  <a:lnTo>
                    <a:pt x="68609" y="13322"/>
                  </a:lnTo>
                  <a:lnTo>
                    <a:pt x="68872" y="13428"/>
                  </a:lnTo>
                  <a:lnTo>
                    <a:pt x="69136" y="13533"/>
                  </a:lnTo>
                  <a:lnTo>
                    <a:pt x="69412" y="13625"/>
                  </a:lnTo>
                  <a:lnTo>
                    <a:pt x="69688" y="13704"/>
                  </a:lnTo>
                  <a:lnTo>
                    <a:pt x="69965" y="13770"/>
                  </a:lnTo>
                  <a:lnTo>
                    <a:pt x="70254" y="13823"/>
                  </a:lnTo>
                  <a:lnTo>
                    <a:pt x="70544" y="13862"/>
                  </a:lnTo>
                  <a:lnTo>
                    <a:pt x="70847" y="13902"/>
                  </a:lnTo>
                  <a:lnTo>
                    <a:pt x="71136" y="13915"/>
                  </a:lnTo>
                  <a:lnTo>
                    <a:pt x="71439" y="13928"/>
                  </a:lnTo>
                  <a:lnTo>
                    <a:pt x="71795" y="13915"/>
                  </a:lnTo>
                  <a:lnTo>
                    <a:pt x="72150" y="13888"/>
                  </a:lnTo>
                  <a:lnTo>
                    <a:pt x="72505" y="13849"/>
                  </a:lnTo>
                  <a:lnTo>
                    <a:pt x="72848" y="13783"/>
                  </a:lnTo>
                  <a:lnTo>
                    <a:pt x="73177" y="13704"/>
                  </a:lnTo>
                  <a:lnTo>
                    <a:pt x="73506" y="13612"/>
                  </a:lnTo>
                  <a:lnTo>
                    <a:pt x="73835" y="13507"/>
                  </a:lnTo>
                  <a:lnTo>
                    <a:pt x="74151" y="13375"/>
                  </a:lnTo>
                  <a:lnTo>
                    <a:pt x="74454" y="13230"/>
                  </a:lnTo>
                  <a:lnTo>
                    <a:pt x="74756" y="13085"/>
                  </a:lnTo>
                  <a:lnTo>
                    <a:pt x="75046" y="12914"/>
                  </a:lnTo>
                  <a:lnTo>
                    <a:pt x="75336" y="12730"/>
                  </a:lnTo>
                  <a:lnTo>
                    <a:pt x="75599" y="12533"/>
                  </a:lnTo>
                  <a:lnTo>
                    <a:pt x="75862" y="12335"/>
                  </a:lnTo>
                  <a:lnTo>
                    <a:pt x="76125" y="12111"/>
                  </a:lnTo>
                  <a:lnTo>
                    <a:pt x="76362" y="11888"/>
                  </a:lnTo>
                  <a:lnTo>
                    <a:pt x="76586" y="11637"/>
                  </a:lnTo>
                  <a:lnTo>
                    <a:pt x="76810" y="11387"/>
                  </a:lnTo>
                  <a:lnTo>
                    <a:pt x="77020" y="11124"/>
                  </a:lnTo>
                  <a:lnTo>
                    <a:pt x="77218" y="10848"/>
                  </a:lnTo>
                  <a:lnTo>
                    <a:pt x="77389" y="10571"/>
                  </a:lnTo>
                  <a:lnTo>
                    <a:pt x="77560" y="10282"/>
                  </a:lnTo>
                  <a:lnTo>
                    <a:pt x="77718" y="9979"/>
                  </a:lnTo>
                  <a:lnTo>
                    <a:pt x="77850" y="9663"/>
                  </a:lnTo>
                  <a:lnTo>
                    <a:pt x="77981" y="9347"/>
                  </a:lnTo>
                  <a:lnTo>
                    <a:pt x="78087" y="9031"/>
                  </a:lnTo>
                  <a:lnTo>
                    <a:pt x="78179" y="8702"/>
                  </a:lnTo>
                  <a:lnTo>
                    <a:pt x="78258" y="8360"/>
                  </a:lnTo>
                  <a:lnTo>
                    <a:pt x="78324" y="8017"/>
                  </a:lnTo>
                  <a:lnTo>
                    <a:pt x="78363" y="7675"/>
                  </a:lnTo>
                  <a:lnTo>
                    <a:pt x="78389" y="7320"/>
                  </a:lnTo>
                  <a:lnTo>
                    <a:pt x="78403" y="6964"/>
                  </a:lnTo>
                  <a:lnTo>
                    <a:pt x="78389" y="6596"/>
                  </a:lnTo>
                  <a:lnTo>
                    <a:pt x="78363" y="6254"/>
                  </a:lnTo>
                  <a:lnTo>
                    <a:pt x="78324" y="5898"/>
                  </a:lnTo>
                  <a:lnTo>
                    <a:pt x="78258" y="5556"/>
                  </a:lnTo>
                  <a:lnTo>
                    <a:pt x="78179" y="5227"/>
                  </a:lnTo>
                  <a:lnTo>
                    <a:pt x="78087" y="4885"/>
                  </a:lnTo>
                  <a:lnTo>
                    <a:pt x="77981" y="4569"/>
                  </a:lnTo>
                  <a:lnTo>
                    <a:pt x="77850" y="4253"/>
                  </a:lnTo>
                  <a:lnTo>
                    <a:pt x="77718" y="3937"/>
                  </a:lnTo>
                  <a:lnTo>
                    <a:pt x="77560" y="3647"/>
                  </a:lnTo>
                  <a:lnTo>
                    <a:pt x="77389" y="3358"/>
                  </a:lnTo>
                  <a:lnTo>
                    <a:pt x="77218" y="3068"/>
                  </a:lnTo>
                  <a:lnTo>
                    <a:pt x="77020" y="2792"/>
                  </a:lnTo>
                  <a:lnTo>
                    <a:pt x="76810" y="2528"/>
                  </a:lnTo>
                  <a:lnTo>
                    <a:pt x="76586" y="2278"/>
                  </a:lnTo>
                  <a:lnTo>
                    <a:pt x="76362" y="2041"/>
                  </a:lnTo>
                  <a:lnTo>
                    <a:pt x="76125" y="1804"/>
                  </a:lnTo>
                  <a:lnTo>
                    <a:pt x="75862" y="1594"/>
                  </a:lnTo>
                  <a:lnTo>
                    <a:pt x="75599" y="1383"/>
                  </a:lnTo>
                  <a:lnTo>
                    <a:pt x="75336" y="1186"/>
                  </a:lnTo>
                  <a:lnTo>
                    <a:pt x="75046" y="1001"/>
                  </a:lnTo>
                  <a:lnTo>
                    <a:pt x="74756" y="843"/>
                  </a:lnTo>
                  <a:lnTo>
                    <a:pt x="74454" y="685"/>
                  </a:lnTo>
                  <a:lnTo>
                    <a:pt x="74151" y="541"/>
                  </a:lnTo>
                  <a:lnTo>
                    <a:pt x="73835" y="422"/>
                  </a:lnTo>
                  <a:lnTo>
                    <a:pt x="73506" y="304"/>
                  </a:lnTo>
                  <a:lnTo>
                    <a:pt x="73177" y="211"/>
                  </a:lnTo>
                  <a:lnTo>
                    <a:pt x="72848" y="132"/>
                  </a:lnTo>
                  <a:lnTo>
                    <a:pt x="72505" y="80"/>
                  </a:lnTo>
                  <a:lnTo>
                    <a:pt x="72150" y="27"/>
                  </a:lnTo>
                  <a:lnTo>
                    <a:pt x="7179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2" name="Google Shape;852;p2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sp>
        <p:nvSpPr>
          <p:cNvPr id="853" name="Google Shape;853;p24"/>
          <p:cNvSpPr/>
          <p:nvPr/>
        </p:nvSpPr>
        <p:spPr>
          <a:xfrm>
            <a:off x="5648325" y="1752600"/>
            <a:ext cx="800100" cy="8001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24"/>
          <p:cNvSpPr/>
          <p:nvPr/>
        </p:nvSpPr>
        <p:spPr>
          <a:xfrm>
            <a:off x="4848300" y="3096263"/>
            <a:ext cx="800100" cy="80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24"/>
          <p:cNvSpPr/>
          <p:nvPr/>
        </p:nvSpPr>
        <p:spPr>
          <a:xfrm>
            <a:off x="6448425" y="3086100"/>
            <a:ext cx="800100" cy="800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56" name="Google Shape;856;p24"/>
          <p:cNvCxnSpPr>
            <a:stCxn id="854" idx="0"/>
            <a:endCxn id="853" idx="3"/>
          </p:cNvCxnSpPr>
          <p:nvPr/>
        </p:nvCxnSpPr>
        <p:spPr>
          <a:xfrm rot="-5400000">
            <a:off x="5176650" y="2507363"/>
            <a:ext cx="660600" cy="517200"/>
          </a:xfrm>
          <a:prstGeom prst="bentConnector3">
            <a:avLst>
              <a:gd name="adj1" fmla="val 4114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7" name="Google Shape;857;p24"/>
          <p:cNvCxnSpPr>
            <a:stCxn id="855" idx="0"/>
            <a:endCxn id="853" idx="5"/>
          </p:cNvCxnSpPr>
          <p:nvPr/>
        </p:nvCxnSpPr>
        <p:spPr>
          <a:xfrm rot="5400000" flipH="1">
            <a:off x="6264525" y="2502150"/>
            <a:ext cx="650700" cy="517200"/>
          </a:xfrm>
          <a:prstGeom prst="bentConnector3">
            <a:avLst>
              <a:gd name="adj1" fmla="val 4098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8" name="Google Shape;858;p24"/>
          <p:cNvCxnSpPr>
            <a:stCxn id="859" idx="0"/>
            <a:endCxn id="854" idx="4"/>
          </p:cNvCxnSpPr>
          <p:nvPr/>
        </p:nvCxnSpPr>
        <p:spPr>
          <a:xfrm rot="10800000">
            <a:off x="5248350" y="3896400"/>
            <a:ext cx="0" cy="52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60" name="Google Shape;860;p24"/>
          <p:cNvCxnSpPr>
            <a:stCxn id="861" idx="0"/>
            <a:endCxn id="855" idx="4"/>
          </p:cNvCxnSpPr>
          <p:nvPr/>
        </p:nvCxnSpPr>
        <p:spPr>
          <a:xfrm rot="10800000">
            <a:off x="6848475" y="3886200"/>
            <a:ext cx="0" cy="53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862" name="Google Shape;862;p24"/>
          <p:cNvGrpSpPr/>
          <p:nvPr/>
        </p:nvGrpSpPr>
        <p:grpSpPr>
          <a:xfrm>
            <a:off x="4572000" y="906900"/>
            <a:ext cx="2952825" cy="3825000"/>
            <a:chOff x="4572000" y="906900"/>
            <a:chExt cx="2952825" cy="3825000"/>
          </a:xfrm>
        </p:grpSpPr>
        <p:grpSp>
          <p:nvGrpSpPr>
            <p:cNvPr id="863" name="Google Shape;863;p24"/>
            <p:cNvGrpSpPr/>
            <p:nvPr/>
          </p:nvGrpSpPr>
          <p:grpSpPr>
            <a:xfrm>
              <a:off x="4572000" y="4419600"/>
              <a:ext cx="2952825" cy="312300"/>
              <a:chOff x="4572000" y="4419600"/>
              <a:chExt cx="2952825" cy="312300"/>
            </a:xfrm>
          </p:grpSpPr>
          <p:sp>
            <p:nvSpPr>
              <p:cNvPr id="859" name="Google Shape;859;p24"/>
              <p:cNvSpPr txBox="1"/>
              <p:nvPr/>
            </p:nvSpPr>
            <p:spPr>
              <a:xfrm>
                <a:off x="4572000" y="4419600"/>
                <a:ext cx="1352700" cy="31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Input unit 1</a:t>
                </a:r>
                <a:endParaRPr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61" name="Google Shape;861;p24"/>
              <p:cNvSpPr txBox="1"/>
              <p:nvPr/>
            </p:nvSpPr>
            <p:spPr>
              <a:xfrm>
                <a:off x="6172125" y="4419600"/>
                <a:ext cx="1352700" cy="31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Input unit 2</a:t>
                </a:r>
                <a:endParaRPr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864" name="Google Shape;864;p24"/>
            <p:cNvSpPr txBox="1"/>
            <p:nvPr/>
          </p:nvSpPr>
          <p:spPr>
            <a:xfrm>
              <a:off x="5372025" y="906900"/>
              <a:ext cx="1352700" cy="31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Output unit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865" name="Google Shape;865;p24"/>
          <p:cNvCxnSpPr>
            <a:stCxn id="853" idx="0"/>
            <a:endCxn id="864" idx="2"/>
          </p:cNvCxnSpPr>
          <p:nvPr/>
        </p:nvCxnSpPr>
        <p:spPr>
          <a:xfrm rot="10800000">
            <a:off x="6048375" y="1219200"/>
            <a:ext cx="0" cy="53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866" name="Google Shape;866;p24"/>
          <p:cNvGrpSpPr/>
          <p:nvPr/>
        </p:nvGrpSpPr>
        <p:grpSpPr>
          <a:xfrm>
            <a:off x="457200" y="1028700"/>
            <a:ext cx="2909562" cy="1021200"/>
            <a:chOff x="737850" y="1035250"/>
            <a:chExt cx="2909562" cy="1021200"/>
          </a:xfrm>
        </p:grpSpPr>
        <p:sp>
          <p:nvSpPr>
            <p:cNvPr id="867" name="Google Shape;867;p24"/>
            <p:cNvSpPr/>
            <p:nvPr/>
          </p:nvSpPr>
          <p:spPr>
            <a:xfrm>
              <a:off x="737850" y="1035250"/>
              <a:ext cx="2628900" cy="1021200"/>
            </a:xfrm>
            <a:prstGeom prst="roundRect">
              <a:avLst>
                <a:gd name="adj" fmla="val 50000"/>
              </a:avLst>
            </a:prstGeom>
            <a:solidFill>
              <a:srgbClr val="E4EA27">
                <a:alpha val="2509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4"/>
            <p:cNvSpPr/>
            <p:nvPr/>
          </p:nvSpPr>
          <p:spPr>
            <a:xfrm>
              <a:off x="3042912" y="1215313"/>
              <a:ext cx="604500" cy="60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869" name="Google Shape;869;p24"/>
          <p:cNvGrpSpPr/>
          <p:nvPr/>
        </p:nvGrpSpPr>
        <p:grpSpPr>
          <a:xfrm>
            <a:off x="781048" y="1175375"/>
            <a:ext cx="1981204" cy="671250"/>
            <a:chOff x="6053048" y="700371"/>
            <a:chExt cx="1981204" cy="671250"/>
          </a:xfrm>
        </p:grpSpPr>
        <p:sp>
          <p:nvSpPr>
            <p:cNvPr id="870" name="Google Shape;870;p24"/>
            <p:cNvSpPr txBox="1"/>
            <p:nvPr/>
          </p:nvSpPr>
          <p:spPr>
            <a:xfrm>
              <a:off x="6053052" y="700371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Neural network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71" name="Google Shape;871;p24"/>
            <p:cNvSpPr txBox="1"/>
            <p:nvPr/>
          </p:nvSpPr>
          <p:spPr>
            <a:xfrm>
              <a:off x="6053048" y="1039821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Yes, Saturn is a gas giant that has rings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72" name="Google Shape;872;p24"/>
          <p:cNvSpPr/>
          <p:nvPr/>
        </p:nvSpPr>
        <p:spPr>
          <a:xfrm>
            <a:off x="2865500" y="1345145"/>
            <a:ext cx="398030" cy="331731"/>
          </a:xfrm>
          <a:custGeom>
            <a:avLst/>
            <a:gdLst/>
            <a:ahLst/>
            <a:cxnLst/>
            <a:rect l="l" t="t" r="r" b="b"/>
            <a:pathLst>
              <a:path w="11623" h="9687" extrusionOk="0">
                <a:moveTo>
                  <a:pt x="9169" y="0"/>
                </a:moveTo>
                <a:cubicBezTo>
                  <a:pt x="8728" y="0"/>
                  <a:pt x="8288" y="173"/>
                  <a:pt x="7954" y="518"/>
                </a:cubicBezTo>
                <a:cubicBezTo>
                  <a:pt x="7621" y="828"/>
                  <a:pt x="7430" y="1257"/>
                  <a:pt x="7430" y="1733"/>
                </a:cubicBezTo>
                <a:cubicBezTo>
                  <a:pt x="7430" y="1924"/>
                  <a:pt x="7478" y="2090"/>
                  <a:pt x="7526" y="2281"/>
                </a:cubicBezTo>
                <a:lnTo>
                  <a:pt x="3239" y="3710"/>
                </a:lnTo>
                <a:cubicBezTo>
                  <a:pt x="3191" y="3662"/>
                  <a:pt x="3167" y="3638"/>
                  <a:pt x="3144" y="3591"/>
                </a:cubicBezTo>
                <a:cubicBezTo>
                  <a:pt x="2798" y="3257"/>
                  <a:pt x="2352" y="3090"/>
                  <a:pt x="1908" y="3090"/>
                </a:cubicBezTo>
                <a:cubicBezTo>
                  <a:pt x="1465" y="3090"/>
                  <a:pt x="1024" y="3257"/>
                  <a:pt x="691" y="3591"/>
                </a:cubicBezTo>
                <a:cubicBezTo>
                  <a:pt x="0" y="4281"/>
                  <a:pt x="0" y="5353"/>
                  <a:pt x="691" y="6043"/>
                </a:cubicBezTo>
                <a:cubicBezTo>
                  <a:pt x="1024" y="6377"/>
                  <a:pt x="1465" y="6543"/>
                  <a:pt x="1908" y="6543"/>
                </a:cubicBezTo>
                <a:cubicBezTo>
                  <a:pt x="2352" y="6543"/>
                  <a:pt x="2798" y="6377"/>
                  <a:pt x="3144" y="6043"/>
                </a:cubicBezTo>
                <a:cubicBezTo>
                  <a:pt x="3167" y="5996"/>
                  <a:pt x="3191" y="5972"/>
                  <a:pt x="3215" y="5924"/>
                </a:cubicBezTo>
                <a:lnTo>
                  <a:pt x="7526" y="7377"/>
                </a:lnTo>
                <a:cubicBezTo>
                  <a:pt x="7478" y="7544"/>
                  <a:pt x="7430" y="7734"/>
                  <a:pt x="7430" y="7925"/>
                </a:cubicBezTo>
                <a:cubicBezTo>
                  <a:pt x="7430" y="8377"/>
                  <a:pt x="7621" y="8830"/>
                  <a:pt x="7954" y="9139"/>
                </a:cubicBezTo>
                <a:cubicBezTo>
                  <a:pt x="8334" y="9525"/>
                  <a:pt x="8758" y="9686"/>
                  <a:pt x="9165" y="9686"/>
                </a:cubicBezTo>
                <a:cubicBezTo>
                  <a:pt x="10490" y="9686"/>
                  <a:pt x="11623" y="7968"/>
                  <a:pt x="10383" y="6710"/>
                </a:cubicBezTo>
                <a:cubicBezTo>
                  <a:pt x="10050" y="6377"/>
                  <a:pt x="9609" y="6210"/>
                  <a:pt x="9169" y="6210"/>
                </a:cubicBezTo>
                <a:cubicBezTo>
                  <a:pt x="8728" y="6210"/>
                  <a:pt x="8288" y="6377"/>
                  <a:pt x="7954" y="6710"/>
                </a:cubicBezTo>
                <a:cubicBezTo>
                  <a:pt x="7907" y="6758"/>
                  <a:pt x="7883" y="6782"/>
                  <a:pt x="7859" y="6805"/>
                </a:cubicBezTo>
                <a:lnTo>
                  <a:pt x="3548" y="5377"/>
                </a:lnTo>
                <a:cubicBezTo>
                  <a:pt x="3596" y="5210"/>
                  <a:pt x="3644" y="5019"/>
                  <a:pt x="3644" y="4829"/>
                </a:cubicBezTo>
                <a:cubicBezTo>
                  <a:pt x="3644" y="4638"/>
                  <a:pt x="3596" y="4448"/>
                  <a:pt x="3548" y="4257"/>
                </a:cubicBezTo>
                <a:lnTo>
                  <a:pt x="7859" y="2828"/>
                </a:lnTo>
                <a:cubicBezTo>
                  <a:pt x="7883" y="2876"/>
                  <a:pt x="7907" y="2900"/>
                  <a:pt x="7954" y="2948"/>
                </a:cubicBezTo>
                <a:cubicBezTo>
                  <a:pt x="8300" y="3293"/>
                  <a:pt x="8727" y="3448"/>
                  <a:pt x="9149" y="3448"/>
                </a:cubicBezTo>
                <a:cubicBezTo>
                  <a:pt x="10034" y="3448"/>
                  <a:pt x="10891" y="2765"/>
                  <a:pt x="10907" y="1733"/>
                </a:cubicBezTo>
                <a:cubicBezTo>
                  <a:pt x="10907" y="1257"/>
                  <a:pt x="10717" y="828"/>
                  <a:pt x="10383" y="518"/>
                </a:cubicBezTo>
                <a:cubicBezTo>
                  <a:pt x="10050" y="173"/>
                  <a:pt x="9609" y="0"/>
                  <a:pt x="916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73" name="Google Shape;873;p24"/>
          <p:cNvGrpSpPr/>
          <p:nvPr/>
        </p:nvGrpSpPr>
        <p:grpSpPr>
          <a:xfrm>
            <a:off x="4019550" y="1996500"/>
            <a:ext cx="4667250" cy="312300"/>
            <a:chOff x="4019550" y="1996500"/>
            <a:chExt cx="4667250" cy="312300"/>
          </a:xfrm>
        </p:grpSpPr>
        <p:sp>
          <p:nvSpPr>
            <p:cNvPr id="874" name="Google Shape;874;p24"/>
            <p:cNvSpPr txBox="1"/>
            <p:nvPr/>
          </p:nvSpPr>
          <p:spPr>
            <a:xfrm>
              <a:off x="7334100" y="1996500"/>
              <a:ext cx="1352700" cy="31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Output layer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75" name="Google Shape;875;p24"/>
            <p:cNvSpPr txBox="1"/>
            <p:nvPr/>
          </p:nvSpPr>
          <p:spPr>
            <a:xfrm>
              <a:off x="4019550" y="1996500"/>
              <a:ext cx="663000" cy="31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876" name="Google Shape;876;p24"/>
          <p:cNvGrpSpPr/>
          <p:nvPr/>
        </p:nvGrpSpPr>
        <p:grpSpPr>
          <a:xfrm>
            <a:off x="4019550" y="3330000"/>
            <a:ext cx="4667250" cy="312300"/>
            <a:chOff x="4019550" y="3330000"/>
            <a:chExt cx="4667250" cy="312300"/>
          </a:xfrm>
        </p:grpSpPr>
        <p:sp>
          <p:nvSpPr>
            <p:cNvPr id="877" name="Google Shape;877;p24"/>
            <p:cNvSpPr txBox="1"/>
            <p:nvPr/>
          </p:nvSpPr>
          <p:spPr>
            <a:xfrm>
              <a:off x="7334100" y="3330000"/>
              <a:ext cx="1352700" cy="31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Input layer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78" name="Google Shape;878;p24"/>
            <p:cNvSpPr txBox="1"/>
            <p:nvPr/>
          </p:nvSpPr>
          <p:spPr>
            <a:xfrm>
              <a:off x="4019550" y="3330000"/>
              <a:ext cx="663000" cy="31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2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sp>
        <p:nvSpPr>
          <p:cNvPr id="884" name="Google Shape;884;p25"/>
          <p:cNvSpPr/>
          <p:nvPr/>
        </p:nvSpPr>
        <p:spPr>
          <a:xfrm>
            <a:off x="457200" y="962025"/>
            <a:ext cx="1771800" cy="1752600"/>
          </a:xfrm>
          <a:prstGeom prst="roundRect">
            <a:avLst>
              <a:gd name="adj" fmla="val 15217"/>
            </a:avLst>
          </a:prstGeom>
          <a:solidFill>
            <a:srgbClr val="E4EA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5" name="Google Shape;885;p25"/>
          <p:cNvGrpSpPr/>
          <p:nvPr/>
        </p:nvGrpSpPr>
        <p:grpSpPr>
          <a:xfrm>
            <a:off x="533400" y="962025"/>
            <a:ext cx="1633700" cy="1638422"/>
            <a:chOff x="533400" y="962025"/>
            <a:chExt cx="1633700" cy="1638422"/>
          </a:xfrm>
        </p:grpSpPr>
        <p:sp>
          <p:nvSpPr>
            <p:cNvPr id="886" name="Google Shape;886;p25"/>
            <p:cNvSpPr/>
            <p:nvPr/>
          </p:nvSpPr>
          <p:spPr>
            <a:xfrm>
              <a:off x="628650" y="1094550"/>
              <a:ext cx="924000" cy="295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1950s</a:t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87" name="Google Shape;887;p25"/>
            <p:cNvSpPr txBox="1"/>
            <p:nvPr/>
          </p:nvSpPr>
          <p:spPr>
            <a:xfrm>
              <a:off x="533400" y="1389750"/>
              <a:ext cx="1467000" cy="60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Simple algorithms</a:t>
              </a:r>
              <a:endParaRPr sz="16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88" name="Google Shape;888;p25"/>
            <p:cNvSpPr txBox="1"/>
            <p:nvPr/>
          </p:nvSpPr>
          <p:spPr>
            <a:xfrm>
              <a:off x="533400" y="1995047"/>
              <a:ext cx="1467000" cy="60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89" name="Google Shape;889;p25"/>
            <p:cNvSpPr txBox="1"/>
            <p:nvPr/>
          </p:nvSpPr>
          <p:spPr>
            <a:xfrm>
              <a:off x="1795400" y="962025"/>
              <a:ext cx="3717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890" name="Google Shape;890;p25"/>
          <p:cNvSpPr/>
          <p:nvPr/>
        </p:nvSpPr>
        <p:spPr>
          <a:xfrm>
            <a:off x="2609800" y="962025"/>
            <a:ext cx="1771800" cy="1752600"/>
          </a:xfrm>
          <a:prstGeom prst="roundRect">
            <a:avLst>
              <a:gd name="adj" fmla="val 15217"/>
            </a:avLst>
          </a:prstGeom>
          <a:solidFill>
            <a:srgbClr val="E99B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1" name="Google Shape;891;p25"/>
          <p:cNvGrpSpPr/>
          <p:nvPr/>
        </p:nvGrpSpPr>
        <p:grpSpPr>
          <a:xfrm>
            <a:off x="2686000" y="962025"/>
            <a:ext cx="1633700" cy="1638422"/>
            <a:chOff x="2686000" y="962025"/>
            <a:chExt cx="1633700" cy="1638422"/>
          </a:xfrm>
        </p:grpSpPr>
        <p:sp>
          <p:nvSpPr>
            <p:cNvPr id="892" name="Google Shape;892;p25"/>
            <p:cNvSpPr/>
            <p:nvPr/>
          </p:nvSpPr>
          <p:spPr>
            <a:xfrm>
              <a:off x="2781250" y="1094550"/>
              <a:ext cx="924000" cy="2952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1960s</a:t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93" name="Google Shape;893;p25"/>
            <p:cNvSpPr txBox="1"/>
            <p:nvPr/>
          </p:nvSpPr>
          <p:spPr>
            <a:xfrm>
              <a:off x="2686000" y="1389750"/>
              <a:ext cx="1467000" cy="60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Bayesian methods</a:t>
              </a:r>
              <a:endParaRPr sz="16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94" name="Google Shape;894;p25"/>
            <p:cNvSpPr txBox="1"/>
            <p:nvPr/>
          </p:nvSpPr>
          <p:spPr>
            <a:xfrm>
              <a:off x="2686000" y="1995047"/>
              <a:ext cx="1467000" cy="60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Jupiter is a gas giant and the biggest planet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95" name="Google Shape;895;p25"/>
            <p:cNvSpPr txBox="1"/>
            <p:nvPr/>
          </p:nvSpPr>
          <p:spPr>
            <a:xfrm>
              <a:off x="3948000" y="962025"/>
              <a:ext cx="3717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896" name="Google Shape;896;p25"/>
          <p:cNvSpPr/>
          <p:nvPr/>
        </p:nvSpPr>
        <p:spPr>
          <a:xfrm>
            <a:off x="4762400" y="962025"/>
            <a:ext cx="1771800" cy="1752600"/>
          </a:xfrm>
          <a:prstGeom prst="roundRect">
            <a:avLst>
              <a:gd name="adj" fmla="val 15217"/>
            </a:avLst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7" name="Google Shape;897;p25"/>
          <p:cNvGrpSpPr/>
          <p:nvPr/>
        </p:nvGrpSpPr>
        <p:grpSpPr>
          <a:xfrm>
            <a:off x="4838600" y="962025"/>
            <a:ext cx="1633700" cy="1638422"/>
            <a:chOff x="4838600" y="962025"/>
            <a:chExt cx="1633700" cy="1638422"/>
          </a:xfrm>
        </p:grpSpPr>
        <p:sp>
          <p:nvSpPr>
            <p:cNvPr id="898" name="Google Shape;898;p25"/>
            <p:cNvSpPr/>
            <p:nvPr/>
          </p:nvSpPr>
          <p:spPr>
            <a:xfrm>
              <a:off x="4933850" y="1094550"/>
              <a:ext cx="924000" cy="2952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1970s</a:t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99" name="Google Shape;899;p25"/>
            <p:cNvSpPr txBox="1"/>
            <p:nvPr/>
          </p:nvSpPr>
          <p:spPr>
            <a:xfrm>
              <a:off x="4838600" y="1389750"/>
              <a:ext cx="1467000" cy="60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AI winter caused by pessimism</a:t>
              </a:r>
              <a:endParaRPr sz="16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00" name="Google Shape;900;p25"/>
            <p:cNvSpPr txBox="1"/>
            <p:nvPr/>
          </p:nvSpPr>
          <p:spPr>
            <a:xfrm>
              <a:off x="4838600" y="1995047"/>
              <a:ext cx="1467000" cy="60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 has a beautiful name, but it’s very hot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1" name="Google Shape;901;p25"/>
            <p:cNvSpPr txBox="1"/>
            <p:nvPr/>
          </p:nvSpPr>
          <p:spPr>
            <a:xfrm>
              <a:off x="6100600" y="962025"/>
              <a:ext cx="3717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902" name="Google Shape;902;p25"/>
          <p:cNvSpPr/>
          <p:nvPr/>
        </p:nvSpPr>
        <p:spPr>
          <a:xfrm>
            <a:off x="6915000" y="962025"/>
            <a:ext cx="1771800" cy="1752600"/>
          </a:xfrm>
          <a:prstGeom prst="roundRect">
            <a:avLst>
              <a:gd name="adj" fmla="val 15217"/>
            </a:avLst>
          </a:prstGeom>
          <a:solidFill>
            <a:srgbClr val="8027EA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3" name="Google Shape;903;p25"/>
          <p:cNvGrpSpPr/>
          <p:nvPr/>
        </p:nvGrpSpPr>
        <p:grpSpPr>
          <a:xfrm>
            <a:off x="6991200" y="962025"/>
            <a:ext cx="1633700" cy="1638422"/>
            <a:chOff x="6991200" y="962025"/>
            <a:chExt cx="1633700" cy="1638422"/>
          </a:xfrm>
        </p:grpSpPr>
        <p:sp>
          <p:nvSpPr>
            <p:cNvPr id="904" name="Google Shape;904;p25"/>
            <p:cNvSpPr/>
            <p:nvPr/>
          </p:nvSpPr>
          <p:spPr>
            <a:xfrm>
              <a:off x="7086450" y="1094550"/>
              <a:ext cx="924000" cy="295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1980s</a:t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05" name="Google Shape;905;p25"/>
            <p:cNvSpPr txBox="1"/>
            <p:nvPr/>
          </p:nvSpPr>
          <p:spPr>
            <a:xfrm>
              <a:off x="6991200" y="1389750"/>
              <a:ext cx="1467000" cy="60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Resurgence in ML research</a:t>
              </a:r>
              <a:endParaRPr sz="16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06" name="Google Shape;906;p25"/>
            <p:cNvSpPr txBox="1"/>
            <p:nvPr/>
          </p:nvSpPr>
          <p:spPr>
            <a:xfrm>
              <a:off x="6991200" y="1995047"/>
              <a:ext cx="1467000" cy="60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7" name="Google Shape;907;p25"/>
            <p:cNvSpPr txBox="1"/>
            <p:nvPr/>
          </p:nvSpPr>
          <p:spPr>
            <a:xfrm>
              <a:off x="8253200" y="962025"/>
              <a:ext cx="3717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6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b="1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cxnSp>
        <p:nvCxnSpPr>
          <p:cNvPr id="908" name="Google Shape;908;p25"/>
          <p:cNvCxnSpPr>
            <a:stCxn id="884" idx="3"/>
            <a:endCxn id="890" idx="1"/>
          </p:cNvCxnSpPr>
          <p:nvPr/>
        </p:nvCxnSpPr>
        <p:spPr>
          <a:xfrm>
            <a:off x="2229000" y="1838325"/>
            <a:ext cx="380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9" name="Google Shape;909;p25"/>
          <p:cNvCxnSpPr>
            <a:stCxn id="890" idx="3"/>
            <a:endCxn id="896" idx="1"/>
          </p:cNvCxnSpPr>
          <p:nvPr/>
        </p:nvCxnSpPr>
        <p:spPr>
          <a:xfrm>
            <a:off x="4381600" y="1838325"/>
            <a:ext cx="380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0" name="Google Shape;910;p25"/>
          <p:cNvCxnSpPr>
            <a:stCxn id="896" idx="3"/>
            <a:endCxn id="902" idx="1"/>
          </p:cNvCxnSpPr>
          <p:nvPr/>
        </p:nvCxnSpPr>
        <p:spPr>
          <a:xfrm>
            <a:off x="6534200" y="1838325"/>
            <a:ext cx="380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1" name="Google Shape;911;p25"/>
          <p:cNvSpPr/>
          <p:nvPr/>
        </p:nvSpPr>
        <p:spPr>
          <a:xfrm>
            <a:off x="1533450" y="3093700"/>
            <a:ext cx="1771800" cy="1752600"/>
          </a:xfrm>
          <a:prstGeom prst="roundRect">
            <a:avLst>
              <a:gd name="adj" fmla="val 15217"/>
            </a:avLst>
          </a:prstGeom>
          <a:solidFill>
            <a:srgbClr val="2776EA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2" name="Google Shape;912;p25"/>
          <p:cNvGrpSpPr/>
          <p:nvPr/>
        </p:nvGrpSpPr>
        <p:grpSpPr>
          <a:xfrm>
            <a:off x="1609650" y="3093700"/>
            <a:ext cx="1633700" cy="1638422"/>
            <a:chOff x="1609650" y="3093700"/>
            <a:chExt cx="1633700" cy="1638422"/>
          </a:xfrm>
        </p:grpSpPr>
        <p:sp>
          <p:nvSpPr>
            <p:cNvPr id="913" name="Google Shape;913;p25"/>
            <p:cNvSpPr/>
            <p:nvPr/>
          </p:nvSpPr>
          <p:spPr>
            <a:xfrm>
              <a:off x="1704900" y="3226225"/>
              <a:ext cx="924000" cy="295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1990s</a:t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14" name="Google Shape;914;p25"/>
            <p:cNvSpPr txBox="1"/>
            <p:nvPr/>
          </p:nvSpPr>
          <p:spPr>
            <a:xfrm>
              <a:off x="1609650" y="3521425"/>
              <a:ext cx="1467000" cy="60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Data-driven approach</a:t>
              </a:r>
              <a:endParaRPr sz="16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15" name="Google Shape;915;p25"/>
            <p:cNvSpPr txBox="1"/>
            <p:nvPr/>
          </p:nvSpPr>
          <p:spPr>
            <a:xfrm>
              <a:off x="1609650" y="4126722"/>
              <a:ext cx="1467000" cy="60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The Earth is the third planet from the Sun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6" name="Google Shape;916;p25"/>
            <p:cNvSpPr txBox="1"/>
            <p:nvPr/>
          </p:nvSpPr>
          <p:spPr>
            <a:xfrm>
              <a:off x="2871650" y="3093700"/>
              <a:ext cx="3717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05</a:t>
              </a:r>
              <a:endParaRPr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917" name="Google Shape;917;p25"/>
          <p:cNvSpPr/>
          <p:nvPr/>
        </p:nvSpPr>
        <p:spPr>
          <a:xfrm>
            <a:off x="3686050" y="3093700"/>
            <a:ext cx="1771800" cy="1752600"/>
          </a:xfrm>
          <a:prstGeom prst="roundRect">
            <a:avLst>
              <a:gd name="adj" fmla="val 15217"/>
            </a:avLst>
          </a:prstGeom>
          <a:solidFill>
            <a:srgbClr val="26EAB8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8" name="Google Shape;918;p25"/>
          <p:cNvGrpSpPr/>
          <p:nvPr/>
        </p:nvGrpSpPr>
        <p:grpSpPr>
          <a:xfrm>
            <a:off x="3762250" y="3093700"/>
            <a:ext cx="1633700" cy="1638425"/>
            <a:chOff x="3762250" y="3093700"/>
            <a:chExt cx="1633700" cy="1638425"/>
          </a:xfrm>
        </p:grpSpPr>
        <p:sp>
          <p:nvSpPr>
            <p:cNvPr id="919" name="Google Shape;919;p25"/>
            <p:cNvSpPr/>
            <p:nvPr/>
          </p:nvSpPr>
          <p:spPr>
            <a:xfrm>
              <a:off x="3857500" y="3226225"/>
              <a:ext cx="924000" cy="295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2000s</a:t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20" name="Google Shape;920;p25"/>
            <p:cNvSpPr txBox="1"/>
            <p:nvPr/>
          </p:nvSpPr>
          <p:spPr>
            <a:xfrm>
              <a:off x="3762250" y="3521425"/>
              <a:ext cx="1467000" cy="60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Support-Vector Clustering</a:t>
              </a:r>
              <a:endParaRPr sz="16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21" name="Google Shape;921;p25"/>
            <p:cNvSpPr txBox="1"/>
            <p:nvPr/>
          </p:nvSpPr>
          <p:spPr>
            <a:xfrm>
              <a:off x="3762250" y="4126725"/>
              <a:ext cx="1395900" cy="60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Ceres is located in the main asteroid belt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22" name="Google Shape;922;p25"/>
            <p:cNvSpPr txBox="1"/>
            <p:nvPr/>
          </p:nvSpPr>
          <p:spPr>
            <a:xfrm>
              <a:off x="5024250" y="3093700"/>
              <a:ext cx="3717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06</a:t>
              </a:r>
              <a:endParaRPr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923" name="Google Shape;923;p25"/>
          <p:cNvSpPr/>
          <p:nvPr/>
        </p:nvSpPr>
        <p:spPr>
          <a:xfrm>
            <a:off x="5838650" y="3093700"/>
            <a:ext cx="1771800" cy="1752600"/>
          </a:xfrm>
          <a:prstGeom prst="roundRect">
            <a:avLst>
              <a:gd name="adj" fmla="val 15217"/>
            </a:avLst>
          </a:prstGeom>
          <a:solidFill>
            <a:srgbClr val="E4EA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4" name="Google Shape;924;p25"/>
          <p:cNvGrpSpPr/>
          <p:nvPr/>
        </p:nvGrpSpPr>
        <p:grpSpPr>
          <a:xfrm>
            <a:off x="5914850" y="3093700"/>
            <a:ext cx="1633700" cy="1638422"/>
            <a:chOff x="5914850" y="3093700"/>
            <a:chExt cx="1633700" cy="1638422"/>
          </a:xfrm>
        </p:grpSpPr>
        <p:sp>
          <p:nvSpPr>
            <p:cNvPr id="925" name="Google Shape;925;p25"/>
            <p:cNvSpPr/>
            <p:nvPr/>
          </p:nvSpPr>
          <p:spPr>
            <a:xfrm>
              <a:off x="6010100" y="3226225"/>
              <a:ext cx="924000" cy="295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2010s</a:t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26" name="Google Shape;926;p25"/>
            <p:cNvSpPr txBox="1"/>
            <p:nvPr/>
          </p:nvSpPr>
          <p:spPr>
            <a:xfrm>
              <a:off x="5914850" y="3521425"/>
              <a:ext cx="1467000" cy="60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Deep learning popularity</a:t>
              </a:r>
              <a:endParaRPr sz="16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27" name="Google Shape;927;p25"/>
            <p:cNvSpPr txBox="1"/>
            <p:nvPr/>
          </p:nvSpPr>
          <p:spPr>
            <a:xfrm>
              <a:off x="5914850" y="4126722"/>
              <a:ext cx="1467000" cy="60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Venus has a beautiful name, but it’s very hot</a:t>
              </a:r>
              <a:endParaRPr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28" name="Google Shape;928;p25"/>
            <p:cNvSpPr txBox="1"/>
            <p:nvPr/>
          </p:nvSpPr>
          <p:spPr>
            <a:xfrm>
              <a:off x="7176850" y="3093700"/>
              <a:ext cx="3717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07</a:t>
              </a:r>
              <a:endParaRPr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cxnSp>
        <p:nvCxnSpPr>
          <p:cNvPr id="929" name="Google Shape;929;p25"/>
          <p:cNvCxnSpPr>
            <a:stCxn id="911" idx="3"/>
            <a:endCxn id="917" idx="1"/>
          </p:cNvCxnSpPr>
          <p:nvPr/>
        </p:nvCxnSpPr>
        <p:spPr>
          <a:xfrm>
            <a:off x="3305250" y="3970000"/>
            <a:ext cx="380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0" name="Google Shape;930;p25"/>
          <p:cNvCxnSpPr>
            <a:stCxn id="917" idx="3"/>
            <a:endCxn id="923" idx="1"/>
          </p:cNvCxnSpPr>
          <p:nvPr/>
        </p:nvCxnSpPr>
        <p:spPr>
          <a:xfrm>
            <a:off x="5457850" y="3970000"/>
            <a:ext cx="380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1" name="Google Shape;931;p25"/>
          <p:cNvCxnSpPr>
            <a:stCxn id="902" idx="2"/>
            <a:endCxn id="911" idx="0"/>
          </p:cNvCxnSpPr>
          <p:nvPr/>
        </p:nvCxnSpPr>
        <p:spPr>
          <a:xfrm rot="5400000">
            <a:off x="4920600" y="213525"/>
            <a:ext cx="379200" cy="5381400"/>
          </a:xfrm>
          <a:prstGeom prst="bentConnector3">
            <a:avLst>
              <a:gd name="adj1" fmla="val 4998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2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grpSp>
        <p:nvGrpSpPr>
          <p:cNvPr id="937" name="Google Shape;937;p26"/>
          <p:cNvGrpSpPr/>
          <p:nvPr/>
        </p:nvGrpSpPr>
        <p:grpSpPr>
          <a:xfrm>
            <a:off x="5743674" y="1692888"/>
            <a:ext cx="2943318" cy="3039142"/>
            <a:chOff x="5449625" y="1389325"/>
            <a:chExt cx="3237261" cy="3342655"/>
          </a:xfrm>
        </p:grpSpPr>
        <p:sp>
          <p:nvSpPr>
            <p:cNvPr id="938" name="Google Shape;938;p26"/>
            <p:cNvSpPr/>
            <p:nvPr/>
          </p:nvSpPr>
          <p:spPr>
            <a:xfrm>
              <a:off x="6533088" y="4360137"/>
              <a:ext cx="1749195" cy="185374"/>
            </a:xfrm>
            <a:custGeom>
              <a:avLst/>
              <a:gdLst/>
              <a:ahLst/>
              <a:cxnLst/>
              <a:rect l="l" t="t" r="r" b="b"/>
              <a:pathLst>
                <a:path w="44472" h="4713" extrusionOk="0">
                  <a:moveTo>
                    <a:pt x="21091" y="0"/>
                  </a:moveTo>
                  <a:lnTo>
                    <a:pt x="19961" y="10"/>
                  </a:lnTo>
                  <a:lnTo>
                    <a:pt x="18850" y="29"/>
                  </a:lnTo>
                  <a:lnTo>
                    <a:pt x="17758" y="48"/>
                  </a:lnTo>
                  <a:lnTo>
                    <a:pt x="16676" y="77"/>
                  </a:lnTo>
                  <a:lnTo>
                    <a:pt x="15622" y="105"/>
                  </a:lnTo>
                  <a:lnTo>
                    <a:pt x="14587" y="144"/>
                  </a:lnTo>
                  <a:lnTo>
                    <a:pt x="13582" y="182"/>
                  </a:lnTo>
                  <a:lnTo>
                    <a:pt x="12595" y="230"/>
                  </a:lnTo>
                  <a:lnTo>
                    <a:pt x="11637" y="287"/>
                  </a:lnTo>
                  <a:lnTo>
                    <a:pt x="10708" y="335"/>
                  </a:lnTo>
                  <a:lnTo>
                    <a:pt x="9808" y="402"/>
                  </a:lnTo>
                  <a:lnTo>
                    <a:pt x="8936" y="469"/>
                  </a:lnTo>
                  <a:lnTo>
                    <a:pt x="8094" y="536"/>
                  </a:lnTo>
                  <a:lnTo>
                    <a:pt x="7289" y="613"/>
                  </a:lnTo>
                  <a:lnTo>
                    <a:pt x="6513" y="690"/>
                  </a:lnTo>
                  <a:lnTo>
                    <a:pt x="5776" y="776"/>
                  </a:lnTo>
                  <a:lnTo>
                    <a:pt x="5076" y="852"/>
                  </a:lnTo>
                  <a:lnTo>
                    <a:pt x="4416" y="948"/>
                  </a:lnTo>
                  <a:lnTo>
                    <a:pt x="3803" y="1034"/>
                  </a:lnTo>
                  <a:lnTo>
                    <a:pt x="3218" y="1130"/>
                  </a:lnTo>
                  <a:lnTo>
                    <a:pt x="2682" y="1236"/>
                  </a:lnTo>
                  <a:lnTo>
                    <a:pt x="2193" y="1331"/>
                  </a:lnTo>
                  <a:lnTo>
                    <a:pt x="1753" y="1437"/>
                  </a:lnTo>
                  <a:lnTo>
                    <a:pt x="1351" y="1542"/>
                  </a:lnTo>
                  <a:lnTo>
                    <a:pt x="1006" y="1657"/>
                  </a:lnTo>
                  <a:lnTo>
                    <a:pt x="699" y="1772"/>
                  </a:lnTo>
                  <a:lnTo>
                    <a:pt x="575" y="1829"/>
                  </a:lnTo>
                  <a:lnTo>
                    <a:pt x="450" y="1877"/>
                  </a:lnTo>
                  <a:lnTo>
                    <a:pt x="345" y="1944"/>
                  </a:lnTo>
                  <a:lnTo>
                    <a:pt x="259" y="2002"/>
                  </a:lnTo>
                  <a:lnTo>
                    <a:pt x="182" y="2059"/>
                  </a:lnTo>
                  <a:lnTo>
                    <a:pt x="115" y="2117"/>
                  </a:lnTo>
                  <a:lnTo>
                    <a:pt x="67" y="2174"/>
                  </a:lnTo>
                  <a:lnTo>
                    <a:pt x="29" y="2232"/>
                  </a:lnTo>
                  <a:lnTo>
                    <a:pt x="10" y="2299"/>
                  </a:lnTo>
                  <a:lnTo>
                    <a:pt x="0" y="2356"/>
                  </a:lnTo>
                  <a:lnTo>
                    <a:pt x="10" y="2423"/>
                  </a:lnTo>
                  <a:lnTo>
                    <a:pt x="29" y="2481"/>
                  </a:lnTo>
                  <a:lnTo>
                    <a:pt x="67" y="2538"/>
                  </a:lnTo>
                  <a:lnTo>
                    <a:pt x="115" y="2596"/>
                  </a:lnTo>
                  <a:lnTo>
                    <a:pt x="182" y="2663"/>
                  </a:lnTo>
                  <a:lnTo>
                    <a:pt x="259" y="2720"/>
                  </a:lnTo>
                  <a:lnTo>
                    <a:pt x="345" y="2778"/>
                  </a:lnTo>
                  <a:lnTo>
                    <a:pt x="450" y="2835"/>
                  </a:lnTo>
                  <a:lnTo>
                    <a:pt x="575" y="2893"/>
                  </a:lnTo>
                  <a:lnTo>
                    <a:pt x="699" y="2950"/>
                  </a:lnTo>
                  <a:lnTo>
                    <a:pt x="1006" y="3055"/>
                  </a:lnTo>
                  <a:lnTo>
                    <a:pt x="1351" y="3170"/>
                  </a:lnTo>
                  <a:lnTo>
                    <a:pt x="1753" y="3276"/>
                  </a:lnTo>
                  <a:lnTo>
                    <a:pt x="2193" y="3381"/>
                  </a:lnTo>
                  <a:lnTo>
                    <a:pt x="2682" y="3486"/>
                  </a:lnTo>
                  <a:lnTo>
                    <a:pt x="3218" y="3582"/>
                  </a:lnTo>
                  <a:lnTo>
                    <a:pt x="3803" y="3678"/>
                  </a:lnTo>
                  <a:lnTo>
                    <a:pt x="4416" y="3774"/>
                  </a:lnTo>
                  <a:lnTo>
                    <a:pt x="5076" y="3860"/>
                  </a:lnTo>
                  <a:lnTo>
                    <a:pt x="5776" y="3946"/>
                  </a:lnTo>
                  <a:lnTo>
                    <a:pt x="6513" y="4023"/>
                  </a:lnTo>
                  <a:lnTo>
                    <a:pt x="7289" y="4099"/>
                  </a:lnTo>
                  <a:lnTo>
                    <a:pt x="8094" y="4176"/>
                  </a:lnTo>
                  <a:lnTo>
                    <a:pt x="8936" y="4253"/>
                  </a:lnTo>
                  <a:lnTo>
                    <a:pt x="9808" y="4310"/>
                  </a:lnTo>
                  <a:lnTo>
                    <a:pt x="10708" y="4377"/>
                  </a:lnTo>
                  <a:lnTo>
                    <a:pt x="11637" y="4435"/>
                  </a:lnTo>
                  <a:lnTo>
                    <a:pt x="12595" y="4483"/>
                  </a:lnTo>
                  <a:lnTo>
                    <a:pt x="13582" y="4530"/>
                  </a:lnTo>
                  <a:lnTo>
                    <a:pt x="14587" y="4578"/>
                  </a:lnTo>
                  <a:lnTo>
                    <a:pt x="15622" y="4607"/>
                  </a:lnTo>
                  <a:lnTo>
                    <a:pt x="16676" y="4645"/>
                  </a:lnTo>
                  <a:lnTo>
                    <a:pt x="17758" y="4665"/>
                  </a:lnTo>
                  <a:lnTo>
                    <a:pt x="18850" y="4693"/>
                  </a:lnTo>
                  <a:lnTo>
                    <a:pt x="19961" y="4703"/>
                  </a:lnTo>
                  <a:lnTo>
                    <a:pt x="21091" y="4712"/>
                  </a:lnTo>
                  <a:lnTo>
                    <a:pt x="23380" y="4712"/>
                  </a:lnTo>
                  <a:lnTo>
                    <a:pt x="24510" y="4703"/>
                  </a:lnTo>
                  <a:lnTo>
                    <a:pt x="25621" y="4693"/>
                  </a:lnTo>
                  <a:lnTo>
                    <a:pt x="26713" y="4665"/>
                  </a:lnTo>
                  <a:lnTo>
                    <a:pt x="27796" y="4645"/>
                  </a:lnTo>
                  <a:lnTo>
                    <a:pt x="28849" y="4607"/>
                  </a:lnTo>
                  <a:lnTo>
                    <a:pt x="29884" y="4578"/>
                  </a:lnTo>
                  <a:lnTo>
                    <a:pt x="30889" y="4530"/>
                  </a:lnTo>
                  <a:lnTo>
                    <a:pt x="31876" y="4483"/>
                  </a:lnTo>
                  <a:lnTo>
                    <a:pt x="32834" y="4435"/>
                  </a:lnTo>
                  <a:lnTo>
                    <a:pt x="33763" y="4377"/>
                  </a:lnTo>
                  <a:lnTo>
                    <a:pt x="34663" y="4310"/>
                  </a:lnTo>
                  <a:lnTo>
                    <a:pt x="35535" y="4253"/>
                  </a:lnTo>
                  <a:lnTo>
                    <a:pt x="36378" y="4176"/>
                  </a:lnTo>
                  <a:lnTo>
                    <a:pt x="37182" y="4099"/>
                  </a:lnTo>
                  <a:lnTo>
                    <a:pt x="37958" y="4023"/>
                  </a:lnTo>
                  <a:lnTo>
                    <a:pt x="38696" y="3946"/>
                  </a:lnTo>
                  <a:lnTo>
                    <a:pt x="39395" y="3860"/>
                  </a:lnTo>
                  <a:lnTo>
                    <a:pt x="40056" y="3774"/>
                  </a:lnTo>
                  <a:lnTo>
                    <a:pt x="40669" y="3678"/>
                  </a:lnTo>
                  <a:lnTo>
                    <a:pt x="41253" y="3582"/>
                  </a:lnTo>
                  <a:lnTo>
                    <a:pt x="41789" y="3486"/>
                  </a:lnTo>
                  <a:lnTo>
                    <a:pt x="42278" y="3381"/>
                  </a:lnTo>
                  <a:lnTo>
                    <a:pt x="42718" y="3276"/>
                  </a:lnTo>
                  <a:lnTo>
                    <a:pt x="43121" y="3170"/>
                  </a:lnTo>
                  <a:lnTo>
                    <a:pt x="43465" y="3055"/>
                  </a:lnTo>
                  <a:lnTo>
                    <a:pt x="43772" y="2950"/>
                  </a:lnTo>
                  <a:lnTo>
                    <a:pt x="43896" y="2893"/>
                  </a:lnTo>
                  <a:lnTo>
                    <a:pt x="44021" y="2835"/>
                  </a:lnTo>
                  <a:lnTo>
                    <a:pt x="44126" y="2778"/>
                  </a:lnTo>
                  <a:lnTo>
                    <a:pt x="44213" y="2720"/>
                  </a:lnTo>
                  <a:lnTo>
                    <a:pt x="44289" y="2663"/>
                  </a:lnTo>
                  <a:lnTo>
                    <a:pt x="44356" y="2596"/>
                  </a:lnTo>
                  <a:lnTo>
                    <a:pt x="44404" y="2538"/>
                  </a:lnTo>
                  <a:lnTo>
                    <a:pt x="44442" y="2481"/>
                  </a:lnTo>
                  <a:lnTo>
                    <a:pt x="44462" y="2423"/>
                  </a:lnTo>
                  <a:lnTo>
                    <a:pt x="44471" y="2356"/>
                  </a:lnTo>
                  <a:lnTo>
                    <a:pt x="44462" y="2299"/>
                  </a:lnTo>
                  <a:lnTo>
                    <a:pt x="44442" y="2232"/>
                  </a:lnTo>
                  <a:lnTo>
                    <a:pt x="44404" y="2174"/>
                  </a:lnTo>
                  <a:lnTo>
                    <a:pt x="44356" y="2117"/>
                  </a:lnTo>
                  <a:lnTo>
                    <a:pt x="44289" y="2059"/>
                  </a:lnTo>
                  <a:lnTo>
                    <a:pt x="44213" y="2002"/>
                  </a:lnTo>
                  <a:lnTo>
                    <a:pt x="44126" y="1944"/>
                  </a:lnTo>
                  <a:lnTo>
                    <a:pt x="44021" y="1877"/>
                  </a:lnTo>
                  <a:lnTo>
                    <a:pt x="43896" y="1829"/>
                  </a:lnTo>
                  <a:lnTo>
                    <a:pt x="43772" y="1772"/>
                  </a:lnTo>
                  <a:lnTo>
                    <a:pt x="43465" y="1657"/>
                  </a:lnTo>
                  <a:lnTo>
                    <a:pt x="43121" y="1542"/>
                  </a:lnTo>
                  <a:lnTo>
                    <a:pt x="42718" y="1437"/>
                  </a:lnTo>
                  <a:lnTo>
                    <a:pt x="42278" y="1331"/>
                  </a:lnTo>
                  <a:lnTo>
                    <a:pt x="41789" y="1236"/>
                  </a:lnTo>
                  <a:lnTo>
                    <a:pt x="41253" y="1130"/>
                  </a:lnTo>
                  <a:lnTo>
                    <a:pt x="40669" y="1034"/>
                  </a:lnTo>
                  <a:lnTo>
                    <a:pt x="40056" y="948"/>
                  </a:lnTo>
                  <a:lnTo>
                    <a:pt x="39395" y="852"/>
                  </a:lnTo>
                  <a:lnTo>
                    <a:pt x="38696" y="776"/>
                  </a:lnTo>
                  <a:lnTo>
                    <a:pt x="37958" y="690"/>
                  </a:lnTo>
                  <a:lnTo>
                    <a:pt x="37182" y="613"/>
                  </a:lnTo>
                  <a:lnTo>
                    <a:pt x="36378" y="536"/>
                  </a:lnTo>
                  <a:lnTo>
                    <a:pt x="35535" y="469"/>
                  </a:lnTo>
                  <a:lnTo>
                    <a:pt x="34663" y="402"/>
                  </a:lnTo>
                  <a:lnTo>
                    <a:pt x="33763" y="335"/>
                  </a:lnTo>
                  <a:lnTo>
                    <a:pt x="32834" y="287"/>
                  </a:lnTo>
                  <a:lnTo>
                    <a:pt x="31876" y="230"/>
                  </a:lnTo>
                  <a:lnTo>
                    <a:pt x="30889" y="182"/>
                  </a:lnTo>
                  <a:lnTo>
                    <a:pt x="29884" y="144"/>
                  </a:lnTo>
                  <a:lnTo>
                    <a:pt x="28849" y="105"/>
                  </a:lnTo>
                  <a:lnTo>
                    <a:pt x="27796" y="77"/>
                  </a:lnTo>
                  <a:lnTo>
                    <a:pt x="26713" y="48"/>
                  </a:lnTo>
                  <a:lnTo>
                    <a:pt x="25621" y="29"/>
                  </a:lnTo>
                  <a:lnTo>
                    <a:pt x="24510" y="10"/>
                  </a:lnTo>
                  <a:lnTo>
                    <a:pt x="23380" y="0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6"/>
            <p:cNvSpPr/>
            <p:nvPr/>
          </p:nvSpPr>
          <p:spPr>
            <a:xfrm>
              <a:off x="5449625" y="4579763"/>
              <a:ext cx="3237261" cy="152217"/>
            </a:xfrm>
            <a:custGeom>
              <a:avLst/>
              <a:gdLst/>
              <a:ahLst/>
              <a:cxnLst/>
              <a:rect l="l" t="t" r="r" b="b"/>
              <a:pathLst>
                <a:path w="82305" h="3870" extrusionOk="0">
                  <a:moveTo>
                    <a:pt x="41148" y="0"/>
                  </a:moveTo>
                  <a:lnTo>
                    <a:pt x="36943" y="10"/>
                  </a:lnTo>
                  <a:lnTo>
                    <a:pt x="32853" y="38"/>
                  </a:lnTo>
                  <a:lnTo>
                    <a:pt x="28907" y="86"/>
                  </a:lnTo>
                  <a:lnTo>
                    <a:pt x="25133" y="153"/>
                  </a:lnTo>
                  <a:lnTo>
                    <a:pt x="21532" y="230"/>
                  </a:lnTo>
                  <a:lnTo>
                    <a:pt x="18141" y="335"/>
                  </a:lnTo>
                  <a:lnTo>
                    <a:pt x="14971" y="441"/>
                  </a:lnTo>
                  <a:lnTo>
                    <a:pt x="13477" y="508"/>
                  </a:lnTo>
                  <a:lnTo>
                    <a:pt x="12050" y="565"/>
                  </a:lnTo>
                  <a:lnTo>
                    <a:pt x="10690" y="632"/>
                  </a:lnTo>
                  <a:lnTo>
                    <a:pt x="9397" y="709"/>
                  </a:lnTo>
                  <a:lnTo>
                    <a:pt x="8171" y="776"/>
                  </a:lnTo>
                  <a:lnTo>
                    <a:pt x="7021" y="853"/>
                  </a:lnTo>
                  <a:lnTo>
                    <a:pt x="5958" y="929"/>
                  </a:lnTo>
                  <a:lnTo>
                    <a:pt x="4962" y="1015"/>
                  </a:lnTo>
                  <a:lnTo>
                    <a:pt x="4052" y="1092"/>
                  </a:lnTo>
                  <a:lnTo>
                    <a:pt x="3228" y="1178"/>
                  </a:lnTo>
                  <a:lnTo>
                    <a:pt x="2491" y="1264"/>
                  </a:lnTo>
                  <a:lnTo>
                    <a:pt x="1849" y="1360"/>
                  </a:lnTo>
                  <a:lnTo>
                    <a:pt x="1294" y="1446"/>
                  </a:lnTo>
                  <a:lnTo>
                    <a:pt x="834" y="1542"/>
                  </a:lnTo>
                  <a:lnTo>
                    <a:pt x="642" y="1590"/>
                  </a:lnTo>
                  <a:lnTo>
                    <a:pt x="470" y="1638"/>
                  </a:lnTo>
                  <a:lnTo>
                    <a:pt x="326" y="1686"/>
                  </a:lnTo>
                  <a:lnTo>
                    <a:pt x="211" y="1734"/>
                  </a:lnTo>
                  <a:lnTo>
                    <a:pt x="115" y="1782"/>
                  </a:lnTo>
                  <a:lnTo>
                    <a:pt x="48" y="1829"/>
                  </a:lnTo>
                  <a:lnTo>
                    <a:pt x="10" y="1887"/>
                  </a:lnTo>
                  <a:lnTo>
                    <a:pt x="0" y="1906"/>
                  </a:lnTo>
                  <a:lnTo>
                    <a:pt x="0" y="1935"/>
                  </a:lnTo>
                  <a:lnTo>
                    <a:pt x="0" y="1954"/>
                  </a:lnTo>
                  <a:lnTo>
                    <a:pt x="10" y="1983"/>
                  </a:lnTo>
                  <a:lnTo>
                    <a:pt x="48" y="2031"/>
                  </a:lnTo>
                  <a:lnTo>
                    <a:pt x="115" y="2079"/>
                  </a:lnTo>
                  <a:lnTo>
                    <a:pt x="211" y="2126"/>
                  </a:lnTo>
                  <a:lnTo>
                    <a:pt x="326" y="2184"/>
                  </a:lnTo>
                  <a:lnTo>
                    <a:pt x="470" y="2232"/>
                  </a:lnTo>
                  <a:lnTo>
                    <a:pt x="642" y="2280"/>
                  </a:lnTo>
                  <a:lnTo>
                    <a:pt x="834" y="2318"/>
                  </a:lnTo>
                  <a:lnTo>
                    <a:pt x="1294" y="2414"/>
                  </a:lnTo>
                  <a:lnTo>
                    <a:pt x="1849" y="2510"/>
                  </a:lnTo>
                  <a:lnTo>
                    <a:pt x="2491" y="2596"/>
                  </a:lnTo>
                  <a:lnTo>
                    <a:pt x="3228" y="2682"/>
                  </a:lnTo>
                  <a:lnTo>
                    <a:pt x="4052" y="2768"/>
                  </a:lnTo>
                  <a:lnTo>
                    <a:pt x="4962" y="2854"/>
                  </a:lnTo>
                  <a:lnTo>
                    <a:pt x="5958" y="2931"/>
                  </a:lnTo>
                  <a:lnTo>
                    <a:pt x="7021" y="3017"/>
                  </a:lnTo>
                  <a:lnTo>
                    <a:pt x="8171" y="3094"/>
                  </a:lnTo>
                  <a:lnTo>
                    <a:pt x="9397" y="3161"/>
                  </a:lnTo>
                  <a:lnTo>
                    <a:pt x="10690" y="3228"/>
                  </a:lnTo>
                  <a:lnTo>
                    <a:pt x="12050" y="3295"/>
                  </a:lnTo>
                  <a:lnTo>
                    <a:pt x="13477" y="3362"/>
                  </a:lnTo>
                  <a:lnTo>
                    <a:pt x="14971" y="3419"/>
                  </a:lnTo>
                  <a:lnTo>
                    <a:pt x="18141" y="3534"/>
                  </a:lnTo>
                  <a:lnTo>
                    <a:pt x="21532" y="3630"/>
                  </a:lnTo>
                  <a:lnTo>
                    <a:pt x="25133" y="3716"/>
                  </a:lnTo>
                  <a:lnTo>
                    <a:pt x="28907" y="3774"/>
                  </a:lnTo>
                  <a:lnTo>
                    <a:pt x="32853" y="3822"/>
                  </a:lnTo>
                  <a:lnTo>
                    <a:pt x="36943" y="3860"/>
                  </a:lnTo>
                  <a:lnTo>
                    <a:pt x="41148" y="3870"/>
                  </a:lnTo>
                  <a:lnTo>
                    <a:pt x="45353" y="3860"/>
                  </a:lnTo>
                  <a:lnTo>
                    <a:pt x="49443" y="3822"/>
                  </a:lnTo>
                  <a:lnTo>
                    <a:pt x="53389" y="3774"/>
                  </a:lnTo>
                  <a:lnTo>
                    <a:pt x="57172" y="3716"/>
                  </a:lnTo>
                  <a:lnTo>
                    <a:pt x="60764" y="3630"/>
                  </a:lnTo>
                  <a:lnTo>
                    <a:pt x="64155" y="3534"/>
                  </a:lnTo>
                  <a:lnTo>
                    <a:pt x="67325" y="3419"/>
                  </a:lnTo>
                  <a:lnTo>
                    <a:pt x="68819" y="3362"/>
                  </a:lnTo>
                  <a:lnTo>
                    <a:pt x="70246" y="3295"/>
                  </a:lnTo>
                  <a:lnTo>
                    <a:pt x="71616" y="3228"/>
                  </a:lnTo>
                  <a:lnTo>
                    <a:pt x="72909" y="3161"/>
                  </a:lnTo>
                  <a:lnTo>
                    <a:pt x="74125" y="3094"/>
                  </a:lnTo>
                  <a:lnTo>
                    <a:pt x="75275" y="3017"/>
                  </a:lnTo>
                  <a:lnTo>
                    <a:pt x="76347" y="2931"/>
                  </a:lnTo>
                  <a:lnTo>
                    <a:pt x="77334" y="2854"/>
                  </a:lnTo>
                  <a:lnTo>
                    <a:pt x="78244" y="2768"/>
                  </a:lnTo>
                  <a:lnTo>
                    <a:pt x="79068" y="2682"/>
                  </a:lnTo>
                  <a:lnTo>
                    <a:pt x="79805" y="2596"/>
                  </a:lnTo>
                  <a:lnTo>
                    <a:pt x="80456" y="2510"/>
                  </a:lnTo>
                  <a:lnTo>
                    <a:pt x="81012" y="2414"/>
                  </a:lnTo>
                  <a:lnTo>
                    <a:pt x="81462" y="2318"/>
                  </a:lnTo>
                  <a:lnTo>
                    <a:pt x="81663" y="2280"/>
                  </a:lnTo>
                  <a:lnTo>
                    <a:pt x="81826" y="2232"/>
                  </a:lnTo>
                  <a:lnTo>
                    <a:pt x="81970" y="2184"/>
                  </a:lnTo>
                  <a:lnTo>
                    <a:pt x="82094" y="2126"/>
                  </a:lnTo>
                  <a:lnTo>
                    <a:pt x="82180" y="2079"/>
                  </a:lnTo>
                  <a:lnTo>
                    <a:pt x="82248" y="2031"/>
                  </a:lnTo>
                  <a:lnTo>
                    <a:pt x="82286" y="1983"/>
                  </a:lnTo>
                  <a:lnTo>
                    <a:pt x="82295" y="1954"/>
                  </a:lnTo>
                  <a:lnTo>
                    <a:pt x="82305" y="1935"/>
                  </a:lnTo>
                  <a:lnTo>
                    <a:pt x="82295" y="1906"/>
                  </a:lnTo>
                  <a:lnTo>
                    <a:pt x="82286" y="1887"/>
                  </a:lnTo>
                  <a:lnTo>
                    <a:pt x="82248" y="1829"/>
                  </a:lnTo>
                  <a:lnTo>
                    <a:pt x="82180" y="1782"/>
                  </a:lnTo>
                  <a:lnTo>
                    <a:pt x="82094" y="1734"/>
                  </a:lnTo>
                  <a:lnTo>
                    <a:pt x="81970" y="1686"/>
                  </a:lnTo>
                  <a:lnTo>
                    <a:pt x="81826" y="1638"/>
                  </a:lnTo>
                  <a:lnTo>
                    <a:pt x="81663" y="1590"/>
                  </a:lnTo>
                  <a:lnTo>
                    <a:pt x="81462" y="1542"/>
                  </a:lnTo>
                  <a:lnTo>
                    <a:pt x="81012" y="1446"/>
                  </a:lnTo>
                  <a:lnTo>
                    <a:pt x="80456" y="1360"/>
                  </a:lnTo>
                  <a:lnTo>
                    <a:pt x="79805" y="1264"/>
                  </a:lnTo>
                  <a:lnTo>
                    <a:pt x="79068" y="1178"/>
                  </a:lnTo>
                  <a:lnTo>
                    <a:pt x="78244" y="1092"/>
                  </a:lnTo>
                  <a:lnTo>
                    <a:pt x="77334" y="1015"/>
                  </a:lnTo>
                  <a:lnTo>
                    <a:pt x="76347" y="929"/>
                  </a:lnTo>
                  <a:lnTo>
                    <a:pt x="75275" y="853"/>
                  </a:lnTo>
                  <a:lnTo>
                    <a:pt x="74125" y="776"/>
                  </a:lnTo>
                  <a:lnTo>
                    <a:pt x="72909" y="709"/>
                  </a:lnTo>
                  <a:lnTo>
                    <a:pt x="71616" y="632"/>
                  </a:lnTo>
                  <a:lnTo>
                    <a:pt x="70246" y="565"/>
                  </a:lnTo>
                  <a:lnTo>
                    <a:pt x="68819" y="508"/>
                  </a:lnTo>
                  <a:lnTo>
                    <a:pt x="67325" y="441"/>
                  </a:lnTo>
                  <a:lnTo>
                    <a:pt x="64155" y="335"/>
                  </a:lnTo>
                  <a:lnTo>
                    <a:pt x="60764" y="230"/>
                  </a:lnTo>
                  <a:lnTo>
                    <a:pt x="57172" y="153"/>
                  </a:lnTo>
                  <a:lnTo>
                    <a:pt x="53389" y="86"/>
                  </a:lnTo>
                  <a:lnTo>
                    <a:pt x="49443" y="38"/>
                  </a:lnTo>
                  <a:lnTo>
                    <a:pt x="45353" y="10"/>
                  </a:lnTo>
                  <a:lnTo>
                    <a:pt x="41148" y="0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6"/>
            <p:cNvSpPr/>
            <p:nvPr/>
          </p:nvSpPr>
          <p:spPr>
            <a:xfrm>
              <a:off x="8191774" y="3231092"/>
              <a:ext cx="378261" cy="86296"/>
            </a:xfrm>
            <a:custGeom>
              <a:avLst/>
              <a:gdLst/>
              <a:ahLst/>
              <a:cxnLst/>
              <a:rect l="l" t="t" r="r" b="b"/>
              <a:pathLst>
                <a:path w="9617" h="2194" extrusionOk="0">
                  <a:moveTo>
                    <a:pt x="4473" y="0"/>
                  </a:moveTo>
                  <a:lnTo>
                    <a:pt x="4186" y="10"/>
                  </a:lnTo>
                  <a:lnTo>
                    <a:pt x="3860" y="29"/>
                  </a:lnTo>
                  <a:lnTo>
                    <a:pt x="3075" y="77"/>
                  </a:lnTo>
                  <a:lnTo>
                    <a:pt x="2223" y="154"/>
                  </a:lnTo>
                  <a:lnTo>
                    <a:pt x="1389" y="240"/>
                  </a:lnTo>
                  <a:lnTo>
                    <a:pt x="680" y="307"/>
                  </a:lnTo>
                  <a:lnTo>
                    <a:pt x="0" y="384"/>
                  </a:lnTo>
                  <a:lnTo>
                    <a:pt x="1657" y="1322"/>
                  </a:lnTo>
                  <a:lnTo>
                    <a:pt x="2184" y="1466"/>
                  </a:lnTo>
                  <a:lnTo>
                    <a:pt x="2730" y="1590"/>
                  </a:lnTo>
                  <a:lnTo>
                    <a:pt x="3305" y="1705"/>
                  </a:lnTo>
                  <a:lnTo>
                    <a:pt x="3899" y="1811"/>
                  </a:lnTo>
                  <a:lnTo>
                    <a:pt x="4502" y="1897"/>
                  </a:lnTo>
                  <a:lnTo>
                    <a:pt x="5096" y="1973"/>
                  </a:lnTo>
                  <a:lnTo>
                    <a:pt x="5690" y="2041"/>
                  </a:lnTo>
                  <a:lnTo>
                    <a:pt x="6264" y="2098"/>
                  </a:lnTo>
                  <a:lnTo>
                    <a:pt x="6820" y="2136"/>
                  </a:lnTo>
                  <a:lnTo>
                    <a:pt x="7337" y="2165"/>
                  </a:lnTo>
                  <a:lnTo>
                    <a:pt x="7826" y="2184"/>
                  </a:lnTo>
                  <a:lnTo>
                    <a:pt x="8266" y="2194"/>
                  </a:lnTo>
                  <a:lnTo>
                    <a:pt x="8649" y="2184"/>
                  </a:lnTo>
                  <a:lnTo>
                    <a:pt x="8975" y="2165"/>
                  </a:lnTo>
                  <a:lnTo>
                    <a:pt x="9234" y="2127"/>
                  </a:lnTo>
                  <a:lnTo>
                    <a:pt x="9339" y="2108"/>
                  </a:lnTo>
                  <a:lnTo>
                    <a:pt x="9416" y="2088"/>
                  </a:lnTo>
                  <a:lnTo>
                    <a:pt x="9483" y="2060"/>
                  </a:lnTo>
                  <a:lnTo>
                    <a:pt x="9531" y="2031"/>
                  </a:lnTo>
                  <a:lnTo>
                    <a:pt x="9569" y="2002"/>
                  </a:lnTo>
                  <a:lnTo>
                    <a:pt x="9598" y="1983"/>
                  </a:lnTo>
                  <a:lnTo>
                    <a:pt x="9617" y="1954"/>
                  </a:lnTo>
                  <a:lnTo>
                    <a:pt x="9617" y="1926"/>
                  </a:lnTo>
                  <a:lnTo>
                    <a:pt x="9617" y="1897"/>
                  </a:lnTo>
                  <a:lnTo>
                    <a:pt x="9598" y="1868"/>
                  </a:lnTo>
                  <a:lnTo>
                    <a:pt x="9578" y="1839"/>
                  </a:lnTo>
                  <a:lnTo>
                    <a:pt x="9540" y="1811"/>
                  </a:lnTo>
                  <a:lnTo>
                    <a:pt x="9464" y="1753"/>
                  </a:lnTo>
                  <a:lnTo>
                    <a:pt x="9349" y="1696"/>
                  </a:lnTo>
                  <a:lnTo>
                    <a:pt x="9224" y="1638"/>
                  </a:lnTo>
                  <a:lnTo>
                    <a:pt x="8927" y="1523"/>
                  </a:lnTo>
                  <a:lnTo>
                    <a:pt x="8611" y="1408"/>
                  </a:lnTo>
                  <a:lnTo>
                    <a:pt x="8314" y="1313"/>
                  </a:lnTo>
                  <a:lnTo>
                    <a:pt x="8190" y="1255"/>
                  </a:lnTo>
                  <a:lnTo>
                    <a:pt x="8084" y="1217"/>
                  </a:lnTo>
                  <a:lnTo>
                    <a:pt x="7605" y="997"/>
                  </a:lnTo>
                  <a:lnTo>
                    <a:pt x="7107" y="786"/>
                  </a:lnTo>
                  <a:lnTo>
                    <a:pt x="6628" y="604"/>
                  </a:lnTo>
                  <a:lnTo>
                    <a:pt x="6169" y="431"/>
                  </a:lnTo>
                  <a:lnTo>
                    <a:pt x="5747" y="288"/>
                  </a:lnTo>
                  <a:lnTo>
                    <a:pt x="5364" y="173"/>
                  </a:lnTo>
                  <a:lnTo>
                    <a:pt x="5058" y="77"/>
                  </a:lnTo>
                  <a:lnTo>
                    <a:pt x="4828" y="20"/>
                  </a:lnTo>
                  <a:lnTo>
                    <a:pt x="4761" y="10"/>
                  </a:lnTo>
                  <a:lnTo>
                    <a:pt x="4684" y="0"/>
                  </a:lnTo>
                  <a:close/>
                </a:path>
              </a:pathLst>
            </a:custGeom>
            <a:solidFill>
              <a:srgbClr val="EDC1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6"/>
            <p:cNvSpPr/>
            <p:nvPr/>
          </p:nvSpPr>
          <p:spPr>
            <a:xfrm>
              <a:off x="8252423" y="3224681"/>
              <a:ext cx="342114" cy="102500"/>
            </a:xfrm>
            <a:custGeom>
              <a:avLst/>
              <a:gdLst/>
              <a:ahLst/>
              <a:cxnLst/>
              <a:rect l="l" t="t" r="r" b="b"/>
              <a:pathLst>
                <a:path w="8698" h="2606" extrusionOk="0">
                  <a:moveTo>
                    <a:pt x="2998" y="1"/>
                  </a:moveTo>
                  <a:lnTo>
                    <a:pt x="2797" y="10"/>
                  </a:lnTo>
                  <a:lnTo>
                    <a:pt x="2558" y="20"/>
                  </a:lnTo>
                  <a:lnTo>
                    <a:pt x="2021" y="68"/>
                  </a:lnTo>
                  <a:lnTo>
                    <a:pt x="1456" y="144"/>
                  </a:lnTo>
                  <a:lnTo>
                    <a:pt x="901" y="211"/>
                  </a:lnTo>
                  <a:lnTo>
                    <a:pt x="441" y="278"/>
                  </a:lnTo>
                  <a:lnTo>
                    <a:pt x="0" y="345"/>
                  </a:lnTo>
                  <a:lnTo>
                    <a:pt x="0" y="403"/>
                  </a:lnTo>
                  <a:lnTo>
                    <a:pt x="249" y="432"/>
                  </a:lnTo>
                  <a:lnTo>
                    <a:pt x="489" y="479"/>
                  </a:lnTo>
                  <a:lnTo>
                    <a:pt x="728" y="527"/>
                  </a:lnTo>
                  <a:lnTo>
                    <a:pt x="949" y="594"/>
                  </a:lnTo>
                  <a:lnTo>
                    <a:pt x="1169" y="661"/>
                  </a:lnTo>
                  <a:lnTo>
                    <a:pt x="1380" y="748"/>
                  </a:lnTo>
                  <a:lnTo>
                    <a:pt x="1571" y="843"/>
                  </a:lnTo>
                  <a:lnTo>
                    <a:pt x="1763" y="949"/>
                  </a:lnTo>
                  <a:lnTo>
                    <a:pt x="1945" y="1064"/>
                  </a:lnTo>
                  <a:lnTo>
                    <a:pt x="2117" y="1188"/>
                  </a:lnTo>
                  <a:lnTo>
                    <a:pt x="2270" y="1322"/>
                  </a:lnTo>
                  <a:lnTo>
                    <a:pt x="2424" y="1476"/>
                  </a:lnTo>
                  <a:lnTo>
                    <a:pt x="2558" y="1638"/>
                  </a:lnTo>
                  <a:lnTo>
                    <a:pt x="2692" y="1811"/>
                  </a:lnTo>
                  <a:lnTo>
                    <a:pt x="2807" y="2002"/>
                  </a:lnTo>
                  <a:lnTo>
                    <a:pt x="2912" y="2204"/>
                  </a:lnTo>
                  <a:lnTo>
                    <a:pt x="4205" y="2347"/>
                  </a:lnTo>
                  <a:lnTo>
                    <a:pt x="4770" y="2414"/>
                  </a:lnTo>
                  <a:lnTo>
                    <a:pt x="5335" y="2472"/>
                  </a:lnTo>
                  <a:lnTo>
                    <a:pt x="5747" y="2500"/>
                  </a:lnTo>
                  <a:lnTo>
                    <a:pt x="6207" y="2539"/>
                  </a:lnTo>
                  <a:lnTo>
                    <a:pt x="6686" y="2568"/>
                  </a:lnTo>
                  <a:lnTo>
                    <a:pt x="7155" y="2587"/>
                  </a:lnTo>
                  <a:lnTo>
                    <a:pt x="7586" y="2606"/>
                  </a:lnTo>
                  <a:lnTo>
                    <a:pt x="7950" y="2606"/>
                  </a:lnTo>
                  <a:lnTo>
                    <a:pt x="8218" y="2596"/>
                  </a:lnTo>
                  <a:lnTo>
                    <a:pt x="8314" y="2587"/>
                  </a:lnTo>
                  <a:lnTo>
                    <a:pt x="8381" y="2577"/>
                  </a:lnTo>
                  <a:lnTo>
                    <a:pt x="8506" y="2520"/>
                  </a:lnTo>
                  <a:lnTo>
                    <a:pt x="8602" y="2462"/>
                  </a:lnTo>
                  <a:lnTo>
                    <a:pt x="8640" y="2433"/>
                  </a:lnTo>
                  <a:lnTo>
                    <a:pt x="8659" y="2395"/>
                  </a:lnTo>
                  <a:lnTo>
                    <a:pt x="8678" y="2366"/>
                  </a:lnTo>
                  <a:lnTo>
                    <a:pt x="8697" y="2328"/>
                  </a:lnTo>
                  <a:lnTo>
                    <a:pt x="8697" y="2290"/>
                  </a:lnTo>
                  <a:lnTo>
                    <a:pt x="8697" y="2251"/>
                  </a:lnTo>
                  <a:lnTo>
                    <a:pt x="8678" y="2213"/>
                  </a:lnTo>
                  <a:lnTo>
                    <a:pt x="8659" y="2175"/>
                  </a:lnTo>
                  <a:lnTo>
                    <a:pt x="8592" y="2089"/>
                  </a:lnTo>
                  <a:lnTo>
                    <a:pt x="8496" y="1993"/>
                  </a:lnTo>
                  <a:lnTo>
                    <a:pt x="8362" y="1897"/>
                  </a:lnTo>
                  <a:lnTo>
                    <a:pt x="8199" y="1792"/>
                  </a:lnTo>
                  <a:lnTo>
                    <a:pt x="8008" y="1677"/>
                  </a:lnTo>
                  <a:lnTo>
                    <a:pt x="7778" y="1562"/>
                  </a:lnTo>
                  <a:lnTo>
                    <a:pt x="7519" y="1437"/>
                  </a:lnTo>
                  <a:lnTo>
                    <a:pt x="7232" y="1303"/>
                  </a:lnTo>
                  <a:lnTo>
                    <a:pt x="6906" y="1169"/>
                  </a:lnTo>
                  <a:lnTo>
                    <a:pt x="6542" y="1016"/>
                  </a:lnTo>
                  <a:lnTo>
                    <a:pt x="6063" y="834"/>
                  </a:lnTo>
                  <a:lnTo>
                    <a:pt x="5565" y="671"/>
                  </a:lnTo>
                  <a:lnTo>
                    <a:pt x="5086" y="518"/>
                  </a:lnTo>
                  <a:lnTo>
                    <a:pt x="4627" y="374"/>
                  </a:lnTo>
                  <a:lnTo>
                    <a:pt x="4205" y="259"/>
                  </a:lnTo>
                  <a:lnTo>
                    <a:pt x="3832" y="154"/>
                  </a:lnTo>
                  <a:lnTo>
                    <a:pt x="3286" y="20"/>
                  </a:lnTo>
                  <a:lnTo>
                    <a:pt x="3171" y="10"/>
                  </a:lnTo>
                  <a:lnTo>
                    <a:pt x="29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6"/>
            <p:cNvSpPr/>
            <p:nvPr/>
          </p:nvSpPr>
          <p:spPr>
            <a:xfrm>
              <a:off x="7744222" y="3452213"/>
              <a:ext cx="62185" cy="898944"/>
            </a:xfrm>
            <a:custGeom>
              <a:avLst/>
              <a:gdLst/>
              <a:ahLst/>
              <a:cxnLst/>
              <a:rect l="l" t="t" r="r" b="b"/>
              <a:pathLst>
                <a:path w="1581" h="22855" extrusionOk="0">
                  <a:moveTo>
                    <a:pt x="1" y="1"/>
                  </a:moveTo>
                  <a:lnTo>
                    <a:pt x="1" y="22854"/>
                  </a:lnTo>
                  <a:lnTo>
                    <a:pt x="1581" y="22854"/>
                  </a:lnTo>
                  <a:lnTo>
                    <a:pt x="1581" y="1"/>
                  </a:lnTo>
                  <a:close/>
                </a:path>
              </a:pathLst>
            </a:custGeom>
            <a:solidFill>
              <a:srgbClr val="959D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6"/>
            <p:cNvSpPr/>
            <p:nvPr/>
          </p:nvSpPr>
          <p:spPr>
            <a:xfrm>
              <a:off x="7478656" y="4279862"/>
              <a:ext cx="592977" cy="160162"/>
            </a:xfrm>
            <a:custGeom>
              <a:avLst/>
              <a:gdLst/>
              <a:ahLst/>
              <a:cxnLst/>
              <a:rect l="l" t="t" r="r" b="b"/>
              <a:pathLst>
                <a:path w="15076" h="4072" extrusionOk="0">
                  <a:moveTo>
                    <a:pt x="4071" y="1"/>
                  </a:moveTo>
                  <a:lnTo>
                    <a:pt x="3860" y="10"/>
                  </a:lnTo>
                  <a:lnTo>
                    <a:pt x="3659" y="30"/>
                  </a:lnTo>
                  <a:lnTo>
                    <a:pt x="3458" y="49"/>
                  </a:lnTo>
                  <a:lnTo>
                    <a:pt x="3257" y="87"/>
                  </a:lnTo>
                  <a:lnTo>
                    <a:pt x="3055" y="135"/>
                  </a:lnTo>
                  <a:lnTo>
                    <a:pt x="2864" y="192"/>
                  </a:lnTo>
                  <a:lnTo>
                    <a:pt x="2672" y="250"/>
                  </a:lnTo>
                  <a:lnTo>
                    <a:pt x="2490" y="327"/>
                  </a:lnTo>
                  <a:lnTo>
                    <a:pt x="2308" y="403"/>
                  </a:lnTo>
                  <a:lnTo>
                    <a:pt x="2136" y="499"/>
                  </a:lnTo>
                  <a:lnTo>
                    <a:pt x="1964" y="595"/>
                  </a:lnTo>
                  <a:lnTo>
                    <a:pt x="1801" y="700"/>
                  </a:lnTo>
                  <a:lnTo>
                    <a:pt x="1638" y="815"/>
                  </a:lnTo>
                  <a:lnTo>
                    <a:pt x="1485" y="940"/>
                  </a:lnTo>
                  <a:lnTo>
                    <a:pt x="1341" y="1064"/>
                  </a:lnTo>
                  <a:lnTo>
                    <a:pt x="1197" y="1198"/>
                  </a:lnTo>
                  <a:lnTo>
                    <a:pt x="1063" y="1342"/>
                  </a:lnTo>
                  <a:lnTo>
                    <a:pt x="929" y="1485"/>
                  </a:lnTo>
                  <a:lnTo>
                    <a:pt x="814" y="1639"/>
                  </a:lnTo>
                  <a:lnTo>
                    <a:pt x="699" y="1802"/>
                  </a:lnTo>
                  <a:lnTo>
                    <a:pt x="594" y="1964"/>
                  </a:lnTo>
                  <a:lnTo>
                    <a:pt x="498" y="2137"/>
                  </a:lnTo>
                  <a:lnTo>
                    <a:pt x="402" y="2309"/>
                  </a:lnTo>
                  <a:lnTo>
                    <a:pt x="326" y="2491"/>
                  </a:lnTo>
                  <a:lnTo>
                    <a:pt x="249" y="2673"/>
                  </a:lnTo>
                  <a:lnTo>
                    <a:pt x="182" y="2865"/>
                  </a:lnTo>
                  <a:lnTo>
                    <a:pt x="134" y="3056"/>
                  </a:lnTo>
                  <a:lnTo>
                    <a:pt x="86" y="3257"/>
                  </a:lnTo>
                  <a:lnTo>
                    <a:pt x="48" y="3459"/>
                  </a:lnTo>
                  <a:lnTo>
                    <a:pt x="29" y="3660"/>
                  </a:lnTo>
                  <a:lnTo>
                    <a:pt x="10" y="3861"/>
                  </a:lnTo>
                  <a:lnTo>
                    <a:pt x="0" y="4072"/>
                  </a:lnTo>
                  <a:lnTo>
                    <a:pt x="1293" y="4072"/>
                  </a:lnTo>
                  <a:lnTo>
                    <a:pt x="1303" y="3928"/>
                  </a:lnTo>
                  <a:lnTo>
                    <a:pt x="1312" y="3794"/>
                  </a:lnTo>
                  <a:lnTo>
                    <a:pt x="1331" y="3650"/>
                  </a:lnTo>
                  <a:lnTo>
                    <a:pt x="1351" y="3516"/>
                  </a:lnTo>
                  <a:lnTo>
                    <a:pt x="1389" y="3382"/>
                  </a:lnTo>
                  <a:lnTo>
                    <a:pt x="1427" y="3248"/>
                  </a:lnTo>
                  <a:lnTo>
                    <a:pt x="1466" y="3123"/>
                  </a:lnTo>
                  <a:lnTo>
                    <a:pt x="1513" y="2999"/>
                  </a:lnTo>
                  <a:lnTo>
                    <a:pt x="1571" y="2874"/>
                  </a:lnTo>
                  <a:lnTo>
                    <a:pt x="1628" y="2750"/>
                  </a:lnTo>
                  <a:lnTo>
                    <a:pt x="1695" y="2635"/>
                  </a:lnTo>
                  <a:lnTo>
                    <a:pt x="1772" y="2520"/>
                  </a:lnTo>
                  <a:lnTo>
                    <a:pt x="1849" y="2415"/>
                  </a:lnTo>
                  <a:lnTo>
                    <a:pt x="1935" y="2309"/>
                  </a:lnTo>
                  <a:lnTo>
                    <a:pt x="2021" y="2213"/>
                  </a:lnTo>
                  <a:lnTo>
                    <a:pt x="2107" y="2108"/>
                  </a:lnTo>
                  <a:lnTo>
                    <a:pt x="2203" y="2022"/>
                  </a:lnTo>
                  <a:lnTo>
                    <a:pt x="2308" y="1936"/>
                  </a:lnTo>
                  <a:lnTo>
                    <a:pt x="2414" y="1849"/>
                  </a:lnTo>
                  <a:lnTo>
                    <a:pt x="2519" y="1773"/>
                  </a:lnTo>
                  <a:lnTo>
                    <a:pt x="2634" y="1706"/>
                  </a:lnTo>
                  <a:lnTo>
                    <a:pt x="2749" y="1639"/>
                  </a:lnTo>
                  <a:lnTo>
                    <a:pt x="2873" y="1572"/>
                  </a:lnTo>
                  <a:lnTo>
                    <a:pt x="2998" y="1514"/>
                  </a:lnTo>
                  <a:lnTo>
                    <a:pt x="3123" y="1466"/>
                  </a:lnTo>
                  <a:lnTo>
                    <a:pt x="3247" y="1428"/>
                  </a:lnTo>
                  <a:lnTo>
                    <a:pt x="3381" y="1390"/>
                  </a:lnTo>
                  <a:lnTo>
                    <a:pt x="3515" y="1351"/>
                  </a:lnTo>
                  <a:lnTo>
                    <a:pt x="3649" y="1332"/>
                  </a:lnTo>
                  <a:lnTo>
                    <a:pt x="3793" y="1313"/>
                  </a:lnTo>
                  <a:lnTo>
                    <a:pt x="3927" y="1304"/>
                  </a:lnTo>
                  <a:lnTo>
                    <a:pt x="11149" y="1304"/>
                  </a:lnTo>
                  <a:lnTo>
                    <a:pt x="11293" y="1313"/>
                  </a:lnTo>
                  <a:lnTo>
                    <a:pt x="11427" y="1332"/>
                  </a:lnTo>
                  <a:lnTo>
                    <a:pt x="11570" y="1351"/>
                  </a:lnTo>
                  <a:lnTo>
                    <a:pt x="11704" y="1390"/>
                  </a:lnTo>
                  <a:lnTo>
                    <a:pt x="11829" y="1428"/>
                  </a:lnTo>
                  <a:lnTo>
                    <a:pt x="11963" y="1466"/>
                  </a:lnTo>
                  <a:lnTo>
                    <a:pt x="12088" y="1514"/>
                  </a:lnTo>
                  <a:lnTo>
                    <a:pt x="12212" y="1572"/>
                  </a:lnTo>
                  <a:lnTo>
                    <a:pt x="12327" y="1639"/>
                  </a:lnTo>
                  <a:lnTo>
                    <a:pt x="12442" y="1706"/>
                  </a:lnTo>
                  <a:lnTo>
                    <a:pt x="12557" y="1773"/>
                  </a:lnTo>
                  <a:lnTo>
                    <a:pt x="12662" y="1849"/>
                  </a:lnTo>
                  <a:lnTo>
                    <a:pt x="12768" y="1936"/>
                  </a:lnTo>
                  <a:lnTo>
                    <a:pt x="12873" y="2022"/>
                  </a:lnTo>
                  <a:lnTo>
                    <a:pt x="12969" y="2108"/>
                  </a:lnTo>
                  <a:lnTo>
                    <a:pt x="13065" y="2213"/>
                  </a:lnTo>
                  <a:lnTo>
                    <a:pt x="13151" y="2309"/>
                  </a:lnTo>
                  <a:lnTo>
                    <a:pt x="13227" y="2415"/>
                  </a:lnTo>
                  <a:lnTo>
                    <a:pt x="13304" y="2520"/>
                  </a:lnTo>
                  <a:lnTo>
                    <a:pt x="13381" y="2635"/>
                  </a:lnTo>
                  <a:lnTo>
                    <a:pt x="13448" y="2750"/>
                  </a:lnTo>
                  <a:lnTo>
                    <a:pt x="13505" y="2874"/>
                  </a:lnTo>
                  <a:lnTo>
                    <a:pt x="13563" y="2999"/>
                  </a:lnTo>
                  <a:lnTo>
                    <a:pt x="13611" y="3123"/>
                  </a:lnTo>
                  <a:lnTo>
                    <a:pt x="13658" y="3248"/>
                  </a:lnTo>
                  <a:lnTo>
                    <a:pt x="13697" y="3382"/>
                  </a:lnTo>
                  <a:lnTo>
                    <a:pt x="13725" y="3516"/>
                  </a:lnTo>
                  <a:lnTo>
                    <a:pt x="13754" y="3650"/>
                  </a:lnTo>
                  <a:lnTo>
                    <a:pt x="13764" y="3794"/>
                  </a:lnTo>
                  <a:lnTo>
                    <a:pt x="13783" y="3928"/>
                  </a:lnTo>
                  <a:lnTo>
                    <a:pt x="13783" y="4072"/>
                  </a:lnTo>
                  <a:lnTo>
                    <a:pt x="15076" y="4072"/>
                  </a:lnTo>
                  <a:lnTo>
                    <a:pt x="15076" y="3861"/>
                  </a:lnTo>
                  <a:lnTo>
                    <a:pt x="15057" y="3660"/>
                  </a:lnTo>
                  <a:lnTo>
                    <a:pt x="15028" y="3459"/>
                  </a:lnTo>
                  <a:lnTo>
                    <a:pt x="14990" y="3257"/>
                  </a:lnTo>
                  <a:lnTo>
                    <a:pt x="14951" y="3056"/>
                  </a:lnTo>
                  <a:lnTo>
                    <a:pt x="14894" y="2865"/>
                  </a:lnTo>
                  <a:lnTo>
                    <a:pt x="14827" y="2673"/>
                  </a:lnTo>
                  <a:lnTo>
                    <a:pt x="14760" y="2491"/>
                  </a:lnTo>
                  <a:lnTo>
                    <a:pt x="14674" y="2309"/>
                  </a:lnTo>
                  <a:lnTo>
                    <a:pt x="14588" y="2137"/>
                  </a:lnTo>
                  <a:lnTo>
                    <a:pt x="14492" y="1964"/>
                  </a:lnTo>
                  <a:lnTo>
                    <a:pt x="14377" y="1802"/>
                  </a:lnTo>
                  <a:lnTo>
                    <a:pt x="14271" y="1639"/>
                  </a:lnTo>
                  <a:lnTo>
                    <a:pt x="14147" y="1485"/>
                  </a:lnTo>
                  <a:lnTo>
                    <a:pt x="14022" y="1342"/>
                  </a:lnTo>
                  <a:lnTo>
                    <a:pt x="13888" y="1198"/>
                  </a:lnTo>
                  <a:lnTo>
                    <a:pt x="13745" y="1064"/>
                  </a:lnTo>
                  <a:lnTo>
                    <a:pt x="13591" y="940"/>
                  </a:lnTo>
                  <a:lnTo>
                    <a:pt x="13438" y="815"/>
                  </a:lnTo>
                  <a:lnTo>
                    <a:pt x="13285" y="700"/>
                  </a:lnTo>
                  <a:lnTo>
                    <a:pt x="13112" y="595"/>
                  </a:lnTo>
                  <a:lnTo>
                    <a:pt x="12950" y="499"/>
                  </a:lnTo>
                  <a:lnTo>
                    <a:pt x="12768" y="403"/>
                  </a:lnTo>
                  <a:lnTo>
                    <a:pt x="12586" y="327"/>
                  </a:lnTo>
                  <a:lnTo>
                    <a:pt x="12404" y="250"/>
                  </a:lnTo>
                  <a:lnTo>
                    <a:pt x="12212" y="192"/>
                  </a:lnTo>
                  <a:lnTo>
                    <a:pt x="12021" y="135"/>
                  </a:lnTo>
                  <a:lnTo>
                    <a:pt x="11829" y="87"/>
                  </a:lnTo>
                  <a:lnTo>
                    <a:pt x="11628" y="49"/>
                  </a:lnTo>
                  <a:lnTo>
                    <a:pt x="11427" y="30"/>
                  </a:lnTo>
                  <a:lnTo>
                    <a:pt x="11216" y="10"/>
                  </a:lnTo>
                  <a:lnTo>
                    <a:pt x="110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6"/>
            <p:cNvSpPr/>
            <p:nvPr/>
          </p:nvSpPr>
          <p:spPr>
            <a:xfrm>
              <a:off x="7708076" y="3426608"/>
              <a:ext cx="134517" cy="208738"/>
            </a:xfrm>
            <a:custGeom>
              <a:avLst/>
              <a:gdLst/>
              <a:ahLst/>
              <a:cxnLst/>
              <a:rect l="l" t="t" r="r" b="b"/>
              <a:pathLst>
                <a:path w="3420" h="5307" extrusionOk="0">
                  <a:moveTo>
                    <a:pt x="0" y="0"/>
                  </a:moveTo>
                  <a:lnTo>
                    <a:pt x="642" y="5307"/>
                  </a:lnTo>
                  <a:lnTo>
                    <a:pt x="2768" y="5307"/>
                  </a:lnTo>
                  <a:lnTo>
                    <a:pt x="34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6"/>
            <p:cNvSpPr/>
            <p:nvPr/>
          </p:nvSpPr>
          <p:spPr>
            <a:xfrm>
              <a:off x="7343002" y="3414179"/>
              <a:ext cx="864646" cy="71624"/>
            </a:xfrm>
            <a:custGeom>
              <a:avLst/>
              <a:gdLst/>
              <a:ahLst/>
              <a:cxnLst/>
              <a:rect l="l" t="t" r="r" b="b"/>
              <a:pathLst>
                <a:path w="21983" h="1821" extrusionOk="0">
                  <a:moveTo>
                    <a:pt x="1" y="0"/>
                  </a:moveTo>
                  <a:lnTo>
                    <a:pt x="1" y="1820"/>
                  </a:lnTo>
                  <a:lnTo>
                    <a:pt x="21983" y="1820"/>
                  </a:lnTo>
                  <a:lnTo>
                    <a:pt x="219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6"/>
            <p:cNvSpPr/>
            <p:nvPr/>
          </p:nvSpPr>
          <p:spPr>
            <a:xfrm>
              <a:off x="7311733" y="3305310"/>
              <a:ext cx="926831" cy="137152"/>
            </a:xfrm>
            <a:custGeom>
              <a:avLst/>
              <a:gdLst/>
              <a:ahLst/>
              <a:cxnLst/>
              <a:rect l="l" t="t" r="r" b="b"/>
              <a:pathLst>
                <a:path w="23564" h="3487" extrusionOk="0">
                  <a:moveTo>
                    <a:pt x="3181" y="0"/>
                  </a:moveTo>
                  <a:lnTo>
                    <a:pt x="3008" y="19"/>
                  </a:lnTo>
                  <a:lnTo>
                    <a:pt x="2846" y="39"/>
                  </a:lnTo>
                  <a:lnTo>
                    <a:pt x="2683" y="67"/>
                  </a:lnTo>
                  <a:lnTo>
                    <a:pt x="2520" y="106"/>
                  </a:lnTo>
                  <a:lnTo>
                    <a:pt x="2357" y="154"/>
                  </a:lnTo>
                  <a:lnTo>
                    <a:pt x="2204" y="201"/>
                  </a:lnTo>
                  <a:lnTo>
                    <a:pt x="2051" y="259"/>
                  </a:lnTo>
                  <a:lnTo>
                    <a:pt x="1897" y="326"/>
                  </a:lnTo>
                  <a:lnTo>
                    <a:pt x="1754" y="403"/>
                  </a:lnTo>
                  <a:lnTo>
                    <a:pt x="1620" y="489"/>
                  </a:lnTo>
                  <a:lnTo>
                    <a:pt x="1476" y="575"/>
                  </a:lnTo>
                  <a:lnTo>
                    <a:pt x="1351" y="661"/>
                  </a:lnTo>
                  <a:lnTo>
                    <a:pt x="1227" y="767"/>
                  </a:lnTo>
                  <a:lnTo>
                    <a:pt x="1102" y="872"/>
                  </a:lnTo>
                  <a:lnTo>
                    <a:pt x="988" y="977"/>
                  </a:lnTo>
                  <a:lnTo>
                    <a:pt x="873" y="1092"/>
                  </a:lnTo>
                  <a:lnTo>
                    <a:pt x="767" y="1217"/>
                  </a:lnTo>
                  <a:lnTo>
                    <a:pt x="671" y="1341"/>
                  </a:lnTo>
                  <a:lnTo>
                    <a:pt x="576" y="1475"/>
                  </a:lnTo>
                  <a:lnTo>
                    <a:pt x="489" y="1609"/>
                  </a:lnTo>
                  <a:lnTo>
                    <a:pt x="403" y="1753"/>
                  </a:lnTo>
                  <a:lnTo>
                    <a:pt x="336" y="1897"/>
                  </a:lnTo>
                  <a:lnTo>
                    <a:pt x="269" y="2050"/>
                  </a:lnTo>
                  <a:lnTo>
                    <a:pt x="202" y="2194"/>
                  </a:lnTo>
                  <a:lnTo>
                    <a:pt x="154" y="2357"/>
                  </a:lnTo>
                  <a:lnTo>
                    <a:pt x="106" y="2510"/>
                  </a:lnTo>
                  <a:lnTo>
                    <a:pt x="68" y="2673"/>
                  </a:lnTo>
                  <a:lnTo>
                    <a:pt x="39" y="2835"/>
                  </a:lnTo>
                  <a:lnTo>
                    <a:pt x="20" y="3008"/>
                  </a:lnTo>
                  <a:lnTo>
                    <a:pt x="11" y="3180"/>
                  </a:lnTo>
                  <a:lnTo>
                    <a:pt x="1" y="3353"/>
                  </a:lnTo>
                  <a:lnTo>
                    <a:pt x="1" y="3487"/>
                  </a:lnTo>
                  <a:lnTo>
                    <a:pt x="23563" y="3487"/>
                  </a:lnTo>
                  <a:lnTo>
                    <a:pt x="23563" y="3353"/>
                  </a:lnTo>
                  <a:lnTo>
                    <a:pt x="23563" y="3180"/>
                  </a:lnTo>
                  <a:lnTo>
                    <a:pt x="23544" y="3008"/>
                  </a:lnTo>
                  <a:lnTo>
                    <a:pt x="23525" y="2835"/>
                  </a:lnTo>
                  <a:lnTo>
                    <a:pt x="23496" y="2673"/>
                  </a:lnTo>
                  <a:lnTo>
                    <a:pt x="23458" y="2510"/>
                  </a:lnTo>
                  <a:lnTo>
                    <a:pt x="23419" y="2357"/>
                  </a:lnTo>
                  <a:lnTo>
                    <a:pt x="23362" y="2194"/>
                  </a:lnTo>
                  <a:lnTo>
                    <a:pt x="23304" y="2050"/>
                  </a:lnTo>
                  <a:lnTo>
                    <a:pt x="23237" y="1897"/>
                  </a:lnTo>
                  <a:lnTo>
                    <a:pt x="23161" y="1753"/>
                  </a:lnTo>
                  <a:lnTo>
                    <a:pt x="23084" y="1609"/>
                  </a:lnTo>
                  <a:lnTo>
                    <a:pt x="22998" y="1475"/>
                  </a:lnTo>
                  <a:lnTo>
                    <a:pt x="22902" y="1341"/>
                  </a:lnTo>
                  <a:lnTo>
                    <a:pt x="22797" y="1217"/>
                  </a:lnTo>
                  <a:lnTo>
                    <a:pt x="22691" y="1092"/>
                  </a:lnTo>
                  <a:lnTo>
                    <a:pt x="22586" y="977"/>
                  </a:lnTo>
                  <a:lnTo>
                    <a:pt x="22471" y="872"/>
                  </a:lnTo>
                  <a:lnTo>
                    <a:pt x="22347" y="767"/>
                  </a:lnTo>
                  <a:lnTo>
                    <a:pt x="22222" y="661"/>
                  </a:lnTo>
                  <a:lnTo>
                    <a:pt x="22088" y="575"/>
                  </a:lnTo>
                  <a:lnTo>
                    <a:pt x="21954" y="489"/>
                  </a:lnTo>
                  <a:lnTo>
                    <a:pt x="21810" y="403"/>
                  </a:lnTo>
                  <a:lnTo>
                    <a:pt x="21667" y="326"/>
                  </a:lnTo>
                  <a:lnTo>
                    <a:pt x="21523" y="259"/>
                  </a:lnTo>
                  <a:lnTo>
                    <a:pt x="21370" y="201"/>
                  </a:lnTo>
                  <a:lnTo>
                    <a:pt x="21207" y="154"/>
                  </a:lnTo>
                  <a:lnTo>
                    <a:pt x="21054" y="106"/>
                  </a:lnTo>
                  <a:lnTo>
                    <a:pt x="20891" y="67"/>
                  </a:lnTo>
                  <a:lnTo>
                    <a:pt x="20728" y="39"/>
                  </a:lnTo>
                  <a:lnTo>
                    <a:pt x="20556" y="19"/>
                  </a:lnTo>
                  <a:lnTo>
                    <a:pt x="203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6"/>
            <p:cNvSpPr/>
            <p:nvPr/>
          </p:nvSpPr>
          <p:spPr>
            <a:xfrm>
              <a:off x="7532147" y="1433376"/>
              <a:ext cx="1154684" cy="1453100"/>
            </a:xfrm>
            <a:custGeom>
              <a:avLst/>
              <a:gdLst/>
              <a:ahLst/>
              <a:cxnLst/>
              <a:rect l="l" t="t" r="r" b="b"/>
              <a:pathLst>
                <a:path w="29357" h="36944" extrusionOk="0">
                  <a:moveTo>
                    <a:pt x="4818" y="1"/>
                  </a:moveTo>
                  <a:lnTo>
                    <a:pt x="3276" y="6399"/>
                  </a:lnTo>
                  <a:lnTo>
                    <a:pt x="3391" y="6351"/>
                  </a:lnTo>
                  <a:lnTo>
                    <a:pt x="3707" y="6236"/>
                  </a:lnTo>
                  <a:lnTo>
                    <a:pt x="3927" y="6159"/>
                  </a:lnTo>
                  <a:lnTo>
                    <a:pt x="4176" y="6083"/>
                  </a:lnTo>
                  <a:lnTo>
                    <a:pt x="4454" y="6006"/>
                  </a:lnTo>
                  <a:lnTo>
                    <a:pt x="4751" y="5929"/>
                  </a:lnTo>
                  <a:lnTo>
                    <a:pt x="5048" y="5862"/>
                  </a:lnTo>
                  <a:lnTo>
                    <a:pt x="5364" y="5815"/>
                  </a:lnTo>
                  <a:lnTo>
                    <a:pt x="5670" y="5776"/>
                  </a:lnTo>
                  <a:lnTo>
                    <a:pt x="5824" y="5767"/>
                  </a:lnTo>
                  <a:lnTo>
                    <a:pt x="6111" y="5767"/>
                  </a:lnTo>
                  <a:lnTo>
                    <a:pt x="6255" y="5776"/>
                  </a:lnTo>
                  <a:lnTo>
                    <a:pt x="6389" y="5795"/>
                  </a:lnTo>
                  <a:lnTo>
                    <a:pt x="6523" y="5824"/>
                  </a:lnTo>
                  <a:lnTo>
                    <a:pt x="6647" y="5853"/>
                  </a:lnTo>
                  <a:lnTo>
                    <a:pt x="6762" y="5901"/>
                  </a:lnTo>
                  <a:lnTo>
                    <a:pt x="6868" y="5958"/>
                  </a:lnTo>
                  <a:lnTo>
                    <a:pt x="6963" y="6016"/>
                  </a:lnTo>
                  <a:lnTo>
                    <a:pt x="7059" y="6092"/>
                  </a:lnTo>
                  <a:lnTo>
                    <a:pt x="7145" y="6169"/>
                  </a:lnTo>
                  <a:lnTo>
                    <a:pt x="7318" y="6341"/>
                  </a:lnTo>
                  <a:lnTo>
                    <a:pt x="7471" y="6533"/>
                  </a:lnTo>
                  <a:lnTo>
                    <a:pt x="7615" y="6744"/>
                  </a:lnTo>
                  <a:lnTo>
                    <a:pt x="7739" y="6964"/>
                  </a:lnTo>
                  <a:lnTo>
                    <a:pt x="7854" y="7203"/>
                  </a:lnTo>
                  <a:lnTo>
                    <a:pt x="7940" y="7452"/>
                  </a:lnTo>
                  <a:lnTo>
                    <a:pt x="7979" y="7587"/>
                  </a:lnTo>
                  <a:lnTo>
                    <a:pt x="8017" y="7711"/>
                  </a:lnTo>
                  <a:lnTo>
                    <a:pt x="8036" y="7845"/>
                  </a:lnTo>
                  <a:lnTo>
                    <a:pt x="8065" y="7979"/>
                  </a:lnTo>
                  <a:lnTo>
                    <a:pt x="8074" y="8113"/>
                  </a:lnTo>
                  <a:lnTo>
                    <a:pt x="8084" y="8247"/>
                  </a:lnTo>
                  <a:lnTo>
                    <a:pt x="8084" y="8381"/>
                  </a:lnTo>
                  <a:lnTo>
                    <a:pt x="8084" y="8525"/>
                  </a:lnTo>
                  <a:lnTo>
                    <a:pt x="8065" y="8659"/>
                  </a:lnTo>
                  <a:lnTo>
                    <a:pt x="8046" y="8793"/>
                  </a:lnTo>
                  <a:lnTo>
                    <a:pt x="8027" y="8927"/>
                  </a:lnTo>
                  <a:lnTo>
                    <a:pt x="7988" y="9062"/>
                  </a:lnTo>
                  <a:lnTo>
                    <a:pt x="7950" y="9196"/>
                  </a:lnTo>
                  <a:lnTo>
                    <a:pt x="7893" y="9330"/>
                  </a:lnTo>
                  <a:lnTo>
                    <a:pt x="7835" y="9464"/>
                  </a:lnTo>
                  <a:lnTo>
                    <a:pt x="7768" y="9588"/>
                  </a:lnTo>
                  <a:lnTo>
                    <a:pt x="7691" y="9713"/>
                  </a:lnTo>
                  <a:lnTo>
                    <a:pt x="7605" y="9837"/>
                  </a:lnTo>
                  <a:lnTo>
                    <a:pt x="7270" y="10288"/>
                  </a:lnTo>
                  <a:lnTo>
                    <a:pt x="6839" y="10833"/>
                  </a:lnTo>
                  <a:lnTo>
                    <a:pt x="5757" y="12194"/>
                  </a:lnTo>
                  <a:lnTo>
                    <a:pt x="5134" y="12989"/>
                  </a:lnTo>
                  <a:lnTo>
                    <a:pt x="4492" y="13841"/>
                  </a:lnTo>
                  <a:lnTo>
                    <a:pt x="4167" y="14291"/>
                  </a:lnTo>
                  <a:lnTo>
                    <a:pt x="3831" y="14751"/>
                  </a:lnTo>
                  <a:lnTo>
                    <a:pt x="3506" y="15220"/>
                  </a:lnTo>
                  <a:lnTo>
                    <a:pt x="3180" y="15699"/>
                  </a:lnTo>
                  <a:lnTo>
                    <a:pt x="2864" y="16188"/>
                  </a:lnTo>
                  <a:lnTo>
                    <a:pt x="2548" y="16686"/>
                  </a:lnTo>
                  <a:lnTo>
                    <a:pt x="2241" y="17184"/>
                  </a:lnTo>
                  <a:lnTo>
                    <a:pt x="1945" y="17691"/>
                  </a:lnTo>
                  <a:lnTo>
                    <a:pt x="1667" y="18209"/>
                  </a:lnTo>
                  <a:lnTo>
                    <a:pt x="1399" y="18716"/>
                  </a:lnTo>
                  <a:lnTo>
                    <a:pt x="1150" y="19233"/>
                  </a:lnTo>
                  <a:lnTo>
                    <a:pt x="920" y="19751"/>
                  </a:lnTo>
                  <a:lnTo>
                    <a:pt x="709" y="20268"/>
                  </a:lnTo>
                  <a:lnTo>
                    <a:pt x="527" y="20776"/>
                  </a:lnTo>
                  <a:lnTo>
                    <a:pt x="441" y="21034"/>
                  </a:lnTo>
                  <a:lnTo>
                    <a:pt x="364" y="21283"/>
                  </a:lnTo>
                  <a:lnTo>
                    <a:pt x="297" y="21532"/>
                  </a:lnTo>
                  <a:lnTo>
                    <a:pt x="230" y="21791"/>
                  </a:lnTo>
                  <a:lnTo>
                    <a:pt x="173" y="22040"/>
                  </a:lnTo>
                  <a:lnTo>
                    <a:pt x="125" y="22289"/>
                  </a:lnTo>
                  <a:lnTo>
                    <a:pt x="86" y="22528"/>
                  </a:lnTo>
                  <a:lnTo>
                    <a:pt x="48" y="22777"/>
                  </a:lnTo>
                  <a:lnTo>
                    <a:pt x="29" y="23017"/>
                  </a:lnTo>
                  <a:lnTo>
                    <a:pt x="10" y="23256"/>
                  </a:lnTo>
                  <a:lnTo>
                    <a:pt x="0" y="23496"/>
                  </a:lnTo>
                  <a:lnTo>
                    <a:pt x="0" y="23735"/>
                  </a:lnTo>
                  <a:lnTo>
                    <a:pt x="10" y="23908"/>
                  </a:lnTo>
                  <a:lnTo>
                    <a:pt x="19" y="24080"/>
                  </a:lnTo>
                  <a:lnTo>
                    <a:pt x="48" y="24272"/>
                  </a:lnTo>
                  <a:lnTo>
                    <a:pt x="77" y="24473"/>
                  </a:lnTo>
                  <a:lnTo>
                    <a:pt x="153" y="24894"/>
                  </a:lnTo>
                  <a:lnTo>
                    <a:pt x="259" y="25344"/>
                  </a:lnTo>
                  <a:lnTo>
                    <a:pt x="402" y="25823"/>
                  </a:lnTo>
                  <a:lnTo>
                    <a:pt x="565" y="26321"/>
                  </a:lnTo>
                  <a:lnTo>
                    <a:pt x="766" y="26839"/>
                  </a:lnTo>
                  <a:lnTo>
                    <a:pt x="996" y="27384"/>
                  </a:lnTo>
                  <a:lnTo>
                    <a:pt x="1245" y="27930"/>
                  </a:lnTo>
                  <a:lnTo>
                    <a:pt x="1389" y="28218"/>
                  </a:lnTo>
                  <a:lnTo>
                    <a:pt x="1542" y="28496"/>
                  </a:lnTo>
                  <a:lnTo>
                    <a:pt x="1695" y="28783"/>
                  </a:lnTo>
                  <a:lnTo>
                    <a:pt x="1858" y="29070"/>
                  </a:lnTo>
                  <a:lnTo>
                    <a:pt x="2031" y="29348"/>
                  </a:lnTo>
                  <a:lnTo>
                    <a:pt x="2213" y="29635"/>
                  </a:lnTo>
                  <a:lnTo>
                    <a:pt x="2395" y="29923"/>
                  </a:lnTo>
                  <a:lnTo>
                    <a:pt x="2586" y="30210"/>
                  </a:lnTo>
                  <a:lnTo>
                    <a:pt x="2797" y="30497"/>
                  </a:lnTo>
                  <a:lnTo>
                    <a:pt x="3008" y="30785"/>
                  </a:lnTo>
                  <a:lnTo>
                    <a:pt x="3218" y="31072"/>
                  </a:lnTo>
                  <a:lnTo>
                    <a:pt x="3448" y="31350"/>
                  </a:lnTo>
                  <a:lnTo>
                    <a:pt x="3688" y="31628"/>
                  </a:lnTo>
                  <a:lnTo>
                    <a:pt x="3927" y="31905"/>
                  </a:lnTo>
                  <a:lnTo>
                    <a:pt x="4176" y="32183"/>
                  </a:lnTo>
                  <a:lnTo>
                    <a:pt x="4444" y="32451"/>
                  </a:lnTo>
                  <a:lnTo>
                    <a:pt x="4703" y="32719"/>
                  </a:lnTo>
                  <a:lnTo>
                    <a:pt x="4981" y="32978"/>
                  </a:lnTo>
                  <a:lnTo>
                    <a:pt x="5268" y="33237"/>
                  </a:lnTo>
                  <a:lnTo>
                    <a:pt x="5565" y="33495"/>
                  </a:lnTo>
                  <a:lnTo>
                    <a:pt x="5862" y="33735"/>
                  </a:lnTo>
                  <a:lnTo>
                    <a:pt x="6168" y="33984"/>
                  </a:lnTo>
                  <a:lnTo>
                    <a:pt x="6494" y="34214"/>
                  </a:lnTo>
                  <a:lnTo>
                    <a:pt x="6820" y="34444"/>
                  </a:lnTo>
                  <a:lnTo>
                    <a:pt x="7155" y="34664"/>
                  </a:lnTo>
                  <a:lnTo>
                    <a:pt x="7500" y="34875"/>
                  </a:lnTo>
                  <a:lnTo>
                    <a:pt x="7845" y="35076"/>
                  </a:lnTo>
                  <a:lnTo>
                    <a:pt x="8209" y="35277"/>
                  </a:lnTo>
                  <a:lnTo>
                    <a:pt x="8582" y="35468"/>
                  </a:lnTo>
                  <a:lnTo>
                    <a:pt x="8956" y="35641"/>
                  </a:lnTo>
                  <a:lnTo>
                    <a:pt x="9339" y="35813"/>
                  </a:lnTo>
                  <a:lnTo>
                    <a:pt x="9741" y="35966"/>
                  </a:lnTo>
                  <a:lnTo>
                    <a:pt x="10143" y="36120"/>
                  </a:lnTo>
                  <a:lnTo>
                    <a:pt x="10555" y="36254"/>
                  </a:lnTo>
                  <a:lnTo>
                    <a:pt x="10977" y="36388"/>
                  </a:lnTo>
                  <a:lnTo>
                    <a:pt x="11408" y="36503"/>
                  </a:lnTo>
                  <a:lnTo>
                    <a:pt x="11848" y="36599"/>
                  </a:lnTo>
                  <a:lnTo>
                    <a:pt x="12298" y="36694"/>
                  </a:lnTo>
                  <a:lnTo>
                    <a:pt x="12758" y="36771"/>
                  </a:lnTo>
                  <a:lnTo>
                    <a:pt x="13228" y="36828"/>
                  </a:lnTo>
                  <a:lnTo>
                    <a:pt x="13697" y="36886"/>
                  </a:lnTo>
                  <a:lnTo>
                    <a:pt x="14185" y="36915"/>
                  </a:lnTo>
                  <a:lnTo>
                    <a:pt x="14683" y="36943"/>
                  </a:lnTo>
                  <a:lnTo>
                    <a:pt x="15699" y="36943"/>
                  </a:lnTo>
                  <a:lnTo>
                    <a:pt x="16216" y="36915"/>
                  </a:lnTo>
                  <a:lnTo>
                    <a:pt x="16570" y="36886"/>
                  </a:lnTo>
                  <a:lnTo>
                    <a:pt x="16915" y="36857"/>
                  </a:lnTo>
                  <a:lnTo>
                    <a:pt x="17260" y="36819"/>
                  </a:lnTo>
                  <a:lnTo>
                    <a:pt x="17595" y="36771"/>
                  </a:lnTo>
                  <a:lnTo>
                    <a:pt x="17930" y="36723"/>
                  </a:lnTo>
                  <a:lnTo>
                    <a:pt x="18266" y="36666"/>
                  </a:lnTo>
                  <a:lnTo>
                    <a:pt x="18591" y="36599"/>
                  </a:lnTo>
                  <a:lnTo>
                    <a:pt x="18907" y="36532"/>
                  </a:lnTo>
                  <a:lnTo>
                    <a:pt x="19233" y="36455"/>
                  </a:lnTo>
                  <a:lnTo>
                    <a:pt x="19539" y="36369"/>
                  </a:lnTo>
                  <a:lnTo>
                    <a:pt x="19856" y="36283"/>
                  </a:lnTo>
                  <a:lnTo>
                    <a:pt x="20152" y="36187"/>
                  </a:lnTo>
                  <a:lnTo>
                    <a:pt x="20459" y="36081"/>
                  </a:lnTo>
                  <a:lnTo>
                    <a:pt x="20756" y="35976"/>
                  </a:lnTo>
                  <a:lnTo>
                    <a:pt x="21043" y="35861"/>
                  </a:lnTo>
                  <a:lnTo>
                    <a:pt x="21331" y="35746"/>
                  </a:lnTo>
                  <a:lnTo>
                    <a:pt x="21608" y="35622"/>
                  </a:lnTo>
                  <a:lnTo>
                    <a:pt x="21886" y="35497"/>
                  </a:lnTo>
                  <a:lnTo>
                    <a:pt x="22164" y="35363"/>
                  </a:lnTo>
                  <a:lnTo>
                    <a:pt x="22432" y="35229"/>
                  </a:lnTo>
                  <a:lnTo>
                    <a:pt x="22700" y="35085"/>
                  </a:lnTo>
                  <a:lnTo>
                    <a:pt x="22959" y="34932"/>
                  </a:lnTo>
                  <a:lnTo>
                    <a:pt x="23208" y="34788"/>
                  </a:lnTo>
                  <a:lnTo>
                    <a:pt x="23457" y="34626"/>
                  </a:lnTo>
                  <a:lnTo>
                    <a:pt x="23706" y="34463"/>
                  </a:lnTo>
                  <a:lnTo>
                    <a:pt x="23945" y="34300"/>
                  </a:lnTo>
                  <a:lnTo>
                    <a:pt x="24185" y="34127"/>
                  </a:lnTo>
                  <a:lnTo>
                    <a:pt x="24415" y="33955"/>
                  </a:lnTo>
                  <a:lnTo>
                    <a:pt x="24635" y="33773"/>
                  </a:lnTo>
                  <a:lnTo>
                    <a:pt x="24855" y="33591"/>
                  </a:lnTo>
                  <a:lnTo>
                    <a:pt x="25076" y="33409"/>
                  </a:lnTo>
                  <a:lnTo>
                    <a:pt x="25286" y="33218"/>
                  </a:lnTo>
                  <a:lnTo>
                    <a:pt x="25497" y="33026"/>
                  </a:lnTo>
                  <a:lnTo>
                    <a:pt x="25698" y="32825"/>
                  </a:lnTo>
                  <a:lnTo>
                    <a:pt x="25890" y="32624"/>
                  </a:lnTo>
                  <a:lnTo>
                    <a:pt x="26081" y="32423"/>
                  </a:lnTo>
                  <a:lnTo>
                    <a:pt x="26273" y="32212"/>
                  </a:lnTo>
                  <a:lnTo>
                    <a:pt x="26455" y="32001"/>
                  </a:lnTo>
                  <a:lnTo>
                    <a:pt x="26627" y="31790"/>
                  </a:lnTo>
                  <a:lnTo>
                    <a:pt x="26800" y="31570"/>
                  </a:lnTo>
                  <a:lnTo>
                    <a:pt x="26962" y="31350"/>
                  </a:lnTo>
                  <a:lnTo>
                    <a:pt x="27125" y="31130"/>
                  </a:lnTo>
                  <a:lnTo>
                    <a:pt x="27279" y="30909"/>
                  </a:lnTo>
                  <a:lnTo>
                    <a:pt x="27432" y="30679"/>
                  </a:lnTo>
                  <a:lnTo>
                    <a:pt x="27575" y="30449"/>
                  </a:lnTo>
                  <a:lnTo>
                    <a:pt x="27719" y="30220"/>
                  </a:lnTo>
                  <a:lnTo>
                    <a:pt x="27978" y="29741"/>
                  </a:lnTo>
                  <a:lnTo>
                    <a:pt x="28217" y="29262"/>
                  </a:lnTo>
                  <a:lnTo>
                    <a:pt x="28438" y="28773"/>
                  </a:lnTo>
                  <a:lnTo>
                    <a:pt x="28639" y="28285"/>
                  </a:lnTo>
                  <a:lnTo>
                    <a:pt x="28811" y="27787"/>
                  </a:lnTo>
                  <a:lnTo>
                    <a:pt x="28964" y="27279"/>
                  </a:lnTo>
                  <a:lnTo>
                    <a:pt x="29098" y="26771"/>
                  </a:lnTo>
                  <a:lnTo>
                    <a:pt x="29156" y="26513"/>
                  </a:lnTo>
                  <a:lnTo>
                    <a:pt x="29204" y="26264"/>
                  </a:lnTo>
                  <a:lnTo>
                    <a:pt x="29252" y="26005"/>
                  </a:lnTo>
                  <a:lnTo>
                    <a:pt x="29290" y="25747"/>
                  </a:lnTo>
                  <a:lnTo>
                    <a:pt x="29319" y="25536"/>
                  </a:lnTo>
                  <a:lnTo>
                    <a:pt x="29338" y="25325"/>
                  </a:lnTo>
                  <a:lnTo>
                    <a:pt x="29347" y="25105"/>
                  </a:lnTo>
                  <a:lnTo>
                    <a:pt x="29357" y="24885"/>
                  </a:lnTo>
                  <a:lnTo>
                    <a:pt x="29357" y="24664"/>
                  </a:lnTo>
                  <a:lnTo>
                    <a:pt x="29347" y="24444"/>
                  </a:lnTo>
                  <a:lnTo>
                    <a:pt x="29328" y="24214"/>
                  </a:lnTo>
                  <a:lnTo>
                    <a:pt x="29309" y="23994"/>
                  </a:lnTo>
                  <a:lnTo>
                    <a:pt x="29280" y="23764"/>
                  </a:lnTo>
                  <a:lnTo>
                    <a:pt x="29252" y="23524"/>
                  </a:lnTo>
                  <a:lnTo>
                    <a:pt x="29165" y="23055"/>
                  </a:lnTo>
                  <a:lnTo>
                    <a:pt x="29060" y="22586"/>
                  </a:lnTo>
                  <a:lnTo>
                    <a:pt x="28926" y="22097"/>
                  </a:lnTo>
                  <a:lnTo>
                    <a:pt x="28773" y="21609"/>
                  </a:lnTo>
                  <a:lnTo>
                    <a:pt x="28600" y="21111"/>
                  </a:lnTo>
                  <a:lnTo>
                    <a:pt x="28409" y="20613"/>
                  </a:lnTo>
                  <a:lnTo>
                    <a:pt x="28188" y="20105"/>
                  </a:lnTo>
                  <a:lnTo>
                    <a:pt x="27959" y="19597"/>
                  </a:lnTo>
                  <a:lnTo>
                    <a:pt x="27710" y="19080"/>
                  </a:lnTo>
                  <a:lnTo>
                    <a:pt x="27441" y="18563"/>
                  </a:lnTo>
                  <a:lnTo>
                    <a:pt x="27154" y="18046"/>
                  </a:lnTo>
                  <a:lnTo>
                    <a:pt x="26857" y="17519"/>
                  </a:lnTo>
                  <a:lnTo>
                    <a:pt x="26541" y="17002"/>
                  </a:lnTo>
                  <a:lnTo>
                    <a:pt x="26215" y="16475"/>
                  </a:lnTo>
                  <a:lnTo>
                    <a:pt x="25871" y="15948"/>
                  </a:lnTo>
                  <a:lnTo>
                    <a:pt x="25526" y="15431"/>
                  </a:lnTo>
                  <a:lnTo>
                    <a:pt x="25152" y="14904"/>
                  </a:lnTo>
                  <a:lnTo>
                    <a:pt x="24779" y="14387"/>
                  </a:lnTo>
                  <a:lnTo>
                    <a:pt x="24396" y="13860"/>
                  </a:lnTo>
                  <a:lnTo>
                    <a:pt x="24003" y="13353"/>
                  </a:lnTo>
                  <a:lnTo>
                    <a:pt x="23601" y="12835"/>
                  </a:lnTo>
                  <a:lnTo>
                    <a:pt x="23189" y="12328"/>
                  </a:lnTo>
                  <a:lnTo>
                    <a:pt x="22767" y="11820"/>
                  </a:lnTo>
                  <a:lnTo>
                    <a:pt x="22346" y="11312"/>
                  </a:lnTo>
                  <a:lnTo>
                    <a:pt x="21924" y="10824"/>
                  </a:lnTo>
                  <a:lnTo>
                    <a:pt x="21493" y="10326"/>
                  </a:lnTo>
                  <a:lnTo>
                    <a:pt x="21053" y="9847"/>
                  </a:lnTo>
                  <a:lnTo>
                    <a:pt x="20622" y="9368"/>
                  </a:lnTo>
                  <a:lnTo>
                    <a:pt x="20181" y="8899"/>
                  </a:lnTo>
                  <a:lnTo>
                    <a:pt x="19741" y="8439"/>
                  </a:lnTo>
                  <a:lnTo>
                    <a:pt x="19300" y="7989"/>
                  </a:lnTo>
                  <a:lnTo>
                    <a:pt x="18859" y="7539"/>
                  </a:lnTo>
                  <a:lnTo>
                    <a:pt x="18419" y="7108"/>
                  </a:lnTo>
                  <a:lnTo>
                    <a:pt x="17547" y="6265"/>
                  </a:lnTo>
                  <a:lnTo>
                    <a:pt x="16695" y="5479"/>
                  </a:lnTo>
                  <a:lnTo>
                    <a:pt x="15871" y="4732"/>
                  </a:lnTo>
                  <a:lnTo>
                    <a:pt x="15066" y="4052"/>
                  </a:lnTo>
                  <a:lnTo>
                    <a:pt x="14674" y="3727"/>
                  </a:lnTo>
                  <a:lnTo>
                    <a:pt x="14300" y="3420"/>
                  </a:lnTo>
                  <a:lnTo>
                    <a:pt x="13927" y="3133"/>
                  </a:lnTo>
                  <a:lnTo>
                    <a:pt x="13572" y="2855"/>
                  </a:lnTo>
                  <a:lnTo>
                    <a:pt x="13228" y="2596"/>
                  </a:lnTo>
                  <a:lnTo>
                    <a:pt x="12892" y="2357"/>
                  </a:lnTo>
                  <a:lnTo>
                    <a:pt x="12576" y="2137"/>
                  </a:lnTo>
                  <a:lnTo>
                    <a:pt x="12270" y="1926"/>
                  </a:lnTo>
                  <a:lnTo>
                    <a:pt x="11982" y="1744"/>
                  </a:lnTo>
                  <a:lnTo>
                    <a:pt x="11705" y="1581"/>
                  </a:lnTo>
                  <a:lnTo>
                    <a:pt x="11446" y="1437"/>
                  </a:lnTo>
                  <a:lnTo>
                    <a:pt x="11207" y="1313"/>
                  </a:lnTo>
                  <a:lnTo>
                    <a:pt x="10986" y="1207"/>
                  </a:lnTo>
                  <a:lnTo>
                    <a:pt x="10785" y="1131"/>
                  </a:lnTo>
                  <a:lnTo>
                    <a:pt x="10603" y="1073"/>
                  </a:lnTo>
                  <a:lnTo>
                    <a:pt x="10450" y="1035"/>
                  </a:lnTo>
                  <a:lnTo>
                    <a:pt x="10306" y="1025"/>
                  </a:lnTo>
                  <a:lnTo>
                    <a:pt x="10249" y="1025"/>
                  </a:lnTo>
                  <a:lnTo>
                    <a:pt x="10191" y="1035"/>
                  </a:lnTo>
                  <a:lnTo>
                    <a:pt x="9981" y="1083"/>
                  </a:lnTo>
                  <a:lnTo>
                    <a:pt x="9760" y="1112"/>
                  </a:lnTo>
                  <a:lnTo>
                    <a:pt x="9540" y="1131"/>
                  </a:lnTo>
                  <a:lnTo>
                    <a:pt x="9320" y="1140"/>
                  </a:lnTo>
                  <a:lnTo>
                    <a:pt x="9090" y="1140"/>
                  </a:lnTo>
                  <a:lnTo>
                    <a:pt x="8869" y="1131"/>
                  </a:lnTo>
                  <a:lnTo>
                    <a:pt x="8640" y="1121"/>
                  </a:lnTo>
                  <a:lnTo>
                    <a:pt x="8410" y="1093"/>
                  </a:lnTo>
                  <a:lnTo>
                    <a:pt x="8180" y="1064"/>
                  </a:lnTo>
                  <a:lnTo>
                    <a:pt x="7950" y="1025"/>
                  </a:lnTo>
                  <a:lnTo>
                    <a:pt x="7509" y="939"/>
                  </a:lnTo>
                  <a:lnTo>
                    <a:pt x="7078" y="834"/>
                  </a:lnTo>
                  <a:lnTo>
                    <a:pt x="6667" y="719"/>
                  </a:lnTo>
                  <a:lnTo>
                    <a:pt x="6283" y="594"/>
                  </a:lnTo>
                  <a:lnTo>
                    <a:pt x="5929" y="470"/>
                  </a:lnTo>
                  <a:lnTo>
                    <a:pt x="5613" y="345"/>
                  </a:lnTo>
                  <a:lnTo>
                    <a:pt x="5345" y="240"/>
                  </a:lnTo>
                  <a:lnTo>
                    <a:pt x="4962" y="68"/>
                  </a:lnTo>
                  <a:lnTo>
                    <a:pt x="481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6"/>
            <p:cNvSpPr/>
            <p:nvPr/>
          </p:nvSpPr>
          <p:spPr>
            <a:xfrm>
              <a:off x="7128685" y="1433376"/>
              <a:ext cx="722971" cy="837900"/>
            </a:xfrm>
            <a:custGeom>
              <a:avLst/>
              <a:gdLst/>
              <a:ahLst/>
              <a:cxnLst/>
              <a:rect l="l" t="t" r="r" b="b"/>
              <a:pathLst>
                <a:path w="18381" h="21303" extrusionOk="0">
                  <a:moveTo>
                    <a:pt x="11551" y="1"/>
                  </a:moveTo>
                  <a:lnTo>
                    <a:pt x="10919" y="403"/>
                  </a:lnTo>
                  <a:lnTo>
                    <a:pt x="10306" y="815"/>
                  </a:lnTo>
                  <a:lnTo>
                    <a:pt x="9703" y="1236"/>
                  </a:lnTo>
                  <a:lnTo>
                    <a:pt x="9118" y="1658"/>
                  </a:lnTo>
                  <a:lnTo>
                    <a:pt x="8553" y="2079"/>
                  </a:lnTo>
                  <a:lnTo>
                    <a:pt x="8007" y="2501"/>
                  </a:lnTo>
                  <a:lnTo>
                    <a:pt x="7471" y="2932"/>
                  </a:lnTo>
                  <a:lnTo>
                    <a:pt x="6954" y="3353"/>
                  </a:lnTo>
                  <a:lnTo>
                    <a:pt x="6456" y="3784"/>
                  </a:lnTo>
                  <a:lnTo>
                    <a:pt x="5977" y="4205"/>
                  </a:lnTo>
                  <a:lnTo>
                    <a:pt x="5507" y="4627"/>
                  </a:lnTo>
                  <a:lnTo>
                    <a:pt x="5067" y="5039"/>
                  </a:lnTo>
                  <a:lnTo>
                    <a:pt x="4636" y="5451"/>
                  </a:lnTo>
                  <a:lnTo>
                    <a:pt x="4224" y="5862"/>
                  </a:lnTo>
                  <a:lnTo>
                    <a:pt x="3831" y="6265"/>
                  </a:lnTo>
                  <a:lnTo>
                    <a:pt x="3458" y="6657"/>
                  </a:lnTo>
                  <a:lnTo>
                    <a:pt x="3103" y="7041"/>
                  </a:lnTo>
                  <a:lnTo>
                    <a:pt x="2768" y="7405"/>
                  </a:lnTo>
                  <a:lnTo>
                    <a:pt x="2442" y="7768"/>
                  </a:lnTo>
                  <a:lnTo>
                    <a:pt x="2146" y="8123"/>
                  </a:lnTo>
                  <a:lnTo>
                    <a:pt x="1868" y="8458"/>
                  </a:lnTo>
                  <a:lnTo>
                    <a:pt x="1600" y="8784"/>
                  </a:lnTo>
                  <a:lnTo>
                    <a:pt x="1360" y="9090"/>
                  </a:lnTo>
                  <a:lnTo>
                    <a:pt x="1130" y="9387"/>
                  </a:lnTo>
                  <a:lnTo>
                    <a:pt x="929" y="9665"/>
                  </a:lnTo>
                  <a:lnTo>
                    <a:pt x="747" y="9924"/>
                  </a:lnTo>
                  <a:lnTo>
                    <a:pt x="584" y="10173"/>
                  </a:lnTo>
                  <a:lnTo>
                    <a:pt x="441" y="10393"/>
                  </a:lnTo>
                  <a:lnTo>
                    <a:pt x="316" y="10594"/>
                  </a:lnTo>
                  <a:lnTo>
                    <a:pt x="211" y="10776"/>
                  </a:lnTo>
                  <a:lnTo>
                    <a:pt x="125" y="10929"/>
                  </a:lnTo>
                  <a:lnTo>
                    <a:pt x="57" y="11063"/>
                  </a:lnTo>
                  <a:lnTo>
                    <a:pt x="29" y="11159"/>
                  </a:lnTo>
                  <a:lnTo>
                    <a:pt x="10" y="11255"/>
                  </a:lnTo>
                  <a:lnTo>
                    <a:pt x="0" y="11351"/>
                  </a:lnTo>
                  <a:lnTo>
                    <a:pt x="0" y="11446"/>
                  </a:lnTo>
                  <a:lnTo>
                    <a:pt x="19" y="11542"/>
                  </a:lnTo>
                  <a:lnTo>
                    <a:pt x="48" y="11638"/>
                  </a:lnTo>
                  <a:lnTo>
                    <a:pt x="86" y="11734"/>
                  </a:lnTo>
                  <a:lnTo>
                    <a:pt x="144" y="11810"/>
                  </a:lnTo>
                  <a:lnTo>
                    <a:pt x="498" y="12299"/>
                  </a:lnTo>
                  <a:lnTo>
                    <a:pt x="862" y="12778"/>
                  </a:lnTo>
                  <a:lnTo>
                    <a:pt x="1226" y="13228"/>
                  </a:lnTo>
                  <a:lnTo>
                    <a:pt x="1580" y="13669"/>
                  </a:lnTo>
                  <a:lnTo>
                    <a:pt x="1944" y="14090"/>
                  </a:lnTo>
                  <a:lnTo>
                    <a:pt x="2308" y="14492"/>
                  </a:lnTo>
                  <a:lnTo>
                    <a:pt x="2672" y="14885"/>
                  </a:lnTo>
                  <a:lnTo>
                    <a:pt x="3027" y="15268"/>
                  </a:lnTo>
                  <a:lnTo>
                    <a:pt x="3391" y="15623"/>
                  </a:lnTo>
                  <a:lnTo>
                    <a:pt x="3745" y="15967"/>
                  </a:lnTo>
                  <a:lnTo>
                    <a:pt x="4109" y="16303"/>
                  </a:lnTo>
                  <a:lnTo>
                    <a:pt x="4463" y="16619"/>
                  </a:lnTo>
                  <a:lnTo>
                    <a:pt x="4818" y="16925"/>
                  </a:lnTo>
                  <a:lnTo>
                    <a:pt x="5172" y="17222"/>
                  </a:lnTo>
                  <a:lnTo>
                    <a:pt x="5517" y="17500"/>
                  </a:lnTo>
                  <a:lnTo>
                    <a:pt x="5871" y="17758"/>
                  </a:lnTo>
                  <a:lnTo>
                    <a:pt x="6216" y="18017"/>
                  </a:lnTo>
                  <a:lnTo>
                    <a:pt x="6561" y="18257"/>
                  </a:lnTo>
                  <a:lnTo>
                    <a:pt x="6896" y="18486"/>
                  </a:lnTo>
                  <a:lnTo>
                    <a:pt x="7241" y="18707"/>
                  </a:lnTo>
                  <a:lnTo>
                    <a:pt x="7576" y="18908"/>
                  </a:lnTo>
                  <a:lnTo>
                    <a:pt x="7902" y="19099"/>
                  </a:lnTo>
                  <a:lnTo>
                    <a:pt x="8228" y="19291"/>
                  </a:lnTo>
                  <a:lnTo>
                    <a:pt x="8553" y="19463"/>
                  </a:lnTo>
                  <a:lnTo>
                    <a:pt x="8879" y="19626"/>
                  </a:lnTo>
                  <a:lnTo>
                    <a:pt x="9195" y="19779"/>
                  </a:lnTo>
                  <a:lnTo>
                    <a:pt x="9501" y="19923"/>
                  </a:lnTo>
                  <a:lnTo>
                    <a:pt x="9808" y="20057"/>
                  </a:lnTo>
                  <a:lnTo>
                    <a:pt x="10114" y="20182"/>
                  </a:lnTo>
                  <a:lnTo>
                    <a:pt x="10411" y="20306"/>
                  </a:lnTo>
                  <a:lnTo>
                    <a:pt x="10699" y="20412"/>
                  </a:lnTo>
                  <a:lnTo>
                    <a:pt x="10986" y="20517"/>
                  </a:lnTo>
                  <a:lnTo>
                    <a:pt x="11542" y="20689"/>
                  </a:lnTo>
                  <a:lnTo>
                    <a:pt x="12068" y="20843"/>
                  </a:lnTo>
                  <a:lnTo>
                    <a:pt x="12576" y="20967"/>
                  </a:lnTo>
                  <a:lnTo>
                    <a:pt x="13055" y="21072"/>
                  </a:lnTo>
                  <a:lnTo>
                    <a:pt x="13505" y="21149"/>
                  </a:lnTo>
                  <a:lnTo>
                    <a:pt x="13917" y="21207"/>
                  </a:lnTo>
                  <a:lnTo>
                    <a:pt x="14310" y="21245"/>
                  </a:lnTo>
                  <a:lnTo>
                    <a:pt x="14664" y="21274"/>
                  </a:lnTo>
                  <a:lnTo>
                    <a:pt x="14980" y="21293"/>
                  </a:lnTo>
                  <a:lnTo>
                    <a:pt x="15258" y="21302"/>
                  </a:lnTo>
                  <a:lnTo>
                    <a:pt x="15497" y="21302"/>
                  </a:lnTo>
                  <a:lnTo>
                    <a:pt x="15699" y="21293"/>
                  </a:lnTo>
                  <a:lnTo>
                    <a:pt x="15976" y="21274"/>
                  </a:lnTo>
                  <a:lnTo>
                    <a:pt x="16072" y="21264"/>
                  </a:lnTo>
                  <a:lnTo>
                    <a:pt x="16369" y="21235"/>
                  </a:lnTo>
                  <a:lnTo>
                    <a:pt x="16647" y="21187"/>
                  </a:lnTo>
                  <a:lnTo>
                    <a:pt x="16905" y="21130"/>
                  </a:lnTo>
                  <a:lnTo>
                    <a:pt x="17135" y="21053"/>
                  </a:lnTo>
                  <a:lnTo>
                    <a:pt x="17356" y="20958"/>
                  </a:lnTo>
                  <a:lnTo>
                    <a:pt x="17547" y="20852"/>
                  </a:lnTo>
                  <a:lnTo>
                    <a:pt x="17719" y="20728"/>
                  </a:lnTo>
                  <a:lnTo>
                    <a:pt x="17873" y="20594"/>
                  </a:lnTo>
                  <a:lnTo>
                    <a:pt x="18007" y="20450"/>
                  </a:lnTo>
                  <a:lnTo>
                    <a:pt x="18122" y="20297"/>
                  </a:lnTo>
                  <a:lnTo>
                    <a:pt x="18218" y="20134"/>
                  </a:lnTo>
                  <a:lnTo>
                    <a:pt x="18285" y="19961"/>
                  </a:lnTo>
                  <a:lnTo>
                    <a:pt x="18342" y="19779"/>
                  </a:lnTo>
                  <a:lnTo>
                    <a:pt x="18371" y="19588"/>
                  </a:lnTo>
                  <a:lnTo>
                    <a:pt x="18380" y="19396"/>
                  </a:lnTo>
                  <a:lnTo>
                    <a:pt x="18371" y="19195"/>
                  </a:lnTo>
                  <a:lnTo>
                    <a:pt x="18342" y="18994"/>
                  </a:lnTo>
                  <a:lnTo>
                    <a:pt x="18294" y="18793"/>
                  </a:lnTo>
                  <a:lnTo>
                    <a:pt x="18227" y="18582"/>
                  </a:lnTo>
                  <a:lnTo>
                    <a:pt x="18141" y="18371"/>
                  </a:lnTo>
                  <a:lnTo>
                    <a:pt x="18026" y="18161"/>
                  </a:lnTo>
                  <a:lnTo>
                    <a:pt x="17901" y="17940"/>
                  </a:lnTo>
                  <a:lnTo>
                    <a:pt x="17748" y="17730"/>
                  </a:lnTo>
                  <a:lnTo>
                    <a:pt x="17585" y="17529"/>
                  </a:lnTo>
                  <a:lnTo>
                    <a:pt x="17394" y="17318"/>
                  </a:lnTo>
                  <a:lnTo>
                    <a:pt x="17183" y="17117"/>
                  </a:lnTo>
                  <a:lnTo>
                    <a:pt x="16963" y="16916"/>
                  </a:lnTo>
                  <a:lnTo>
                    <a:pt x="16714" y="16724"/>
                  </a:lnTo>
                  <a:lnTo>
                    <a:pt x="16446" y="16532"/>
                  </a:lnTo>
                  <a:lnTo>
                    <a:pt x="16158" y="16360"/>
                  </a:lnTo>
                  <a:lnTo>
                    <a:pt x="15852" y="16188"/>
                  </a:lnTo>
                  <a:lnTo>
                    <a:pt x="15526" y="16025"/>
                  </a:lnTo>
                  <a:lnTo>
                    <a:pt x="14817" y="15699"/>
                  </a:lnTo>
                  <a:lnTo>
                    <a:pt x="14022" y="15345"/>
                  </a:lnTo>
                  <a:lnTo>
                    <a:pt x="13179" y="14981"/>
                  </a:lnTo>
                  <a:lnTo>
                    <a:pt x="12289" y="14607"/>
                  </a:lnTo>
                  <a:lnTo>
                    <a:pt x="10459" y="13851"/>
                  </a:lnTo>
                  <a:lnTo>
                    <a:pt x="8659" y="13132"/>
                  </a:lnTo>
                  <a:lnTo>
                    <a:pt x="7021" y="12491"/>
                  </a:lnTo>
                  <a:lnTo>
                    <a:pt x="5689" y="11973"/>
                  </a:lnTo>
                  <a:lnTo>
                    <a:pt x="4463" y="11494"/>
                  </a:lnTo>
                  <a:lnTo>
                    <a:pt x="10804" y="2175"/>
                  </a:lnTo>
                  <a:lnTo>
                    <a:pt x="11015" y="1868"/>
                  </a:lnTo>
                  <a:lnTo>
                    <a:pt x="11216" y="1533"/>
                  </a:lnTo>
                  <a:lnTo>
                    <a:pt x="11408" y="1188"/>
                  </a:lnTo>
                  <a:lnTo>
                    <a:pt x="11494" y="1016"/>
                  </a:lnTo>
                  <a:lnTo>
                    <a:pt x="11561" y="853"/>
                  </a:lnTo>
                  <a:lnTo>
                    <a:pt x="11628" y="700"/>
                  </a:lnTo>
                  <a:lnTo>
                    <a:pt x="11666" y="556"/>
                  </a:lnTo>
                  <a:lnTo>
                    <a:pt x="11704" y="422"/>
                  </a:lnTo>
                  <a:lnTo>
                    <a:pt x="11714" y="298"/>
                  </a:lnTo>
                  <a:lnTo>
                    <a:pt x="11704" y="192"/>
                  </a:lnTo>
                  <a:lnTo>
                    <a:pt x="11695" y="144"/>
                  </a:lnTo>
                  <a:lnTo>
                    <a:pt x="11676" y="106"/>
                  </a:lnTo>
                  <a:lnTo>
                    <a:pt x="11657" y="68"/>
                  </a:lnTo>
                  <a:lnTo>
                    <a:pt x="11628" y="39"/>
                  </a:lnTo>
                  <a:lnTo>
                    <a:pt x="11590" y="20"/>
                  </a:lnTo>
                  <a:lnTo>
                    <a:pt x="11551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6"/>
            <p:cNvSpPr/>
            <p:nvPr/>
          </p:nvSpPr>
          <p:spPr>
            <a:xfrm>
              <a:off x="7365617" y="1934024"/>
              <a:ext cx="505226" cy="418222"/>
            </a:xfrm>
            <a:custGeom>
              <a:avLst/>
              <a:gdLst/>
              <a:ahLst/>
              <a:cxnLst/>
              <a:rect l="l" t="t" r="r" b="b"/>
              <a:pathLst>
                <a:path w="12845" h="10633" extrusionOk="0">
                  <a:moveTo>
                    <a:pt x="1619" y="1"/>
                  </a:moveTo>
                  <a:lnTo>
                    <a:pt x="1" y="6667"/>
                  </a:lnTo>
                  <a:lnTo>
                    <a:pt x="547" y="6964"/>
                  </a:lnTo>
                  <a:lnTo>
                    <a:pt x="1093" y="7242"/>
                  </a:lnTo>
                  <a:lnTo>
                    <a:pt x="1629" y="7510"/>
                  </a:lnTo>
                  <a:lnTo>
                    <a:pt x="2156" y="7759"/>
                  </a:lnTo>
                  <a:lnTo>
                    <a:pt x="2673" y="7999"/>
                  </a:lnTo>
                  <a:lnTo>
                    <a:pt x="3181" y="8229"/>
                  </a:lnTo>
                  <a:lnTo>
                    <a:pt x="3679" y="8439"/>
                  </a:lnTo>
                  <a:lnTo>
                    <a:pt x="4177" y="8640"/>
                  </a:lnTo>
                  <a:lnTo>
                    <a:pt x="4656" y="8832"/>
                  </a:lnTo>
                  <a:lnTo>
                    <a:pt x="5125" y="9014"/>
                  </a:lnTo>
                  <a:lnTo>
                    <a:pt x="5575" y="9177"/>
                  </a:lnTo>
                  <a:lnTo>
                    <a:pt x="6016" y="9330"/>
                  </a:lnTo>
                  <a:lnTo>
                    <a:pt x="6859" y="9608"/>
                  </a:lnTo>
                  <a:lnTo>
                    <a:pt x="7634" y="9857"/>
                  </a:lnTo>
                  <a:lnTo>
                    <a:pt x="8343" y="10058"/>
                  </a:lnTo>
                  <a:lnTo>
                    <a:pt x="8975" y="10221"/>
                  </a:lnTo>
                  <a:lnTo>
                    <a:pt x="9531" y="10355"/>
                  </a:lnTo>
                  <a:lnTo>
                    <a:pt x="10000" y="10460"/>
                  </a:lnTo>
                  <a:lnTo>
                    <a:pt x="10374" y="10537"/>
                  </a:lnTo>
                  <a:lnTo>
                    <a:pt x="10642" y="10594"/>
                  </a:lnTo>
                  <a:lnTo>
                    <a:pt x="10872" y="10633"/>
                  </a:lnTo>
                  <a:lnTo>
                    <a:pt x="11025" y="10614"/>
                  </a:lnTo>
                  <a:lnTo>
                    <a:pt x="11169" y="10594"/>
                  </a:lnTo>
                  <a:lnTo>
                    <a:pt x="11303" y="10566"/>
                  </a:lnTo>
                  <a:lnTo>
                    <a:pt x="11437" y="10527"/>
                  </a:lnTo>
                  <a:lnTo>
                    <a:pt x="11561" y="10489"/>
                  </a:lnTo>
                  <a:lnTo>
                    <a:pt x="11686" y="10441"/>
                  </a:lnTo>
                  <a:lnTo>
                    <a:pt x="11801" y="10384"/>
                  </a:lnTo>
                  <a:lnTo>
                    <a:pt x="11906" y="10326"/>
                  </a:lnTo>
                  <a:lnTo>
                    <a:pt x="12012" y="10259"/>
                  </a:lnTo>
                  <a:lnTo>
                    <a:pt x="12098" y="10182"/>
                  </a:lnTo>
                  <a:lnTo>
                    <a:pt x="12194" y="10106"/>
                  </a:lnTo>
                  <a:lnTo>
                    <a:pt x="12270" y="10020"/>
                  </a:lnTo>
                  <a:lnTo>
                    <a:pt x="12356" y="9933"/>
                  </a:lnTo>
                  <a:lnTo>
                    <a:pt x="12423" y="9838"/>
                  </a:lnTo>
                  <a:lnTo>
                    <a:pt x="12490" y="9742"/>
                  </a:lnTo>
                  <a:lnTo>
                    <a:pt x="12548" y="9637"/>
                  </a:lnTo>
                  <a:lnTo>
                    <a:pt x="12605" y="9531"/>
                  </a:lnTo>
                  <a:lnTo>
                    <a:pt x="12653" y="9416"/>
                  </a:lnTo>
                  <a:lnTo>
                    <a:pt x="12692" y="9301"/>
                  </a:lnTo>
                  <a:lnTo>
                    <a:pt x="12730" y="9177"/>
                  </a:lnTo>
                  <a:lnTo>
                    <a:pt x="12768" y="9052"/>
                  </a:lnTo>
                  <a:lnTo>
                    <a:pt x="12787" y="8928"/>
                  </a:lnTo>
                  <a:lnTo>
                    <a:pt x="12816" y="8794"/>
                  </a:lnTo>
                  <a:lnTo>
                    <a:pt x="12826" y="8660"/>
                  </a:lnTo>
                  <a:lnTo>
                    <a:pt x="12845" y="8391"/>
                  </a:lnTo>
                  <a:lnTo>
                    <a:pt x="12835" y="8104"/>
                  </a:lnTo>
                  <a:lnTo>
                    <a:pt x="12807" y="7817"/>
                  </a:lnTo>
                  <a:lnTo>
                    <a:pt x="12759" y="7520"/>
                  </a:lnTo>
                  <a:lnTo>
                    <a:pt x="12692" y="7213"/>
                  </a:lnTo>
                  <a:lnTo>
                    <a:pt x="12605" y="6916"/>
                  </a:lnTo>
                  <a:lnTo>
                    <a:pt x="12500" y="6610"/>
                  </a:lnTo>
                  <a:lnTo>
                    <a:pt x="12376" y="6303"/>
                  </a:lnTo>
                  <a:lnTo>
                    <a:pt x="12232" y="5997"/>
                  </a:lnTo>
                  <a:lnTo>
                    <a:pt x="12069" y="5700"/>
                  </a:lnTo>
                  <a:lnTo>
                    <a:pt x="11887" y="5413"/>
                  </a:lnTo>
                  <a:lnTo>
                    <a:pt x="11686" y="5125"/>
                  </a:lnTo>
                  <a:lnTo>
                    <a:pt x="11475" y="4847"/>
                  </a:lnTo>
                  <a:lnTo>
                    <a:pt x="11236" y="4579"/>
                  </a:lnTo>
                  <a:lnTo>
                    <a:pt x="10987" y="4321"/>
                  </a:lnTo>
                  <a:lnTo>
                    <a:pt x="10719" y="4081"/>
                  </a:lnTo>
                  <a:lnTo>
                    <a:pt x="10441" y="3861"/>
                  </a:lnTo>
                  <a:lnTo>
                    <a:pt x="10297" y="3756"/>
                  </a:lnTo>
                  <a:lnTo>
                    <a:pt x="10144" y="3650"/>
                  </a:lnTo>
                  <a:lnTo>
                    <a:pt x="9991" y="3554"/>
                  </a:lnTo>
                  <a:lnTo>
                    <a:pt x="9828" y="3459"/>
                  </a:lnTo>
                  <a:lnTo>
                    <a:pt x="9665" y="3372"/>
                  </a:lnTo>
                  <a:lnTo>
                    <a:pt x="9502" y="3296"/>
                  </a:lnTo>
                  <a:lnTo>
                    <a:pt x="8525" y="2846"/>
                  </a:lnTo>
                  <a:lnTo>
                    <a:pt x="7529" y="2405"/>
                  </a:lnTo>
                  <a:lnTo>
                    <a:pt x="6514" y="1964"/>
                  </a:lnTo>
                  <a:lnTo>
                    <a:pt x="5498" y="1543"/>
                  </a:lnTo>
                  <a:lnTo>
                    <a:pt x="4493" y="1131"/>
                  </a:lnTo>
                  <a:lnTo>
                    <a:pt x="3497" y="738"/>
                  </a:lnTo>
                  <a:lnTo>
                    <a:pt x="161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26"/>
            <p:cNvSpPr/>
            <p:nvPr/>
          </p:nvSpPr>
          <p:spPr>
            <a:xfrm>
              <a:off x="7778519" y="1446945"/>
              <a:ext cx="622397" cy="789679"/>
            </a:xfrm>
            <a:custGeom>
              <a:avLst/>
              <a:gdLst/>
              <a:ahLst/>
              <a:cxnLst/>
              <a:rect l="l" t="t" r="r" b="b"/>
              <a:pathLst>
                <a:path w="15824" h="20077" extrusionOk="0">
                  <a:moveTo>
                    <a:pt x="546" y="0"/>
                  </a:moveTo>
                  <a:lnTo>
                    <a:pt x="412" y="163"/>
                  </a:lnTo>
                  <a:lnTo>
                    <a:pt x="307" y="336"/>
                  </a:lnTo>
                  <a:lnTo>
                    <a:pt x="211" y="508"/>
                  </a:lnTo>
                  <a:lnTo>
                    <a:pt x="144" y="690"/>
                  </a:lnTo>
                  <a:lnTo>
                    <a:pt x="86" y="882"/>
                  </a:lnTo>
                  <a:lnTo>
                    <a:pt x="39" y="1073"/>
                  </a:lnTo>
                  <a:lnTo>
                    <a:pt x="19" y="1274"/>
                  </a:lnTo>
                  <a:lnTo>
                    <a:pt x="0" y="1475"/>
                  </a:lnTo>
                  <a:lnTo>
                    <a:pt x="11475" y="6629"/>
                  </a:lnTo>
                  <a:lnTo>
                    <a:pt x="10900" y="7328"/>
                  </a:lnTo>
                  <a:lnTo>
                    <a:pt x="10249" y="8123"/>
                  </a:lnTo>
                  <a:lnTo>
                    <a:pt x="9444" y="9148"/>
                  </a:lnTo>
                  <a:lnTo>
                    <a:pt x="8515" y="10345"/>
                  </a:lnTo>
                  <a:lnTo>
                    <a:pt x="8036" y="10987"/>
                  </a:lnTo>
                  <a:lnTo>
                    <a:pt x="7538" y="11657"/>
                  </a:lnTo>
                  <a:lnTo>
                    <a:pt x="7040" y="12337"/>
                  </a:lnTo>
                  <a:lnTo>
                    <a:pt x="6542" y="13036"/>
                  </a:lnTo>
                  <a:lnTo>
                    <a:pt x="6063" y="13735"/>
                  </a:lnTo>
                  <a:lnTo>
                    <a:pt x="5603" y="14425"/>
                  </a:lnTo>
                  <a:lnTo>
                    <a:pt x="5498" y="14597"/>
                  </a:lnTo>
                  <a:lnTo>
                    <a:pt x="5393" y="14770"/>
                  </a:lnTo>
                  <a:lnTo>
                    <a:pt x="5297" y="14942"/>
                  </a:lnTo>
                  <a:lnTo>
                    <a:pt x="5211" y="15115"/>
                  </a:lnTo>
                  <a:lnTo>
                    <a:pt x="5134" y="15278"/>
                  </a:lnTo>
                  <a:lnTo>
                    <a:pt x="5057" y="15450"/>
                  </a:lnTo>
                  <a:lnTo>
                    <a:pt x="4990" y="15613"/>
                  </a:lnTo>
                  <a:lnTo>
                    <a:pt x="4933" y="15776"/>
                  </a:lnTo>
                  <a:lnTo>
                    <a:pt x="4875" y="15938"/>
                  </a:lnTo>
                  <a:lnTo>
                    <a:pt x="4837" y="16101"/>
                  </a:lnTo>
                  <a:lnTo>
                    <a:pt x="4789" y="16264"/>
                  </a:lnTo>
                  <a:lnTo>
                    <a:pt x="4761" y="16417"/>
                  </a:lnTo>
                  <a:lnTo>
                    <a:pt x="4732" y="16580"/>
                  </a:lnTo>
                  <a:lnTo>
                    <a:pt x="4713" y="16733"/>
                  </a:lnTo>
                  <a:lnTo>
                    <a:pt x="4703" y="16887"/>
                  </a:lnTo>
                  <a:lnTo>
                    <a:pt x="4693" y="17030"/>
                  </a:lnTo>
                  <a:lnTo>
                    <a:pt x="4684" y="17184"/>
                  </a:lnTo>
                  <a:lnTo>
                    <a:pt x="4693" y="17327"/>
                  </a:lnTo>
                  <a:lnTo>
                    <a:pt x="4703" y="17471"/>
                  </a:lnTo>
                  <a:lnTo>
                    <a:pt x="4713" y="17605"/>
                  </a:lnTo>
                  <a:lnTo>
                    <a:pt x="4761" y="17883"/>
                  </a:lnTo>
                  <a:lnTo>
                    <a:pt x="4818" y="18141"/>
                  </a:lnTo>
                  <a:lnTo>
                    <a:pt x="4904" y="18381"/>
                  </a:lnTo>
                  <a:lnTo>
                    <a:pt x="5010" y="18620"/>
                  </a:lnTo>
                  <a:lnTo>
                    <a:pt x="5134" y="18841"/>
                  </a:lnTo>
                  <a:lnTo>
                    <a:pt x="5278" y="19042"/>
                  </a:lnTo>
                  <a:lnTo>
                    <a:pt x="5431" y="19233"/>
                  </a:lnTo>
                  <a:lnTo>
                    <a:pt x="5603" y="19396"/>
                  </a:lnTo>
                  <a:lnTo>
                    <a:pt x="5690" y="19482"/>
                  </a:lnTo>
                  <a:lnTo>
                    <a:pt x="5785" y="19549"/>
                  </a:lnTo>
                  <a:lnTo>
                    <a:pt x="5891" y="19626"/>
                  </a:lnTo>
                  <a:lnTo>
                    <a:pt x="5987" y="19693"/>
                  </a:lnTo>
                  <a:lnTo>
                    <a:pt x="6092" y="19751"/>
                  </a:lnTo>
                  <a:lnTo>
                    <a:pt x="6207" y="19808"/>
                  </a:lnTo>
                  <a:lnTo>
                    <a:pt x="6312" y="19856"/>
                  </a:lnTo>
                  <a:lnTo>
                    <a:pt x="6427" y="19904"/>
                  </a:lnTo>
                  <a:lnTo>
                    <a:pt x="6552" y="19942"/>
                  </a:lnTo>
                  <a:lnTo>
                    <a:pt x="6667" y="19980"/>
                  </a:lnTo>
                  <a:lnTo>
                    <a:pt x="6791" y="20009"/>
                  </a:lnTo>
                  <a:lnTo>
                    <a:pt x="6916" y="20028"/>
                  </a:lnTo>
                  <a:lnTo>
                    <a:pt x="7040" y="20047"/>
                  </a:lnTo>
                  <a:lnTo>
                    <a:pt x="7174" y="20067"/>
                  </a:lnTo>
                  <a:lnTo>
                    <a:pt x="7308" y="20067"/>
                  </a:lnTo>
                  <a:lnTo>
                    <a:pt x="7442" y="20076"/>
                  </a:lnTo>
                  <a:lnTo>
                    <a:pt x="7576" y="20067"/>
                  </a:lnTo>
                  <a:lnTo>
                    <a:pt x="7720" y="20057"/>
                  </a:lnTo>
                  <a:lnTo>
                    <a:pt x="7854" y="20038"/>
                  </a:lnTo>
                  <a:lnTo>
                    <a:pt x="7998" y="20019"/>
                  </a:lnTo>
                  <a:lnTo>
                    <a:pt x="8142" y="19990"/>
                  </a:lnTo>
                  <a:lnTo>
                    <a:pt x="8285" y="19952"/>
                  </a:lnTo>
                  <a:lnTo>
                    <a:pt x="8429" y="19904"/>
                  </a:lnTo>
                  <a:lnTo>
                    <a:pt x="8582" y="19856"/>
                  </a:lnTo>
                  <a:lnTo>
                    <a:pt x="8726" y="19798"/>
                  </a:lnTo>
                  <a:lnTo>
                    <a:pt x="8879" y="19741"/>
                  </a:lnTo>
                  <a:lnTo>
                    <a:pt x="9032" y="19664"/>
                  </a:lnTo>
                  <a:lnTo>
                    <a:pt x="9186" y="19588"/>
                  </a:lnTo>
                  <a:lnTo>
                    <a:pt x="9262" y="19530"/>
                  </a:lnTo>
                  <a:lnTo>
                    <a:pt x="9492" y="19348"/>
                  </a:lnTo>
                  <a:lnTo>
                    <a:pt x="9856" y="19042"/>
                  </a:lnTo>
                  <a:lnTo>
                    <a:pt x="10076" y="18841"/>
                  </a:lnTo>
                  <a:lnTo>
                    <a:pt x="10316" y="18611"/>
                  </a:lnTo>
                  <a:lnTo>
                    <a:pt x="10574" y="18352"/>
                  </a:lnTo>
                  <a:lnTo>
                    <a:pt x="10862" y="18065"/>
                  </a:lnTo>
                  <a:lnTo>
                    <a:pt x="11149" y="17749"/>
                  </a:lnTo>
                  <a:lnTo>
                    <a:pt x="11465" y="17404"/>
                  </a:lnTo>
                  <a:lnTo>
                    <a:pt x="11781" y="17030"/>
                  </a:lnTo>
                  <a:lnTo>
                    <a:pt x="12097" y="16618"/>
                  </a:lnTo>
                  <a:lnTo>
                    <a:pt x="12423" y="16187"/>
                  </a:lnTo>
                  <a:lnTo>
                    <a:pt x="12749" y="15718"/>
                  </a:lnTo>
                  <a:lnTo>
                    <a:pt x="13074" y="15230"/>
                  </a:lnTo>
                  <a:lnTo>
                    <a:pt x="13400" y="14703"/>
                  </a:lnTo>
                  <a:lnTo>
                    <a:pt x="13706" y="14157"/>
                  </a:lnTo>
                  <a:lnTo>
                    <a:pt x="13860" y="13870"/>
                  </a:lnTo>
                  <a:lnTo>
                    <a:pt x="14003" y="13573"/>
                  </a:lnTo>
                  <a:lnTo>
                    <a:pt x="14157" y="13276"/>
                  </a:lnTo>
                  <a:lnTo>
                    <a:pt x="14300" y="12969"/>
                  </a:lnTo>
                  <a:lnTo>
                    <a:pt x="14434" y="12653"/>
                  </a:lnTo>
                  <a:lnTo>
                    <a:pt x="14569" y="12327"/>
                  </a:lnTo>
                  <a:lnTo>
                    <a:pt x="14693" y="12002"/>
                  </a:lnTo>
                  <a:lnTo>
                    <a:pt x="14818" y="11667"/>
                  </a:lnTo>
                  <a:lnTo>
                    <a:pt x="14932" y="11322"/>
                  </a:lnTo>
                  <a:lnTo>
                    <a:pt x="15047" y="10967"/>
                  </a:lnTo>
                  <a:lnTo>
                    <a:pt x="15153" y="10613"/>
                  </a:lnTo>
                  <a:lnTo>
                    <a:pt x="15258" y="10249"/>
                  </a:lnTo>
                  <a:lnTo>
                    <a:pt x="15344" y="9875"/>
                  </a:lnTo>
                  <a:lnTo>
                    <a:pt x="15431" y="9492"/>
                  </a:lnTo>
                  <a:lnTo>
                    <a:pt x="15507" y="9109"/>
                  </a:lnTo>
                  <a:lnTo>
                    <a:pt x="15584" y="8717"/>
                  </a:lnTo>
                  <a:lnTo>
                    <a:pt x="15641" y="8314"/>
                  </a:lnTo>
                  <a:lnTo>
                    <a:pt x="15699" y="7912"/>
                  </a:lnTo>
                  <a:lnTo>
                    <a:pt x="15737" y="7500"/>
                  </a:lnTo>
                  <a:lnTo>
                    <a:pt x="15775" y="7079"/>
                  </a:lnTo>
                  <a:lnTo>
                    <a:pt x="15804" y="6648"/>
                  </a:lnTo>
                  <a:lnTo>
                    <a:pt x="15814" y="6217"/>
                  </a:lnTo>
                  <a:lnTo>
                    <a:pt x="15823" y="5776"/>
                  </a:lnTo>
                  <a:lnTo>
                    <a:pt x="15814" y="5326"/>
                  </a:lnTo>
                  <a:lnTo>
                    <a:pt x="15795" y="4866"/>
                  </a:lnTo>
                  <a:lnTo>
                    <a:pt x="15766" y="4406"/>
                  </a:lnTo>
                  <a:lnTo>
                    <a:pt x="15756" y="4291"/>
                  </a:lnTo>
                  <a:lnTo>
                    <a:pt x="15737" y="4186"/>
                  </a:lnTo>
                  <a:lnTo>
                    <a:pt x="15708" y="4081"/>
                  </a:lnTo>
                  <a:lnTo>
                    <a:pt x="15670" y="3975"/>
                  </a:lnTo>
                  <a:lnTo>
                    <a:pt x="15622" y="3880"/>
                  </a:lnTo>
                  <a:lnTo>
                    <a:pt x="15565" y="3793"/>
                  </a:lnTo>
                  <a:lnTo>
                    <a:pt x="15488" y="3717"/>
                  </a:lnTo>
                  <a:lnTo>
                    <a:pt x="15402" y="3650"/>
                  </a:lnTo>
                  <a:lnTo>
                    <a:pt x="15124" y="3458"/>
                  </a:lnTo>
                  <a:lnTo>
                    <a:pt x="14760" y="3238"/>
                  </a:lnTo>
                  <a:lnTo>
                    <a:pt x="14319" y="2979"/>
                  </a:lnTo>
                  <a:lnTo>
                    <a:pt x="13802" y="2711"/>
                  </a:lnTo>
                  <a:lnTo>
                    <a:pt x="13505" y="2567"/>
                  </a:lnTo>
                  <a:lnTo>
                    <a:pt x="13189" y="2414"/>
                  </a:lnTo>
                  <a:lnTo>
                    <a:pt x="12854" y="2270"/>
                  </a:lnTo>
                  <a:lnTo>
                    <a:pt x="12500" y="2117"/>
                  </a:lnTo>
                  <a:lnTo>
                    <a:pt x="12126" y="1964"/>
                  </a:lnTo>
                  <a:lnTo>
                    <a:pt x="11724" y="1811"/>
                  </a:lnTo>
                  <a:lnTo>
                    <a:pt x="11302" y="1667"/>
                  </a:lnTo>
                  <a:lnTo>
                    <a:pt x="10862" y="1514"/>
                  </a:lnTo>
                  <a:lnTo>
                    <a:pt x="10392" y="1370"/>
                  </a:lnTo>
                  <a:lnTo>
                    <a:pt x="9904" y="1226"/>
                  </a:lnTo>
                  <a:lnTo>
                    <a:pt x="9387" y="1083"/>
                  </a:lnTo>
                  <a:lnTo>
                    <a:pt x="8850" y="949"/>
                  </a:lnTo>
                  <a:lnTo>
                    <a:pt x="8295" y="824"/>
                  </a:lnTo>
                  <a:lnTo>
                    <a:pt x="7711" y="700"/>
                  </a:lnTo>
                  <a:lnTo>
                    <a:pt x="7107" y="585"/>
                  </a:lnTo>
                  <a:lnTo>
                    <a:pt x="6475" y="479"/>
                  </a:lnTo>
                  <a:lnTo>
                    <a:pt x="5824" y="374"/>
                  </a:lnTo>
                  <a:lnTo>
                    <a:pt x="5144" y="288"/>
                  </a:lnTo>
                  <a:lnTo>
                    <a:pt x="4435" y="211"/>
                  </a:lnTo>
                  <a:lnTo>
                    <a:pt x="3707" y="144"/>
                  </a:lnTo>
                  <a:lnTo>
                    <a:pt x="2960" y="87"/>
                  </a:lnTo>
                  <a:lnTo>
                    <a:pt x="2174" y="39"/>
                  </a:lnTo>
                  <a:lnTo>
                    <a:pt x="1370" y="10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rgbClr val="FF8C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6"/>
            <p:cNvSpPr/>
            <p:nvPr/>
          </p:nvSpPr>
          <p:spPr>
            <a:xfrm>
              <a:off x="7069137" y="2926707"/>
              <a:ext cx="1213132" cy="381643"/>
            </a:xfrm>
            <a:custGeom>
              <a:avLst/>
              <a:gdLst/>
              <a:ahLst/>
              <a:cxnLst/>
              <a:rect l="l" t="t" r="r" b="b"/>
              <a:pathLst>
                <a:path w="30843" h="9703" extrusionOk="0">
                  <a:moveTo>
                    <a:pt x="5479" y="0"/>
                  </a:moveTo>
                  <a:lnTo>
                    <a:pt x="5163" y="19"/>
                  </a:lnTo>
                  <a:lnTo>
                    <a:pt x="4857" y="39"/>
                  </a:lnTo>
                  <a:lnTo>
                    <a:pt x="4560" y="67"/>
                  </a:lnTo>
                  <a:lnTo>
                    <a:pt x="4282" y="106"/>
                  </a:lnTo>
                  <a:lnTo>
                    <a:pt x="4004" y="144"/>
                  </a:lnTo>
                  <a:lnTo>
                    <a:pt x="3736" y="201"/>
                  </a:lnTo>
                  <a:lnTo>
                    <a:pt x="3478" y="249"/>
                  </a:lnTo>
                  <a:lnTo>
                    <a:pt x="3228" y="316"/>
                  </a:lnTo>
                  <a:lnTo>
                    <a:pt x="2989" y="383"/>
                  </a:lnTo>
                  <a:lnTo>
                    <a:pt x="2759" y="460"/>
                  </a:lnTo>
                  <a:lnTo>
                    <a:pt x="2539" y="537"/>
                  </a:lnTo>
                  <a:lnTo>
                    <a:pt x="2328" y="623"/>
                  </a:lnTo>
                  <a:lnTo>
                    <a:pt x="2127" y="719"/>
                  </a:lnTo>
                  <a:lnTo>
                    <a:pt x="1935" y="824"/>
                  </a:lnTo>
                  <a:lnTo>
                    <a:pt x="1744" y="929"/>
                  </a:lnTo>
                  <a:lnTo>
                    <a:pt x="1571" y="1044"/>
                  </a:lnTo>
                  <a:lnTo>
                    <a:pt x="1409" y="1159"/>
                  </a:lnTo>
                  <a:lnTo>
                    <a:pt x="1255" y="1284"/>
                  </a:lnTo>
                  <a:lnTo>
                    <a:pt x="1112" y="1418"/>
                  </a:lnTo>
                  <a:lnTo>
                    <a:pt x="968" y="1552"/>
                  </a:lnTo>
                  <a:lnTo>
                    <a:pt x="844" y="1696"/>
                  </a:lnTo>
                  <a:lnTo>
                    <a:pt x="729" y="1849"/>
                  </a:lnTo>
                  <a:lnTo>
                    <a:pt x="614" y="2002"/>
                  </a:lnTo>
                  <a:lnTo>
                    <a:pt x="518" y="2165"/>
                  </a:lnTo>
                  <a:lnTo>
                    <a:pt x="422" y="2328"/>
                  </a:lnTo>
                  <a:lnTo>
                    <a:pt x="336" y="2500"/>
                  </a:lnTo>
                  <a:lnTo>
                    <a:pt x="269" y="2682"/>
                  </a:lnTo>
                  <a:lnTo>
                    <a:pt x="202" y="2864"/>
                  </a:lnTo>
                  <a:lnTo>
                    <a:pt x="144" y="3046"/>
                  </a:lnTo>
                  <a:lnTo>
                    <a:pt x="96" y="3247"/>
                  </a:lnTo>
                  <a:lnTo>
                    <a:pt x="68" y="3448"/>
                  </a:lnTo>
                  <a:lnTo>
                    <a:pt x="39" y="3650"/>
                  </a:lnTo>
                  <a:lnTo>
                    <a:pt x="20" y="3860"/>
                  </a:lnTo>
                  <a:lnTo>
                    <a:pt x="1" y="4081"/>
                  </a:lnTo>
                  <a:lnTo>
                    <a:pt x="1" y="4301"/>
                  </a:lnTo>
                  <a:lnTo>
                    <a:pt x="10" y="4531"/>
                  </a:lnTo>
                  <a:lnTo>
                    <a:pt x="29" y="4761"/>
                  </a:lnTo>
                  <a:lnTo>
                    <a:pt x="49" y="5000"/>
                  </a:lnTo>
                  <a:lnTo>
                    <a:pt x="87" y="5240"/>
                  </a:lnTo>
                  <a:lnTo>
                    <a:pt x="125" y="5489"/>
                  </a:lnTo>
                  <a:lnTo>
                    <a:pt x="183" y="5738"/>
                  </a:lnTo>
                  <a:lnTo>
                    <a:pt x="211" y="5881"/>
                  </a:lnTo>
                  <a:lnTo>
                    <a:pt x="259" y="6025"/>
                  </a:lnTo>
                  <a:lnTo>
                    <a:pt x="317" y="6159"/>
                  </a:lnTo>
                  <a:lnTo>
                    <a:pt x="384" y="6293"/>
                  </a:lnTo>
                  <a:lnTo>
                    <a:pt x="460" y="6418"/>
                  </a:lnTo>
                  <a:lnTo>
                    <a:pt x="547" y="6542"/>
                  </a:lnTo>
                  <a:lnTo>
                    <a:pt x="642" y="6667"/>
                  </a:lnTo>
                  <a:lnTo>
                    <a:pt x="738" y="6791"/>
                  </a:lnTo>
                  <a:lnTo>
                    <a:pt x="844" y="6906"/>
                  </a:lnTo>
                  <a:lnTo>
                    <a:pt x="968" y="7011"/>
                  </a:lnTo>
                  <a:lnTo>
                    <a:pt x="1093" y="7126"/>
                  </a:lnTo>
                  <a:lnTo>
                    <a:pt x="1217" y="7232"/>
                  </a:lnTo>
                  <a:lnTo>
                    <a:pt x="1351" y="7328"/>
                  </a:lnTo>
                  <a:lnTo>
                    <a:pt x="1495" y="7433"/>
                  </a:lnTo>
                  <a:lnTo>
                    <a:pt x="1801" y="7615"/>
                  </a:lnTo>
                  <a:lnTo>
                    <a:pt x="2127" y="7797"/>
                  </a:lnTo>
                  <a:lnTo>
                    <a:pt x="2462" y="7960"/>
                  </a:lnTo>
                  <a:lnTo>
                    <a:pt x="2817" y="8113"/>
                  </a:lnTo>
                  <a:lnTo>
                    <a:pt x="3190" y="8257"/>
                  </a:lnTo>
                  <a:lnTo>
                    <a:pt x="3564" y="8391"/>
                  </a:lnTo>
                  <a:lnTo>
                    <a:pt x="3947" y="8515"/>
                  </a:lnTo>
                  <a:lnTo>
                    <a:pt x="4330" y="8630"/>
                  </a:lnTo>
                  <a:lnTo>
                    <a:pt x="4713" y="8736"/>
                  </a:lnTo>
                  <a:lnTo>
                    <a:pt x="5106" y="8831"/>
                  </a:lnTo>
                  <a:lnTo>
                    <a:pt x="5479" y="8918"/>
                  </a:lnTo>
                  <a:lnTo>
                    <a:pt x="5853" y="8994"/>
                  </a:lnTo>
                  <a:lnTo>
                    <a:pt x="6217" y="9061"/>
                  </a:lnTo>
                  <a:lnTo>
                    <a:pt x="6897" y="9176"/>
                  </a:lnTo>
                  <a:lnTo>
                    <a:pt x="7510" y="9272"/>
                  </a:lnTo>
                  <a:lnTo>
                    <a:pt x="8018" y="9329"/>
                  </a:lnTo>
                  <a:lnTo>
                    <a:pt x="8410" y="9377"/>
                  </a:lnTo>
                  <a:lnTo>
                    <a:pt x="8755" y="9406"/>
                  </a:lnTo>
                  <a:lnTo>
                    <a:pt x="29884" y="9703"/>
                  </a:lnTo>
                  <a:lnTo>
                    <a:pt x="30028" y="9588"/>
                  </a:lnTo>
                  <a:lnTo>
                    <a:pt x="30153" y="9463"/>
                  </a:lnTo>
                  <a:lnTo>
                    <a:pt x="30267" y="9329"/>
                  </a:lnTo>
                  <a:lnTo>
                    <a:pt x="30363" y="9195"/>
                  </a:lnTo>
                  <a:lnTo>
                    <a:pt x="30449" y="9052"/>
                  </a:lnTo>
                  <a:lnTo>
                    <a:pt x="30516" y="8908"/>
                  </a:lnTo>
                  <a:lnTo>
                    <a:pt x="30574" y="8755"/>
                  </a:lnTo>
                  <a:lnTo>
                    <a:pt x="30631" y="8611"/>
                  </a:lnTo>
                  <a:lnTo>
                    <a:pt x="30670" y="8458"/>
                  </a:lnTo>
                  <a:lnTo>
                    <a:pt x="30708" y="8314"/>
                  </a:lnTo>
                  <a:lnTo>
                    <a:pt x="30766" y="8027"/>
                  </a:lnTo>
                  <a:lnTo>
                    <a:pt x="30842" y="7529"/>
                  </a:lnTo>
                  <a:lnTo>
                    <a:pt x="30660" y="7414"/>
                  </a:lnTo>
                  <a:lnTo>
                    <a:pt x="30421" y="7280"/>
                  </a:lnTo>
                  <a:lnTo>
                    <a:pt x="30076" y="7088"/>
                  </a:lnTo>
                  <a:lnTo>
                    <a:pt x="29616" y="6849"/>
                  </a:lnTo>
                  <a:lnTo>
                    <a:pt x="29041" y="6561"/>
                  </a:lnTo>
                  <a:lnTo>
                    <a:pt x="28342" y="6236"/>
                  </a:lnTo>
                  <a:lnTo>
                    <a:pt x="27509" y="5862"/>
                  </a:lnTo>
                  <a:lnTo>
                    <a:pt x="26542" y="5450"/>
                  </a:lnTo>
                  <a:lnTo>
                    <a:pt x="25431" y="5000"/>
                  </a:lnTo>
                  <a:lnTo>
                    <a:pt x="24827" y="4761"/>
                  </a:lnTo>
                  <a:lnTo>
                    <a:pt x="24176" y="4521"/>
                  </a:lnTo>
                  <a:lnTo>
                    <a:pt x="23486" y="4263"/>
                  </a:lnTo>
                  <a:lnTo>
                    <a:pt x="22758" y="4004"/>
                  </a:lnTo>
                  <a:lnTo>
                    <a:pt x="21992" y="3736"/>
                  </a:lnTo>
                  <a:lnTo>
                    <a:pt x="21187" y="3458"/>
                  </a:lnTo>
                  <a:lnTo>
                    <a:pt x="20335" y="3171"/>
                  </a:lnTo>
                  <a:lnTo>
                    <a:pt x="19444" y="2883"/>
                  </a:lnTo>
                  <a:lnTo>
                    <a:pt x="18506" y="2577"/>
                  </a:lnTo>
                  <a:lnTo>
                    <a:pt x="17529" y="2280"/>
                  </a:lnTo>
                  <a:lnTo>
                    <a:pt x="16504" y="1964"/>
                  </a:lnTo>
                  <a:lnTo>
                    <a:pt x="15431" y="1657"/>
                  </a:lnTo>
                  <a:lnTo>
                    <a:pt x="14358" y="1351"/>
                  </a:lnTo>
                  <a:lnTo>
                    <a:pt x="13324" y="1083"/>
                  </a:lnTo>
                  <a:lnTo>
                    <a:pt x="12328" y="843"/>
                  </a:lnTo>
                  <a:lnTo>
                    <a:pt x="11379" y="632"/>
                  </a:lnTo>
                  <a:lnTo>
                    <a:pt x="10460" y="450"/>
                  </a:lnTo>
                  <a:lnTo>
                    <a:pt x="9588" y="307"/>
                  </a:lnTo>
                  <a:lnTo>
                    <a:pt x="9167" y="240"/>
                  </a:lnTo>
                  <a:lnTo>
                    <a:pt x="8755" y="182"/>
                  </a:lnTo>
                  <a:lnTo>
                    <a:pt x="8353" y="134"/>
                  </a:lnTo>
                  <a:lnTo>
                    <a:pt x="7960" y="96"/>
                  </a:lnTo>
                  <a:lnTo>
                    <a:pt x="7577" y="58"/>
                  </a:lnTo>
                  <a:lnTo>
                    <a:pt x="7203" y="39"/>
                  </a:lnTo>
                  <a:lnTo>
                    <a:pt x="6839" y="10"/>
                  </a:lnTo>
                  <a:lnTo>
                    <a:pt x="6485" y="0"/>
                  </a:lnTo>
                  <a:close/>
                </a:path>
              </a:pathLst>
            </a:custGeom>
            <a:solidFill>
              <a:srgbClr val="0A58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26"/>
            <p:cNvSpPr/>
            <p:nvPr/>
          </p:nvSpPr>
          <p:spPr>
            <a:xfrm>
              <a:off x="6683374" y="4178898"/>
              <a:ext cx="242642" cy="241148"/>
            </a:xfrm>
            <a:custGeom>
              <a:avLst/>
              <a:gdLst/>
              <a:ahLst/>
              <a:cxnLst/>
              <a:rect l="l" t="t" r="r" b="b"/>
              <a:pathLst>
                <a:path w="6169" h="6131" extrusionOk="0">
                  <a:moveTo>
                    <a:pt x="5173" y="1"/>
                  </a:moveTo>
                  <a:lnTo>
                    <a:pt x="4761" y="346"/>
                  </a:lnTo>
                  <a:lnTo>
                    <a:pt x="4330" y="719"/>
                  </a:lnTo>
                  <a:lnTo>
                    <a:pt x="3899" y="1122"/>
                  </a:lnTo>
                  <a:lnTo>
                    <a:pt x="3478" y="1543"/>
                  </a:lnTo>
                  <a:lnTo>
                    <a:pt x="3047" y="1974"/>
                  </a:lnTo>
                  <a:lnTo>
                    <a:pt x="2635" y="2415"/>
                  </a:lnTo>
                  <a:lnTo>
                    <a:pt x="2242" y="2855"/>
                  </a:lnTo>
                  <a:lnTo>
                    <a:pt x="1859" y="3286"/>
                  </a:lnTo>
                  <a:lnTo>
                    <a:pt x="1504" y="3717"/>
                  </a:lnTo>
                  <a:lnTo>
                    <a:pt x="1169" y="4120"/>
                  </a:lnTo>
                  <a:lnTo>
                    <a:pt x="872" y="4503"/>
                  </a:lnTo>
                  <a:lnTo>
                    <a:pt x="614" y="4857"/>
                  </a:lnTo>
                  <a:lnTo>
                    <a:pt x="393" y="5183"/>
                  </a:lnTo>
                  <a:lnTo>
                    <a:pt x="221" y="5451"/>
                  </a:lnTo>
                  <a:lnTo>
                    <a:pt x="96" y="5681"/>
                  </a:lnTo>
                  <a:lnTo>
                    <a:pt x="58" y="5777"/>
                  </a:lnTo>
                  <a:lnTo>
                    <a:pt x="29" y="5863"/>
                  </a:lnTo>
                  <a:lnTo>
                    <a:pt x="10" y="5930"/>
                  </a:lnTo>
                  <a:lnTo>
                    <a:pt x="1" y="5978"/>
                  </a:lnTo>
                  <a:lnTo>
                    <a:pt x="1" y="6026"/>
                  </a:lnTo>
                  <a:lnTo>
                    <a:pt x="10" y="6064"/>
                  </a:lnTo>
                  <a:lnTo>
                    <a:pt x="20" y="6093"/>
                  </a:lnTo>
                  <a:lnTo>
                    <a:pt x="39" y="6112"/>
                  </a:lnTo>
                  <a:lnTo>
                    <a:pt x="68" y="6131"/>
                  </a:lnTo>
                  <a:lnTo>
                    <a:pt x="135" y="6131"/>
                  </a:lnTo>
                  <a:lnTo>
                    <a:pt x="173" y="6121"/>
                  </a:lnTo>
                  <a:lnTo>
                    <a:pt x="269" y="6083"/>
                  </a:lnTo>
                  <a:lnTo>
                    <a:pt x="384" y="6035"/>
                  </a:lnTo>
                  <a:lnTo>
                    <a:pt x="508" y="5959"/>
                  </a:lnTo>
                  <a:lnTo>
                    <a:pt x="777" y="5786"/>
                  </a:lnTo>
                  <a:lnTo>
                    <a:pt x="1045" y="5595"/>
                  </a:lnTo>
                  <a:lnTo>
                    <a:pt x="1303" y="5422"/>
                  </a:lnTo>
                  <a:lnTo>
                    <a:pt x="1409" y="5346"/>
                  </a:lnTo>
                  <a:lnTo>
                    <a:pt x="1514" y="5288"/>
                  </a:lnTo>
                  <a:lnTo>
                    <a:pt x="1974" y="5020"/>
                  </a:lnTo>
                  <a:lnTo>
                    <a:pt x="2424" y="4742"/>
                  </a:lnTo>
                  <a:lnTo>
                    <a:pt x="2865" y="4464"/>
                  </a:lnTo>
                  <a:lnTo>
                    <a:pt x="3267" y="4187"/>
                  </a:lnTo>
                  <a:lnTo>
                    <a:pt x="3631" y="3928"/>
                  </a:lnTo>
                  <a:lnTo>
                    <a:pt x="3947" y="3689"/>
                  </a:lnTo>
                  <a:lnTo>
                    <a:pt x="4196" y="3487"/>
                  </a:lnTo>
                  <a:lnTo>
                    <a:pt x="4387" y="3334"/>
                  </a:lnTo>
                  <a:lnTo>
                    <a:pt x="4474" y="3248"/>
                  </a:lnTo>
                  <a:lnTo>
                    <a:pt x="4579" y="3123"/>
                  </a:lnTo>
                  <a:lnTo>
                    <a:pt x="4694" y="2951"/>
                  </a:lnTo>
                  <a:lnTo>
                    <a:pt x="4828" y="2759"/>
                  </a:lnTo>
                  <a:lnTo>
                    <a:pt x="5125" y="2309"/>
                  </a:lnTo>
                  <a:lnTo>
                    <a:pt x="5422" y="1830"/>
                  </a:lnTo>
                  <a:lnTo>
                    <a:pt x="5949" y="959"/>
                  </a:lnTo>
                  <a:lnTo>
                    <a:pt x="6169" y="576"/>
                  </a:lnTo>
                  <a:lnTo>
                    <a:pt x="5173" y="1"/>
                  </a:lnTo>
                  <a:close/>
                </a:path>
              </a:pathLst>
            </a:custGeom>
            <a:solidFill>
              <a:srgbClr val="EDC1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26"/>
            <p:cNvSpPr/>
            <p:nvPr/>
          </p:nvSpPr>
          <p:spPr>
            <a:xfrm>
              <a:off x="6660798" y="4200373"/>
              <a:ext cx="265219" cy="235877"/>
            </a:xfrm>
            <a:custGeom>
              <a:avLst/>
              <a:gdLst/>
              <a:ahLst/>
              <a:cxnLst/>
              <a:rect l="l" t="t" r="r" b="b"/>
              <a:pathLst>
                <a:path w="6743" h="5997" extrusionOk="0">
                  <a:moveTo>
                    <a:pt x="6695" y="1"/>
                  </a:moveTo>
                  <a:lnTo>
                    <a:pt x="6523" y="183"/>
                  </a:lnTo>
                  <a:lnTo>
                    <a:pt x="6350" y="355"/>
                  </a:lnTo>
                  <a:lnTo>
                    <a:pt x="6168" y="518"/>
                  </a:lnTo>
                  <a:lnTo>
                    <a:pt x="5986" y="662"/>
                  </a:lnTo>
                  <a:lnTo>
                    <a:pt x="5804" y="796"/>
                  </a:lnTo>
                  <a:lnTo>
                    <a:pt x="5613" y="911"/>
                  </a:lnTo>
                  <a:lnTo>
                    <a:pt x="5421" y="1026"/>
                  </a:lnTo>
                  <a:lnTo>
                    <a:pt x="5230" y="1112"/>
                  </a:lnTo>
                  <a:lnTo>
                    <a:pt x="5029" y="1189"/>
                  </a:lnTo>
                  <a:lnTo>
                    <a:pt x="4827" y="1256"/>
                  </a:lnTo>
                  <a:lnTo>
                    <a:pt x="4617" y="1304"/>
                  </a:lnTo>
                  <a:lnTo>
                    <a:pt x="4406" y="1342"/>
                  </a:lnTo>
                  <a:lnTo>
                    <a:pt x="4195" y="1351"/>
                  </a:lnTo>
                  <a:lnTo>
                    <a:pt x="3985" y="1351"/>
                  </a:lnTo>
                  <a:lnTo>
                    <a:pt x="3764" y="1342"/>
                  </a:lnTo>
                  <a:lnTo>
                    <a:pt x="3544" y="1304"/>
                  </a:lnTo>
                  <a:lnTo>
                    <a:pt x="2663" y="2280"/>
                  </a:lnTo>
                  <a:lnTo>
                    <a:pt x="2280" y="2692"/>
                  </a:lnTo>
                  <a:lnTo>
                    <a:pt x="1906" y="3123"/>
                  </a:lnTo>
                  <a:lnTo>
                    <a:pt x="1628" y="3439"/>
                  </a:lnTo>
                  <a:lnTo>
                    <a:pt x="1341" y="3794"/>
                  </a:lnTo>
                  <a:lnTo>
                    <a:pt x="1034" y="4167"/>
                  </a:lnTo>
                  <a:lnTo>
                    <a:pt x="747" y="4531"/>
                  </a:lnTo>
                  <a:lnTo>
                    <a:pt x="479" y="4867"/>
                  </a:lnTo>
                  <a:lnTo>
                    <a:pt x="268" y="5164"/>
                  </a:lnTo>
                  <a:lnTo>
                    <a:pt x="115" y="5393"/>
                  </a:lnTo>
                  <a:lnTo>
                    <a:pt x="67" y="5470"/>
                  </a:lnTo>
                  <a:lnTo>
                    <a:pt x="38" y="5527"/>
                  </a:lnTo>
                  <a:lnTo>
                    <a:pt x="10" y="5662"/>
                  </a:lnTo>
                  <a:lnTo>
                    <a:pt x="0" y="5777"/>
                  </a:lnTo>
                  <a:lnTo>
                    <a:pt x="10" y="5824"/>
                  </a:lnTo>
                  <a:lnTo>
                    <a:pt x="19" y="5863"/>
                  </a:lnTo>
                  <a:lnTo>
                    <a:pt x="38" y="5901"/>
                  </a:lnTo>
                  <a:lnTo>
                    <a:pt x="57" y="5930"/>
                  </a:lnTo>
                  <a:lnTo>
                    <a:pt x="86" y="5958"/>
                  </a:lnTo>
                  <a:lnTo>
                    <a:pt x="115" y="5968"/>
                  </a:lnTo>
                  <a:lnTo>
                    <a:pt x="163" y="5987"/>
                  </a:lnTo>
                  <a:lnTo>
                    <a:pt x="201" y="5997"/>
                  </a:lnTo>
                  <a:lnTo>
                    <a:pt x="316" y="5987"/>
                  </a:lnTo>
                  <a:lnTo>
                    <a:pt x="441" y="5968"/>
                  </a:lnTo>
                  <a:lnTo>
                    <a:pt x="603" y="5920"/>
                  </a:lnTo>
                  <a:lnTo>
                    <a:pt x="785" y="5844"/>
                  </a:lnTo>
                  <a:lnTo>
                    <a:pt x="987" y="5757"/>
                  </a:lnTo>
                  <a:lnTo>
                    <a:pt x="1216" y="5642"/>
                  </a:lnTo>
                  <a:lnTo>
                    <a:pt x="1465" y="5499"/>
                  </a:lnTo>
                  <a:lnTo>
                    <a:pt x="1743" y="5336"/>
                  </a:lnTo>
                  <a:lnTo>
                    <a:pt x="2050" y="5154"/>
                  </a:lnTo>
                  <a:lnTo>
                    <a:pt x="2375" y="4953"/>
                  </a:lnTo>
                  <a:lnTo>
                    <a:pt x="2806" y="4665"/>
                  </a:lnTo>
                  <a:lnTo>
                    <a:pt x="3228" y="4359"/>
                  </a:lnTo>
                  <a:lnTo>
                    <a:pt x="3640" y="4062"/>
                  </a:lnTo>
                  <a:lnTo>
                    <a:pt x="4013" y="3765"/>
                  </a:lnTo>
                  <a:lnTo>
                    <a:pt x="4358" y="3497"/>
                  </a:lnTo>
                  <a:lnTo>
                    <a:pt x="4655" y="3248"/>
                  </a:lnTo>
                  <a:lnTo>
                    <a:pt x="5086" y="2884"/>
                  </a:lnTo>
                  <a:lnTo>
                    <a:pt x="5172" y="2798"/>
                  </a:lnTo>
                  <a:lnTo>
                    <a:pt x="5268" y="2664"/>
                  </a:lnTo>
                  <a:lnTo>
                    <a:pt x="5383" y="2501"/>
                  </a:lnTo>
                  <a:lnTo>
                    <a:pt x="5507" y="2300"/>
                  </a:lnTo>
                  <a:lnTo>
                    <a:pt x="5785" y="1830"/>
                  </a:lnTo>
                  <a:lnTo>
                    <a:pt x="6063" y="1332"/>
                  </a:lnTo>
                  <a:lnTo>
                    <a:pt x="6322" y="844"/>
                  </a:lnTo>
                  <a:lnTo>
                    <a:pt x="6542" y="422"/>
                  </a:lnTo>
                  <a:lnTo>
                    <a:pt x="6743" y="30"/>
                  </a:lnTo>
                  <a:lnTo>
                    <a:pt x="669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26"/>
            <p:cNvSpPr/>
            <p:nvPr/>
          </p:nvSpPr>
          <p:spPr>
            <a:xfrm>
              <a:off x="7608607" y="1993179"/>
              <a:ext cx="739176" cy="1192404"/>
            </a:xfrm>
            <a:custGeom>
              <a:avLst/>
              <a:gdLst/>
              <a:ahLst/>
              <a:cxnLst/>
              <a:rect l="l" t="t" r="r" b="b"/>
              <a:pathLst>
                <a:path w="18793" h="30316" extrusionOk="0">
                  <a:moveTo>
                    <a:pt x="9310" y="1"/>
                  </a:moveTo>
                  <a:lnTo>
                    <a:pt x="9081" y="10"/>
                  </a:lnTo>
                  <a:lnTo>
                    <a:pt x="8870" y="20"/>
                  </a:lnTo>
                  <a:lnTo>
                    <a:pt x="8669" y="49"/>
                  </a:lnTo>
                  <a:lnTo>
                    <a:pt x="8496" y="68"/>
                  </a:lnTo>
                  <a:lnTo>
                    <a:pt x="8190" y="125"/>
                  </a:lnTo>
                  <a:lnTo>
                    <a:pt x="7960" y="183"/>
                  </a:lnTo>
                  <a:lnTo>
                    <a:pt x="7816" y="231"/>
                  </a:lnTo>
                  <a:lnTo>
                    <a:pt x="7768" y="250"/>
                  </a:lnTo>
                  <a:lnTo>
                    <a:pt x="7653" y="355"/>
                  </a:lnTo>
                  <a:lnTo>
                    <a:pt x="7500" y="460"/>
                  </a:lnTo>
                  <a:lnTo>
                    <a:pt x="7318" y="566"/>
                  </a:lnTo>
                  <a:lnTo>
                    <a:pt x="7117" y="681"/>
                  </a:lnTo>
                  <a:lnTo>
                    <a:pt x="6887" y="796"/>
                  </a:lnTo>
                  <a:lnTo>
                    <a:pt x="6629" y="901"/>
                  </a:lnTo>
                  <a:lnTo>
                    <a:pt x="6351" y="1016"/>
                  </a:lnTo>
                  <a:lnTo>
                    <a:pt x="6044" y="1121"/>
                  </a:lnTo>
                  <a:lnTo>
                    <a:pt x="5719" y="1227"/>
                  </a:lnTo>
                  <a:lnTo>
                    <a:pt x="5383" y="1322"/>
                  </a:lnTo>
                  <a:lnTo>
                    <a:pt x="5019" y="1418"/>
                  </a:lnTo>
                  <a:lnTo>
                    <a:pt x="4646" y="1504"/>
                  </a:lnTo>
                  <a:lnTo>
                    <a:pt x="4253" y="1581"/>
                  </a:lnTo>
                  <a:lnTo>
                    <a:pt x="3851" y="1658"/>
                  </a:lnTo>
                  <a:lnTo>
                    <a:pt x="3439" y="1715"/>
                  </a:lnTo>
                  <a:lnTo>
                    <a:pt x="3008" y="1773"/>
                  </a:lnTo>
                  <a:lnTo>
                    <a:pt x="2807" y="1801"/>
                  </a:lnTo>
                  <a:lnTo>
                    <a:pt x="2615" y="1849"/>
                  </a:lnTo>
                  <a:lnTo>
                    <a:pt x="2520" y="1878"/>
                  </a:lnTo>
                  <a:lnTo>
                    <a:pt x="2433" y="1907"/>
                  </a:lnTo>
                  <a:lnTo>
                    <a:pt x="2357" y="1955"/>
                  </a:lnTo>
                  <a:lnTo>
                    <a:pt x="2280" y="1993"/>
                  </a:lnTo>
                  <a:lnTo>
                    <a:pt x="2203" y="2041"/>
                  </a:lnTo>
                  <a:lnTo>
                    <a:pt x="2136" y="2098"/>
                  </a:lnTo>
                  <a:lnTo>
                    <a:pt x="2069" y="2156"/>
                  </a:lnTo>
                  <a:lnTo>
                    <a:pt x="2002" y="2223"/>
                  </a:lnTo>
                  <a:lnTo>
                    <a:pt x="1945" y="2299"/>
                  </a:lnTo>
                  <a:lnTo>
                    <a:pt x="1887" y="2376"/>
                  </a:lnTo>
                  <a:lnTo>
                    <a:pt x="1840" y="2462"/>
                  </a:lnTo>
                  <a:lnTo>
                    <a:pt x="1782" y="2548"/>
                  </a:lnTo>
                  <a:lnTo>
                    <a:pt x="1696" y="2759"/>
                  </a:lnTo>
                  <a:lnTo>
                    <a:pt x="1619" y="2989"/>
                  </a:lnTo>
                  <a:lnTo>
                    <a:pt x="1552" y="3248"/>
                  </a:lnTo>
                  <a:lnTo>
                    <a:pt x="1495" y="3545"/>
                  </a:lnTo>
                  <a:lnTo>
                    <a:pt x="1447" y="3861"/>
                  </a:lnTo>
                  <a:lnTo>
                    <a:pt x="1418" y="4225"/>
                  </a:lnTo>
                  <a:lnTo>
                    <a:pt x="1389" y="4617"/>
                  </a:lnTo>
                  <a:lnTo>
                    <a:pt x="1370" y="5048"/>
                  </a:lnTo>
                  <a:lnTo>
                    <a:pt x="1361" y="5527"/>
                  </a:lnTo>
                  <a:lnTo>
                    <a:pt x="1361" y="6035"/>
                  </a:lnTo>
                  <a:lnTo>
                    <a:pt x="1370" y="6590"/>
                  </a:lnTo>
                  <a:lnTo>
                    <a:pt x="1380" y="7184"/>
                  </a:lnTo>
                  <a:lnTo>
                    <a:pt x="1418" y="8516"/>
                  </a:lnTo>
                  <a:lnTo>
                    <a:pt x="1476" y="10039"/>
                  </a:lnTo>
                  <a:lnTo>
                    <a:pt x="1638" y="13697"/>
                  </a:lnTo>
                  <a:lnTo>
                    <a:pt x="1725" y="15862"/>
                  </a:lnTo>
                  <a:lnTo>
                    <a:pt x="1820" y="18266"/>
                  </a:lnTo>
                  <a:lnTo>
                    <a:pt x="1820" y="18716"/>
                  </a:lnTo>
                  <a:lnTo>
                    <a:pt x="1811" y="19157"/>
                  </a:lnTo>
                  <a:lnTo>
                    <a:pt x="1782" y="19598"/>
                  </a:lnTo>
                  <a:lnTo>
                    <a:pt x="1744" y="20029"/>
                  </a:lnTo>
                  <a:lnTo>
                    <a:pt x="1686" y="20469"/>
                  </a:lnTo>
                  <a:lnTo>
                    <a:pt x="1619" y="20900"/>
                  </a:lnTo>
                  <a:lnTo>
                    <a:pt x="1543" y="21322"/>
                  </a:lnTo>
                  <a:lnTo>
                    <a:pt x="1456" y="21743"/>
                  </a:lnTo>
                  <a:lnTo>
                    <a:pt x="1361" y="22164"/>
                  </a:lnTo>
                  <a:lnTo>
                    <a:pt x="1265" y="22586"/>
                  </a:lnTo>
                  <a:lnTo>
                    <a:pt x="1054" y="23410"/>
                  </a:lnTo>
                  <a:lnTo>
                    <a:pt x="614" y="24990"/>
                  </a:lnTo>
                  <a:lnTo>
                    <a:pt x="412" y="25747"/>
                  </a:lnTo>
                  <a:lnTo>
                    <a:pt x="326" y="26120"/>
                  </a:lnTo>
                  <a:lnTo>
                    <a:pt x="240" y="26484"/>
                  </a:lnTo>
                  <a:lnTo>
                    <a:pt x="173" y="26848"/>
                  </a:lnTo>
                  <a:lnTo>
                    <a:pt x="106" y="27203"/>
                  </a:lnTo>
                  <a:lnTo>
                    <a:pt x="58" y="27547"/>
                  </a:lnTo>
                  <a:lnTo>
                    <a:pt x="29" y="27883"/>
                  </a:lnTo>
                  <a:lnTo>
                    <a:pt x="10" y="28218"/>
                  </a:lnTo>
                  <a:lnTo>
                    <a:pt x="1" y="28544"/>
                  </a:lnTo>
                  <a:lnTo>
                    <a:pt x="20" y="28860"/>
                  </a:lnTo>
                  <a:lnTo>
                    <a:pt x="58" y="29166"/>
                  </a:lnTo>
                  <a:lnTo>
                    <a:pt x="77" y="29319"/>
                  </a:lnTo>
                  <a:lnTo>
                    <a:pt x="115" y="29463"/>
                  </a:lnTo>
                  <a:lnTo>
                    <a:pt x="154" y="29616"/>
                  </a:lnTo>
                  <a:lnTo>
                    <a:pt x="192" y="29760"/>
                  </a:lnTo>
                  <a:lnTo>
                    <a:pt x="240" y="29904"/>
                  </a:lnTo>
                  <a:lnTo>
                    <a:pt x="297" y="30047"/>
                  </a:lnTo>
                  <a:lnTo>
                    <a:pt x="355" y="30181"/>
                  </a:lnTo>
                  <a:lnTo>
                    <a:pt x="422" y="30315"/>
                  </a:lnTo>
                  <a:lnTo>
                    <a:pt x="15881" y="27394"/>
                  </a:lnTo>
                  <a:lnTo>
                    <a:pt x="16015" y="27318"/>
                  </a:lnTo>
                  <a:lnTo>
                    <a:pt x="16149" y="27222"/>
                  </a:lnTo>
                  <a:lnTo>
                    <a:pt x="16283" y="27107"/>
                  </a:lnTo>
                  <a:lnTo>
                    <a:pt x="16417" y="26973"/>
                  </a:lnTo>
                  <a:lnTo>
                    <a:pt x="16551" y="26819"/>
                  </a:lnTo>
                  <a:lnTo>
                    <a:pt x="16676" y="26647"/>
                  </a:lnTo>
                  <a:lnTo>
                    <a:pt x="16800" y="26465"/>
                  </a:lnTo>
                  <a:lnTo>
                    <a:pt x="16925" y="26254"/>
                  </a:lnTo>
                  <a:lnTo>
                    <a:pt x="17040" y="26034"/>
                  </a:lnTo>
                  <a:lnTo>
                    <a:pt x="17155" y="25804"/>
                  </a:lnTo>
                  <a:lnTo>
                    <a:pt x="17270" y="25555"/>
                  </a:lnTo>
                  <a:lnTo>
                    <a:pt x="17385" y="25287"/>
                  </a:lnTo>
                  <a:lnTo>
                    <a:pt x="17490" y="25000"/>
                  </a:lnTo>
                  <a:lnTo>
                    <a:pt x="17595" y="24712"/>
                  </a:lnTo>
                  <a:lnTo>
                    <a:pt x="17701" y="24406"/>
                  </a:lnTo>
                  <a:lnTo>
                    <a:pt x="17797" y="24080"/>
                  </a:lnTo>
                  <a:lnTo>
                    <a:pt x="17892" y="23745"/>
                  </a:lnTo>
                  <a:lnTo>
                    <a:pt x="17979" y="23410"/>
                  </a:lnTo>
                  <a:lnTo>
                    <a:pt x="18065" y="23046"/>
                  </a:lnTo>
                  <a:lnTo>
                    <a:pt x="18151" y="22682"/>
                  </a:lnTo>
                  <a:lnTo>
                    <a:pt x="18228" y="22308"/>
                  </a:lnTo>
                  <a:lnTo>
                    <a:pt x="18295" y="21925"/>
                  </a:lnTo>
                  <a:lnTo>
                    <a:pt x="18371" y="21523"/>
                  </a:lnTo>
                  <a:lnTo>
                    <a:pt x="18429" y="21120"/>
                  </a:lnTo>
                  <a:lnTo>
                    <a:pt x="18496" y="20709"/>
                  </a:lnTo>
                  <a:lnTo>
                    <a:pt x="18544" y="20287"/>
                  </a:lnTo>
                  <a:lnTo>
                    <a:pt x="18592" y="19866"/>
                  </a:lnTo>
                  <a:lnTo>
                    <a:pt x="18639" y="19425"/>
                  </a:lnTo>
                  <a:lnTo>
                    <a:pt x="18678" y="18985"/>
                  </a:lnTo>
                  <a:lnTo>
                    <a:pt x="18716" y="18544"/>
                  </a:lnTo>
                  <a:lnTo>
                    <a:pt x="18745" y="18094"/>
                  </a:lnTo>
                  <a:lnTo>
                    <a:pt x="18764" y="17634"/>
                  </a:lnTo>
                  <a:lnTo>
                    <a:pt x="18783" y="17174"/>
                  </a:lnTo>
                  <a:lnTo>
                    <a:pt x="18793" y="16715"/>
                  </a:lnTo>
                  <a:lnTo>
                    <a:pt x="18793" y="16245"/>
                  </a:lnTo>
                  <a:lnTo>
                    <a:pt x="18793" y="15776"/>
                  </a:lnTo>
                  <a:lnTo>
                    <a:pt x="18783" y="15307"/>
                  </a:lnTo>
                  <a:lnTo>
                    <a:pt x="18774" y="14837"/>
                  </a:lnTo>
                  <a:lnTo>
                    <a:pt x="18754" y="14368"/>
                  </a:lnTo>
                  <a:lnTo>
                    <a:pt x="18726" y="13889"/>
                  </a:lnTo>
                  <a:lnTo>
                    <a:pt x="18687" y="13420"/>
                  </a:lnTo>
                  <a:lnTo>
                    <a:pt x="18649" y="12941"/>
                  </a:lnTo>
                  <a:lnTo>
                    <a:pt x="18592" y="12471"/>
                  </a:lnTo>
                  <a:lnTo>
                    <a:pt x="18534" y="12002"/>
                  </a:lnTo>
                  <a:lnTo>
                    <a:pt x="18477" y="11533"/>
                  </a:lnTo>
                  <a:lnTo>
                    <a:pt x="18400" y="11063"/>
                  </a:lnTo>
                  <a:lnTo>
                    <a:pt x="18323" y="10594"/>
                  </a:lnTo>
                  <a:lnTo>
                    <a:pt x="18237" y="10134"/>
                  </a:lnTo>
                  <a:lnTo>
                    <a:pt x="18141" y="9684"/>
                  </a:lnTo>
                  <a:lnTo>
                    <a:pt x="18036" y="9234"/>
                  </a:lnTo>
                  <a:lnTo>
                    <a:pt x="17921" y="8784"/>
                  </a:lnTo>
                  <a:lnTo>
                    <a:pt x="17806" y="8343"/>
                  </a:lnTo>
                  <a:lnTo>
                    <a:pt x="17672" y="7903"/>
                  </a:lnTo>
                  <a:lnTo>
                    <a:pt x="17538" y="7481"/>
                  </a:lnTo>
                  <a:lnTo>
                    <a:pt x="17394" y="7060"/>
                  </a:lnTo>
                  <a:lnTo>
                    <a:pt x="17231" y="6638"/>
                  </a:lnTo>
                  <a:lnTo>
                    <a:pt x="17069" y="6236"/>
                  </a:lnTo>
                  <a:lnTo>
                    <a:pt x="16896" y="5834"/>
                  </a:lnTo>
                  <a:lnTo>
                    <a:pt x="16714" y="5451"/>
                  </a:lnTo>
                  <a:lnTo>
                    <a:pt x="16523" y="5068"/>
                  </a:lnTo>
                  <a:lnTo>
                    <a:pt x="16322" y="4704"/>
                  </a:lnTo>
                  <a:lnTo>
                    <a:pt x="16101" y="4349"/>
                  </a:lnTo>
                  <a:lnTo>
                    <a:pt x="15881" y="3995"/>
                  </a:lnTo>
                  <a:lnTo>
                    <a:pt x="15651" y="3660"/>
                  </a:lnTo>
                  <a:lnTo>
                    <a:pt x="15479" y="3430"/>
                  </a:lnTo>
                  <a:lnTo>
                    <a:pt x="15306" y="3209"/>
                  </a:lnTo>
                  <a:lnTo>
                    <a:pt x="15134" y="2999"/>
                  </a:lnTo>
                  <a:lnTo>
                    <a:pt x="14961" y="2798"/>
                  </a:lnTo>
                  <a:lnTo>
                    <a:pt x="14789" y="2596"/>
                  </a:lnTo>
                  <a:lnTo>
                    <a:pt x="14617" y="2414"/>
                  </a:lnTo>
                  <a:lnTo>
                    <a:pt x="14444" y="2232"/>
                  </a:lnTo>
                  <a:lnTo>
                    <a:pt x="14272" y="2070"/>
                  </a:lnTo>
                  <a:lnTo>
                    <a:pt x="14099" y="1907"/>
                  </a:lnTo>
                  <a:lnTo>
                    <a:pt x="13927" y="1754"/>
                  </a:lnTo>
                  <a:lnTo>
                    <a:pt x="13745" y="1610"/>
                  </a:lnTo>
                  <a:lnTo>
                    <a:pt x="13573" y="1476"/>
                  </a:lnTo>
                  <a:lnTo>
                    <a:pt x="13228" y="1227"/>
                  </a:lnTo>
                  <a:lnTo>
                    <a:pt x="12893" y="1006"/>
                  </a:lnTo>
                  <a:lnTo>
                    <a:pt x="12548" y="805"/>
                  </a:lnTo>
                  <a:lnTo>
                    <a:pt x="12213" y="633"/>
                  </a:lnTo>
                  <a:lnTo>
                    <a:pt x="11887" y="489"/>
                  </a:lnTo>
                  <a:lnTo>
                    <a:pt x="11561" y="365"/>
                  </a:lnTo>
                  <a:lnTo>
                    <a:pt x="11245" y="259"/>
                  </a:lnTo>
                  <a:lnTo>
                    <a:pt x="10939" y="183"/>
                  </a:lnTo>
                  <a:lnTo>
                    <a:pt x="10642" y="116"/>
                  </a:lnTo>
                  <a:lnTo>
                    <a:pt x="10345" y="68"/>
                  </a:lnTo>
                  <a:lnTo>
                    <a:pt x="10067" y="29"/>
                  </a:lnTo>
                  <a:lnTo>
                    <a:pt x="9799" y="10"/>
                  </a:lnTo>
                  <a:lnTo>
                    <a:pt x="955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6"/>
            <p:cNvSpPr/>
            <p:nvPr/>
          </p:nvSpPr>
          <p:spPr>
            <a:xfrm>
              <a:off x="7525342" y="3053669"/>
              <a:ext cx="716599" cy="360561"/>
            </a:xfrm>
            <a:custGeom>
              <a:avLst/>
              <a:gdLst/>
              <a:ahLst/>
              <a:cxnLst/>
              <a:rect l="l" t="t" r="r" b="b"/>
              <a:pathLst>
                <a:path w="18219" h="9167" extrusionOk="0">
                  <a:moveTo>
                    <a:pt x="1265" y="0"/>
                  </a:moveTo>
                  <a:lnTo>
                    <a:pt x="1208" y="163"/>
                  </a:lnTo>
                  <a:lnTo>
                    <a:pt x="1141" y="355"/>
                  </a:lnTo>
                  <a:lnTo>
                    <a:pt x="1016" y="805"/>
                  </a:lnTo>
                  <a:lnTo>
                    <a:pt x="882" y="1341"/>
                  </a:lnTo>
                  <a:lnTo>
                    <a:pt x="748" y="1954"/>
                  </a:lnTo>
                  <a:lnTo>
                    <a:pt x="623" y="2615"/>
                  </a:lnTo>
                  <a:lnTo>
                    <a:pt x="489" y="3314"/>
                  </a:lnTo>
                  <a:lnTo>
                    <a:pt x="374" y="4033"/>
                  </a:lnTo>
                  <a:lnTo>
                    <a:pt x="269" y="4770"/>
                  </a:lnTo>
                  <a:lnTo>
                    <a:pt x="173" y="5498"/>
                  </a:lnTo>
                  <a:lnTo>
                    <a:pt x="97" y="6207"/>
                  </a:lnTo>
                  <a:lnTo>
                    <a:pt x="39" y="6877"/>
                  </a:lnTo>
                  <a:lnTo>
                    <a:pt x="10" y="7490"/>
                  </a:lnTo>
                  <a:lnTo>
                    <a:pt x="1" y="7778"/>
                  </a:lnTo>
                  <a:lnTo>
                    <a:pt x="1" y="8046"/>
                  </a:lnTo>
                  <a:lnTo>
                    <a:pt x="10" y="8295"/>
                  </a:lnTo>
                  <a:lnTo>
                    <a:pt x="29" y="8525"/>
                  </a:lnTo>
                  <a:lnTo>
                    <a:pt x="49" y="8726"/>
                  </a:lnTo>
                  <a:lnTo>
                    <a:pt x="77" y="8898"/>
                  </a:lnTo>
                  <a:lnTo>
                    <a:pt x="125" y="9051"/>
                  </a:lnTo>
                  <a:lnTo>
                    <a:pt x="173" y="9166"/>
                  </a:lnTo>
                  <a:lnTo>
                    <a:pt x="10795" y="7318"/>
                  </a:lnTo>
                  <a:lnTo>
                    <a:pt x="11130" y="7251"/>
                  </a:lnTo>
                  <a:lnTo>
                    <a:pt x="11466" y="7174"/>
                  </a:lnTo>
                  <a:lnTo>
                    <a:pt x="11801" y="7078"/>
                  </a:lnTo>
                  <a:lnTo>
                    <a:pt x="12127" y="6983"/>
                  </a:lnTo>
                  <a:lnTo>
                    <a:pt x="12452" y="6868"/>
                  </a:lnTo>
                  <a:lnTo>
                    <a:pt x="12768" y="6743"/>
                  </a:lnTo>
                  <a:lnTo>
                    <a:pt x="13084" y="6609"/>
                  </a:lnTo>
                  <a:lnTo>
                    <a:pt x="13391" y="6456"/>
                  </a:lnTo>
                  <a:lnTo>
                    <a:pt x="13688" y="6303"/>
                  </a:lnTo>
                  <a:lnTo>
                    <a:pt x="13985" y="6130"/>
                  </a:lnTo>
                  <a:lnTo>
                    <a:pt x="14263" y="5958"/>
                  </a:lnTo>
                  <a:lnTo>
                    <a:pt x="14550" y="5766"/>
                  </a:lnTo>
                  <a:lnTo>
                    <a:pt x="14818" y="5575"/>
                  </a:lnTo>
                  <a:lnTo>
                    <a:pt x="15086" y="5364"/>
                  </a:lnTo>
                  <a:lnTo>
                    <a:pt x="15335" y="5144"/>
                  </a:lnTo>
                  <a:lnTo>
                    <a:pt x="15584" y="4923"/>
                  </a:lnTo>
                  <a:lnTo>
                    <a:pt x="15824" y="4693"/>
                  </a:lnTo>
                  <a:lnTo>
                    <a:pt x="16054" y="4444"/>
                  </a:lnTo>
                  <a:lnTo>
                    <a:pt x="16274" y="4195"/>
                  </a:lnTo>
                  <a:lnTo>
                    <a:pt x="16494" y="3937"/>
                  </a:lnTo>
                  <a:lnTo>
                    <a:pt x="16695" y="3669"/>
                  </a:lnTo>
                  <a:lnTo>
                    <a:pt x="16887" y="3400"/>
                  </a:lnTo>
                  <a:lnTo>
                    <a:pt x="17069" y="3113"/>
                  </a:lnTo>
                  <a:lnTo>
                    <a:pt x="17241" y="2826"/>
                  </a:lnTo>
                  <a:lnTo>
                    <a:pt x="17404" y="2529"/>
                  </a:lnTo>
                  <a:lnTo>
                    <a:pt x="17548" y="2222"/>
                  </a:lnTo>
                  <a:lnTo>
                    <a:pt x="17691" y="1916"/>
                  </a:lnTo>
                  <a:lnTo>
                    <a:pt x="17816" y="1600"/>
                  </a:lnTo>
                  <a:lnTo>
                    <a:pt x="17931" y="1284"/>
                  </a:lnTo>
                  <a:lnTo>
                    <a:pt x="18036" y="948"/>
                  </a:lnTo>
                  <a:lnTo>
                    <a:pt x="18123" y="623"/>
                  </a:lnTo>
                  <a:lnTo>
                    <a:pt x="18199" y="278"/>
                  </a:lnTo>
                  <a:lnTo>
                    <a:pt x="18218" y="211"/>
                  </a:lnTo>
                  <a:lnTo>
                    <a:pt x="17749" y="182"/>
                  </a:lnTo>
                  <a:lnTo>
                    <a:pt x="17136" y="163"/>
                  </a:lnTo>
                  <a:lnTo>
                    <a:pt x="15575" y="125"/>
                  </a:lnTo>
                  <a:lnTo>
                    <a:pt x="13611" y="86"/>
                  </a:lnTo>
                  <a:lnTo>
                    <a:pt x="11351" y="58"/>
                  </a:lnTo>
                  <a:lnTo>
                    <a:pt x="8889" y="29"/>
                  </a:lnTo>
                  <a:lnTo>
                    <a:pt x="6322" y="10"/>
                  </a:lnTo>
                  <a:lnTo>
                    <a:pt x="37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26"/>
            <p:cNvSpPr/>
            <p:nvPr/>
          </p:nvSpPr>
          <p:spPr>
            <a:xfrm>
              <a:off x="7773602" y="1679393"/>
              <a:ext cx="218925" cy="431399"/>
            </a:xfrm>
            <a:custGeom>
              <a:avLst/>
              <a:gdLst/>
              <a:ahLst/>
              <a:cxnLst/>
              <a:rect l="l" t="t" r="r" b="b"/>
              <a:pathLst>
                <a:path w="5566" h="10968" extrusionOk="0">
                  <a:moveTo>
                    <a:pt x="2204" y="0"/>
                  </a:moveTo>
                  <a:lnTo>
                    <a:pt x="1" y="3314"/>
                  </a:lnTo>
                  <a:lnTo>
                    <a:pt x="96" y="3669"/>
                  </a:lnTo>
                  <a:lnTo>
                    <a:pt x="173" y="4004"/>
                  </a:lnTo>
                  <a:lnTo>
                    <a:pt x="250" y="4339"/>
                  </a:lnTo>
                  <a:lnTo>
                    <a:pt x="317" y="4665"/>
                  </a:lnTo>
                  <a:lnTo>
                    <a:pt x="374" y="4981"/>
                  </a:lnTo>
                  <a:lnTo>
                    <a:pt x="422" y="5297"/>
                  </a:lnTo>
                  <a:lnTo>
                    <a:pt x="499" y="5881"/>
                  </a:lnTo>
                  <a:lnTo>
                    <a:pt x="556" y="6437"/>
                  </a:lnTo>
                  <a:lnTo>
                    <a:pt x="585" y="6954"/>
                  </a:lnTo>
                  <a:lnTo>
                    <a:pt x="595" y="7433"/>
                  </a:lnTo>
                  <a:lnTo>
                    <a:pt x="595" y="7864"/>
                  </a:lnTo>
                  <a:lnTo>
                    <a:pt x="575" y="8247"/>
                  </a:lnTo>
                  <a:lnTo>
                    <a:pt x="556" y="8592"/>
                  </a:lnTo>
                  <a:lnTo>
                    <a:pt x="528" y="8889"/>
                  </a:lnTo>
                  <a:lnTo>
                    <a:pt x="499" y="9128"/>
                  </a:lnTo>
                  <a:lnTo>
                    <a:pt x="441" y="9463"/>
                  </a:lnTo>
                  <a:lnTo>
                    <a:pt x="413" y="9578"/>
                  </a:lnTo>
                  <a:lnTo>
                    <a:pt x="413" y="9770"/>
                  </a:lnTo>
                  <a:lnTo>
                    <a:pt x="422" y="9952"/>
                  </a:lnTo>
                  <a:lnTo>
                    <a:pt x="451" y="10115"/>
                  </a:lnTo>
                  <a:lnTo>
                    <a:pt x="489" y="10258"/>
                  </a:lnTo>
                  <a:lnTo>
                    <a:pt x="528" y="10392"/>
                  </a:lnTo>
                  <a:lnTo>
                    <a:pt x="585" y="10507"/>
                  </a:lnTo>
                  <a:lnTo>
                    <a:pt x="652" y="10603"/>
                  </a:lnTo>
                  <a:lnTo>
                    <a:pt x="729" y="10699"/>
                  </a:lnTo>
                  <a:lnTo>
                    <a:pt x="815" y="10766"/>
                  </a:lnTo>
                  <a:lnTo>
                    <a:pt x="911" y="10833"/>
                  </a:lnTo>
                  <a:lnTo>
                    <a:pt x="1006" y="10881"/>
                  </a:lnTo>
                  <a:lnTo>
                    <a:pt x="1112" y="10919"/>
                  </a:lnTo>
                  <a:lnTo>
                    <a:pt x="1227" y="10948"/>
                  </a:lnTo>
                  <a:lnTo>
                    <a:pt x="1351" y="10958"/>
                  </a:lnTo>
                  <a:lnTo>
                    <a:pt x="1476" y="10967"/>
                  </a:lnTo>
                  <a:lnTo>
                    <a:pt x="1610" y="10958"/>
                  </a:lnTo>
                  <a:lnTo>
                    <a:pt x="1744" y="10948"/>
                  </a:lnTo>
                  <a:lnTo>
                    <a:pt x="1888" y="10919"/>
                  </a:lnTo>
                  <a:lnTo>
                    <a:pt x="2031" y="10890"/>
                  </a:lnTo>
                  <a:lnTo>
                    <a:pt x="2175" y="10852"/>
                  </a:lnTo>
                  <a:lnTo>
                    <a:pt x="2328" y="10804"/>
                  </a:lnTo>
                  <a:lnTo>
                    <a:pt x="2481" y="10747"/>
                  </a:lnTo>
                  <a:lnTo>
                    <a:pt x="2788" y="10622"/>
                  </a:lnTo>
                  <a:lnTo>
                    <a:pt x="3094" y="10469"/>
                  </a:lnTo>
                  <a:lnTo>
                    <a:pt x="3401" y="10297"/>
                  </a:lnTo>
                  <a:lnTo>
                    <a:pt x="3707" y="10105"/>
                  </a:lnTo>
                  <a:lnTo>
                    <a:pt x="3995" y="9904"/>
                  </a:lnTo>
                  <a:lnTo>
                    <a:pt x="4177" y="9770"/>
                  </a:lnTo>
                  <a:lnTo>
                    <a:pt x="4349" y="9636"/>
                  </a:lnTo>
                  <a:lnTo>
                    <a:pt x="4512" y="9492"/>
                  </a:lnTo>
                  <a:lnTo>
                    <a:pt x="4656" y="9348"/>
                  </a:lnTo>
                  <a:lnTo>
                    <a:pt x="4799" y="9205"/>
                  </a:lnTo>
                  <a:lnTo>
                    <a:pt x="4924" y="9071"/>
                  </a:lnTo>
                  <a:lnTo>
                    <a:pt x="5154" y="8802"/>
                  </a:lnTo>
                  <a:lnTo>
                    <a:pt x="5336" y="8573"/>
                  </a:lnTo>
                  <a:lnTo>
                    <a:pt x="5460" y="8391"/>
                  </a:lnTo>
                  <a:lnTo>
                    <a:pt x="5566" y="8237"/>
                  </a:lnTo>
                  <a:lnTo>
                    <a:pt x="5336" y="7998"/>
                  </a:lnTo>
                  <a:lnTo>
                    <a:pt x="5115" y="7739"/>
                  </a:lnTo>
                  <a:lnTo>
                    <a:pt x="4895" y="7471"/>
                  </a:lnTo>
                  <a:lnTo>
                    <a:pt x="4694" y="7184"/>
                  </a:lnTo>
                  <a:lnTo>
                    <a:pt x="4502" y="6887"/>
                  </a:lnTo>
                  <a:lnTo>
                    <a:pt x="4311" y="6571"/>
                  </a:lnTo>
                  <a:lnTo>
                    <a:pt x="4138" y="6255"/>
                  </a:lnTo>
                  <a:lnTo>
                    <a:pt x="3966" y="5919"/>
                  </a:lnTo>
                  <a:lnTo>
                    <a:pt x="3813" y="5584"/>
                  </a:lnTo>
                  <a:lnTo>
                    <a:pt x="3660" y="5249"/>
                  </a:lnTo>
                  <a:lnTo>
                    <a:pt x="3516" y="4904"/>
                  </a:lnTo>
                  <a:lnTo>
                    <a:pt x="3382" y="4559"/>
                  </a:lnTo>
                  <a:lnTo>
                    <a:pt x="3257" y="4215"/>
                  </a:lnTo>
                  <a:lnTo>
                    <a:pt x="3142" y="3879"/>
                  </a:lnTo>
                  <a:lnTo>
                    <a:pt x="3037" y="3544"/>
                  </a:lnTo>
                  <a:lnTo>
                    <a:pt x="2932" y="3209"/>
                  </a:lnTo>
                  <a:lnTo>
                    <a:pt x="2750" y="2567"/>
                  </a:lnTo>
                  <a:lnTo>
                    <a:pt x="2596" y="1964"/>
                  </a:lnTo>
                  <a:lnTo>
                    <a:pt x="2472" y="1427"/>
                  </a:lnTo>
                  <a:lnTo>
                    <a:pt x="2376" y="948"/>
                  </a:lnTo>
                  <a:lnTo>
                    <a:pt x="2299" y="556"/>
                  </a:lnTo>
                  <a:lnTo>
                    <a:pt x="2242" y="259"/>
                  </a:lnTo>
                  <a:lnTo>
                    <a:pt x="2204" y="0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6"/>
            <p:cNvSpPr/>
            <p:nvPr/>
          </p:nvSpPr>
          <p:spPr>
            <a:xfrm>
              <a:off x="7603337" y="1639826"/>
              <a:ext cx="309350" cy="325516"/>
            </a:xfrm>
            <a:custGeom>
              <a:avLst/>
              <a:gdLst/>
              <a:ahLst/>
              <a:cxnLst/>
              <a:rect l="l" t="t" r="r" b="b"/>
              <a:pathLst>
                <a:path w="7865" h="8276" extrusionOk="0">
                  <a:moveTo>
                    <a:pt x="6169" y="0"/>
                  </a:moveTo>
                  <a:lnTo>
                    <a:pt x="6015" y="29"/>
                  </a:lnTo>
                  <a:lnTo>
                    <a:pt x="5853" y="58"/>
                  </a:lnTo>
                  <a:lnTo>
                    <a:pt x="5517" y="154"/>
                  </a:lnTo>
                  <a:lnTo>
                    <a:pt x="5335" y="192"/>
                  </a:lnTo>
                  <a:lnTo>
                    <a:pt x="5153" y="230"/>
                  </a:lnTo>
                  <a:lnTo>
                    <a:pt x="4962" y="259"/>
                  </a:lnTo>
                  <a:lnTo>
                    <a:pt x="4761" y="278"/>
                  </a:lnTo>
                  <a:lnTo>
                    <a:pt x="4358" y="297"/>
                  </a:lnTo>
                  <a:lnTo>
                    <a:pt x="3947" y="326"/>
                  </a:lnTo>
                  <a:lnTo>
                    <a:pt x="3535" y="364"/>
                  </a:lnTo>
                  <a:lnTo>
                    <a:pt x="3123" y="412"/>
                  </a:lnTo>
                  <a:lnTo>
                    <a:pt x="2721" y="470"/>
                  </a:lnTo>
                  <a:lnTo>
                    <a:pt x="2328" y="527"/>
                  </a:lnTo>
                  <a:lnTo>
                    <a:pt x="1590" y="652"/>
                  </a:lnTo>
                  <a:lnTo>
                    <a:pt x="949" y="767"/>
                  </a:lnTo>
                  <a:lnTo>
                    <a:pt x="451" y="872"/>
                  </a:lnTo>
                  <a:lnTo>
                    <a:pt x="0" y="968"/>
                  </a:lnTo>
                  <a:lnTo>
                    <a:pt x="144" y="1408"/>
                  </a:lnTo>
                  <a:lnTo>
                    <a:pt x="508" y="2510"/>
                  </a:lnTo>
                  <a:lnTo>
                    <a:pt x="738" y="3190"/>
                  </a:lnTo>
                  <a:lnTo>
                    <a:pt x="997" y="3908"/>
                  </a:lnTo>
                  <a:lnTo>
                    <a:pt x="1265" y="4617"/>
                  </a:lnTo>
                  <a:lnTo>
                    <a:pt x="1533" y="5268"/>
                  </a:lnTo>
                  <a:lnTo>
                    <a:pt x="1638" y="5508"/>
                  </a:lnTo>
                  <a:lnTo>
                    <a:pt x="1763" y="5757"/>
                  </a:lnTo>
                  <a:lnTo>
                    <a:pt x="1916" y="5996"/>
                  </a:lnTo>
                  <a:lnTo>
                    <a:pt x="2079" y="6255"/>
                  </a:lnTo>
                  <a:lnTo>
                    <a:pt x="2261" y="6494"/>
                  </a:lnTo>
                  <a:lnTo>
                    <a:pt x="2452" y="6743"/>
                  </a:lnTo>
                  <a:lnTo>
                    <a:pt x="2654" y="6983"/>
                  </a:lnTo>
                  <a:lnTo>
                    <a:pt x="2874" y="7203"/>
                  </a:lnTo>
                  <a:lnTo>
                    <a:pt x="3094" y="7414"/>
                  </a:lnTo>
                  <a:lnTo>
                    <a:pt x="3324" y="7615"/>
                  </a:lnTo>
                  <a:lnTo>
                    <a:pt x="3563" y="7787"/>
                  </a:lnTo>
                  <a:lnTo>
                    <a:pt x="3803" y="7941"/>
                  </a:lnTo>
                  <a:lnTo>
                    <a:pt x="3927" y="8008"/>
                  </a:lnTo>
                  <a:lnTo>
                    <a:pt x="4052" y="8075"/>
                  </a:lnTo>
                  <a:lnTo>
                    <a:pt x="4176" y="8123"/>
                  </a:lnTo>
                  <a:lnTo>
                    <a:pt x="4291" y="8171"/>
                  </a:lnTo>
                  <a:lnTo>
                    <a:pt x="4416" y="8209"/>
                  </a:lnTo>
                  <a:lnTo>
                    <a:pt x="4540" y="8238"/>
                  </a:lnTo>
                  <a:lnTo>
                    <a:pt x="4665" y="8257"/>
                  </a:lnTo>
                  <a:lnTo>
                    <a:pt x="4780" y="8276"/>
                  </a:lnTo>
                  <a:lnTo>
                    <a:pt x="4943" y="8276"/>
                  </a:lnTo>
                  <a:lnTo>
                    <a:pt x="5106" y="8257"/>
                  </a:lnTo>
                  <a:lnTo>
                    <a:pt x="5259" y="8218"/>
                  </a:lnTo>
                  <a:lnTo>
                    <a:pt x="5412" y="8171"/>
                  </a:lnTo>
                  <a:lnTo>
                    <a:pt x="5556" y="8113"/>
                  </a:lnTo>
                  <a:lnTo>
                    <a:pt x="5709" y="8036"/>
                  </a:lnTo>
                  <a:lnTo>
                    <a:pt x="5843" y="7950"/>
                  </a:lnTo>
                  <a:lnTo>
                    <a:pt x="5987" y="7855"/>
                  </a:lnTo>
                  <a:lnTo>
                    <a:pt x="6111" y="7749"/>
                  </a:lnTo>
                  <a:lnTo>
                    <a:pt x="6236" y="7634"/>
                  </a:lnTo>
                  <a:lnTo>
                    <a:pt x="6360" y="7519"/>
                  </a:lnTo>
                  <a:lnTo>
                    <a:pt x="6475" y="7395"/>
                  </a:lnTo>
                  <a:lnTo>
                    <a:pt x="6581" y="7280"/>
                  </a:lnTo>
                  <a:lnTo>
                    <a:pt x="6676" y="7155"/>
                  </a:lnTo>
                  <a:lnTo>
                    <a:pt x="6849" y="6906"/>
                  </a:lnTo>
                  <a:lnTo>
                    <a:pt x="7021" y="6629"/>
                  </a:lnTo>
                  <a:lnTo>
                    <a:pt x="7174" y="6360"/>
                  </a:lnTo>
                  <a:lnTo>
                    <a:pt x="7308" y="6083"/>
                  </a:lnTo>
                  <a:lnTo>
                    <a:pt x="7423" y="5814"/>
                  </a:lnTo>
                  <a:lnTo>
                    <a:pt x="7529" y="5556"/>
                  </a:lnTo>
                  <a:lnTo>
                    <a:pt x="7615" y="5288"/>
                  </a:lnTo>
                  <a:lnTo>
                    <a:pt x="7682" y="5029"/>
                  </a:lnTo>
                  <a:lnTo>
                    <a:pt x="7749" y="4780"/>
                  </a:lnTo>
                  <a:lnTo>
                    <a:pt x="7787" y="4531"/>
                  </a:lnTo>
                  <a:lnTo>
                    <a:pt x="7826" y="4282"/>
                  </a:lnTo>
                  <a:lnTo>
                    <a:pt x="7845" y="4042"/>
                  </a:lnTo>
                  <a:lnTo>
                    <a:pt x="7854" y="3813"/>
                  </a:lnTo>
                  <a:lnTo>
                    <a:pt x="7864" y="3583"/>
                  </a:lnTo>
                  <a:lnTo>
                    <a:pt x="7854" y="3372"/>
                  </a:lnTo>
                  <a:lnTo>
                    <a:pt x="7845" y="3161"/>
                  </a:lnTo>
                  <a:lnTo>
                    <a:pt x="7826" y="2960"/>
                  </a:lnTo>
                  <a:lnTo>
                    <a:pt x="7797" y="2759"/>
                  </a:lnTo>
                  <a:lnTo>
                    <a:pt x="7768" y="2577"/>
                  </a:lnTo>
                  <a:lnTo>
                    <a:pt x="7701" y="2242"/>
                  </a:lnTo>
                  <a:lnTo>
                    <a:pt x="7625" y="1945"/>
                  </a:lnTo>
                  <a:lnTo>
                    <a:pt x="7548" y="1686"/>
                  </a:lnTo>
                  <a:lnTo>
                    <a:pt x="7471" y="1485"/>
                  </a:lnTo>
                  <a:lnTo>
                    <a:pt x="7404" y="1341"/>
                  </a:lnTo>
                  <a:lnTo>
                    <a:pt x="7347" y="1217"/>
                  </a:lnTo>
                  <a:lnTo>
                    <a:pt x="7270" y="987"/>
                  </a:lnTo>
                  <a:lnTo>
                    <a:pt x="7194" y="776"/>
                  </a:lnTo>
                  <a:lnTo>
                    <a:pt x="7136" y="661"/>
                  </a:lnTo>
                  <a:lnTo>
                    <a:pt x="7079" y="546"/>
                  </a:lnTo>
                  <a:lnTo>
                    <a:pt x="7031" y="451"/>
                  </a:lnTo>
                  <a:lnTo>
                    <a:pt x="6964" y="364"/>
                  </a:lnTo>
                  <a:lnTo>
                    <a:pt x="6906" y="288"/>
                  </a:lnTo>
                  <a:lnTo>
                    <a:pt x="6849" y="221"/>
                  </a:lnTo>
                  <a:lnTo>
                    <a:pt x="6782" y="173"/>
                  </a:lnTo>
                  <a:lnTo>
                    <a:pt x="6724" y="125"/>
                  </a:lnTo>
                  <a:lnTo>
                    <a:pt x="6657" y="87"/>
                  </a:lnTo>
                  <a:lnTo>
                    <a:pt x="6590" y="48"/>
                  </a:lnTo>
                  <a:lnTo>
                    <a:pt x="6523" y="29"/>
                  </a:lnTo>
                  <a:lnTo>
                    <a:pt x="6456" y="10"/>
                  </a:lnTo>
                  <a:lnTo>
                    <a:pt x="6389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6"/>
            <p:cNvSpPr/>
            <p:nvPr/>
          </p:nvSpPr>
          <p:spPr>
            <a:xfrm>
              <a:off x="7868902" y="1648479"/>
              <a:ext cx="64112" cy="110052"/>
            </a:xfrm>
            <a:custGeom>
              <a:avLst/>
              <a:gdLst/>
              <a:ahLst/>
              <a:cxnLst/>
              <a:rect l="l" t="t" r="r" b="b"/>
              <a:pathLst>
                <a:path w="1630" h="2798" extrusionOk="0">
                  <a:moveTo>
                    <a:pt x="624" y="1"/>
                  </a:moveTo>
                  <a:lnTo>
                    <a:pt x="547" y="10"/>
                  </a:lnTo>
                  <a:lnTo>
                    <a:pt x="470" y="29"/>
                  </a:lnTo>
                  <a:lnTo>
                    <a:pt x="394" y="68"/>
                  </a:lnTo>
                  <a:lnTo>
                    <a:pt x="327" y="116"/>
                  </a:lnTo>
                  <a:lnTo>
                    <a:pt x="269" y="173"/>
                  </a:lnTo>
                  <a:lnTo>
                    <a:pt x="212" y="240"/>
                  </a:lnTo>
                  <a:lnTo>
                    <a:pt x="164" y="326"/>
                  </a:lnTo>
                  <a:lnTo>
                    <a:pt x="116" y="422"/>
                  </a:lnTo>
                  <a:lnTo>
                    <a:pt x="78" y="518"/>
                  </a:lnTo>
                  <a:lnTo>
                    <a:pt x="49" y="623"/>
                  </a:lnTo>
                  <a:lnTo>
                    <a:pt x="20" y="738"/>
                  </a:lnTo>
                  <a:lnTo>
                    <a:pt x="11" y="863"/>
                  </a:lnTo>
                  <a:lnTo>
                    <a:pt x="1" y="997"/>
                  </a:lnTo>
                  <a:lnTo>
                    <a:pt x="1" y="1121"/>
                  </a:lnTo>
                  <a:lnTo>
                    <a:pt x="1" y="1265"/>
                  </a:lnTo>
                  <a:lnTo>
                    <a:pt x="20" y="1399"/>
                  </a:lnTo>
                  <a:lnTo>
                    <a:pt x="39" y="1543"/>
                  </a:lnTo>
                  <a:lnTo>
                    <a:pt x="68" y="1686"/>
                  </a:lnTo>
                  <a:lnTo>
                    <a:pt x="106" y="1821"/>
                  </a:lnTo>
                  <a:lnTo>
                    <a:pt x="154" y="1955"/>
                  </a:lnTo>
                  <a:lnTo>
                    <a:pt x="202" y="2079"/>
                  </a:lnTo>
                  <a:lnTo>
                    <a:pt x="260" y="2194"/>
                  </a:lnTo>
                  <a:lnTo>
                    <a:pt x="327" y="2299"/>
                  </a:lnTo>
                  <a:lnTo>
                    <a:pt x="384" y="2395"/>
                  </a:lnTo>
                  <a:lnTo>
                    <a:pt x="461" y="2491"/>
                  </a:lnTo>
                  <a:lnTo>
                    <a:pt x="528" y="2568"/>
                  </a:lnTo>
                  <a:lnTo>
                    <a:pt x="604" y="2635"/>
                  </a:lnTo>
                  <a:lnTo>
                    <a:pt x="681" y="2692"/>
                  </a:lnTo>
                  <a:lnTo>
                    <a:pt x="758" y="2740"/>
                  </a:lnTo>
                  <a:lnTo>
                    <a:pt x="844" y="2769"/>
                  </a:lnTo>
                  <a:lnTo>
                    <a:pt x="920" y="2798"/>
                  </a:lnTo>
                  <a:lnTo>
                    <a:pt x="997" y="2798"/>
                  </a:lnTo>
                  <a:lnTo>
                    <a:pt x="1083" y="2788"/>
                  </a:lnTo>
                  <a:lnTo>
                    <a:pt x="1160" y="2769"/>
                  </a:lnTo>
                  <a:lnTo>
                    <a:pt x="1237" y="2731"/>
                  </a:lnTo>
                  <a:lnTo>
                    <a:pt x="1304" y="2683"/>
                  </a:lnTo>
                  <a:lnTo>
                    <a:pt x="1361" y="2625"/>
                  </a:lnTo>
                  <a:lnTo>
                    <a:pt x="1419" y="2549"/>
                  </a:lnTo>
                  <a:lnTo>
                    <a:pt x="1466" y="2472"/>
                  </a:lnTo>
                  <a:lnTo>
                    <a:pt x="1514" y="2376"/>
                  </a:lnTo>
                  <a:lnTo>
                    <a:pt x="1553" y="2280"/>
                  </a:lnTo>
                  <a:lnTo>
                    <a:pt x="1581" y="2175"/>
                  </a:lnTo>
                  <a:lnTo>
                    <a:pt x="1601" y="2050"/>
                  </a:lnTo>
                  <a:lnTo>
                    <a:pt x="1620" y="1936"/>
                  </a:lnTo>
                  <a:lnTo>
                    <a:pt x="1629" y="1801"/>
                  </a:lnTo>
                  <a:lnTo>
                    <a:pt x="1629" y="1667"/>
                  </a:lnTo>
                  <a:lnTo>
                    <a:pt x="1629" y="1533"/>
                  </a:lnTo>
                  <a:lnTo>
                    <a:pt x="1610" y="1390"/>
                  </a:lnTo>
                  <a:lnTo>
                    <a:pt x="1591" y="1246"/>
                  </a:lnTo>
                  <a:lnTo>
                    <a:pt x="1553" y="1112"/>
                  </a:lnTo>
                  <a:lnTo>
                    <a:pt x="1514" y="968"/>
                  </a:lnTo>
                  <a:lnTo>
                    <a:pt x="1476" y="844"/>
                  </a:lnTo>
                  <a:lnTo>
                    <a:pt x="1419" y="719"/>
                  </a:lnTo>
                  <a:lnTo>
                    <a:pt x="1371" y="604"/>
                  </a:lnTo>
                  <a:lnTo>
                    <a:pt x="1304" y="499"/>
                  </a:lnTo>
                  <a:lnTo>
                    <a:pt x="1237" y="393"/>
                  </a:lnTo>
                  <a:lnTo>
                    <a:pt x="1169" y="307"/>
                  </a:lnTo>
                  <a:lnTo>
                    <a:pt x="1102" y="231"/>
                  </a:lnTo>
                  <a:lnTo>
                    <a:pt x="1026" y="164"/>
                  </a:lnTo>
                  <a:lnTo>
                    <a:pt x="949" y="106"/>
                  </a:lnTo>
                  <a:lnTo>
                    <a:pt x="873" y="58"/>
                  </a:lnTo>
                  <a:lnTo>
                    <a:pt x="786" y="20"/>
                  </a:lnTo>
                  <a:lnTo>
                    <a:pt x="710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6"/>
            <p:cNvSpPr/>
            <p:nvPr/>
          </p:nvSpPr>
          <p:spPr>
            <a:xfrm>
              <a:off x="7730652" y="1771311"/>
              <a:ext cx="42243" cy="79884"/>
            </a:xfrm>
            <a:custGeom>
              <a:avLst/>
              <a:gdLst/>
              <a:ahLst/>
              <a:cxnLst/>
              <a:rect l="l" t="t" r="r" b="b"/>
              <a:pathLst>
                <a:path w="1074" h="2031" extrusionOk="0">
                  <a:moveTo>
                    <a:pt x="1" y="0"/>
                  </a:moveTo>
                  <a:lnTo>
                    <a:pt x="77" y="211"/>
                  </a:lnTo>
                  <a:lnTo>
                    <a:pt x="144" y="422"/>
                  </a:lnTo>
                  <a:lnTo>
                    <a:pt x="192" y="632"/>
                  </a:lnTo>
                  <a:lnTo>
                    <a:pt x="231" y="843"/>
                  </a:lnTo>
                  <a:lnTo>
                    <a:pt x="259" y="1063"/>
                  </a:lnTo>
                  <a:lnTo>
                    <a:pt x="269" y="1274"/>
                  </a:lnTo>
                  <a:lnTo>
                    <a:pt x="279" y="1494"/>
                  </a:lnTo>
                  <a:lnTo>
                    <a:pt x="269" y="1705"/>
                  </a:lnTo>
                  <a:lnTo>
                    <a:pt x="298" y="1791"/>
                  </a:lnTo>
                  <a:lnTo>
                    <a:pt x="336" y="1868"/>
                  </a:lnTo>
                  <a:lnTo>
                    <a:pt x="394" y="1935"/>
                  </a:lnTo>
                  <a:lnTo>
                    <a:pt x="461" y="1983"/>
                  </a:lnTo>
                  <a:lnTo>
                    <a:pt x="537" y="2021"/>
                  </a:lnTo>
                  <a:lnTo>
                    <a:pt x="623" y="2031"/>
                  </a:lnTo>
                  <a:lnTo>
                    <a:pt x="710" y="2031"/>
                  </a:lnTo>
                  <a:lnTo>
                    <a:pt x="796" y="2012"/>
                  </a:lnTo>
                  <a:lnTo>
                    <a:pt x="882" y="1973"/>
                  </a:lnTo>
                  <a:lnTo>
                    <a:pt x="959" y="1916"/>
                  </a:lnTo>
                  <a:lnTo>
                    <a:pt x="1016" y="1849"/>
                  </a:lnTo>
                  <a:lnTo>
                    <a:pt x="1054" y="1772"/>
                  </a:lnTo>
                  <a:lnTo>
                    <a:pt x="1074" y="1686"/>
                  </a:lnTo>
                  <a:lnTo>
                    <a:pt x="1074" y="1590"/>
                  </a:lnTo>
                  <a:lnTo>
                    <a:pt x="1054" y="1504"/>
                  </a:lnTo>
                  <a:lnTo>
                    <a:pt x="1016" y="14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4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6"/>
            <p:cNvSpPr/>
            <p:nvPr/>
          </p:nvSpPr>
          <p:spPr>
            <a:xfrm>
              <a:off x="7484280" y="1425864"/>
              <a:ext cx="326656" cy="355644"/>
            </a:xfrm>
            <a:custGeom>
              <a:avLst/>
              <a:gdLst/>
              <a:ahLst/>
              <a:cxnLst/>
              <a:rect l="l" t="t" r="r" b="b"/>
              <a:pathLst>
                <a:path w="8305" h="9042" extrusionOk="0">
                  <a:moveTo>
                    <a:pt x="4502" y="0"/>
                  </a:moveTo>
                  <a:lnTo>
                    <a:pt x="4225" y="29"/>
                  </a:lnTo>
                  <a:lnTo>
                    <a:pt x="3937" y="58"/>
                  </a:lnTo>
                  <a:lnTo>
                    <a:pt x="3640" y="115"/>
                  </a:lnTo>
                  <a:lnTo>
                    <a:pt x="3487" y="153"/>
                  </a:lnTo>
                  <a:lnTo>
                    <a:pt x="3343" y="192"/>
                  </a:lnTo>
                  <a:lnTo>
                    <a:pt x="3200" y="249"/>
                  </a:lnTo>
                  <a:lnTo>
                    <a:pt x="3056" y="307"/>
                  </a:lnTo>
                  <a:lnTo>
                    <a:pt x="2912" y="374"/>
                  </a:lnTo>
                  <a:lnTo>
                    <a:pt x="2769" y="450"/>
                  </a:lnTo>
                  <a:lnTo>
                    <a:pt x="2635" y="527"/>
                  </a:lnTo>
                  <a:lnTo>
                    <a:pt x="2501" y="623"/>
                  </a:lnTo>
                  <a:lnTo>
                    <a:pt x="2367" y="718"/>
                  </a:lnTo>
                  <a:lnTo>
                    <a:pt x="2232" y="824"/>
                  </a:lnTo>
                  <a:lnTo>
                    <a:pt x="2108" y="929"/>
                  </a:lnTo>
                  <a:lnTo>
                    <a:pt x="1983" y="1044"/>
                  </a:lnTo>
                  <a:lnTo>
                    <a:pt x="1859" y="1159"/>
                  </a:lnTo>
                  <a:lnTo>
                    <a:pt x="1734" y="1284"/>
                  </a:lnTo>
                  <a:lnTo>
                    <a:pt x="1504" y="1552"/>
                  </a:lnTo>
                  <a:lnTo>
                    <a:pt x="1284" y="1839"/>
                  </a:lnTo>
                  <a:lnTo>
                    <a:pt x="1083" y="2136"/>
                  </a:lnTo>
                  <a:lnTo>
                    <a:pt x="892" y="2452"/>
                  </a:lnTo>
                  <a:lnTo>
                    <a:pt x="719" y="2787"/>
                  </a:lnTo>
                  <a:lnTo>
                    <a:pt x="566" y="3123"/>
                  </a:lnTo>
                  <a:lnTo>
                    <a:pt x="422" y="3467"/>
                  </a:lnTo>
                  <a:lnTo>
                    <a:pt x="298" y="3822"/>
                  </a:lnTo>
                  <a:lnTo>
                    <a:pt x="202" y="4176"/>
                  </a:lnTo>
                  <a:lnTo>
                    <a:pt x="116" y="4531"/>
                  </a:lnTo>
                  <a:lnTo>
                    <a:pt x="58" y="4894"/>
                  </a:lnTo>
                  <a:lnTo>
                    <a:pt x="10" y="5249"/>
                  </a:lnTo>
                  <a:lnTo>
                    <a:pt x="1" y="5603"/>
                  </a:lnTo>
                  <a:lnTo>
                    <a:pt x="1" y="5776"/>
                  </a:lnTo>
                  <a:lnTo>
                    <a:pt x="1" y="5948"/>
                  </a:lnTo>
                  <a:lnTo>
                    <a:pt x="10" y="6120"/>
                  </a:lnTo>
                  <a:lnTo>
                    <a:pt x="29" y="6283"/>
                  </a:lnTo>
                  <a:lnTo>
                    <a:pt x="58" y="6446"/>
                  </a:lnTo>
                  <a:lnTo>
                    <a:pt x="87" y="6609"/>
                  </a:lnTo>
                  <a:lnTo>
                    <a:pt x="125" y="6772"/>
                  </a:lnTo>
                  <a:lnTo>
                    <a:pt x="173" y="6925"/>
                  </a:lnTo>
                  <a:lnTo>
                    <a:pt x="221" y="7078"/>
                  </a:lnTo>
                  <a:lnTo>
                    <a:pt x="279" y="7222"/>
                  </a:lnTo>
                  <a:lnTo>
                    <a:pt x="346" y="7366"/>
                  </a:lnTo>
                  <a:lnTo>
                    <a:pt x="413" y="7509"/>
                  </a:lnTo>
                  <a:lnTo>
                    <a:pt x="499" y="7643"/>
                  </a:lnTo>
                  <a:lnTo>
                    <a:pt x="585" y="7778"/>
                  </a:lnTo>
                  <a:lnTo>
                    <a:pt x="671" y="7902"/>
                  </a:lnTo>
                  <a:lnTo>
                    <a:pt x="777" y="8017"/>
                  </a:lnTo>
                  <a:lnTo>
                    <a:pt x="882" y="8132"/>
                  </a:lnTo>
                  <a:lnTo>
                    <a:pt x="1006" y="8237"/>
                  </a:lnTo>
                  <a:lnTo>
                    <a:pt x="1131" y="8343"/>
                  </a:lnTo>
                  <a:lnTo>
                    <a:pt x="1255" y="8438"/>
                  </a:lnTo>
                  <a:lnTo>
                    <a:pt x="1399" y="8525"/>
                  </a:lnTo>
                  <a:lnTo>
                    <a:pt x="1552" y="8601"/>
                  </a:lnTo>
                  <a:lnTo>
                    <a:pt x="1706" y="8678"/>
                  </a:lnTo>
                  <a:lnTo>
                    <a:pt x="1868" y="8745"/>
                  </a:lnTo>
                  <a:lnTo>
                    <a:pt x="2041" y="8802"/>
                  </a:lnTo>
                  <a:lnTo>
                    <a:pt x="2204" y="8860"/>
                  </a:lnTo>
                  <a:lnTo>
                    <a:pt x="2367" y="8908"/>
                  </a:lnTo>
                  <a:lnTo>
                    <a:pt x="2529" y="8946"/>
                  </a:lnTo>
                  <a:lnTo>
                    <a:pt x="2692" y="8975"/>
                  </a:lnTo>
                  <a:lnTo>
                    <a:pt x="2855" y="9004"/>
                  </a:lnTo>
                  <a:lnTo>
                    <a:pt x="3008" y="9023"/>
                  </a:lnTo>
                  <a:lnTo>
                    <a:pt x="3162" y="9032"/>
                  </a:lnTo>
                  <a:lnTo>
                    <a:pt x="3315" y="9042"/>
                  </a:lnTo>
                  <a:lnTo>
                    <a:pt x="3621" y="9042"/>
                  </a:lnTo>
                  <a:lnTo>
                    <a:pt x="3765" y="9032"/>
                  </a:lnTo>
                  <a:lnTo>
                    <a:pt x="4052" y="8994"/>
                  </a:lnTo>
                  <a:lnTo>
                    <a:pt x="4330" y="8936"/>
                  </a:lnTo>
                  <a:lnTo>
                    <a:pt x="4598" y="8860"/>
                  </a:lnTo>
                  <a:lnTo>
                    <a:pt x="4857" y="8754"/>
                  </a:lnTo>
                  <a:lnTo>
                    <a:pt x="5115" y="8640"/>
                  </a:lnTo>
                  <a:lnTo>
                    <a:pt x="5355" y="8505"/>
                  </a:lnTo>
                  <a:lnTo>
                    <a:pt x="5594" y="8362"/>
                  </a:lnTo>
                  <a:lnTo>
                    <a:pt x="5824" y="8189"/>
                  </a:lnTo>
                  <a:lnTo>
                    <a:pt x="6035" y="8007"/>
                  </a:lnTo>
                  <a:lnTo>
                    <a:pt x="6246" y="7816"/>
                  </a:lnTo>
                  <a:lnTo>
                    <a:pt x="6447" y="7605"/>
                  </a:lnTo>
                  <a:lnTo>
                    <a:pt x="6638" y="7394"/>
                  </a:lnTo>
                  <a:lnTo>
                    <a:pt x="6811" y="7165"/>
                  </a:lnTo>
                  <a:lnTo>
                    <a:pt x="6983" y="6925"/>
                  </a:lnTo>
                  <a:lnTo>
                    <a:pt x="7146" y="6676"/>
                  </a:lnTo>
                  <a:lnTo>
                    <a:pt x="7299" y="6417"/>
                  </a:lnTo>
                  <a:lnTo>
                    <a:pt x="7443" y="6149"/>
                  </a:lnTo>
                  <a:lnTo>
                    <a:pt x="7577" y="5881"/>
                  </a:lnTo>
                  <a:lnTo>
                    <a:pt x="7702" y="5613"/>
                  </a:lnTo>
                  <a:lnTo>
                    <a:pt x="7807" y="5335"/>
                  </a:lnTo>
                  <a:lnTo>
                    <a:pt x="7912" y="5048"/>
                  </a:lnTo>
                  <a:lnTo>
                    <a:pt x="8008" y="4770"/>
                  </a:lnTo>
                  <a:lnTo>
                    <a:pt x="8085" y="4483"/>
                  </a:lnTo>
                  <a:lnTo>
                    <a:pt x="8161" y="4195"/>
                  </a:lnTo>
                  <a:lnTo>
                    <a:pt x="8219" y="3908"/>
                  </a:lnTo>
                  <a:lnTo>
                    <a:pt x="8276" y="3630"/>
                  </a:lnTo>
                  <a:lnTo>
                    <a:pt x="8295" y="3458"/>
                  </a:lnTo>
                  <a:lnTo>
                    <a:pt x="8305" y="3285"/>
                  </a:lnTo>
                  <a:lnTo>
                    <a:pt x="8305" y="3103"/>
                  </a:lnTo>
                  <a:lnTo>
                    <a:pt x="8286" y="2921"/>
                  </a:lnTo>
                  <a:lnTo>
                    <a:pt x="8267" y="2749"/>
                  </a:lnTo>
                  <a:lnTo>
                    <a:pt x="8228" y="2567"/>
                  </a:lnTo>
                  <a:lnTo>
                    <a:pt x="8180" y="2395"/>
                  </a:lnTo>
                  <a:lnTo>
                    <a:pt x="8123" y="2213"/>
                  </a:lnTo>
                  <a:lnTo>
                    <a:pt x="8056" y="2040"/>
                  </a:lnTo>
                  <a:lnTo>
                    <a:pt x="7970" y="1868"/>
                  </a:lnTo>
                  <a:lnTo>
                    <a:pt x="7884" y="1705"/>
                  </a:lnTo>
                  <a:lnTo>
                    <a:pt x="7778" y="1542"/>
                  </a:lnTo>
                  <a:lnTo>
                    <a:pt x="7673" y="1379"/>
                  </a:lnTo>
                  <a:lnTo>
                    <a:pt x="7548" y="1226"/>
                  </a:lnTo>
                  <a:lnTo>
                    <a:pt x="7414" y="1073"/>
                  </a:lnTo>
                  <a:lnTo>
                    <a:pt x="7271" y="939"/>
                  </a:lnTo>
                  <a:lnTo>
                    <a:pt x="7117" y="805"/>
                  </a:lnTo>
                  <a:lnTo>
                    <a:pt x="6954" y="680"/>
                  </a:lnTo>
                  <a:lnTo>
                    <a:pt x="6772" y="556"/>
                  </a:lnTo>
                  <a:lnTo>
                    <a:pt x="6590" y="450"/>
                  </a:lnTo>
                  <a:lnTo>
                    <a:pt x="6399" y="354"/>
                  </a:lnTo>
                  <a:lnTo>
                    <a:pt x="6198" y="268"/>
                  </a:lnTo>
                  <a:lnTo>
                    <a:pt x="5977" y="192"/>
                  </a:lnTo>
                  <a:lnTo>
                    <a:pt x="5757" y="125"/>
                  </a:lnTo>
                  <a:lnTo>
                    <a:pt x="5527" y="77"/>
                  </a:lnTo>
                  <a:lnTo>
                    <a:pt x="5278" y="38"/>
                  </a:lnTo>
                  <a:lnTo>
                    <a:pt x="5029" y="10"/>
                  </a:lnTo>
                  <a:lnTo>
                    <a:pt x="477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26"/>
            <p:cNvSpPr/>
            <p:nvPr/>
          </p:nvSpPr>
          <p:spPr>
            <a:xfrm>
              <a:off x="7748352" y="1861340"/>
              <a:ext cx="54672" cy="30168"/>
            </a:xfrm>
            <a:custGeom>
              <a:avLst/>
              <a:gdLst/>
              <a:ahLst/>
              <a:cxnLst/>
              <a:rect l="l" t="t" r="r" b="b"/>
              <a:pathLst>
                <a:path w="1390" h="767" extrusionOk="0">
                  <a:moveTo>
                    <a:pt x="796" y="0"/>
                  </a:moveTo>
                  <a:lnTo>
                    <a:pt x="700" y="10"/>
                  </a:lnTo>
                  <a:lnTo>
                    <a:pt x="595" y="29"/>
                  </a:lnTo>
                  <a:lnTo>
                    <a:pt x="489" y="58"/>
                  </a:lnTo>
                  <a:lnTo>
                    <a:pt x="394" y="115"/>
                  </a:lnTo>
                  <a:lnTo>
                    <a:pt x="298" y="173"/>
                  </a:lnTo>
                  <a:lnTo>
                    <a:pt x="221" y="249"/>
                  </a:lnTo>
                  <a:lnTo>
                    <a:pt x="145" y="326"/>
                  </a:lnTo>
                  <a:lnTo>
                    <a:pt x="87" y="422"/>
                  </a:lnTo>
                  <a:lnTo>
                    <a:pt x="39" y="518"/>
                  </a:lnTo>
                  <a:lnTo>
                    <a:pt x="1" y="633"/>
                  </a:lnTo>
                  <a:lnTo>
                    <a:pt x="1" y="671"/>
                  </a:lnTo>
                  <a:lnTo>
                    <a:pt x="20" y="709"/>
                  </a:lnTo>
                  <a:lnTo>
                    <a:pt x="49" y="747"/>
                  </a:lnTo>
                  <a:lnTo>
                    <a:pt x="87" y="767"/>
                  </a:lnTo>
                  <a:lnTo>
                    <a:pt x="116" y="767"/>
                  </a:lnTo>
                  <a:lnTo>
                    <a:pt x="145" y="757"/>
                  </a:lnTo>
                  <a:lnTo>
                    <a:pt x="183" y="747"/>
                  </a:lnTo>
                  <a:lnTo>
                    <a:pt x="202" y="719"/>
                  </a:lnTo>
                  <a:lnTo>
                    <a:pt x="221" y="680"/>
                  </a:lnTo>
                  <a:lnTo>
                    <a:pt x="250" y="604"/>
                  </a:lnTo>
                  <a:lnTo>
                    <a:pt x="279" y="527"/>
                  </a:lnTo>
                  <a:lnTo>
                    <a:pt x="327" y="460"/>
                  </a:lnTo>
                  <a:lnTo>
                    <a:pt x="375" y="403"/>
                  </a:lnTo>
                  <a:lnTo>
                    <a:pt x="442" y="345"/>
                  </a:lnTo>
                  <a:lnTo>
                    <a:pt x="499" y="307"/>
                  </a:lnTo>
                  <a:lnTo>
                    <a:pt x="576" y="269"/>
                  </a:lnTo>
                  <a:lnTo>
                    <a:pt x="652" y="240"/>
                  </a:lnTo>
                  <a:lnTo>
                    <a:pt x="729" y="230"/>
                  </a:lnTo>
                  <a:lnTo>
                    <a:pt x="806" y="221"/>
                  </a:lnTo>
                  <a:lnTo>
                    <a:pt x="873" y="230"/>
                  </a:lnTo>
                  <a:lnTo>
                    <a:pt x="949" y="240"/>
                  </a:lnTo>
                  <a:lnTo>
                    <a:pt x="1016" y="259"/>
                  </a:lnTo>
                  <a:lnTo>
                    <a:pt x="1083" y="288"/>
                  </a:lnTo>
                  <a:lnTo>
                    <a:pt x="1150" y="326"/>
                  </a:lnTo>
                  <a:lnTo>
                    <a:pt x="1208" y="374"/>
                  </a:lnTo>
                  <a:lnTo>
                    <a:pt x="1246" y="393"/>
                  </a:lnTo>
                  <a:lnTo>
                    <a:pt x="1284" y="403"/>
                  </a:lnTo>
                  <a:lnTo>
                    <a:pt x="1323" y="393"/>
                  </a:lnTo>
                  <a:lnTo>
                    <a:pt x="1361" y="364"/>
                  </a:lnTo>
                  <a:lnTo>
                    <a:pt x="1380" y="326"/>
                  </a:lnTo>
                  <a:lnTo>
                    <a:pt x="1390" y="288"/>
                  </a:lnTo>
                  <a:lnTo>
                    <a:pt x="1380" y="240"/>
                  </a:lnTo>
                  <a:lnTo>
                    <a:pt x="1351" y="211"/>
                  </a:lnTo>
                  <a:lnTo>
                    <a:pt x="1275" y="144"/>
                  </a:lnTo>
                  <a:lnTo>
                    <a:pt x="1189" y="96"/>
                  </a:lnTo>
                  <a:lnTo>
                    <a:pt x="1093" y="48"/>
                  </a:lnTo>
                  <a:lnTo>
                    <a:pt x="997" y="20"/>
                  </a:lnTo>
                  <a:lnTo>
                    <a:pt x="901" y="10"/>
                  </a:lnTo>
                  <a:lnTo>
                    <a:pt x="796" y="0"/>
                  </a:lnTo>
                  <a:close/>
                </a:path>
              </a:pathLst>
            </a:custGeom>
            <a:solidFill>
              <a:srgbClr val="A56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6"/>
            <p:cNvSpPr/>
            <p:nvPr/>
          </p:nvSpPr>
          <p:spPr>
            <a:xfrm>
              <a:off x="7754763" y="1746060"/>
              <a:ext cx="51290" cy="29027"/>
            </a:xfrm>
            <a:custGeom>
              <a:avLst/>
              <a:gdLst/>
              <a:ahLst/>
              <a:cxnLst/>
              <a:rect l="l" t="t" r="r" b="b"/>
              <a:pathLst>
                <a:path w="1304" h="738" extrusionOk="0">
                  <a:moveTo>
                    <a:pt x="1198" y="0"/>
                  </a:moveTo>
                  <a:lnTo>
                    <a:pt x="1160" y="10"/>
                  </a:lnTo>
                  <a:lnTo>
                    <a:pt x="1121" y="29"/>
                  </a:lnTo>
                  <a:lnTo>
                    <a:pt x="1093" y="58"/>
                  </a:lnTo>
                  <a:lnTo>
                    <a:pt x="1007" y="192"/>
                  </a:lnTo>
                  <a:lnTo>
                    <a:pt x="911" y="297"/>
                  </a:lnTo>
                  <a:lnTo>
                    <a:pt x="815" y="384"/>
                  </a:lnTo>
                  <a:lnTo>
                    <a:pt x="757" y="412"/>
                  </a:lnTo>
                  <a:lnTo>
                    <a:pt x="700" y="441"/>
                  </a:lnTo>
                  <a:lnTo>
                    <a:pt x="643" y="470"/>
                  </a:lnTo>
                  <a:lnTo>
                    <a:pt x="575" y="489"/>
                  </a:lnTo>
                  <a:lnTo>
                    <a:pt x="441" y="508"/>
                  </a:lnTo>
                  <a:lnTo>
                    <a:pt x="298" y="508"/>
                  </a:lnTo>
                  <a:lnTo>
                    <a:pt x="135" y="489"/>
                  </a:lnTo>
                  <a:lnTo>
                    <a:pt x="87" y="489"/>
                  </a:lnTo>
                  <a:lnTo>
                    <a:pt x="49" y="508"/>
                  </a:lnTo>
                  <a:lnTo>
                    <a:pt x="20" y="537"/>
                  </a:lnTo>
                  <a:lnTo>
                    <a:pt x="1" y="585"/>
                  </a:lnTo>
                  <a:lnTo>
                    <a:pt x="1" y="623"/>
                  </a:lnTo>
                  <a:lnTo>
                    <a:pt x="20" y="661"/>
                  </a:lnTo>
                  <a:lnTo>
                    <a:pt x="58" y="700"/>
                  </a:lnTo>
                  <a:lnTo>
                    <a:pt x="97" y="709"/>
                  </a:lnTo>
                  <a:lnTo>
                    <a:pt x="231" y="728"/>
                  </a:lnTo>
                  <a:lnTo>
                    <a:pt x="355" y="738"/>
                  </a:lnTo>
                  <a:lnTo>
                    <a:pt x="499" y="728"/>
                  </a:lnTo>
                  <a:lnTo>
                    <a:pt x="643" y="700"/>
                  </a:lnTo>
                  <a:lnTo>
                    <a:pt x="767" y="652"/>
                  </a:lnTo>
                  <a:lnTo>
                    <a:pt x="892" y="594"/>
                  </a:lnTo>
                  <a:lnTo>
                    <a:pt x="1007" y="518"/>
                  </a:lnTo>
                  <a:lnTo>
                    <a:pt x="1102" y="412"/>
                  </a:lnTo>
                  <a:lnTo>
                    <a:pt x="1198" y="297"/>
                  </a:lnTo>
                  <a:lnTo>
                    <a:pt x="1284" y="173"/>
                  </a:lnTo>
                  <a:lnTo>
                    <a:pt x="1303" y="125"/>
                  </a:lnTo>
                  <a:lnTo>
                    <a:pt x="1294" y="87"/>
                  </a:lnTo>
                  <a:lnTo>
                    <a:pt x="1275" y="48"/>
                  </a:lnTo>
                  <a:lnTo>
                    <a:pt x="1246" y="2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rgbClr val="A56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26"/>
            <p:cNvSpPr/>
            <p:nvPr/>
          </p:nvSpPr>
          <p:spPr>
            <a:xfrm>
              <a:off x="7744222" y="1708027"/>
              <a:ext cx="46373" cy="40316"/>
            </a:xfrm>
            <a:custGeom>
              <a:avLst/>
              <a:gdLst/>
              <a:ahLst/>
              <a:cxnLst/>
              <a:rect l="l" t="t" r="r" b="b"/>
              <a:pathLst>
                <a:path w="1179" h="1025" extrusionOk="0">
                  <a:moveTo>
                    <a:pt x="1035" y="0"/>
                  </a:moveTo>
                  <a:lnTo>
                    <a:pt x="997" y="19"/>
                  </a:lnTo>
                  <a:lnTo>
                    <a:pt x="39" y="833"/>
                  </a:lnTo>
                  <a:lnTo>
                    <a:pt x="10" y="862"/>
                  </a:lnTo>
                  <a:lnTo>
                    <a:pt x="1" y="910"/>
                  </a:lnTo>
                  <a:lnTo>
                    <a:pt x="1" y="948"/>
                  </a:lnTo>
                  <a:lnTo>
                    <a:pt x="29" y="987"/>
                  </a:lnTo>
                  <a:lnTo>
                    <a:pt x="68" y="1015"/>
                  </a:lnTo>
                  <a:lnTo>
                    <a:pt x="106" y="1025"/>
                  </a:lnTo>
                  <a:lnTo>
                    <a:pt x="144" y="1025"/>
                  </a:lnTo>
                  <a:lnTo>
                    <a:pt x="183" y="1006"/>
                  </a:lnTo>
                  <a:lnTo>
                    <a:pt x="1140" y="192"/>
                  </a:lnTo>
                  <a:lnTo>
                    <a:pt x="1169" y="163"/>
                  </a:lnTo>
                  <a:lnTo>
                    <a:pt x="1179" y="115"/>
                  </a:lnTo>
                  <a:lnTo>
                    <a:pt x="1179" y="77"/>
                  </a:lnTo>
                  <a:lnTo>
                    <a:pt x="1160" y="38"/>
                  </a:lnTo>
                  <a:lnTo>
                    <a:pt x="1121" y="10"/>
                  </a:lnTo>
                  <a:lnTo>
                    <a:pt x="1083" y="0"/>
                  </a:lnTo>
                  <a:close/>
                </a:path>
              </a:pathLst>
            </a:custGeom>
            <a:solidFill>
              <a:srgbClr val="9650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26"/>
            <p:cNvSpPr/>
            <p:nvPr/>
          </p:nvSpPr>
          <p:spPr>
            <a:xfrm>
              <a:off x="7671891" y="1787122"/>
              <a:ext cx="51290" cy="29067"/>
            </a:xfrm>
            <a:custGeom>
              <a:avLst/>
              <a:gdLst/>
              <a:ahLst/>
              <a:cxnLst/>
              <a:rect l="l" t="t" r="r" b="b"/>
              <a:pathLst>
                <a:path w="1304" h="739" extrusionOk="0">
                  <a:moveTo>
                    <a:pt x="1198" y="0"/>
                  </a:moveTo>
                  <a:lnTo>
                    <a:pt x="1160" y="10"/>
                  </a:lnTo>
                  <a:lnTo>
                    <a:pt x="1121" y="29"/>
                  </a:lnTo>
                  <a:lnTo>
                    <a:pt x="1093" y="58"/>
                  </a:lnTo>
                  <a:lnTo>
                    <a:pt x="1006" y="192"/>
                  </a:lnTo>
                  <a:lnTo>
                    <a:pt x="911" y="297"/>
                  </a:lnTo>
                  <a:lnTo>
                    <a:pt x="815" y="384"/>
                  </a:lnTo>
                  <a:lnTo>
                    <a:pt x="757" y="412"/>
                  </a:lnTo>
                  <a:lnTo>
                    <a:pt x="700" y="441"/>
                  </a:lnTo>
                  <a:lnTo>
                    <a:pt x="642" y="470"/>
                  </a:lnTo>
                  <a:lnTo>
                    <a:pt x="575" y="489"/>
                  </a:lnTo>
                  <a:lnTo>
                    <a:pt x="441" y="508"/>
                  </a:lnTo>
                  <a:lnTo>
                    <a:pt x="298" y="508"/>
                  </a:lnTo>
                  <a:lnTo>
                    <a:pt x="135" y="489"/>
                  </a:lnTo>
                  <a:lnTo>
                    <a:pt x="87" y="499"/>
                  </a:lnTo>
                  <a:lnTo>
                    <a:pt x="49" y="508"/>
                  </a:lnTo>
                  <a:lnTo>
                    <a:pt x="20" y="546"/>
                  </a:lnTo>
                  <a:lnTo>
                    <a:pt x="1" y="585"/>
                  </a:lnTo>
                  <a:lnTo>
                    <a:pt x="1" y="623"/>
                  </a:lnTo>
                  <a:lnTo>
                    <a:pt x="20" y="671"/>
                  </a:lnTo>
                  <a:lnTo>
                    <a:pt x="58" y="700"/>
                  </a:lnTo>
                  <a:lnTo>
                    <a:pt x="96" y="709"/>
                  </a:lnTo>
                  <a:lnTo>
                    <a:pt x="231" y="728"/>
                  </a:lnTo>
                  <a:lnTo>
                    <a:pt x="355" y="738"/>
                  </a:lnTo>
                  <a:lnTo>
                    <a:pt x="499" y="728"/>
                  </a:lnTo>
                  <a:lnTo>
                    <a:pt x="642" y="700"/>
                  </a:lnTo>
                  <a:lnTo>
                    <a:pt x="767" y="661"/>
                  </a:lnTo>
                  <a:lnTo>
                    <a:pt x="891" y="594"/>
                  </a:lnTo>
                  <a:lnTo>
                    <a:pt x="1006" y="518"/>
                  </a:lnTo>
                  <a:lnTo>
                    <a:pt x="1102" y="422"/>
                  </a:lnTo>
                  <a:lnTo>
                    <a:pt x="1198" y="307"/>
                  </a:lnTo>
                  <a:lnTo>
                    <a:pt x="1284" y="173"/>
                  </a:lnTo>
                  <a:lnTo>
                    <a:pt x="1303" y="125"/>
                  </a:lnTo>
                  <a:lnTo>
                    <a:pt x="1294" y="87"/>
                  </a:lnTo>
                  <a:lnTo>
                    <a:pt x="1275" y="48"/>
                  </a:lnTo>
                  <a:lnTo>
                    <a:pt x="1246" y="2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rgbClr val="A56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26"/>
            <p:cNvSpPr/>
            <p:nvPr/>
          </p:nvSpPr>
          <p:spPr>
            <a:xfrm>
              <a:off x="7651557" y="1763012"/>
              <a:ext cx="61831" cy="18132"/>
            </a:xfrm>
            <a:custGeom>
              <a:avLst/>
              <a:gdLst/>
              <a:ahLst/>
              <a:cxnLst/>
              <a:rect l="l" t="t" r="r" b="b"/>
              <a:pathLst>
                <a:path w="1572" h="461" extrusionOk="0">
                  <a:moveTo>
                    <a:pt x="1447" y="0"/>
                  </a:moveTo>
                  <a:lnTo>
                    <a:pt x="96" y="240"/>
                  </a:lnTo>
                  <a:lnTo>
                    <a:pt x="48" y="259"/>
                  </a:lnTo>
                  <a:lnTo>
                    <a:pt x="20" y="288"/>
                  </a:lnTo>
                  <a:lnTo>
                    <a:pt x="0" y="326"/>
                  </a:lnTo>
                  <a:lnTo>
                    <a:pt x="0" y="374"/>
                  </a:lnTo>
                  <a:lnTo>
                    <a:pt x="20" y="412"/>
                  </a:lnTo>
                  <a:lnTo>
                    <a:pt x="39" y="441"/>
                  </a:lnTo>
                  <a:lnTo>
                    <a:pt x="77" y="460"/>
                  </a:lnTo>
                  <a:lnTo>
                    <a:pt x="135" y="460"/>
                  </a:lnTo>
                  <a:lnTo>
                    <a:pt x="1485" y="221"/>
                  </a:lnTo>
                  <a:lnTo>
                    <a:pt x="1523" y="211"/>
                  </a:lnTo>
                  <a:lnTo>
                    <a:pt x="1552" y="182"/>
                  </a:lnTo>
                  <a:lnTo>
                    <a:pt x="1571" y="135"/>
                  </a:lnTo>
                  <a:lnTo>
                    <a:pt x="1571" y="96"/>
                  </a:lnTo>
                  <a:lnTo>
                    <a:pt x="1562" y="58"/>
                  </a:lnTo>
                  <a:lnTo>
                    <a:pt x="1533" y="20"/>
                  </a:lnTo>
                  <a:lnTo>
                    <a:pt x="1495" y="10"/>
                  </a:lnTo>
                  <a:lnTo>
                    <a:pt x="1447" y="0"/>
                  </a:lnTo>
                  <a:close/>
                </a:path>
              </a:pathLst>
            </a:custGeom>
            <a:solidFill>
              <a:srgbClr val="9650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6"/>
            <p:cNvSpPr/>
            <p:nvPr/>
          </p:nvSpPr>
          <p:spPr>
            <a:xfrm>
              <a:off x="6851005" y="3053669"/>
              <a:ext cx="875974" cy="1164871"/>
            </a:xfrm>
            <a:custGeom>
              <a:avLst/>
              <a:gdLst/>
              <a:ahLst/>
              <a:cxnLst/>
              <a:rect l="l" t="t" r="r" b="b"/>
              <a:pathLst>
                <a:path w="22271" h="29616" extrusionOk="0">
                  <a:moveTo>
                    <a:pt x="17807" y="0"/>
                  </a:moveTo>
                  <a:lnTo>
                    <a:pt x="17615" y="19"/>
                  </a:lnTo>
                  <a:lnTo>
                    <a:pt x="17424" y="48"/>
                  </a:lnTo>
                  <a:lnTo>
                    <a:pt x="17242" y="96"/>
                  </a:lnTo>
                  <a:lnTo>
                    <a:pt x="17050" y="144"/>
                  </a:lnTo>
                  <a:lnTo>
                    <a:pt x="16858" y="201"/>
                  </a:lnTo>
                  <a:lnTo>
                    <a:pt x="16676" y="278"/>
                  </a:lnTo>
                  <a:lnTo>
                    <a:pt x="16485" y="364"/>
                  </a:lnTo>
                  <a:lnTo>
                    <a:pt x="16303" y="450"/>
                  </a:lnTo>
                  <a:lnTo>
                    <a:pt x="16111" y="556"/>
                  </a:lnTo>
                  <a:lnTo>
                    <a:pt x="15929" y="671"/>
                  </a:lnTo>
                  <a:lnTo>
                    <a:pt x="15738" y="805"/>
                  </a:lnTo>
                  <a:lnTo>
                    <a:pt x="15546" y="939"/>
                  </a:lnTo>
                  <a:lnTo>
                    <a:pt x="15364" y="1082"/>
                  </a:lnTo>
                  <a:lnTo>
                    <a:pt x="15173" y="1245"/>
                  </a:lnTo>
                  <a:lnTo>
                    <a:pt x="14981" y="1408"/>
                  </a:lnTo>
                  <a:lnTo>
                    <a:pt x="14799" y="1590"/>
                  </a:lnTo>
                  <a:lnTo>
                    <a:pt x="14608" y="1782"/>
                  </a:lnTo>
                  <a:lnTo>
                    <a:pt x="14416" y="1983"/>
                  </a:lnTo>
                  <a:lnTo>
                    <a:pt x="14224" y="2184"/>
                  </a:lnTo>
                  <a:lnTo>
                    <a:pt x="14033" y="2404"/>
                  </a:lnTo>
                  <a:lnTo>
                    <a:pt x="13841" y="2644"/>
                  </a:lnTo>
                  <a:lnTo>
                    <a:pt x="13449" y="3132"/>
                  </a:lnTo>
                  <a:lnTo>
                    <a:pt x="13046" y="3659"/>
                  </a:lnTo>
                  <a:lnTo>
                    <a:pt x="12654" y="4234"/>
                  </a:lnTo>
                  <a:lnTo>
                    <a:pt x="12242" y="4847"/>
                  </a:lnTo>
                  <a:lnTo>
                    <a:pt x="11830" y="5498"/>
                  </a:lnTo>
                  <a:lnTo>
                    <a:pt x="11399" y="6188"/>
                  </a:lnTo>
                  <a:lnTo>
                    <a:pt x="10968" y="6925"/>
                  </a:lnTo>
                  <a:lnTo>
                    <a:pt x="10537" y="7691"/>
                  </a:lnTo>
                  <a:lnTo>
                    <a:pt x="10087" y="8496"/>
                  </a:lnTo>
                  <a:lnTo>
                    <a:pt x="9617" y="9348"/>
                  </a:lnTo>
                  <a:lnTo>
                    <a:pt x="9148" y="10230"/>
                  </a:lnTo>
                  <a:lnTo>
                    <a:pt x="8669" y="11149"/>
                  </a:lnTo>
                  <a:lnTo>
                    <a:pt x="7663" y="13113"/>
                  </a:lnTo>
                  <a:lnTo>
                    <a:pt x="6208" y="15976"/>
                  </a:lnTo>
                  <a:lnTo>
                    <a:pt x="4819" y="18764"/>
                  </a:lnTo>
                  <a:lnTo>
                    <a:pt x="3526" y="21369"/>
                  </a:lnTo>
                  <a:lnTo>
                    <a:pt x="2367" y="23716"/>
                  </a:lnTo>
                  <a:lnTo>
                    <a:pt x="652" y="27231"/>
                  </a:lnTo>
                  <a:lnTo>
                    <a:pt x="1" y="28572"/>
                  </a:lnTo>
                  <a:lnTo>
                    <a:pt x="365" y="28907"/>
                  </a:lnTo>
                  <a:lnTo>
                    <a:pt x="585" y="29079"/>
                  </a:lnTo>
                  <a:lnTo>
                    <a:pt x="700" y="29165"/>
                  </a:lnTo>
                  <a:lnTo>
                    <a:pt x="815" y="29252"/>
                  </a:lnTo>
                  <a:lnTo>
                    <a:pt x="949" y="29328"/>
                  </a:lnTo>
                  <a:lnTo>
                    <a:pt x="1083" y="29405"/>
                  </a:lnTo>
                  <a:lnTo>
                    <a:pt x="1217" y="29472"/>
                  </a:lnTo>
                  <a:lnTo>
                    <a:pt x="1371" y="29520"/>
                  </a:lnTo>
                  <a:lnTo>
                    <a:pt x="1524" y="29568"/>
                  </a:lnTo>
                  <a:lnTo>
                    <a:pt x="1696" y="29596"/>
                  </a:lnTo>
                  <a:lnTo>
                    <a:pt x="1869" y="29616"/>
                  </a:lnTo>
                  <a:lnTo>
                    <a:pt x="2051" y="29616"/>
                  </a:lnTo>
                  <a:lnTo>
                    <a:pt x="18333" y="11034"/>
                  </a:lnTo>
                  <a:lnTo>
                    <a:pt x="18410" y="10957"/>
                  </a:lnTo>
                  <a:lnTo>
                    <a:pt x="18621" y="10747"/>
                  </a:lnTo>
                  <a:lnTo>
                    <a:pt x="18937" y="10402"/>
                  </a:lnTo>
                  <a:lnTo>
                    <a:pt x="19339" y="9942"/>
                  </a:lnTo>
                  <a:lnTo>
                    <a:pt x="19559" y="9674"/>
                  </a:lnTo>
                  <a:lnTo>
                    <a:pt x="19789" y="9387"/>
                  </a:lnTo>
                  <a:lnTo>
                    <a:pt x="20029" y="9080"/>
                  </a:lnTo>
                  <a:lnTo>
                    <a:pt x="20268" y="8745"/>
                  </a:lnTo>
                  <a:lnTo>
                    <a:pt x="20517" y="8400"/>
                  </a:lnTo>
                  <a:lnTo>
                    <a:pt x="20757" y="8046"/>
                  </a:lnTo>
                  <a:lnTo>
                    <a:pt x="20987" y="7672"/>
                  </a:lnTo>
                  <a:lnTo>
                    <a:pt x="21216" y="7279"/>
                  </a:lnTo>
                  <a:lnTo>
                    <a:pt x="21427" y="6887"/>
                  </a:lnTo>
                  <a:lnTo>
                    <a:pt x="21619" y="6484"/>
                  </a:lnTo>
                  <a:lnTo>
                    <a:pt x="21801" y="6073"/>
                  </a:lnTo>
                  <a:lnTo>
                    <a:pt x="21877" y="5871"/>
                  </a:lnTo>
                  <a:lnTo>
                    <a:pt x="21954" y="5661"/>
                  </a:lnTo>
                  <a:lnTo>
                    <a:pt x="22021" y="5460"/>
                  </a:lnTo>
                  <a:lnTo>
                    <a:pt x="22078" y="5249"/>
                  </a:lnTo>
                  <a:lnTo>
                    <a:pt x="22126" y="5038"/>
                  </a:lnTo>
                  <a:lnTo>
                    <a:pt x="22174" y="4837"/>
                  </a:lnTo>
                  <a:lnTo>
                    <a:pt x="22213" y="4626"/>
                  </a:lnTo>
                  <a:lnTo>
                    <a:pt x="22241" y="4416"/>
                  </a:lnTo>
                  <a:lnTo>
                    <a:pt x="22260" y="4214"/>
                  </a:lnTo>
                  <a:lnTo>
                    <a:pt x="22270" y="4004"/>
                  </a:lnTo>
                  <a:lnTo>
                    <a:pt x="22270" y="3803"/>
                  </a:lnTo>
                  <a:lnTo>
                    <a:pt x="22251" y="3601"/>
                  </a:lnTo>
                  <a:lnTo>
                    <a:pt x="22232" y="3400"/>
                  </a:lnTo>
                  <a:lnTo>
                    <a:pt x="22203" y="3209"/>
                  </a:lnTo>
                  <a:lnTo>
                    <a:pt x="22155" y="3008"/>
                  </a:lnTo>
                  <a:lnTo>
                    <a:pt x="22098" y="2816"/>
                  </a:lnTo>
                  <a:lnTo>
                    <a:pt x="22031" y="2625"/>
                  </a:lnTo>
                  <a:lnTo>
                    <a:pt x="21944" y="2433"/>
                  </a:lnTo>
                  <a:lnTo>
                    <a:pt x="21849" y="2251"/>
                  </a:lnTo>
                  <a:lnTo>
                    <a:pt x="21743" y="2069"/>
                  </a:lnTo>
                  <a:lnTo>
                    <a:pt x="21619" y="1887"/>
                  </a:lnTo>
                  <a:lnTo>
                    <a:pt x="21485" y="1715"/>
                  </a:lnTo>
                  <a:lnTo>
                    <a:pt x="21331" y="1552"/>
                  </a:lnTo>
                  <a:lnTo>
                    <a:pt x="21159" y="1379"/>
                  </a:lnTo>
                  <a:lnTo>
                    <a:pt x="20977" y="1217"/>
                  </a:lnTo>
                  <a:lnTo>
                    <a:pt x="20785" y="1063"/>
                  </a:lnTo>
                  <a:lnTo>
                    <a:pt x="20575" y="910"/>
                  </a:lnTo>
                  <a:lnTo>
                    <a:pt x="20364" y="776"/>
                  </a:lnTo>
                  <a:lnTo>
                    <a:pt x="20163" y="651"/>
                  </a:lnTo>
                  <a:lnTo>
                    <a:pt x="19952" y="536"/>
                  </a:lnTo>
                  <a:lnTo>
                    <a:pt x="19751" y="431"/>
                  </a:lnTo>
                  <a:lnTo>
                    <a:pt x="19550" y="335"/>
                  </a:lnTo>
                  <a:lnTo>
                    <a:pt x="19358" y="259"/>
                  </a:lnTo>
                  <a:lnTo>
                    <a:pt x="19157" y="182"/>
                  </a:lnTo>
                  <a:lnTo>
                    <a:pt x="18966" y="125"/>
                  </a:lnTo>
                  <a:lnTo>
                    <a:pt x="18764" y="77"/>
                  </a:lnTo>
                  <a:lnTo>
                    <a:pt x="18573" y="38"/>
                  </a:lnTo>
                  <a:lnTo>
                    <a:pt x="18381" y="10"/>
                  </a:lnTo>
                  <a:lnTo>
                    <a:pt x="1819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6"/>
            <p:cNvSpPr/>
            <p:nvPr/>
          </p:nvSpPr>
          <p:spPr>
            <a:xfrm>
              <a:off x="7694507" y="1602894"/>
              <a:ext cx="201579" cy="123976"/>
            </a:xfrm>
            <a:custGeom>
              <a:avLst/>
              <a:gdLst/>
              <a:ahLst/>
              <a:cxnLst/>
              <a:rect l="l" t="t" r="r" b="b"/>
              <a:pathLst>
                <a:path w="5125" h="3152" extrusionOk="0">
                  <a:moveTo>
                    <a:pt x="3190" y="1"/>
                  </a:moveTo>
                  <a:lnTo>
                    <a:pt x="2998" y="10"/>
                  </a:lnTo>
                  <a:lnTo>
                    <a:pt x="2797" y="20"/>
                  </a:lnTo>
                  <a:lnTo>
                    <a:pt x="2596" y="39"/>
                  </a:lnTo>
                  <a:lnTo>
                    <a:pt x="2395" y="58"/>
                  </a:lnTo>
                  <a:lnTo>
                    <a:pt x="2203" y="87"/>
                  </a:lnTo>
                  <a:lnTo>
                    <a:pt x="2002" y="116"/>
                  </a:lnTo>
                  <a:lnTo>
                    <a:pt x="1820" y="154"/>
                  </a:lnTo>
                  <a:lnTo>
                    <a:pt x="1629" y="202"/>
                  </a:lnTo>
                  <a:lnTo>
                    <a:pt x="1456" y="250"/>
                  </a:lnTo>
                  <a:lnTo>
                    <a:pt x="1284" y="298"/>
                  </a:lnTo>
                  <a:lnTo>
                    <a:pt x="1121" y="355"/>
                  </a:lnTo>
                  <a:lnTo>
                    <a:pt x="977" y="413"/>
                  </a:lnTo>
                  <a:lnTo>
                    <a:pt x="834" y="480"/>
                  </a:lnTo>
                  <a:lnTo>
                    <a:pt x="709" y="547"/>
                  </a:lnTo>
                  <a:lnTo>
                    <a:pt x="604" y="614"/>
                  </a:lnTo>
                  <a:lnTo>
                    <a:pt x="422" y="757"/>
                  </a:lnTo>
                  <a:lnTo>
                    <a:pt x="269" y="872"/>
                  </a:lnTo>
                  <a:lnTo>
                    <a:pt x="163" y="978"/>
                  </a:lnTo>
                  <a:lnTo>
                    <a:pt x="87" y="1074"/>
                  </a:lnTo>
                  <a:lnTo>
                    <a:pt x="39" y="1150"/>
                  </a:lnTo>
                  <a:lnTo>
                    <a:pt x="10" y="1208"/>
                  </a:lnTo>
                  <a:lnTo>
                    <a:pt x="0" y="1265"/>
                  </a:lnTo>
                  <a:lnTo>
                    <a:pt x="19" y="1313"/>
                  </a:lnTo>
                  <a:lnTo>
                    <a:pt x="39" y="1342"/>
                  </a:lnTo>
                  <a:lnTo>
                    <a:pt x="77" y="1370"/>
                  </a:lnTo>
                  <a:lnTo>
                    <a:pt x="115" y="1390"/>
                  </a:lnTo>
                  <a:lnTo>
                    <a:pt x="154" y="1409"/>
                  </a:lnTo>
                  <a:lnTo>
                    <a:pt x="221" y="1428"/>
                  </a:lnTo>
                  <a:lnTo>
                    <a:pt x="259" y="1428"/>
                  </a:lnTo>
                  <a:lnTo>
                    <a:pt x="527" y="1409"/>
                  </a:lnTo>
                  <a:lnTo>
                    <a:pt x="1044" y="1409"/>
                  </a:lnTo>
                  <a:lnTo>
                    <a:pt x="1284" y="1428"/>
                  </a:lnTo>
                  <a:lnTo>
                    <a:pt x="1514" y="1457"/>
                  </a:lnTo>
                  <a:lnTo>
                    <a:pt x="1724" y="1495"/>
                  </a:lnTo>
                  <a:lnTo>
                    <a:pt x="1935" y="1533"/>
                  </a:lnTo>
                  <a:lnTo>
                    <a:pt x="2127" y="1591"/>
                  </a:lnTo>
                  <a:lnTo>
                    <a:pt x="2309" y="1648"/>
                  </a:lnTo>
                  <a:lnTo>
                    <a:pt x="2481" y="1715"/>
                  </a:lnTo>
                  <a:lnTo>
                    <a:pt x="2644" y="1782"/>
                  </a:lnTo>
                  <a:lnTo>
                    <a:pt x="2797" y="1859"/>
                  </a:lnTo>
                  <a:lnTo>
                    <a:pt x="2941" y="1936"/>
                  </a:lnTo>
                  <a:lnTo>
                    <a:pt x="3075" y="2022"/>
                  </a:lnTo>
                  <a:lnTo>
                    <a:pt x="3199" y="2108"/>
                  </a:lnTo>
                  <a:lnTo>
                    <a:pt x="3324" y="2194"/>
                  </a:lnTo>
                  <a:lnTo>
                    <a:pt x="3525" y="2367"/>
                  </a:lnTo>
                  <a:lnTo>
                    <a:pt x="3697" y="2539"/>
                  </a:lnTo>
                  <a:lnTo>
                    <a:pt x="3841" y="2702"/>
                  </a:lnTo>
                  <a:lnTo>
                    <a:pt x="3956" y="2845"/>
                  </a:lnTo>
                  <a:lnTo>
                    <a:pt x="4033" y="2970"/>
                  </a:lnTo>
                  <a:lnTo>
                    <a:pt x="4090" y="3066"/>
                  </a:lnTo>
                  <a:lnTo>
                    <a:pt x="4138" y="3152"/>
                  </a:lnTo>
                  <a:lnTo>
                    <a:pt x="4464" y="3123"/>
                  </a:lnTo>
                  <a:lnTo>
                    <a:pt x="4502" y="2750"/>
                  </a:lnTo>
                  <a:lnTo>
                    <a:pt x="4550" y="2434"/>
                  </a:lnTo>
                  <a:lnTo>
                    <a:pt x="4607" y="2156"/>
                  </a:lnTo>
                  <a:lnTo>
                    <a:pt x="4655" y="1926"/>
                  </a:lnTo>
                  <a:lnTo>
                    <a:pt x="4713" y="1734"/>
                  </a:lnTo>
                  <a:lnTo>
                    <a:pt x="4770" y="1572"/>
                  </a:lnTo>
                  <a:lnTo>
                    <a:pt x="4818" y="1447"/>
                  </a:lnTo>
                  <a:lnTo>
                    <a:pt x="4866" y="1342"/>
                  </a:lnTo>
                  <a:lnTo>
                    <a:pt x="4914" y="1265"/>
                  </a:lnTo>
                  <a:lnTo>
                    <a:pt x="4962" y="1217"/>
                  </a:lnTo>
                  <a:lnTo>
                    <a:pt x="5000" y="1179"/>
                  </a:lnTo>
                  <a:lnTo>
                    <a:pt x="5038" y="1150"/>
                  </a:lnTo>
                  <a:lnTo>
                    <a:pt x="5067" y="1141"/>
                  </a:lnTo>
                  <a:lnTo>
                    <a:pt x="5105" y="1141"/>
                  </a:lnTo>
                  <a:lnTo>
                    <a:pt x="5125" y="997"/>
                  </a:lnTo>
                  <a:lnTo>
                    <a:pt x="5125" y="872"/>
                  </a:lnTo>
                  <a:lnTo>
                    <a:pt x="5096" y="748"/>
                  </a:lnTo>
                  <a:lnTo>
                    <a:pt x="5048" y="643"/>
                  </a:lnTo>
                  <a:lnTo>
                    <a:pt x="4990" y="537"/>
                  </a:lnTo>
                  <a:lnTo>
                    <a:pt x="4904" y="451"/>
                  </a:lnTo>
                  <a:lnTo>
                    <a:pt x="4809" y="365"/>
                  </a:lnTo>
                  <a:lnTo>
                    <a:pt x="4694" y="298"/>
                  </a:lnTo>
                  <a:lnTo>
                    <a:pt x="4569" y="231"/>
                  </a:lnTo>
                  <a:lnTo>
                    <a:pt x="4425" y="173"/>
                  </a:lnTo>
                  <a:lnTo>
                    <a:pt x="4272" y="125"/>
                  </a:lnTo>
                  <a:lnTo>
                    <a:pt x="4109" y="87"/>
                  </a:lnTo>
                  <a:lnTo>
                    <a:pt x="3946" y="58"/>
                  </a:lnTo>
                  <a:lnTo>
                    <a:pt x="3765" y="30"/>
                  </a:lnTo>
                  <a:lnTo>
                    <a:pt x="3583" y="20"/>
                  </a:lnTo>
                  <a:lnTo>
                    <a:pt x="3391" y="10"/>
                  </a:lnTo>
                  <a:lnTo>
                    <a:pt x="31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6"/>
            <p:cNvSpPr/>
            <p:nvPr/>
          </p:nvSpPr>
          <p:spPr>
            <a:xfrm>
              <a:off x="7778519" y="1446945"/>
              <a:ext cx="622397" cy="789679"/>
            </a:xfrm>
            <a:custGeom>
              <a:avLst/>
              <a:gdLst/>
              <a:ahLst/>
              <a:cxnLst/>
              <a:rect l="l" t="t" r="r" b="b"/>
              <a:pathLst>
                <a:path w="15824" h="20077" extrusionOk="0">
                  <a:moveTo>
                    <a:pt x="546" y="0"/>
                  </a:moveTo>
                  <a:lnTo>
                    <a:pt x="412" y="163"/>
                  </a:lnTo>
                  <a:lnTo>
                    <a:pt x="307" y="336"/>
                  </a:lnTo>
                  <a:lnTo>
                    <a:pt x="211" y="508"/>
                  </a:lnTo>
                  <a:lnTo>
                    <a:pt x="144" y="690"/>
                  </a:lnTo>
                  <a:lnTo>
                    <a:pt x="86" y="882"/>
                  </a:lnTo>
                  <a:lnTo>
                    <a:pt x="39" y="1073"/>
                  </a:lnTo>
                  <a:lnTo>
                    <a:pt x="19" y="1274"/>
                  </a:lnTo>
                  <a:lnTo>
                    <a:pt x="0" y="1475"/>
                  </a:lnTo>
                  <a:lnTo>
                    <a:pt x="11475" y="6629"/>
                  </a:lnTo>
                  <a:lnTo>
                    <a:pt x="10900" y="7328"/>
                  </a:lnTo>
                  <a:lnTo>
                    <a:pt x="10249" y="8123"/>
                  </a:lnTo>
                  <a:lnTo>
                    <a:pt x="9444" y="9148"/>
                  </a:lnTo>
                  <a:lnTo>
                    <a:pt x="8515" y="10345"/>
                  </a:lnTo>
                  <a:lnTo>
                    <a:pt x="8036" y="10987"/>
                  </a:lnTo>
                  <a:lnTo>
                    <a:pt x="7538" y="11657"/>
                  </a:lnTo>
                  <a:lnTo>
                    <a:pt x="7040" y="12337"/>
                  </a:lnTo>
                  <a:lnTo>
                    <a:pt x="6542" y="13036"/>
                  </a:lnTo>
                  <a:lnTo>
                    <a:pt x="6063" y="13735"/>
                  </a:lnTo>
                  <a:lnTo>
                    <a:pt x="5603" y="14425"/>
                  </a:lnTo>
                  <a:lnTo>
                    <a:pt x="5498" y="14597"/>
                  </a:lnTo>
                  <a:lnTo>
                    <a:pt x="5393" y="14770"/>
                  </a:lnTo>
                  <a:lnTo>
                    <a:pt x="5297" y="14942"/>
                  </a:lnTo>
                  <a:lnTo>
                    <a:pt x="5211" y="15115"/>
                  </a:lnTo>
                  <a:lnTo>
                    <a:pt x="5134" y="15278"/>
                  </a:lnTo>
                  <a:lnTo>
                    <a:pt x="5057" y="15450"/>
                  </a:lnTo>
                  <a:lnTo>
                    <a:pt x="4990" y="15613"/>
                  </a:lnTo>
                  <a:lnTo>
                    <a:pt x="4933" y="15776"/>
                  </a:lnTo>
                  <a:lnTo>
                    <a:pt x="4875" y="15938"/>
                  </a:lnTo>
                  <a:lnTo>
                    <a:pt x="4837" y="16101"/>
                  </a:lnTo>
                  <a:lnTo>
                    <a:pt x="4789" y="16264"/>
                  </a:lnTo>
                  <a:lnTo>
                    <a:pt x="4761" y="16417"/>
                  </a:lnTo>
                  <a:lnTo>
                    <a:pt x="4732" y="16580"/>
                  </a:lnTo>
                  <a:lnTo>
                    <a:pt x="4713" y="16733"/>
                  </a:lnTo>
                  <a:lnTo>
                    <a:pt x="4703" y="16887"/>
                  </a:lnTo>
                  <a:lnTo>
                    <a:pt x="4693" y="17030"/>
                  </a:lnTo>
                  <a:lnTo>
                    <a:pt x="4684" y="17184"/>
                  </a:lnTo>
                  <a:lnTo>
                    <a:pt x="4693" y="17327"/>
                  </a:lnTo>
                  <a:lnTo>
                    <a:pt x="4703" y="17471"/>
                  </a:lnTo>
                  <a:lnTo>
                    <a:pt x="4713" y="17605"/>
                  </a:lnTo>
                  <a:lnTo>
                    <a:pt x="4761" y="17883"/>
                  </a:lnTo>
                  <a:lnTo>
                    <a:pt x="4818" y="18141"/>
                  </a:lnTo>
                  <a:lnTo>
                    <a:pt x="4904" y="18381"/>
                  </a:lnTo>
                  <a:lnTo>
                    <a:pt x="5010" y="18620"/>
                  </a:lnTo>
                  <a:lnTo>
                    <a:pt x="5134" y="18841"/>
                  </a:lnTo>
                  <a:lnTo>
                    <a:pt x="5278" y="19042"/>
                  </a:lnTo>
                  <a:lnTo>
                    <a:pt x="5431" y="19233"/>
                  </a:lnTo>
                  <a:lnTo>
                    <a:pt x="5603" y="19396"/>
                  </a:lnTo>
                  <a:lnTo>
                    <a:pt x="5690" y="19482"/>
                  </a:lnTo>
                  <a:lnTo>
                    <a:pt x="5785" y="19549"/>
                  </a:lnTo>
                  <a:lnTo>
                    <a:pt x="5891" y="19626"/>
                  </a:lnTo>
                  <a:lnTo>
                    <a:pt x="5987" y="19693"/>
                  </a:lnTo>
                  <a:lnTo>
                    <a:pt x="6092" y="19751"/>
                  </a:lnTo>
                  <a:lnTo>
                    <a:pt x="6207" y="19808"/>
                  </a:lnTo>
                  <a:lnTo>
                    <a:pt x="6312" y="19856"/>
                  </a:lnTo>
                  <a:lnTo>
                    <a:pt x="6427" y="19904"/>
                  </a:lnTo>
                  <a:lnTo>
                    <a:pt x="6552" y="19942"/>
                  </a:lnTo>
                  <a:lnTo>
                    <a:pt x="6667" y="19980"/>
                  </a:lnTo>
                  <a:lnTo>
                    <a:pt x="6791" y="20009"/>
                  </a:lnTo>
                  <a:lnTo>
                    <a:pt x="6916" y="20028"/>
                  </a:lnTo>
                  <a:lnTo>
                    <a:pt x="7040" y="20047"/>
                  </a:lnTo>
                  <a:lnTo>
                    <a:pt x="7174" y="20067"/>
                  </a:lnTo>
                  <a:lnTo>
                    <a:pt x="7308" y="20067"/>
                  </a:lnTo>
                  <a:lnTo>
                    <a:pt x="7442" y="20076"/>
                  </a:lnTo>
                  <a:lnTo>
                    <a:pt x="7576" y="20067"/>
                  </a:lnTo>
                  <a:lnTo>
                    <a:pt x="7720" y="20057"/>
                  </a:lnTo>
                  <a:lnTo>
                    <a:pt x="7854" y="20038"/>
                  </a:lnTo>
                  <a:lnTo>
                    <a:pt x="7998" y="20019"/>
                  </a:lnTo>
                  <a:lnTo>
                    <a:pt x="8142" y="19990"/>
                  </a:lnTo>
                  <a:lnTo>
                    <a:pt x="8285" y="19952"/>
                  </a:lnTo>
                  <a:lnTo>
                    <a:pt x="8429" y="19904"/>
                  </a:lnTo>
                  <a:lnTo>
                    <a:pt x="8582" y="19856"/>
                  </a:lnTo>
                  <a:lnTo>
                    <a:pt x="8726" y="19798"/>
                  </a:lnTo>
                  <a:lnTo>
                    <a:pt x="8879" y="19741"/>
                  </a:lnTo>
                  <a:lnTo>
                    <a:pt x="9032" y="19664"/>
                  </a:lnTo>
                  <a:lnTo>
                    <a:pt x="9186" y="19588"/>
                  </a:lnTo>
                  <a:lnTo>
                    <a:pt x="9262" y="19530"/>
                  </a:lnTo>
                  <a:lnTo>
                    <a:pt x="9492" y="19348"/>
                  </a:lnTo>
                  <a:lnTo>
                    <a:pt x="9856" y="19042"/>
                  </a:lnTo>
                  <a:lnTo>
                    <a:pt x="10076" y="18841"/>
                  </a:lnTo>
                  <a:lnTo>
                    <a:pt x="10316" y="18611"/>
                  </a:lnTo>
                  <a:lnTo>
                    <a:pt x="10574" y="18352"/>
                  </a:lnTo>
                  <a:lnTo>
                    <a:pt x="10862" y="18065"/>
                  </a:lnTo>
                  <a:lnTo>
                    <a:pt x="11149" y="17749"/>
                  </a:lnTo>
                  <a:lnTo>
                    <a:pt x="11465" y="17404"/>
                  </a:lnTo>
                  <a:lnTo>
                    <a:pt x="11781" y="17030"/>
                  </a:lnTo>
                  <a:lnTo>
                    <a:pt x="12097" y="16618"/>
                  </a:lnTo>
                  <a:lnTo>
                    <a:pt x="12423" y="16187"/>
                  </a:lnTo>
                  <a:lnTo>
                    <a:pt x="12749" y="15718"/>
                  </a:lnTo>
                  <a:lnTo>
                    <a:pt x="13074" y="15230"/>
                  </a:lnTo>
                  <a:lnTo>
                    <a:pt x="13400" y="14703"/>
                  </a:lnTo>
                  <a:lnTo>
                    <a:pt x="13706" y="14157"/>
                  </a:lnTo>
                  <a:lnTo>
                    <a:pt x="13860" y="13870"/>
                  </a:lnTo>
                  <a:lnTo>
                    <a:pt x="14003" y="13573"/>
                  </a:lnTo>
                  <a:lnTo>
                    <a:pt x="14157" y="13276"/>
                  </a:lnTo>
                  <a:lnTo>
                    <a:pt x="14300" y="12969"/>
                  </a:lnTo>
                  <a:lnTo>
                    <a:pt x="14434" y="12653"/>
                  </a:lnTo>
                  <a:lnTo>
                    <a:pt x="14569" y="12327"/>
                  </a:lnTo>
                  <a:lnTo>
                    <a:pt x="14693" y="12002"/>
                  </a:lnTo>
                  <a:lnTo>
                    <a:pt x="14818" y="11667"/>
                  </a:lnTo>
                  <a:lnTo>
                    <a:pt x="14932" y="11322"/>
                  </a:lnTo>
                  <a:lnTo>
                    <a:pt x="15047" y="10967"/>
                  </a:lnTo>
                  <a:lnTo>
                    <a:pt x="15153" y="10613"/>
                  </a:lnTo>
                  <a:lnTo>
                    <a:pt x="15258" y="10249"/>
                  </a:lnTo>
                  <a:lnTo>
                    <a:pt x="15344" y="9875"/>
                  </a:lnTo>
                  <a:lnTo>
                    <a:pt x="15431" y="9492"/>
                  </a:lnTo>
                  <a:lnTo>
                    <a:pt x="15507" y="9109"/>
                  </a:lnTo>
                  <a:lnTo>
                    <a:pt x="15584" y="8717"/>
                  </a:lnTo>
                  <a:lnTo>
                    <a:pt x="15641" y="8314"/>
                  </a:lnTo>
                  <a:lnTo>
                    <a:pt x="15699" y="7912"/>
                  </a:lnTo>
                  <a:lnTo>
                    <a:pt x="15737" y="7500"/>
                  </a:lnTo>
                  <a:lnTo>
                    <a:pt x="15775" y="7079"/>
                  </a:lnTo>
                  <a:lnTo>
                    <a:pt x="15804" y="6648"/>
                  </a:lnTo>
                  <a:lnTo>
                    <a:pt x="15814" y="6217"/>
                  </a:lnTo>
                  <a:lnTo>
                    <a:pt x="15823" y="5776"/>
                  </a:lnTo>
                  <a:lnTo>
                    <a:pt x="15814" y="5326"/>
                  </a:lnTo>
                  <a:lnTo>
                    <a:pt x="15795" y="4866"/>
                  </a:lnTo>
                  <a:lnTo>
                    <a:pt x="15766" y="4406"/>
                  </a:lnTo>
                  <a:lnTo>
                    <a:pt x="15756" y="4291"/>
                  </a:lnTo>
                  <a:lnTo>
                    <a:pt x="15737" y="4186"/>
                  </a:lnTo>
                  <a:lnTo>
                    <a:pt x="15708" y="4081"/>
                  </a:lnTo>
                  <a:lnTo>
                    <a:pt x="15670" y="3975"/>
                  </a:lnTo>
                  <a:lnTo>
                    <a:pt x="15622" y="3880"/>
                  </a:lnTo>
                  <a:lnTo>
                    <a:pt x="15565" y="3793"/>
                  </a:lnTo>
                  <a:lnTo>
                    <a:pt x="15488" y="3717"/>
                  </a:lnTo>
                  <a:lnTo>
                    <a:pt x="15402" y="3650"/>
                  </a:lnTo>
                  <a:lnTo>
                    <a:pt x="15124" y="3458"/>
                  </a:lnTo>
                  <a:lnTo>
                    <a:pt x="14760" y="3238"/>
                  </a:lnTo>
                  <a:lnTo>
                    <a:pt x="14319" y="2979"/>
                  </a:lnTo>
                  <a:lnTo>
                    <a:pt x="13802" y="2711"/>
                  </a:lnTo>
                  <a:lnTo>
                    <a:pt x="13505" y="2567"/>
                  </a:lnTo>
                  <a:lnTo>
                    <a:pt x="13189" y="2414"/>
                  </a:lnTo>
                  <a:lnTo>
                    <a:pt x="12854" y="2270"/>
                  </a:lnTo>
                  <a:lnTo>
                    <a:pt x="12500" y="2117"/>
                  </a:lnTo>
                  <a:lnTo>
                    <a:pt x="12126" y="1964"/>
                  </a:lnTo>
                  <a:lnTo>
                    <a:pt x="11724" y="1811"/>
                  </a:lnTo>
                  <a:lnTo>
                    <a:pt x="11302" y="1667"/>
                  </a:lnTo>
                  <a:lnTo>
                    <a:pt x="10862" y="1514"/>
                  </a:lnTo>
                  <a:lnTo>
                    <a:pt x="10392" y="1370"/>
                  </a:lnTo>
                  <a:lnTo>
                    <a:pt x="9904" y="1226"/>
                  </a:lnTo>
                  <a:lnTo>
                    <a:pt x="9387" y="1083"/>
                  </a:lnTo>
                  <a:lnTo>
                    <a:pt x="8850" y="949"/>
                  </a:lnTo>
                  <a:lnTo>
                    <a:pt x="8295" y="824"/>
                  </a:lnTo>
                  <a:lnTo>
                    <a:pt x="7711" y="700"/>
                  </a:lnTo>
                  <a:lnTo>
                    <a:pt x="7107" y="585"/>
                  </a:lnTo>
                  <a:lnTo>
                    <a:pt x="6475" y="479"/>
                  </a:lnTo>
                  <a:lnTo>
                    <a:pt x="5824" y="374"/>
                  </a:lnTo>
                  <a:lnTo>
                    <a:pt x="5144" y="288"/>
                  </a:lnTo>
                  <a:lnTo>
                    <a:pt x="4435" y="211"/>
                  </a:lnTo>
                  <a:lnTo>
                    <a:pt x="3707" y="144"/>
                  </a:lnTo>
                  <a:lnTo>
                    <a:pt x="2960" y="87"/>
                  </a:lnTo>
                  <a:lnTo>
                    <a:pt x="2174" y="39"/>
                  </a:lnTo>
                  <a:lnTo>
                    <a:pt x="1370" y="10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26"/>
            <p:cNvSpPr/>
            <p:nvPr/>
          </p:nvSpPr>
          <p:spPr>
            <a:xfrm>
              <a:off x="7951420" y="1776188"/>
              <a:ext cx="441586" cy="528983"/>
            </a:xfrm>
            <a:custGeom>
              <a:avLst/>
              <a:gdLst/>
              <a:ahLst/>
              <a:cxnLst/>
              <a:rect l="l" t="t" r="r" b="b"/>
              <a:pathLst>
                <a:path w="11227" h="13449" extrusionOk="0">
                  <a:moveTo>
                    <a:pt x="5067" y="1"/>
                  </a:moveTo>
                  <a:lnTo>
                    <a:pt x="4818" y="355"/>
                  </a:lnTo>
                  <a:lnTo>
                    <a:pt x="4445" y="891"/>
                  </a:lnTo>
                  <a:lnTo>
                    <a:pt x="3468" y="2367"/>
                  </a:lnTo>
                  <a:lnTo>
                    <a:pt x="2884" y="3219"/>
                  </a:lnTo>
                  <a:lnTo>
                    <a:pt x="2280" y="4100"/>
                  </a:lnTo>
                  <a:lnTo>
                    <a:pt x="1658" y="4962"/>
                  </a:lnTo>
                  <a:lnTo>
                    <a:pt x="1351" y="5374"/>
                  </a:lnTo>
                  <a:lnTo>
                    <a:pt x="1045" y="5776"/>
                  </a:lnTo>
                  <a:lnTo>
                    <a:pt x="901" y="5968"/>
                  </a:lnTo>
                  <a:lnTo>
                    <a:pt x="767" y="6169"/>
                  </a:lnTo>
                  <a:lnTo>
                    <a:pt x="652" y="6361"/>
                  </a:lnTo>
                  <a:lnTo>
                    <a:pt x="537" y="6562"/>
                  </a:lnTo>
                  <a:lnTo>
                    <a:pt x="441" y="6763"/>
                  </a:lnTo>
                  <a:lnTo>
                    <a:pt x="355" y="6964"/>
                  </a:lnTo>
                  <a:lnTo>
                    <a:pt x="269" y="7175"/>
                  </a:lnTo>
                  <a:lnTo>
                    <a:pt x="202" y="7376"/>
                  </a:lnTo>
                  <a:lnTo>
                    <a:pt x="144" y="7577"/>
                  </a:lnTo>
                  <a:lnTo>
                    <a:pt x="96" y="7778"/>
                  </a:lnTo>
                  <a:lnTo>
                    <a:pt x="58" y="7989"/>
                  </a:lnTo>
                  <a:lnTo>
                    <a:pt x="29" y="8190"/>
                  </a:lnTo>
                  <a:lnTo>
                    <a:pt x="10" y="8391"/>
                  </a:lnTo>
                  <a:lnTo>
                    <a:pt x="1" y="8592"/>
                  </a:lnTo>
                  <a:lnTo>
                    <a:pt x="1" y="8793"/>
                  </a:lnTo>
                  <a:lnTo>
                    <a:pt x="10" y="8995"/>
                  </a:lnTo>
                  <a:lnTo>
                    <a:pt x="20" y="9196"/>
                  </a:lnTo>
                  <a:lnTo>
                    <a:pt x="39" y="9387"/>
                  </a:lnTo>
                  <a:lnTo>
                    <a:pt x="77" y="9588"/>
                  </a:lnTo>
                  <a:lnTo>
                    <a:pt x="116" y="9780"/>
                  </a:lnTo>
                  <a:lnTo>
                    <a:pt x="154" y="9972"/>
                  </a:lnTo>
                  <a:lnTo>
                    <a:pt x="211" y="10154"/>
                  </a:lnTo>
                  <a:lnTo>
                    <a:pt x="269" y="10345"/>
                  </a:lnTo>
                  <a:lnTo>
                    <a:pt x="336" y="10527"/>
                  </a:lnTo>
                  <a:lnTo>
                    <a:pt x="412" y="10699"/>
                  </a:lnTo>
                  <a:lnTo>
                    <a:pt x="489" y="10881"/>
                  </a:lnTo>
                  <a:lnTo>
                    <a:pt x="575" y="11044"/>
                  </a:lnTo>
                  <a:lnTo>
                    <a:pt x="661" y="11217"/>
                  </a:lnTo>
                  <a:lnTo>
                    <a:pt x="757" y="11380"/>
                  </a:lnTo>
                  <a:lnTo>
                    <a:pt x="863" y="11533"/>
                  </a:lnTo>
                  <a:lnTo>
                    <a:pt x="968" y="11696"/>
                  </a:lnTo>
                  <a:lnTo>
                    <a:pt x="1083" y="11839"/>
                  </a:lnTo>
                  <a:lnTo>
                    <a:pt x="1198" y="11983"/>
                  </a:lnTo>
                  <a:lnTo>
                    <a:pt x="1313" y="12127"/>
                  </a:lnTo>
                  <a:lnTo>
                    <a:pt x="1437" y="12261"/>
                  </a:lnTo>
                  <a:lnTo>
                    <a:pt x="1571" y="12385"/>
                  </a:lnTo>
                  <a:lnTo>
                    <a:pt x="1705" y="12500"/>
                  </a:lnTo>
                  <a:lnTo>
                    <a:pt x="1840" y="12615"/>
                  </a:lnTo>
                  <a:lnTo>
                    <a:pt x="1983" y="12730"/>
                  </a:lnTo>
                  <a:lnTo>
                    <a:pt x="2127" y="12826"/>
                  </a:lnTo>
                  <a:lnTo>
                    <a:pt x="2271" y="12922"/>
                  </a:lnTo>
                  <a:lnTo>
                    <a:pt x="2414" y="13017"/>
                  </a:lnTo>
                  <a:lnTo>
                    <a:pt x="2568" y="13094"/>
                  </a:lnTo>
                  <a:lnTo>
                    <a:pt x="2721" y="13171"/>
                  </a:lnTo>
                  <a:lnTo>
                    <a:pt x="2874" y="13228"/>
                  </a:lnTo>
                  <a:lnTo>
                    <a:pt x="3037" y="13286"/>
                  </a:lnTo>
                  <a:lnTo>
                    <a:pt x="3190" y="13343"/>
                  </a:lnTo>
                  <a:lnTo>
                    <a:pt x="3353" y="13381"/>
                  </a:lnTo>
                  <a:lnTo>
                    <a:pt x="3516" y="13410"/>
                  </a:lnTo>
                  <a:lnTo>
                    <a:pt x="3679" y="13429"/>
                  </a:lnTo>
                  <a:lnTo>
                    <a:pt x="3841" y="13448"/>
                  </a:lnTo>
                  <a:lnTo>
                    <a:pt x="4167" y="13448"/>
                  </a:lnTo>
                  <a:lnTo>
                    <a:pt x="4330" y="13429"/>
                  </a:lnTo>
                  <a:lnTo>
                    <a:pt x="4493" y="13401"/>
                  </a:lnTo>
                  <a:lnTo>
                    <a:pt x="4656" y="13372"/>
                  </a:lnTo>
                  <a:lnTo>
                    <a:pt x="4818" y="13324"/>
                  </a:lnTo>
                  <a:lnTo>
                    <a:pt x="4981" y="13266"/>
                  </a:lnTo>
                  <a:lnTo>
                    <a:pt x="5144" y="13199"/>
                  </a:lnTo>
                  <a:lnTo>
                    <a:pt x="5297" y="13123"/>
                  </a:lnTo>
                  <a:lnTo>
                    <a:pt x="5460" y="13027"/>
                  </a:lnTo>
                  <a:lnTo>
                    <a:pt x="5613" y="12931"/>
                  </a:lnTo>
                  <a:lnTo>
                    <a:pt x="5767" y="12816"/>
                  </a:lnTo>
                  <a:lnTo>
                    <a:pt x="5920" y="12692"/>
                  </a:lnTo>
                  <a:lnTo>
                    <a:pt x="6111" y="12500"/>
                  </a:lnTo>
                  <a:lnTo>
                    <a:pt x="6332" y="12261"/>
                  </a:lnTo>
                  <a:lnTo>
                    <a:pt x="6619" y="11945"/>
                  </a:lnTo>
                  <a:lnTo>
                    <a:pt x="6964" y="11542"/>
                  </a:lnTo>
                  <a:lnTo>
                    <a:pt x="7357" y="11054"/>
                  </a:lnTo>
                  <a:lnTo>
                    <a:pt x="7567" y="10786"/>
                  </a:lnTo>
                  <a:lnTo>
                    <a:pt x="7778" y="10498"/>
                  </a:lnTo>
                  <a:lnTo>
                    <a:pt x="7998" y="10192"/>
                  </a:lnTo>
                  <a:lnTo>
                    <a:pt x="8228" y="9866"/>
                  </a:lnTo>
                  <a:lnTo>
                    <a:pt x="8458" y="9521"/>
                  </a:lnTo>
                  <a:lnTo>
                    <a:pt x="8688" y="9167"/>
                  </a:lnTo>
                  <a:lnTo>
                    <a:pt x="8918" y="8793"/>
                  </a:lnTo>
                  <a:lnTo>
                    <a:pt x="9148" y="8401"/>
                  </a:lnTo>
                  <a:lnTo>
                    <a:pt x="9368" y="7998"/>
                  </a:lnTo>
                  <a:lnTo>
                    <a:pt x="9588" y="7577"/>
                  </a:lnTo>
                  <a:lnTo>
                    <a:pt x="9809" y="7146"/>
                  </a:lnTo>
                  <a:lnTo>
                    <a:pt x="10010" y="6696"/>
                  </a:lnTo>
                  <a:lnTo>
                    <a:pt x="10211" y="6236"/>
                  </a:lnTo>
                  <a:lnTo>
                    <a:pt x="10402" y="5767"/>
                  </a:lnTo>
                  <a:lnTo>
                    <a:pt x="10575" y="5278"/>
                  </a:lnTo>
                  <a:lnTo>
                    <a:pt x="10738" y="4780"/>
                  </a:lnTo>
                  <a:lnTo>
                    <a:pt x="10891" y="4273"/>
                  </a:lnTo>
                  <a:lnTo>
                    <a:pt x="11015" y="3746"/>
                  </a:lnTo>
                  <a:lnTo>
                    <a:pt x="11130" y="3219"/>
                  </a:lnTo>
                  <a:lnTo>
                    <a:pt x="11226" y="2673"/>
                  </a:lnTo>
                  <a:lnTo>
                    <a:pt x="50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26"/>
            <p:cNvSpPr/>
            <p:nvPr/>
          </p:nvSpPr>
          <p:spPr>
            <a:xfrm>
              <a:off x="7534389" y="1389325"/>
              <a:ext cx="265652" cy="115677"/>
            </a:xfrm>
            <a:custGeom>
              <a:avLst/>
              <a:gdLst/>
              <a:ahLst/>
              <a:cxnLst/>
              <a:rect l="l" t="t" r="r" b="b"/>
              <a:pathLst>
                <a:path w="6754" h="2941" extrusionOk="0">
                  <a:moveTo>
                    <a:pt x="3123" y="0"/>
                  </a:moveTo>
                  <a:lnTo>
                    <a:pt x="2970" y="10"/>
                  </a:lnTo>
                  <a:lnTo>
                    <a:pt x="2817" y="38"/>
                  </a:lnTo>
                  <a:lnTo>
                    <a:pt x="2673" y="67"/>
                  </a:lnTo>
                  <a:lnTo>
                    <a:pt x="2520" y="115"/>
                  </a:lnTo>
                  <a:lnTo>
                    <a:pt x="2376" y="172"/>
                  </a:lnTo>
                  <a:lnTo>
                    <a:pt x="2242" y="239"/>
                  </a:lnTo>
                  <a:lnTo>
                    <a:pt x="2098" y="316"/>
                  </a:lnTo>
                  <a:lnTo>
                    <a:pt x="1974" y="402"/>
                  </a:lnTo>
                  <a:lnTo>
                    <a:pt x="1840" y="498"/>
                  </a:lnTo>
                  <a:lnTo>
                    <a:pt x="1533" y="651"/>
                  </a:lnTo>
                  <a:lnTo>
                    <a:pt x="1217" y="824"/>
                  </a:lnTo>
                  <a:lnTo>
                    <a:pt x="1035" y="929"/>
                  </a:lnTo>
                  <a:lnTo>
                    <a:pt x="853" y="1034"/>
                  </a:lnTo>
                  <a:lnTo>
                    <a:pt x="681" y="1159"/>
                  </a:lnTo>
                  <a:lnTo>
                    <a:pt x="508" y="1274"/>
                  </a:lnTo>
                  <a:lnTo>
                    <a:pt x="355" y="1398"/>
                  </a:lnTo>
                  <a:lnTo>
                    <a:pt x="221" y="1523"/>
                  </a:lnTo>
                  <a:lnTo>
                    <a:pt x="116" y="1647"/>
                  </a:lnTo>
                  <a:lnTo>
                    <a:pt x="68" y="1714"/>
                  </a:lnTo>
                  <a:lnTo>
                    <a:pt x="39" y="1772"/>
                  </a:lnTo>
                  <a:lnTo>
                    <a:pt x="20" y="1829"/>
                  </a:lnTo>
                  <a:lnTo>
                    <a:pt x="1" y="1887"/>
                  </a:lnTo>
                  <a:lnTo>
                    <a:pt x="1" y="1944"/>
                  </a:lnTo>
                  <a:lnTo>
                    <a:pt x="20" y="1992"/>
                  </a:lnTo>
                  <a:lnTo>
                    <a:pt x="3315" y="1992"/>
                  </a:lnTo>
                  <a:lnTo>
                    <a:pt x="6207" y="2940"/>
                  </a:lnTo>
                  <a:lnTo>
                    <a:pt x="6753" y="1465"/>
                  </a:lnTo>
                  <a:lnTo>
                    <a:pt x="4177" y="220"/>
                  </a:lnTo>
                  <a:lnTo>
                    <a:pt x="4033" y="153"/>
                  </a:lnTo>
                  <a:lnTo>
                    <a:pt x="3889" y="105"/>
                  </a:lnTo>
                  <a:lnTo>
                    <a:pt x="3736" y="57"/>
                  </a:lnTo>
                  <a:lnTo>
                    <a:pt x="3583" y="29"/>
                  </a:lnTo>
                  <a:lnTo>
                    <a:pt x="3430" y="10"/>
                  </a:lnTo>
                  <a:lnTo>
                    <a:pt x="3276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6"/>
            <p:cNvSpPr/>
            <p:nvPr/>
          </p:nvSpPr>
          <p:spPr>
            <a:xfrm>
              <a:off x="6751575" y="2828733"/>
              <a:ext cx="442333" cy="90858"/>
            </a:xfrm>
            <a:custGeom>
              <a:avLst/>
              <a:gdLst/>
              <a:ahLst/>
              <a:cxnLst/>
              <a:rect l="l" t="t" r="r" b="b"/>
              <a:pathLst>
                <a:path w="11246" h="2310" extrusionOk="0">
                  <a:moveTo>
                    <a:pt x="2117" y="1"/>
                  </a:moveTo>
                  <a:lnTo>
                    <a:pt x="1897" y="20"/>
                  </a:lnTo>
                  <a:lnTo>
                    <a:pt x="1686" y="49"/>
                  </a:lnTo>
                  <a:lnTo>
                    <a:pt x="1485" y="97"/>
                  </a:lnTo>
                  <a:lnTo>
                    <a:pt x="1293" y="173"/>
                  </a:lnTo>
                  <a:lnTo>
                    <a:pt x="1111" y="260"/>
                  </a:lnTo>
                  <a:lnTo>
                    <a:pt x="939" y="365"/>
                  </a:lnTo>
                  <a:lnTo>
                    <a:pt x="776" y="489"/>
                  </a:lnTo>
                  <a:lnTo>
                    <a:pt x="623" y="624"/>
                  </a:lnTo>
                  <a:lnTo>
                    <a:pt x="489" y="777"/>
                  </a:lnTo>
                  <a:lnTo>
                    <a:pt x="364" y="940"/>
                  </a:lnTo>
                  <a:lnTo>
                    <a:pt x="259" y="1112"/>
                  </a:lnTo>
                  <a:lnTo>
                    <a:pt x="173" y="1294"/>
                  </a:lnTo>
                  <a:lnTo>
                    <a:pt x="96" y="1486"/>
                  </a:lnTo>
                  <a:lnTo>
                    <a:pt x="48" y="1687"/>
                  </a:lnTo>
                  <a:lnTo>
                    <a:pt x="20" y="1897"/>
                  </a:lnTo>
                  <a:lnTo>
                    <a:pt x="0" y="2118"/>
                  </a:lnTo>
                  <a:lnTo>
                    <a:pt x="0" y="2309"/>
                  </a:lnTo>
                  <a:lnTo>
                    <a:pt x="11245" y="2309"/>
                  </a:lnTo>
                  <a:lnTo>
                    <a:pt x="11245" y="2118"/>
                  </a:lnTo>
                  <a:lnTo>
                    <a:pt x="11235" y="1897"/>
                  </a:lnTo>
                  <a:lnTo>
                    <a:pt x="11207" y="1687"/>
                  </a:lnTo>
                  <a:lnTo>
                    <a:pt x="11149" y="1486"/>
                  </a:lnTo>
                  <a:lnTo>
                    <a:pt x="11082" y="1294"/>
                  </a:lnTo>
                  <a:lnTo>
                    <a:pt x="10986" y="1112"/>
                  </a:lnTo>
                  <a:lnTo>
                    <a:pt x="10881" y="940"/>
                  </a:lnTo>
                  <a:lnTo>
                    <a:pt x="10766" y="777"/>
                  </a:lnTo>
                  <a:lnTo>
                    <a:pt x="10622" y="624"/>
                  </a:lnTo>
                  <a:lnTo>
                    <a:pt x="10479" y="489"/>
                  </a:lnTo>
                  <a:lnTo>
                    <a:pt x="10316" y="365"/>
                  </a:lnTo>
                  <a:lnTo>
                    <a:pt x="10144" y="260"/>
                  </a:lnTo>
                  <a:lnTo>
                    <a:pt x="9952" y="173"/>
                  </a:lnTo>
                  <a:lnTo>
                    <a:pt x="9760" y="97"/>
                  </a:lnTo>
                  <a:lnTo>
                    <a:pt x="9559" y="49"/>
                  </a:lnTo>
                  <a:lnTo>
                    <a:pt x="9349" y="20"/>
                  </a:lnTo>
                  <a:lnTo>
                    <a:pt x="9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6"/>
            <p:cNvSpPr/>
            <p:nvPr/>
          </p:nvSpPr>
          <p:spPr>
            <a:xfrm>
              <a:off x="6644947" y="2603837"/>
              <a:ext cx="334208" cy="315761"/>
            </a:xfrm>
            <a:custGeom>
              <a:avLst/>
              <a:gdLst/>
              <a:ahLst/>
              <a:cxnLst/>
              <a:rect l="l" t="t" r="r" b="b"/>
              <a:pathLst>
                <a:path w="8497" h="8028" extrusionOk="0">
                  <a:moveTo>
                    <a:pt x="2041" y="1"/>
                  </a:moveTo>
                  <a:lnTo>
                    <a:pt x="1" y="8027"/>
                  </a:lnTo>
                  <a:lnTo>
                    <a:pt x="6456" y="8027"/>
                  </a:lnTo>
                  <a:lnTo>
                    <a:pt x="8497" y="1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6"/>
            <p:cNvSpPr/>
            <p:nvPr/>
          </p:nvSpPr>
          <p:spPr>
            <a:xfrm>
              <a:off x="6143904" y="1766394"/>
              <a:ext cx="1389814" cy="897410"/>
            </a:xfrm>
            <a:custGeom>
              <a:avLst/>
              <a:gdLst/>
              <a:ahLst/>
              <a:cxnLst/>
              <a:rect l="l" t="t" r="r" b="b"/>
              <a:pathLst>
                <a:path w="35335" h="22816" extrusionOk="0">
                  <a:moveTo>
                    <a:pt x="1687" y="1"/>
                  </a:moveTo>
                  <a:lnTo>
                    <a:pt x="1514" y="10"/>
                  </a:lnTo>
                  <a:lnTo>
                    <a:pt x="1342" y="39"/>
                  </a:lnTo>
                  <a:lnTo>
                    <a:pt x="1179" y="77"/>
                  </a:lnTo>
                  <a:lnTo>
                    <a:pt x="1026" y="135"/>
                  </a:lnTo>
                  <a:lnTo>
                    <a:pt x="882" y="202"/>
                  </a:lnTo>
                  <a:lnTo>
                    <a:pt x="738" y="288"/>
                  </a:lnTo>
                  <a:lnTo>
                    <a:pt x="614" y="384"/>
                  </a:lnTo>
                  <a:lnTo>
                    <a:pt x="489" y="499"/>
                  </a:lnTo>
                  <a:lnTo>
                    <a:pt x="384" y="614"/>
                  </a:lnTo>
                  <a:lnTo>
                    <a:pt x="288" y="748"/>
                  </a:lnTo>
                  <a:lnTo>
                    <a:pt x="202" y="882"/>
                  </a:lnTo>
                  <a:lnTo>
                    <a:pt x="135" y="1026"/>
                  </a:lnTo>
                  <a:lnTo>
                    <a:pt x="78" y="1188"/>
                  </a:lnTo>
                  <a:lnTo>
                    <a:pt x="30" y="1342"/>
                  </a:lnTo>
                  <a:lnTo>
                    <a:pt x="10" y="1514"/>
                  </a:lnTo>
                  <a:lnTo>
                    <a:pt x="1" y="1686"/>
                  </a:lnTo>
                  <a:lnTo>
                    <a:pt x="2405" y="21130"/>
                  </a:lnTo>
                  <a:lnTo>
                    <a:pt x="2415" y="21302"/>
                  </a:lnTo>
                  <a:lnTo>
                    <a:pt x="2434" y="21475"/>
                  </a:lnTo>
                  <a:lnTo>
                    <a:pt x="2482" y="21638"/>
                  </a:lnTo>
                  <a:lnTo>
                    <a:pt x="2539" y="21791"/>
                  </a:lnTo>
                  <a:lnTo>
                    <a:pt x="2606" y="21935"/>
                  </a:lnTo>
                  <a:lnTo>
                    <a:pt x="2692" y="22078"/>
                  </a:lnTo>
                  <a:lnTo>
                    <a:pt x="2788" y="22203"/>
                  </a:lnTo>
                  <a:lnTo>
                    <a:pt x="2893" y="22327"/>
                  </a:lnTo>
                  <a:lnTo>
                    <a:pt x="3018" y="22433"/>
                  </a:lnTo>
                  <a:lnTo>
                    <a:pt x="3143" y="22528"/>
                  </a:lnTo>
                  <a:lnTo>
                    <a:pt x="3286" y="22615"/>
                  </a:lnTo>
                  <a:lnTo>
                    <a:pt x="3430" y="22682"/>
                  </a:lnTo>
                  <a:lnTo>
                    <a:pt x="3583" y="22739"/>
                  </a:lnTo>
                  <a:lnTo>
                    <a:pt x="3746" y="22787"/>
                  </a:lnTo>
                  <a:lnTo>
                    <a:pt x="3918" y="22806"/>
                  </a:lnTo>
                  <a:lnTo>
                    <a:pt x="4091" y="22816"/>
                  </a:lnTo>
                  <a:lnTo>
                    <a:pt x="33649" y="22816"/>
                  </a:lnTo>
                  <a:lnTo>
                    <a:pt x="33821" y="22806"/>
                  </a:lnTo>
                  <a:lnTo>
                    <a:pt x="33984" y="22787"/>
                  </a:lnTo>
                  <a:lnTo>
                    <a:pt x="34147" y="22739"/>
                  </a:lnTo>
                  <a:lnTo>
                    <a:pt x="34300" y="22682"/>
                  </a:lnTo>
                  <a:lnTo>
                    <a:pt x="34453" y="22615"/>
                  </a:lnTo>
                  <a:lnTo>
                    <a:pt x="34587" y="22528"/>
                  </a:lnTo>
                  <a:lnTo>
                    <a:pt x="34721" y="22433"/>
                  </a:lnTo>
                  <a:lnTo>
                    <a:pt x="34836" y="22327"/>
                  </a:lnTo>
                  <a:lnTo>
                    <a:pt x="34951" y="22203"/>
                  </a:lnTo>
                  <a:lnTo>
                    <a:pt x="35047" y="22078"/>
                  </a:lnTo>
                  <a:lnTo>
                    <a:pt x="35133" y="21935"/>
                  </a:lnTo>
                  <a:lnTo>
                    <a:pt x="35200" y="21791"/>
                  </a:lnTo>
                  <a:lnTo>
                    <a:pt x="35258" y="21638"/>
                  </a:lnTo>
                  <a:lnTo>
                    <a:pt x="35296" y="21475"/>
                  </a:lnTo>
                  <a:lnTo>
                    <a:pt x="35325" y="21302"/>
                  </a:lnTo>
                  <a:lnTo>
                    <a:pt x="35334" y="21130"/>
                  </a:lnTo>
                  <a:lnTo>
                    <a:pt x="32930" y="1686"/>
                  </a:lnTo>
                  <a:lnTo>
                    <a:pt x="32921" y="1514"/>
                  </a:lnTo>
                  <a:lnTo>
                    <a:pt x="32892" y="1342"/>
                  </a:lnTo>
                  <a:lnTo>
                    <a:pt x="32854" y="1188"/>
                  </a:lnTo>
                  <a:lnTo>
                    <a:pt x="32796" y="1026"/>
                  </a:lnTo>
                  <a:lnTo>
                    <a:pt x="32729" y="882"/>
                  </a:lnTo>
                  <a:lnTo>
                    <a:pt x="32643" y="748"/>
                  </a:lnTo>
                  <a:lnTo>
                    <a:pt x="32547" y="614"/>
                  </a:lnTo>
                  <a:lnTo>
                    <a:pt x="32432" y="499"/>
                  </a:lnTo>
                  <a:lnTo>
                    <a:pt x="32317" y="384"/>
                  </a:lnTo>
                  <a:lnTo>
                    <a:pt x="32183" y="288"/>
                  </a:lnTo>
                  <a:lnTo>
                    <a:pt x="32049" y="202"/>
                  </a:lnTo>
                  <a:lnTo>
                    <a:pt x="31896" y="135"/>
                  </a:lnTo>
                  <a:lnTo>
                    <a:pt x="31743" y="77"/>
                  </a:lnTo>
                  <a:lnTo>
                    <a:pt x="31580" y="39"/>
                  </a:lnTo>
                  <a:lnTo>
                    <a:pt x="31417" y="10"/>
                  </a:lnTo>
                  <a:lnTo>
                    <a:pt x="3124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6"/>
            <p:cNvSpPr/>
            <p:nvPr/>
          </p:nvSpPr>
          <p:spPr>
            <a:xfrm>
              <a:off x="5860993" y="3031447"/>
              <a:ext cx="2330490" cy="50503"/>
            </a:xfrm>
            <a:custGeom>
              <a:avLst/>
              <a:gdLst/>
              <a:ahLst/>
              <a:cxnLst/>
              <a:rect l="l" t="t" r="r" b="b"/>
              <a:pathLst>
                <a:path w="59251" h="1284" extrusionOk="0">
                  <a:moveTo>
                    <a:pt x="1" y="0"/>
                  </a:moveTo>
                  <a:lnTo>
                    <a:pt x="1" y="1283"/>
                  </a:lnTo>
                  <a:lnTo>
                    <a:pt x="59251" y="1283"/>
                  </a:lnTo>
                  <a:lnTo>
                    <a:pt x="592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26"/>
            <p:cNvSpPr/>
            <p:nvPr/>
          </p:nvSpPr>
          <p:spPr>
            <a:xfrm>
              <a:off x="5559242" y="2992233"/>
              <a:ext cx="603557" cy="1663686"/>
            </a:xfrm>
            <a:custGeom>
              <a:avLst/>
              <a:gdLst/>
              <a:ahLst/>
              <a:cxnLst/>
              <a:rect l="l" t="t" r="r" b="b"/>
              <a:pathLst>
                <a:path w="15345" h="42298" extrusionOk="0">
                  <a:moveTo>
                    <a:pt x="11341" y="1"/>
                  </a:moveTo>
                  <a:lnTo>
                    <a:pt x="1" y="42298"/>
                  </a:lnTo>
                  <a:lnTo>
                    <a:pt x="1437" y="42298"/>
                  </a:lnTo>
                  <a:lnTo>
                    <a:pt x="15345" y="394"/>
                  </a:lnTo>
                  <a:lnTo>
                    <a:pt x="113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26"/>
            <p:cNvSpPr/>
            <p:nvPr/>
          </p:nvSpPr>
          <p:spPr>
            <a:xfrm>
              <a:off x="7855726" y="2992233"/>
              <a:ext cx="603557" cy="1663686"/>
            </a:xfrm>
            <a:custGeom>
              <a:avLst/>
              <a:gdLst/>
              <a:ahLst/>
              <a:cxnLst/>
              <a:rect l="l" t="t" r="r" b="b"/>
              <a:pathLst>
                <a:path w="15345" h="42298" extrusionOk="0">
                  <a:moveTo>
                    <a:pt x="4004" y="1"/>
                  </a:moveTo>
                  <a:lnTo>
                    <a:pt x="1" y="394"/>
                  </a:lnTo>
                  <a:lnTo>
                    <a:pt x="13908" y="42298"/>
                  </a:lnTo>
                  <a:lnTo>
                    <a:pt x="15345" y="42298"/>
                  </a:lnTo>
                  <a:lnTo>
                    <a:pt x="40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26"/>
            <p:cNvSpPr/>
            <p:nvPr/>
          </p:nvSpPr>
          <p:spPr>
            <a:xfrm>
              <a:off x="5745712" y="2913531"/>
              <a:ext cx="2567862" cy="129247"/>
            </a:xfrm>
            <a:custGeom>
              <a:avLst/>
              <a:gdLst/>
              <a:ahLst/>
              <a:cxnLst/>
              <a:rect l="l" t="t" r="r" b="b"/>
              <a:pathLst>
                <a:path w="65286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5285" y="3285"/>
                  </a:lnTo>
                  <a:lnTo>
                    <a:pt x="6528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8" name="Google Shape;978;p26"/>
          <p:cNvGrpSpPr/>
          <p:nvPr/>
        </p:nvGrpSpPr>
        <p:grpSpPr>
          <a:xfrm>
            <a:off x="457198" y="1157650"/>
            <a:ext cx="3396552" cy="671250"/>
            <a:chOff x="457198" y="1157650"/>
            <a:chExt cx="3396552" cy="671250"/>
          </a:xfrm>
        </p:grpSpPr>
        <p:sp>
          <p:nvSpPr>
            <p:cNvPr id="979" name="Google Shape;979;p26"/>
            <p:cNvSpPr/>
            <p:nvPr/>
          </p:nvSpPr>
          <p:spPr>
            <a:xfrm>
              <a:off x="3249250" y="1191038"/>
              <a:ext cx="604500" cy="60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80" name="Google Shape;980;p26"/>
            <p:cNvSpPr txBox="1"/>
            <p:nvPr/>
          </p:nvSpPr>
          <p:spPr>
            <a:xfrm>
              <a:off x="457201" y="1157650"/>
              <a:ext cx="24987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Continuous improvement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81" name="Google Shape;981;p26"/>
            <p:cNvSpPr txBox="1"/>
            <p:nvPr/>
          </p:nvSpPr>
          <p:spPr>
            <a:xfrm>
              <a:off x="457198" y="1497100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82" name="Google Shape;982;p26"/>
          <p:cNvGrpSpPr/>
          <p:nvPr/>
        </p:nvGrpSpPr>
        <p:grpSpPr>
          <a:xfrm>
            <a:off x="457198" y="2123450"/>
            <a:ext cx="3396552" cy="671238"/>
            <a:chOff x="457198" y="2123450"/>
            <a:chExt cx="3396552" cy="671238"/>
          </a:xfrm>
        </p:grpSpPr>
        <p:sp>
          <p:nvSpPr>
            <p:cNvPr id="983" name="Google Shape;983;p26"/>
            <p:cNvSpPr/>
            <p:nvPr/>
          </p:nvSpPr>
          <p:spPr>
            <a:xfrm>
              <a:off x="3249250" y="2156825"/>
              <a:ext cx="604500" cy="60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84" name="Google Shape;984;p26"/>
            <p:cNvSpPr txBox="1"/>
            <p:nvPr/>
          </p:nvSpPr>
          <p:spPr>
            <a:xfrm>
              <a:off x="457200" y="2123450"/>
              <a:ext cx="24987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Data acquisition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85" name="Google Shape;985;p26"/>
            <p:cNvSpPr txBox="1"/>
            <p:nvPr/>
          </p:nvSpPr>
          <p:spPr>
            <a:xfrm>
              <a:off x="457198" y="2462888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Venus has a beautiful name, but it’s hot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86" name="Google Shape;986;p26"/>
          <p:cNvGrpSpPr/>
          <p:nvPr/>
        </p:nvGrpSpPr>
        <p:grpSpPr>
          <a:xfrm>
            <a:off x="457198" y="3089247"/>
            <a:ext cx="3396552" cy="671228"/>
            <a:chOff x="457198" y="3089247"/>
            <a:chExt cx="3396552" cy="671228"/>
          </a:xfrm>
        </p:grpSpPr>
        <p:sp>
          <p:nvSpPr>
            <p:cNvPr id="987" name="Google Shape;987;p26"/>
            <p:cNvSpPr/>
            <p:nvPr/>
          </p:nvSpPr>
          <p:spPr>
            <a:xfrm>
              <a:off x="3249250" y="3122613"/>
              <a:ext cx="604500" cy="604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88" name="Google Shape;988;p26"/>
            <p:cNvSpPr txBox="1"/>
            <p:nvPr/>
          </p:nvSpPr>
          <p:spPr>
            <a:xfrm>
              <a:off x="457200" y="3089247"/>
              <a:ext cx="24987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Patterns identification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89" name="Google Shape;989;p26"/>
            <p:cNvSpPr txBox="1"/>
            <p:nvPr/>
          </p:nvSpPr>
          <p:spPr>
            <a:xfrm>
              <a:off x="457198" y="3428675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90" name="Google Shape;990;p26"/>
          <p:cNvGrpSpPr/>
          <p:nvPr/>
        </p:nvGrpSpPr>
        <p:grpSpPr>
          <a:xfrm>
            <a:off x="457198" y="4055025"/>
            <a:ext cx="3396552" cy="671238"/>
            <a:chOff x="457198" y="4055025"/>
            <a:chExt cx="3396552" cy="671238"/>
          </a:xfrm>
        </p:grpSpPr>
        <p:sp>
          <p:nvSpPr>
            <p:cNvPr id="991" name="Google Shape;991;p26"/>
            <p:cNvSpPr/>
            <p:nvPr/>
          </p:nvSpPr>
          <p:spPr>
            <a:xfrm>
              <a:off x="3249250" y="4088400"/>
              <a:ext cx="604500" cy="60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92" name="Google Shape;992;p26"/>
            <p:cNvSpPr txBox="1"/>
            <p:nvPr/>
          </p:nvSpPr>
          <p:spPr>
            <a:xfrm>
              <a:off x="457200" y="4055025"/>
              <a:ext cx="24987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Time and resources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93" name="Google Shape;993;p26"/>
            <p:cNvSpPr txBox="1"/>
            <p:nvPr/>
          </p:nvSpPr>
          <p:spPr>
            <a:xfrm>
              <a:off x="457198" y="4394463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The Earth is the third planet from the Sun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94" name="Google Shape;994;p26"/>
          <p:cNvSpPr txBox="1"/>
          <p:nvPr/>
        </p:nvSpPr>
        <p:spPr>
          <a:xfrm>
            <a:off x="4572000" y="1055950"/>
            <a:ext cx="41148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Machine learning disadvantages</a:t>
            </a:r>
            <a:endParaRPr sz="21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95" name="Google Shape;995;p26"/>
          <p:cNvSpPr/>
          <p:nvPr/>
        </p:nvSpPr>
        <p:spPr>
          <a:xfrm>
            <a:off x="6906650" y="2375375"/>
            <a:ext cx="167400" cy="167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96" name="Google Shape;996;p26"/>
          <p:cNvCxnSpPr>
            <a:stCxn id="995" idx="2"/>
            <a:endCxn id="979" idx="6"/>
          </p:cNvCxnSpPr>
          <p:nvPr/>
        </p:nvCxnSpPr>
        <p:spPr>
          <a:xfrm rot="10800000">
            <a:off x="3853850" y="1493375"/>
            <a:ext cx="3052800" cy="965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7" name="Google Shape;997;p26"/>
          <p:cNvCxnSpPr>
            <a:stCxn id="995" idx="2"/>
            <a:endCxn id="983" idx="6"/>
          </p:cNvCxnSpPr>
          <p:nvPr/>
        </p:nvCxnSpPr>
        <p:spPr>
          <a:xfrm rot="10800000">
            <a:off x="3853850" y="2459075"/>
            <a:ext cx="30528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8" name="Google Shape;998;p26"/>
          <p:cNvCxnSpPr>
            <a:stCxn id="995" idx="2"/>
            <a:endCxn id="987" idx="6"/>
          </p:cNvCxnSpPr>
          <p:nvPr/>
        </p:nvCxnSpPr>
        <p:spPr>
          <a:xfrm flipH="1">
            <a:off x="3853850" y="2459075"/>
            <a:ext cx="3052800" cy="965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9" name="Google Shape;999;p26"/>
          <p:cNvCxnSpPr>
            <a:stCxn id="995" idx="2"/>
            <a:endCxn id="991" idx="6"/>
          </p:cNvCxnSpPr>
          <p:nvPr/>
        </p:nvCxnSpPr>
        <p:spPr>
          <a:xfrm flipH="1">
            <a:off x="3853850" y="2459075"/>
            <a:ext cx="3052800" cy="1931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27"/>
          <p:cNvSpPr/>
          <p:nvPr/>
        </p:nvSpPr>
        <p:spPr>
          <a:xfrm>
            <a:off x="3604425" y="2394900"/>
            <a:ext cx="1939800" cy="1036500"/>
          </a:xfrm>
          <a:prstGeom prst="roundRect">
            <a:avLst>
              <a:gd name="adj" fmla="val 2080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27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sp>
        <p:nvSpPr>
          <p:cNvPr id="1006" name="Google Shape;1006;p27"/>
          <p:cNvSpPr/>
          <p:nvPr/>
        </p:nvSpPr>
        <p:spPr>
          <a:xfrm>
            <a:off x="2405025" y="1248677"/>
            <a:ext cx="671400" cy="671100"/>
          </a:xfrm>
          <a:prstGeom prst="ellipse">
            <a:avLst/>
          </a:prstGeom>
          <a:solidFill>
            <a:srgbClr val="E4EA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07" name="Google Shape;1007;p27"/>
          <p:cNvSpPr/>
          <p:nvPr/>
        </p:nvSpPr>
        <p:spPr>
          <a:xfrm>
            <a:off x="2404937" y="2577400"/>
            <a:ext cx="671400" cy="671400"/>
          </a:xfrm>
          <a:prstGeom prst="ellipse">
            <a:avLst/>
          </a:prstGeom>
          <a:solidFill>
            <a:srgbClr val="8027EA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08" name="Google Shape;1008;p27"/>
          <p:cNvSpPr/>
          <p:nvPr/>
        </p:nvSpPr>
        <p:spPr>
          <a:xfrm>
            <a:off x="2404937" y="3906187"/>
            <a:ext cx="671400" cy="671400"/>
          </a:xfrm>
          <a:prstGeom prst="ellipse">
            <a:avLst/>
          </a:prstGeom>
          <a:solidFill>
            <a:srgbClr val="2776EA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09" name="Google Shape;1009;p27"/>
          <p:cNvSpPr/>
          <p:nvPr/>
        </p:nvSpPr>
        <p:spPr>
          <a:xfrm>
            <a:off x="6105650" y="3939646"/>
            <a:ext cx="604500" cy="604500"/>
          </a:xfrm>
          <a:prstGeom prst="ellipse">
            <a:avLst/>
          </a:prstGeom>
          <a:solidFill>
            <a:srgbClr val="26EAB8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10" name="Google Shape;1010;p27"/>
          <p:cNvSpPr/>
          <p:nvPr/>
        </p:nvSpPr>
        <p:spPr>
          <a:xfrm>
            <a:off x="6105650" y="2610850"/>
            <a:ext cx="604500" cy="604500"/>
          </a:xfrm>
          <a:prstGeom prst="ellipse">
            <a:avLst/>
          </a:prstGeom>
          <a:solidFill>
            <a:srgbClr val="EA48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11" name="Google Shape;1011;p27"/>
          <p:cNvSpPr/>
          <p:nvPr/>
        </p:nvSpPr>
        <p:spPr>
          <a:xfrm>
            <a:off x="6105650" y="1282038"/>
            <a:ext cx="604500" cy="604500"/>
          </a:xfrm>
          <a:prstGeom prst="ellipse">
            <a:avLst/>
          </a:prstGeom>
          <a:solidFill>
            <a:srgbClr val="E99B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12" name="Google Shape;1012;p27"/>
          <p:cNvSpPr txBox="1"/>
          <p:nvPr/>
        </p:nvSpPr>
        <p:spPr>
          <a:xfrm>
            <a:off x="3688425" y="2610850"/>
            <a:ext cx="1771800" cy="6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Opportunities of machine learning</a:t>
            </a:r>
            <a:endParaRPr sz="18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013" name="Google Shape;1013;p27"/>
          <p:cNvCxnSpPr>
            <a:stCxn id="1006" idx="6"/>
            <a:endCxn id="1004" idx="0"/>
          </p:cNvCxnSpPr>
          <p:nvPr/>
        </p:nvCxnSpPr>
        <p:spPr>
          <a:xfrm>
            <a:off x="3076425" y="1584227"/>
            <a:ext cx="1497900" cy="8106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4" name="Google Shape;1014;p27"/>
          <p:cNvCxnSpPr>
            <a:stCxn id="1004" idx="0"/>
            <a:endCxn id="1011" idx="2"/>
          </p:cNvCxnSpPr>
          <p:nvPr/>
        </p:nvCxnSpPr>
        <p:spPr>
          <a:xfrm rot="-5400000">
            <a:off x="4934625" y="1224000"/>
            <a:ext cx="810600" cy="15312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5" name="Google Shape;1015;p27"/>
          <p:cNvCxnSpPr>
            <a:stCxn id="1004" idx="2"/>
            <a:endCxn id="1008" idx="6"/>
          </p:cNvCxnSpPr>
          <p:nvPr/>
        </p:nvCxnSpPr>
        <p:spPr>
          <a:xfrm rot="5400000">
            <a:off x="3420075" y="3087750"/>
            <a:ext cx="810600" cy="14979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6" name="Google Shape;1016;p27"/>
          <p:cNvCxnSpPr>
            <a:stCxn id="1004" idx="2"/>
            <a:endCxn id="1009" idx="2"/>
          </p:cNvCxnSpPr>
          <p:nvPr/>
        </p:nvCxnSpPr>
        <p:spPr>
          <a:xfrm rot="-5400000" flipH="1">
            <a:off x="4934625" y="3071100"/>
            <a:ext cx="810600" cy="15312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7" name="Google Shape;1017;p27"/>
          <p:cNvCxnSpPr>
            <a:stCxn id="1004" idx="1"/>
            <a:endCxn id="1007" idx="6"/>
          </p:cNvCxnSpPr>
          <p:nvPr/>
        </p:nvCxnSpPr>
        <p:spPr>
          <a:xfrm flipH="1">
            <a:off x="3076425" y="2913150"/>
            <a:ext cx="528000" cy="600"/>
          </a:xfrm>
          <a:prstGeom prst="bentConnector3">
            <a:avLst>
              <a:gd name="adj1" fmla="val 5000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8" name="Google Shape;1018;p27"/>
          <p:cNvCxnSpPr>
            <a:stCxn id="1004" idx="3"/>
            <a:endCxn id="1010" idx="2"/>
          </p:cNvCxnSpPr>
          <p:nvPr/>
        </p:nvCxnSpPr>
        <p:spPr>
          <a:xfrm>
            <a:off x="5544225" y="2913150"/>
            <a:ext cx="561300" cy="600"/>
          </a:xfrm>
          <a:prstGeom prst="bentConnector3">
            <a:avLst>
              <a:gd name="adj1" fmla="val 5001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19" name="Google Shape;1019;p27"/>
          <p:cNvGrpSpPr/>
          <p:nvPr/>
        </p:nvGrpSpPr>
        <p:grpSpPr>
          <a:xfrm>
            <a:off x="2561188" y="2734263"/>
            <a:ext cx="358853" cy="357415"/>
            <a:chOff x="7963176" y="2289963"/>
            <a:chExt cx="358853" cy="357415"/>
          </a:xfrm>
        </p:grpSpPr>
        <p:sp>
          <p:nvSpPr>
            <p:cNvPr id="1020" name="Google Shape;1020;p27"/>
            <p:cNvSpPr/>
            <p:nvPr/>
          </p:nvSpPr>
          <p:spPr>
            <a:xfrm>
              <a:off x="8018618" y="2519713"/>
              <a:ext cx="99516" cy="127665"/>
            </a:xfrm>
            <a:custGeom>
              <a:avLst/>
              <a:gdLst/>
              <a:ahLst/>
              <a:cxnLst/>
              <a:rect l="l" t="t" r="r" b="b"/>
              <a:pathLst>
                <a:path w="2906" h="3728" extrusionOk="0">
                  <a:moveTo>
                    <a:pt x="0" y="1"/>
                  </a:moveTo>
                  <a:lnTo>
                    <a:pt x="0" y="2334"/>
                  </a:lnTo>
                  <a:cubicBezTo>
                    <a:pt x="48" y="3263"/>
                    <a:pt x="757" y="3727"/>
                    <a:pt x="1462" y="3727"/>
                  </a:cubicBezTo>
                  <a:cubicBezTo>
                    <a:pt x="2168" y="3727"/>
                    <a:pt x="2870" y="3263"/>
                    <a:pt x="2906" y="2334"/>
                  </a:cubicBezTo>
                  <a:lnTo>
                    <a:pt x="2906" y="120"/>
                  </a:lnTo>
                  <a:lnTo>
                    <a:pt x="2644" y="48"/>
                  </a:lnTo>
                  <a:lnTo>
                    <a:pt x="524" y="48"/>
                  </a:lnTo>
                  <a:cubicBezTo>
                    <a:pt x="334" y="24"/>
                    <a:pt x="167" y="24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27"/>
            <p:cNvSpPr/>
            <p:nvPr/>
          </p:nvSpPr>
          <p:spPr>
            <a:xfrm>
              <a:off x="8291003" y="2384342"/>
              <a:ext cx="31026" cy="86469"/>
            </a:xfrm>
            <a:custGeom>
              <a:avLst/>
              <a:gdLst/>
              <a:ahLst/>
              <a:cxnLst/>
              <a:rect l="l" t="t" r="r" b="b"/>
              <a:pathLst>
                <a:path w="906" h="2525" extrusionOk="0">
                  <a:moveTo>
                    <a:pt x="0" y="0"/>
                  </a:moveTo>
                  <a:lnTo>
                    <a:pt x="0" y="2525"/>
                  </a:lnTo>
                  <a:cubicBezTo>
                    <a:pt x="548" y="2358"/>
                    <a:pt x="905" y="1834"/>
                    <a:pt x="905" y="1263"/>
                  </a:cubicBezTo>
                  <a:cubicBezTo>
                    <a:pt x="905" y="691"/>
                    <a:pt x="548" y="167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27"/>
            <p:cNvSpPr/>
            <p:nvPr/>
          </p:nvSpPr>
          <p:spPr>
            <a:xfrm>
              <a:off x="8078136" y="2341125"/>
              <a:ext cx="17979" cy="159856"/>
            </a:xfrm>
            <a:custGeom>
              <a:avLst/>
              <a:gdLst/>
              <a:ahLst/>
              <a:cxnLst/>
              <a:rect l="l" t="t" r="r" b="b"/>
              <a:pathLst>
                <a:path w="525" h="4668" extrusionOk="0">
                  <a:moveTo>
                    <a:pt x="1" y="0"/>
                  </a:moveTo>
                  <a:lnTo>
                    <a:pt x="1" y="4668"/>
                  </a:lnTo>
                  <a:lnTo>
                    <a:pt x="525" y="4668"/>
                  </a:lnTo>
                  <a:lnTo>
                    <a:pt x="52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27"/>
            <p:cNvSpPr/>
            <p:nvPr/>
          </p:nvSpPr>
          <p:spPr>
            <a:xfrm>
              <a:off x="7963176" y="2342735"/>
              <a:ext cx="56299" cy="156637"/>
            </a:xfrm>
            <a:custGeom>
              <a:avLst/>
              <a:gdLst/>
              <a:ahLst/>
              <a:cxnLst/>
              <a:rect l="l" t="t" r="r" b="b"/>
              <a:pathLst>
                <a:path w="1644" h="4574" extrusionOk="0">
                  <a:moveTo>
                    <a:pt x="1643" y="1"/>
                  </a:moveTo>
                  <a:cubicBezTo>
                    <a:pt x="1096" y="72"/>
                    <a:pt x="357" y="239"/>
                    <a:pt x="238" y="239"/>
                  </a:cubicBezTo>
                  <a:cubicBezTo>
                    <a:pt x="95" y="263"/>
                    <a:pt x="0" y="406"/>
                    <a:pt x="0" y="549"/>
                  </a:cubicBezTo>
                  <a:lnTo>
                    <a:pt x="0" y="4025"/>
                  </a:lnTo>
                  <a:cubicBezTo>
                    <a:pt x="0" y="4168"/>
                    <a:pt x="95" y="4287"/>
                    <a:pt x="238" y="4311"/>
                  </a:cubicBezTo>
                  <a:cubicBezTo>
                    <a:pt x="357" y="4335"/>
                    <a:pt x="1096" y="4478"/>
                    <a:pt x="1643" y="4573"/>
                  </a:cubicBezTo>
                  <a:lnTo>
                    <a:pt x="164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27"/>
            <p:cNvSpPr/>
            <p:nvPr/>
          </p:nvSpPr>
          <p:spPr>
            <a:xfrm>
              <a:off x="8040638" y="2341125"/>
              <a:ext cx="17157" cy="159856"/>
            </a:xfrm>
            <a:custGeom>
              <a:avLst/>
              <a:gdLst/>
              <a:ahLst/>
              <a:cxnLst/>
              <a:rect l="l" t="t" r="r" b="b"/>
              <a:pathLst>
                <a:path w="501" h="4668" extrusionOk="0">
                  <a:moveTo>
                    <a:pt x="0" y="0"/>
                  </a:moveTo>
                  <a:lnTo>
                    <a:pt x="0" y="4668"/>
                  </a:lnTo>
                  <a:lnTo>
                    <a:pt x="501" y="4668"/>
                  </a:lnTo>
                  <a:lnTo>
                    <a:pt x="50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27"/>
            <p:cNvSpPr/>
            <p:nvPr/>
          </p:nvSpPr>
          <p:spPr>
            <a:xfrm>
              <a:off x="8116491" y="2289963"/>
              <a:ext cx="154171" cy="261358"/>
            </a:xfrm>
            <a:custGeom>
              <a:avLst/>
              <a:gdLst/>
              <a:ahLst/>
              <a:cxnLst/>
              <a:rect l="l" t="t" r="r" b="b"/>
              <a:pathLst>
                <a:path w="4502" h="7632" extrusionOk="0">
                  <a:moveTo>
                    <a:pt x="4189" y="1"/>
                  </a:moveTo>
                  <a:cubicBezTo>
                    <a:pt x="4158" y="1"/>
                    <a:pt x="4127" y="6"/>
                    <a:pt x="4096" y="18"/>
                  </a:cubicBezTo>
                  <a:lnTo>
                    <a:pt x="4096" y="42"/>
                  </a:lnTo>
                  <a:lnTo>
                    <a:pt x="0" y="1447"/>
                  </a:lnTo>
                  <a:lnTo>
                    <a:pt x="0" y="6209"/>
                  </a:lnTo>
                  <a:lnTo>
                    <a:pt x="4096" y="7614"/>
                  </a:lnTo>
                  <a:cubicBezTo>
                    <a:pt x="4127" y="7626"/>
                    <a:pt x="4158" y="7631"/>
                    <a:pt x="4189" y="7631"/>
                  </a:cubicBezTo>
                  <a:cubicBezTo>
                    <a:pt x="4350" y="7631"/>
                    <a:pt x="4501" y="7485"/>
                    <a:pt x="4501" y="7305"/>
                  </a:cubicBezTo>
                  <a:lnTo>
                    <a:pt x="4501" y="327"/>
                  </a:lnTo>
                  <a:cubicBezTo>
                    <a:pt x="4501" y="147"/>
                    <a:pt x="4350" y="1"/>
                    <a:pt x="41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6" name="Google Shape;1026;p27"/>
          <p:cNvGrpSpPr/>
          <p:nvPr/>
        </p:nvGrpSpPr>
        <p:grpSpPr>
          <a:xfrm>
            <a:off x="2643581" y="1400996"/>
            <a:ext cx="194135" cy="366593"/>
            <a:chOff x="1710518" y="2876101"/>
            <a:chExt cx="194135" cy="366593"/>
          </a:xfrm>
        </p:grpSpPr>
        <p:sp>
          <p:nvSpPr>
            <p:cNvPr id="1027" name="Google Shape;1027;p27"/>
            <p:cNvSpPr/>
            <p:nvPr/>
          </p:nvSpPr>
          <p:spPr>
            <a:xfrm>
              <a:off x="1736613" y="2941337"/>
              <a:ext cx="142733" cy="66915"/>
            </a:xfrm>
            <a:custGeom>
              <a:avLst/>
              <a:gdLst/>
              <a:ahLst/>
              <a:cxnLst/>
              <a:rect l="l" t="t" r="r" b="b"/>
              <a:pathLst>
                <a:path w="4168" h="1954" extrusionOk="0">
                  <a:moveTo>
                    <a:pt x="2105" y="665"/>
                  </a:moveTo>
                  <a:cubicBezTo>
                    <a:pt x="2260" y="665"/>
                    <a:pt x="2404" y="821"/>
                    <a:pt x="2382" y="977"/>
                  </a:cubicBezTo>
                  <a:cubicBezTo>
                    <a:pt x="2382" y="1167"/>
                    <a:pt x="2234" y="1294"/>
                    <a:pt x="2071" y="1294"/>
                  </a:cubicBezTo>
                  <a:cubicBezTo>
                    <a:pt x="1990" y="1294"/>
                    <a:pt x="1906" y="1263"/>
                    <a:pt x="1834" y="1191"/>
                  </a:cubicBezTo>
                  <a:cubicBezTo>
                    <a:pt x="1644" y="1001"/>
                    <a:pt x="1787" y="667"/>
                    <a:pt x="2072" y="667"/>
                  </a:cubicBezTo>
                  <a:cubicBezTo>
                    <a:pt x="2083" y="666"/>
                    <a:pt x="2094" y="665"/>
                    <a:pt x="2105" y="665"/>
                  </a:cubicBezTo>
                  <a:close/>
                  <a:moveTo>
                    <a:pt x="2072" y="1"/>
                  </a:moveTo>
                  <a:cubicBezTo>
                    <a:pt x="1191" y="1"/>
                    <a:pt x="381" y="620"/>
                    <a:pt x="0" y="977"/>
                  </a:cubicBezTo>
                  <a:cubicBezTo>
                    <a:pt x="381" y="1334"/>
                    <a:pt x="1191" y="1953"/>
                    <a:pt x="2072" y="1953"/>
                  </a:cubicBezTo>
                  <a:cubicBezTo>
                    <a:pt x="2668" y="1930"/>
                    <a:pt x="3215" y="1715"/>
                    <a:pt x="3692" y="1358"/>
                  </a:cubicBezTo>
                  <a:cubicBezTo>
                    <a:pt x="3858" y="1239"/>
                    <a:pt x="4001" y="1120"/>
                    <a:pt x="4168" y="977"/>
                  </a:cubicBezTo>
                  <a:cubicBezTo>
                    <a:pt x="3763" y="620"/>
                    <a:pt x="2977" y="1"/>
                    <a:pt x="20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27"/>
            <p:cNvSpPr/>
            <p:nvPr/>
          </p:nvSpPr>
          <p:spPr>
            <a:xfrm>
              <a:off x="1710518" y="2983733"/>
              <a:ext cx="194135" cy="258961"/>
            </a:xfrm>
            <a:custGeom>
              <a:avLst/>
              <a:gdLst/>
              <a:ahLst/>
              <a:cxnLst/>
              <a:rect l="l" t="t" r="r" b="b"/>
              <a:pathLst>
                <a:path w="5669" h="7562" extrusionOk="0">
                  <a:moveTo>
                    <a:pt x="0" y="1"/>
                  </a:moveTo>
                  <a:lnTo>
                    <a:pt x="0" y="1"/>
                  </a:lnTo>
                  <a:cubicBezTo>
                    <a:pt x="143" y="1335"/>
                    <a:pt x="1191" y="2406"/>
                    <a:pt x="2525" y="2573"/>
                  </a:cubicBezTo>
                  <a:lnTo>
                    <a:pt x="2525" y="3216"/>
                  </a:lnTo>
                  <a:lnTo>
                    <a:pt x="2215" y="3216"/>
                  </a:lnTo>
                  <a:cubicBezTo>
                    <a:pt x="2025" y="3216"/>
                    <a:pt x="1882" y="3359"/>
                    <a:pt x="1882" y="3525"/>
                  </a:cubicBezTo>
                  <a:lnTo>
                    <a:pt x="1882" y="6669"/>
                  </a:lnTo>
                  <a:cubicBezTo>
                    <a:pt x="1917" y="7264"/>
                    <a:pt x="2376" y="7562"/>
                    <a:pt x="2834" y="7562"/>
                  </a:cubicBezTo>
                  <a:cubicBezTo>
                    <a:pt x="3293" y="7562"/>
                    <a:pt x="3751" y="7264"/>
                    <a:pt x="3787" y="6669"/>
                  </a:cubicBezTo>
                  <a:lnTo>
                    <a:pt x="3787" y="3525"/>
                  </a:lnTo>
                  <a:cubicBezTo>
                    <a:pt x="3787" y="3359"/>
                    <a:pt x="3644" y="3216"/>
                    <a:pt x="3477" y="3216"/>
                  </a:cubicBezTo>
                  <a:lnTo>
                    <a:pt x="3168" y="3216"/>
                  </a:lnTo>
                  <a:lnTo>
                    <a:pt x="3168" y="2573"/>
                  </a:lnTo>
                  <a:cubicBezTo>
                    <a:pt x="4501" y="2406"/>
                    <a:pt x="5549" y="1335"/>
                    <a:pt x="5668" y="1"/>
                  </a:cubicBezTo>
                  <a:lnTo>
                    <a:pt x="5668" y="1"/>
                  </a:lnTo>
                  <a:cubicBezTo>
                    <a:pt x="5478" y="239"/>
                    <a:pt x="4311" y="1430"/>
                    <a:pt x="2858" y="1430"/>
                  </a:cubicBezTo>
                  <a:lnTo>
                    <a:pt x="2834" y="1430"/>
                  </a:lnTo>
                  <a:cubicBezTo>
                    <a:pt x="1382" y="1430"/>
                    <a:pt x="215" y="239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27"/>
            <p:cNvSpPr/>
            <p:nvPr/>
          </p:nvSpPr>
          <p:spPr>
            <a:xfrm>
              <a:off x="1710518" y="2876101"/>
              <a:ext cx="194135" cy="89722"/>
            </a:xfrm>
            <a:custGeom>
              <a:avLst/>
              <a:gdLst/>
              <a:ahLst/>
              <a:cxnLst/>
              <a:rect l="l" t="t" r="r" b="b"/>
              <a:pathLst>
                <a:path w="5669" h="2620" extrusionOk="0">
                  <a:moveTo>
                    <a:pt x="2834" y="0"/>
                  </a:moveTo>
                  <a:cubicBezTo>
                    <a:pt x="1358" y="0"/>
                    <a:pt x="119" y="1143"/>
                    <a:pt x="0" y="2620"/>
                  </a:cubicBezTo>
                  <a:cubicBezTo>
                    <a:pt x="215" y="2382"/>
                    <a:pt x="1382" y="1191"/>
                    <a:pt x="2834" y="1191"/>
                  </a:cubicBezTo>
                  <a:cubicBezTo>
                    <a:pt x="4287" y="1191"/>
                    <a:pt x="5454" y="2382"/>
                    <a:pt x="5668" y="2620"/>
                  </a:cubicBezTo>
                  <a:cubicBezTo>
                    <a:pt x="5549" y="1143"/>
                    <a:pt x="4311" y="0"/>
                    <a:pt x="28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0" name="Google Shape;1030;p27"/>
          <p:cNvGrpSpPr/>
          <p:nvPr/>
        </p:nvGrpSpPr>
        <p:grpSpPr>
          <a:xfrm>
            <a:off x="2556983" y="4058602"/>
            <a:ext cx="367302" cy="365289"/>
            <a:chOff x="828892" y="4635792"/>
            <a:chExt cx="367302" cy="365289"/>
          </a:xfrm>
        </p:grpSpPr>
        <p:sp>
          <p:nvSpPr>
            <p:cNvPr id="1031" name="Google Shape;1031;p27"/>
            <p:cNvSpPr/>
            <p:nvPr/>
          </p:nvSpPr>
          <p:spPr>
            <a:xfrm>
              <a:off x="881368" y="4654626"/>
              <a:ext cx="69775" cy="101746"/>
            </a:xfrm>
            <a:custGeom>
              <a:avLst/>
              <a:gdLst/>
              <a:ahLst/>
              <a:cxnLst/>
              <a:rect l="l" t="t" r="r" b="b"/>
              <a:pathLst>
                <a:path w="2045" h="2982" extrusionOk="0">
                  <a:moveTo>
                    <a:pt x="423" y="0"/>
                  </a:moveTo>
                  <a:cubicBezTo>
                    <a:pt x="208" y="0"/>
                    <a:pt x="1" y="220"/>
                    <a:pt x="129" y="461"/>
                  </a:cubicBezTo>
                  <a:lnTo>
                    <a:pt x="1344" y="2819"/>
                  </a:lnTo>
                  <a:cubicBezTo>
                    <a:pt x="1413" y="2934"/>
                    <a:pt x="1516" y="2982"/>
                    <a:pt x="1619" y="2982"/>
                  </a:cubicBezTo>
                  <a:cubicBezTo>
                    <a:pt x="1834" y="2982"/>
                    <a:pt x="2044" y="2767"/>
                    <a:pt x="1915" y="2509"/>
                  </a:cubicBezTo>
                  <a:lnTo>
                    <a:pt x="701" y="175"/>
                  </a:lnTo>
                  <a:cubicBezTo>
                    <a:pt x="631" y="51"/>
                    <a:pt x="526" y="0"/>
                    <a:pt x="4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27"/>
            <p:cNvSpPr/>
            <p:nvPr/>
          </p:nvSpPr>
          <p:spPr>
            <a:xfrm>
              <a:off x="1001948" y="4635792"/>
              <a:ext cx="21154" cy="111777"/>
            </a:xfrm>
            <a:custGeom>
              <a:avLst/>
              <a:gdLst/>
              <a:ahLst/>
              <a:cxnLst/>
              <a:rect l="l" t="t" r="r" b="b"/>
              <a:pathLst>
                <a:path w="620" h="3276" extrusionOk="0">
                  <a:moveTo>
                    <a:pt x="310" y="1"/>
                  </a:moveTo>
                  <a:cubicBezTo>
                    <a:pt x="155" y="1"/>
                    <a:pt x="1" y="108"/>
                    <a:pt x="1" y="322"/>
                  </a:cubicBezTo>
                  <a:lnTo>
                    <a:pt x="1" y="2942"/>
                  </a:lnTo>
                  <a:cubicBezTo>
                    <a:pt x="1" y="3109"/>
                    <a:pt x="120" y="3251"/>
                    <a:pt x="286" y="3275"/>
                  </a:cubicBezTo>
                  <a:lnTo>
                    <a:pt x="310" y="3275"/>
                  </a:lnTo>
                  <a:cubicBezTo>
                    <a:pt x="477" y="3275"/>
                    <a:pt x="620" y="3132"/>
                    <a:pt x="620" y="2942"/>
                  </a:cubicBezTo>
                  <a:lnTo>
                    <a:pt x="620" y="322"/>
                  </a:lnTo>
                  <a:cubicBezTo>
                    <a:pt x="620" y="108"/>
                    <a:pt x="465" y="1"/>
                    <a:pt x="3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27"/>
            <p:cNvSpPr/>
            <p:nvPr/>
          </p:nvSpPr>
          <p:spPr>
            <a:xfrm>
              <a:off x="1076705" y="4654626"/>
              <a:ext cx="67523" cy="101712"/>
            </a:xfrm>
            <a:custGeom>
              <a:avLst/>
              <a:gdLst/>
              <a:ahLst/>
              <a:cxnLst/>
              <a:rect l="l" t="t" r="r" b="b"/>
              <a:pathLst>
                <a:path w="1979" h="2981" extrusionOk="0">
                  <a:moveTo>
                    <a:pt x="1553" y="0"/>
                  </a:moveTo>
                  <a:cubicBezTo>
                    <a:pt x="1451" y="0"/>
                    <a:pt x="1348" y="51"/>
                    <a:pt x="1287" y="175"/>
                  </a:cubicBezTo>
                  <a:lnTo>
                    <a:pt x="72" y="2509"/>
                  </a:lnTo>
                  <a:cubicBezTo>
                    <a:pt x="1" y="2676"/>
                    <a:pt x="48" y="2842"/>
                    <a:pt x="191" y="2938"/>
                  </a:cubicBezTo>
                  <a:lnTo>
                    <a:pt x="215" y="2938"/>
                  </a:lnTo>
                  <a:cubicBezTo>
                    <a:pt x="260" y="2968"/>
                    <a:pt x="309" y="2981"/>
                    <a:pt x="358" y="2981"/>
                  </a:cubicBezTo>
                  <a:cubicBezTo>
                    <a:pt x="466" y="2981"/>
                    <a:pt x="571" y="2917"/>
                    <a:pt x="620" y="2819"/>
                  </a:cubicBezTo>
                  <a:lnTo>
                    <a:pt x="1834" y="461"/>
                  </a:lnTo>
                  <a:cubicBezTo>
                    <a:pt x="1979" y="220"/>
                    <a:pt x="1766" y="0"/>
                    <a:pt x="15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27"/>
            <p:cNvSpPr/>
            <p:nvPr/>
          </p:nvSpPr>
          <p:spPr>
            <a:xfrm>
              <a:off x="957251" y="4843412"/>
              <a:ext cx="96730" cy="82639"/>
            </a:xfrm>
            <a:custGeom>
              <a:avLst/>
              <a:gdLst/>
              <a:ahLst/>
              <a:cxnLst/>
              <a:rect l="l" t="t" r="r" b="b"/>
              <a:pathLst>
                <a:path w="2835" h="2422" extrusionOk="0">
                  <a:moveTo>
                    <a:pt x="1620" y="0"/>
                  </a:moveTo>
                  <a:cubicBezTo>
                    <a:pt x="549" y="0"/>
                    <a:pt x="1" y="1310"/>
                    <a:pt x="763" y="2072"/>
                  </a:cubicBezTo>
                  <a:cubicBezTo>
                    <a:pt x="1012" y="2314"/>
                    <a:pt x="1312" y="2421"/>
                    <a:pt x="1604" y="2421"/>
                  </a:cubicBezTo>
                  <a:cubicBezTo>
                    <a:pt x="2235" y="2421"/>
                    <a:pt x="2835" y="1923"/>
                    <a:pt x="2835" y="1191"/>
                  </a:cubicBezTo>
                  <a:cubicBezTo>
                    <a:pt x="2811" y="524"/>
                    <a:pt x="2287" y="0"/>
                    <a:pt x="16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27"/>
            <p:cNvSpPr/>
            <p:nvPr/>
          </p:nvSpPr>
          <p:spPr>
            <a:xfrm>
              <a:off x="828892" y="4767836"/>
              <a:ext cx="367302" cy="233244"/>
            </a:xfrm>
            <a:custGeom>
              <a:avLst/>
              <a:gdLst/>
              <a:ahLst/>
              <a:cxnLst/>
              <a:rect l="l" t="t" r="r" b="b"/>
              <a:pathLst>
                <a:path w="10765" h="6836" extrusionOk="0">
                  <a:moveTo>
                    <a:pt x="5361" y="1575"/>
                  </a:moveTo>
                  <a:cubicBezTo>
                    <a:pt x="6309" y="1575"/>
                    <a:pt x="7216" y="2317"/>
                    <a:pt x="7216" y="3430"/>
                  </a:cubicBezTo>
                  <a:cubicBezTo>
                    <a:pt x="7216" y="4430"/>
                    <a:pt x="6406" y="5264"/>
                    <a:pt x="5382" y="5264"/>
                  </a:cubicBezTo>
                  <a:cubicBezTo>
                    <a:pt x="3739" y="5264"/>
                    <a:pt x="2929" y="3287"/>
                    <a:pt x="4072" y="2120"/>
                  </a:cubicBezTo>
                  <a:cubicBezTo>
                    <a:pt x="4449" y="1744"/>
                    <a:pt x="4910" y="1575"/>
                    <a:pt x="5361" y="1575"/>
                  </a:cubicBezTo>
                  <a:close/>
                  <a:moveTo>
                    <a:pt x="5382" y="1"/>
                  </a:moveTo>
                  <a:cubicBezTo>
                    <a:pt x="4001" y="1"/>
                    <a:pt x="2691" y="739"/>
                    <a:pt x="1619" y="1644"/>
                  </a:cubicBezTo>
                  <a:cubicBezTo>
                    <a:pt x="1048" y="2120"/>
                    <a:pt x="524" y="2644"/>
                    <a:pt x="95" y="3239"/>
                  </a:cubicBezTo>
                  <a:cubicBezTo>
                    <a:pt x="0" y="3335"/>
                    <a:pt x="0" y="3501"/>
                    <a:pt x="95" y="3597"/>
                  </a:cubicBezTo>
                  <a:cubicBezTo>
                    <a:pt x="524" y="4192"/>
                    <a:pt x="1048" y="4740"/>
                    <a:pt x="1619" y="5216"/>
                  </a:cubicBezTo>
                  <a:cubicBezTo>
                    <a:pt x="2691" y="6097"/>
                    <a:pt x="4001" y="6835"/>
                    <a:pt x="5382" y="6835"/>
                  </a:cubicBezTo>
                  <a:cubicBezTo>
                    <a:pt x="6763" y="6835"/>
                    <a:pt x="8097" y="6121"/>
                    <a:pt x="9145" y="5216"/>
                  </a:cubicBezTo>
                  <a:cubicBezTo>
                    <a:pt x="9716" y="4740"/>
                    <a:pt x="10240" y="4192"/>
                    <a:pt x="10693" y="3597"/>
                  </a:cubicBezTo>
                  <a:cubicBezTo>
                    <a:pt x="10764" y="3501"/>
                    <a:pt x="10764" y="3335"/>
                    <a:pt x="10693" y="3239"/>
                  </a:cubicBezTo>
                  <a:cubicBezTo>
                    <a:pt x="10240" y="2644"/>
                    <a:pt x="9716" y="2120"/>
                    <a:pt x="9145" y="1644"/>
                  </a:cubicBezTo>
                  <a:cubicBezTo>
                    <a:pt x="8097" y="739"/>
                    <a:pt x="6763" y="1"/>
                    <a:pt x="53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6" name="Google Shape;1036;p27"/>
          <p:cNvGrpSpPr/>
          <p:nvPr/>
        </p:nvGrpSpPr>
        <p:grpSpPr>
          <a:xfrm>
            <a:off x="6280774" y="2733658"/>
            <a:ext cx="249578" cy="358888"/>
            <a:chOff x="5646262" y="2290545"/>
            <a:chExt cx="249578" cy="358888"/>
          </a:xfrm>
        </p:grpSpPr>
        <p:sp>
          <p:nvSpPr>
            <p:cNvPr id="1037" name="Google Shape;1037;p27"/>
            <p:cNvSpPr/>
            <p:nvPr/>
          </p:nvSpPr>
          <p:spPr>
            <a:xfrm>
              <a:off x="5646262" y="2290545"/>
              <a:ext cx="249578" cy="268344"/>
            </a:xfrm>
            <a:custGeom>
              <a:avLst/>
              <a:gdLst/>
              <a:ahLst/>
              <a:cxnLst/>
              <a:rect l="l" t="t" r="r" b="b"/>
              <a:pathLst>
                <a:path w="7288" h="7836" extrusionOk="0">
                  <a:moveTo>
                    <a:pt x="2167" y="3746"/>
                  </a:moveTo>
                  <a:cubicBezTo>
                    <a:pt x="2322" y="3746"/>
                    <a:pt x="2477" y="3847"/>
                    <a:pt x="2477" y="4049"/>
                  </a:cubicBezTo>
                  <a:lnTo>
                    <a:pt x="2477" y="6431"/>
                  </a:lnTo>
                  <a:cubicBezTo>
                    <a:pt x="2477" y="6633"/>
                    <a:pt x="2322" y="6734"/>
                    <a:pt x="2167" y="6734"/>
                  </a:cubicBezTo>
                  <a:cubicBezTo>
                    <a:pt x="2012" y="6734"/>
                    <a:pt x="1858" y="6633"/>
                    <a:pt x="1858" y="6431"/>
                  </a:cubicBezTo>
                  <a:lnTo>
                    <a:pt x="1858" y="4049"/>
                  </a:lnTo>
                  <a:cubicBezTo>
                    <a:pt x="1858" y="3847"/>
                    <a:pt x="2012" y="3746"/>
                    <a:pt x="2167" y="3746"/>
                  </a:cubicBezTo>
                  <a:close/>
                  <a:moveTo>
                    <a:pt x="3644" y="2174"/>
                  </a:moveTo>
                  <a:cubicBezTo>
                    <a:pt x="3798" y="2174"/>
                    <a:pt x="3953" y="2275"/>
                    <a:pt x="3953" y="2477"/>
                  </a:cubicBezTo>
                  <a:lnTo>
                    <a:pt x="3953" y="6431"/>
                  </a:lnTo>
                  <a:cubicBezTo>
                    <a:pt x="3953" y="6633"/>
                    <a:pt x="3798" y="6734"/>
                    <a:pt x="3644" y="6734"/>
                  </a:cubicBezTo>
                  <a:cubicBezTo>
                    <a:pt x="3489" y="6734"/>
                    <a:pt x="3334" y="6633"/>
                    <a:pt x="3334" y="6431"/>
                  </a:cubicBezTo>
                  <a:lnTo>
                    <a:pt x="3334" y="2477"/>
                  </a:lnTo>
                  <a:cubicBezTo>
                    <a:pt x="3334" y="2275"/>
                    <a:pt x="3489" y="2174"/>
                    <a:pt x="3644" y="2174"/>
                  </a:cubicBezTo>
                  <a:close/>
                  <a:moveTo>
                    <a:pt x="5144" y="4936"/>
                  </a:moveTo>
                  <a:cubicBezTo>
                    <a:pt x="5299" y="4936"/>
                    <a:pt x="5454" y="5037"/>
                    <a:pt x="5454" y="5240"/>
                  </a:cubicBezTo>
                  <a:lnTo>
                    <a:pt x="5454" y="6431"/>
                  </a:lnTo>
                  <a:cubicBezTo>
                    <a:pt x="5454" y="6633"/>
                    <a:pt x="5299" y="6734"/>
                    <a:pt x="5144" y="6734"/>
                  </a:cubicBezTo>
                  <a:cubicBezTo>
                    <a:pt x="4989" y="6734"/>
                    <a:pt x="4834" y="6633"/>
                    <a:pt x="4834" y="6431"/>
                  </a:cubicBezTo>
                  <a:lnTo>
                    <a:pt x="4834" y="5240"/>
                  </a:lnTo>
                  <a:cubicBezTo>
                    <a:pt x="4834" y="5037"/>
                    <a:pt x="4989" y="4936"/>
                    <a:pt x="5144" y="4936"/>
                  </a:cubicBezTo>
                  <a:close/>
                  <a:moveTo>
                    <a:pt x="1548" y="1"/>
                  </a:moveTo>
                  <a:cubicBezTo>
                    <a:pt x="691" y="1"/>
                    <a:pt x="0" y="691"/>
                    <a:pt x="0" y="1525"/>
                  </a:cubicBezTo>
                  <a:lnTo>
                    <a:pt x="0" y="7836"/>
                  </a:lnTo>
                  <a:lnTo>
                    <a:pt x="7287" y="7836"/>
                  </a:lnTo>
                  <a:lnTo>
                    <a:pt x="7287" y="1525"/>
                  </a:lnTo>
                  <a:cubicBezTo>
                    <a:pt x="7264" y="691"/>
                    <a:pt x="6597" y="1"/>
                    <a:pt x="57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27"/>
            <p:cNvSpPr/>
            <p:nvPr/>
          </p:nvSpPr>
          <p:spPr>
            <a:xfrm>
              <a:off x="5646262" y="2580053"/>
              <a:ext cx="249578" cy="69380"/>
            </a:xfrm>
            <a:custGeom>
              <a:avLst/>
              <a:gdLst/>
              <a:ahLst/>
              <a:cxnLst/>
              <a:rect l="l" t="t" r="r" b="b"/>
              <a:pathLst>
                <a:path w="7288" h="2026" extrusionOk="0">
                  <a:moveTo>
                    <a:pt x="3644" y="691"/>
                  </a:moveTo>
                  <a:cubicBezTo>
                    <a:pt x="3906" y="691"/>
                    <a:pt x="4049" y="1001"/>
                    <a:pt x="3858" y="1192"/>
                  </a:cubicBezTo>
                  <a:cubicBezTo>
                    <a:pt x="3797" y="1252"/>
                    <a:pt x="3725" y="1279"/>
                    <a:pt x="3654" y="1279"/>
                  </a:cubicBezTo>
                  <a:cubicBezTo>
                    <a:pt x="3502" y="1279"/>
                    <a:pt x="3358" y="1156"/>
                    <a:pt x="3358" y="977"/>
                  </a:cubicBezTo>
                  <a:cubicBezTo>
                    <a:pt x="3358" y="810"/>
                    <a:pt x="3477" y="691"/>
                    <a:pt x="3644" y="691"/>
                  </a:cubicBezTo>
                  <a:close/>
                  <a:moveTo>
                    <a:pt x="0" y="1"/>
                  </a:moveTo>
                  <a:lnTo>
                    <a:pt x="0" y="501"/>
                  </a:lnTo>
                  <a:cubicBezTo>
                    <a:pt x="0" y="1334"/>
                    <a:pt x="691" y="2025"/>
                    <a:pt x="1548" y="2025"/>
                  </a:cubicBezTo>
                  <a:lnTo>
                    <a:pt x="5763" y="2025"/>
                  </a:lnTo>
                  <a:cubicBezTo>
                    <a:pt x="6597" y="2025"/>
                    <a:pt x="7287" y="1334"/>
                    <a:pt x="7287" y="501"/>
                  </a:cubicBezTo>
                  <a:lnTo>
                    <a:pt x="728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9" name="Google Shape;1039;p27"/>
          <p:cNvGrpSpPr/>
          <p:nvPr/>
        </p:nvGrpSpPr>
        <p:grpSpPr>
          <a:xfrm>
            <a:off x="6222168" y="4093166"/>
            <a:ext cx="366770" cy="297474"/>
            <a:chOff x="831093" y="2905635"/>
            <a:chExt cx="366770" cy="297474"/>
          </a:xfrm>
        </p:grpSpPr>
        <p:sp>
          <p:nvSpPr>
            <p:cNvPr id="1040" name="Google Shape;1040;p27"/>
            <p:cNvSpPr/>
            <p:nvPr/>
          </p:nvSpPr>
          <p:spPr>
            <a:xfrm>
              <a:off x="831093" y="3009116"/>
              <a:ext cx="286079" cy="193993"/>
            </a:xfrm>
            <a:custGeom>
              <a:avLst/>
              <a:gdLst/>
              <a:ahLst/>
              <a:cxnLst/>
              <a:rect l="l" t="t" r="r" b="b"/>
              <a:pathLst>
                <a:path w="8360" h="5669" extrusionOk="0">
                  <a:moveTo>
                    <a:pt x="4177" y="1339"/>
                  </a:moveTo>
                  <a:cubicBezTo>
                    <a:pt x="4942" y="1339"/>
                    <a:pt x="5669" y="1935"/>
                    <a:pt x="5669" y="2835"/>
                  </a:cubicBezTo>
                  <a:cubicBezTo>
                    <a:pt x="5669" y="3644"/>
                    <a:pt x="5002" y="4311"/>
                    <a:pt x="4192" y="4311"/>
                  </a:cubicBezTo>
                  <a:cubicBezTo>
                    <a:pt x="2859" y="4311"/>
                    <a:pt x="2192" y="2716"/>
                    <a:pt x="3121" y="1787"/>
                  </a:cubicBezTo>
                  <a:cubicBezTo>
                    <a:pt x="3430" y="1477"/>
                    <a:pt x="3808" y="1339"/>
                    <a:pt x="4177" y="1339"/>
                  </a:cubicBezTo>
                  <a:close/>
                  <a:moveTo>
                    <a:pt x="1346" y="1305"/>
                  </a:moveTo>
                  <a:cubicBezTo>
                    <a:pt x="1519" y="1305"/>
                    <a:pt x="1692" y="1418"/>
                    <a:pt x="1668" y="1644"/>
                  </a:cubicBezTo>
                  <a:lnTo>
                    <a:pt x="1668" y="4002"/>
                  </a:lnTo>
                  <a:cubicBezTo>
                    <a:pt x="1692" y="4228"/>
                    <a:pt x="1519" y="4341"/>
                    <a:pt x="1346" y="4341"/>
                  </a:cubicBezTo>
                  <a:cubicBezTo>
                    <a:pt x="1174" y="4341"/>
                    <a:pt x="1001" y="4228"/>
                    <a:pt x="1025" y="4002"/>
                  </a:cubicBezTo>
                  <a:lnTo>
                    <a:pt x="1025" y="1644"/>
                  </a:lnTo>
                  <a:cubicBezTo>
                    <a:pt x="1001" y="1418"/>
                    <a:pt x="1174" y="1305"/>
                    <a:pt x="1346" y="1305"/>
                  </a:cubicBezTo>
                  <a:close/>
                  <a:moveTo>
                    <a:pt x="1293" y="0"/>
                  </a:moveTo>
                  <a:cubicBezTo>
                    <a:pt x="574" y="0"/>
                    <a:pt x="1" y="610"/>
                    <a:pt x="1" y="1334"/>
                  </a:cubicBezTo>
                  <a:lnTo>
                    <a:pt x="1" y="4359"/>
                  </a:lnTo>
                  <a:cubicBezTo>
                    <a:pt x="1" y="5073"/>
                    <a:pt x="596" y="5669"/>
                    <a:pt x="1335" y="5669"/>
                  </a:cubicBezTo>
                  <a:lnTo>
                    <a:pt x="7050" y="5669"/>
                  </a:lnTo>
                  <a:cubicBezTo>
                    <a:pt x="7764" y="5669"/>
                    <a:pt x="8360" y="5073"/>
                    <a:pt x="8360" y="4359"/>
                  </a:cubicBezTo>
                  <a:lnTo>
                    <a:pt x="8360" y="2620"/>
                  </a:lnTo>
                  <a:lnTo>
                    <a:pt x="8217" y="2620"/>
                  </a:lnTo>
                  <a:cubicBezTo>
                    <a:pt x="7907" y="2620"/>
                    <a:pt x="7622" y="2573"/>
                    <a:pt x="7336" y="2501"/>
                  </a:cubicBezTo>
                  <a:lnTo>
                    <a:pt x="7336" y="4002"/>
                  </a:lnTo>
                  <a:cubicBezTo>
                    <a:pt x="7360" y="4228"/>
                    <a:pt x="7193" y="4341"/>
                    <a:pt x="7023" y="4341"/>
                  </a:cubicBezTo>
                  <a:cubicBezTo>
                    <a:pt x="6854" y="4341"/>
                    <a:pt x="6681" y="4228"/>
                    <a:pt x="6693" y="4002"/>
                  </a:cubicBezTo>
                  <a:lnTo>
                    <a:pt x="6693" y="2239"/>
                  </a:lnTo>
                  <a:cubicBezTo>
                    <a:pt x="5859" y="1763"/>
                    <a:pt x="5264" y="930"/>
                    <a:pt x="5097" y="1"/>
                  </a:cubicBezTo>
                  <a:lnTo>
                    <a:pt x="1335" y="1"/>
                  </a:lnTo>
                  <a:cubicBezTo>
                    <a:pt x="1321" y="0"/>
                    <a:pt x="1307" y="0"/>
                    <a:pt x="12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27"/>
            <p:cNvSpPr/>
            <p:nvPr/>
          </p:nvSpPr>
          <p:spPr>
            <a:xfrm>
              <a:off x="996547" y="2905635"/>
              <a:ext cx="201316" cy="171819"/>
            </a:xfrm>
            <a:custGeom>
              <a:avLst/>
              <a:gdLst/>
              <a:ahLst/>
              <a:cxnLst/>
              <a:rect l="l" t="t" r="r" b="b"/>
              <a:pathLst>
                <a:path w="5883" h="5021" extrusionOk="0">
                  <a:moveTo>
                    <a:pt x="3370" y="882"/>
                  </a:moveTo>
                  <a:cubicBezTo>
                    <a:pt x="3519" y="882"/>
                    <a:pt x="3668" y="977"/>
                    <a:pt x="3692" y="1167"/>
                  </a:cubicBezTo>
                  <a:lnTo>
                    <a:pt x="3692" y="2191"/>
                  </a:lnTo>
                  <a:lnTo>
                    <a:pt x="4406" y="2191"/>
                  </a:lnTo>
                  <a:cubicBezTo>
                    <a:pt x="4421" y="2190"/>
                    <a:pt x="4435" y="2189"/>
                    <a:pt x="4448" y="2189"/>
                  </a:cubicBezTo>
                  <a:cubicBezTo>
                    <a:pt x="4844" y="2189"/>
                    <a:pt x="4844" y="2813"/>
                    <a:pt x="4448" y="2813"/>
                  </a:cubicBezTo>
                  <a:cubicBezTo>
                    <a:pt x="4435" y="2813"/>
                    <a:pt x="4421" y="2812"/>
                    <a:pt x="4406" y="2811"/>
                  </a:cubicBezTo>
                  <a:lnTo>
                    <a:pt x="3382" y="2811"/>
                  </a:lnTo>
                  <a:cubicBezTo>
                    <a:pt x="3191" y="2811"/>
                    <a:pt x="3049" y="2668"/>
                    <a:pt x="3049" y="2501"/>
                  </a:cubicBezTo>
                  <a:lnTo>
                    <a:pt x="3049" y="1167"/>
                  </a:lnTo>
                  <a:cubicBezTo>
                    <a:pt x="3072" y="977"/>
                    <a:pt x="3221" y="882"/>
                    <a:pt x="3370" y="882"/>
                  </a:cubicBezTo>
                  <a:close/>
                  <a:moveTo>
                    <a:pt x="3382" y="0"/>
                  </a:moveTo>
                  <a:cubicBezTo>
                    <a:pt x="1120" y="0"/>
                    <a:pt x="0" y="2691"/>
                    <a:pt x="1596" y="4287"/>
                  </a:cubicBezTo>
                  <a:cubicBezTo>
                    <a:pt x="2103" y="4794"/>
                    <a:pt x="2728" y="5021"/>
                    <a:pt x="3343" y="5021"/>
                  </a:cubicBezTo>
                  <a:cubicBezTo>
                    <a:pt x="4636" y="5021"/>
                    <a:pt x="5882" y="4018"/>
                    <a:pt x="5882" y="2501"/>
                  </a:cubicBezTo>
                  <a:cubicBezTo>
                    <a:pt x="5882" y="1120"/>
                    <a:pt x="4763" y="0"/>
                    <a:pt x="33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27"/>
            <p:cNvSpPr/>
            <p:nvPr/>
          </p:nvSpPr>
          <p:spPr>
            <a:xfrm>
              <a:off x="935430" y="3076769"/>
              <a:ext cx="69295" cy="58858"/>
            </a:xfrm>
            <a:custGeom>
              <a:avLst/>
              <a:gdLst/>
              <a:ahLst/>
              <a:cxnLst/>
              <a:rect l="l" t="t" r="r" b="b"/>
              <a:pathLst>
                <a:path w="2025" h="1720" extrusionOk="0">
                  <a:moveTo>
                    <a:pt x="1143" y="0"/>
                  </a:moveTo>
                  <a:cubicBezTo>
                    <a:pt x="381" y="0"/>
                    <a:pt x="0" y="929"/>
                    <a:pt x="548" y="1477"/>
                  </a:cubicBezTo>
                  <a:cubicBezTo>
                    <a:pt x="715" y="1644"/>
                    <a:pt x="926" y="1719"/>
                    <a:pt x="1135" y="1719"/>
                  </a:cubicBezTo>
                  <a:cubicBezTo>
                    <a:pt x="1583" y="1719"/>
                    <a:pt x="2024" y="1377"/>
                    <a:pt x="2024" y="858"/>
                  </a:cubicBezTo>
                  <a:cubicBezTo>
                    <a:pt x="2024" y="382"/>
                    <a:pt x="1620" y="0"/>
                    <a:pt x="11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3" name="Google Shape;1043;p27"/>
          <p:cNvGrpSpPr/>
          <p:nvPr/>
        </p:nvGrpSpPr>
        <p:grpSpPr>
          <a:xfrm>
            <a:off x="6268218" y="1400919"/>
            <a:ext cx="274684" cy="366770"/>
            <a:chOff x="876743" y="4633266"/>
            <a:chExt cx="274684" cy="366770"/>
          </a:xfrm>
        </p:grpSpPr>
        <p:sp>
          <p:nvSpPr>
            <p:cNvPr id="1044" name="Google Shape;1044;p27"/>
            <p:cNvSpPr/>
            <p:nvPr/>
          </p:nvSpPr>
          <p:spPr>
            <a:xfrm>
              <a:off x="985117" y="4826574"/>
              <a:ext cx="68508" cy="59372"/>
            </a:xfrm>
            <a:custGeom>
              <a:avLst/>
              <a:gdLst/>
              <a:ahLst/>
              <a:cxnLst/>
              <a:rect l="l" t="t" r="r" b="b"/>
              <a:pathLst>
                <a:path w="2002" h="1735" extrusionOk="0">
                  <a:moveTo>
                    <a:pt x="868" y="0"/>
                  </a:moveTo>
                  <a:cubicBezTo>
                    <a:pt x="425" y="0"/>
                    <a:pt x="1" y="346"/>
                    <a:pt x="1" y="877"/>
                  </a:cubicBezTo>
                  <a:cubicBezTo>
                    <a:pt x="1" y="1353"/>
                    <a:pt x="382" y="1734"/>
                    <a:pt x="858" y="1734"/>
                  </a:cubicBezTo>
                  <a:cubicBezTo>
                    <a:pt x="1620" y="1734"/>
                    <a:pt x="2001" y="806"/>
                    <a:pt x="1477" y="258"/>
                  </a:cubicBezTo>
                  <a:cubicBezTo>
                    <a:pt x="1300" y="80"/>
                    <a:pt x="1082" y="0"/>
                    <a:pt x="8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27"/>
            <p:cNvSpPr/>
            <p:nvPr/>
          </p:nvSpPr>
          <p:spPr>
            <a:xfrm>
              <a:off x="979437" y="4907094"/>
              <a:ext cx="70117" cy="44862"/>
            </a:xfrm>
            <a:custGeom>
              <a:avLst/>
              <a:gdLst/>
              <a:ahLst/>
              <a:cxnLst/>
              <a:rect l="l" t="t" r="r" b="b"/>
              <a:pathLst>
                <a:path w="2049" h="1311" extrusionOk="0">
                  <a:moveTo>
                    <a:pt x="1024" y="1"/>
                  </a:moveTo>
                  <a:cubicBezTo>
                    <a:pt x="453" y="1"/>
                    <a:pt x="0" y="477"/>
                    <a:pt x="0" y="1048"/>
                  </a:cubicBezTo>
                  <a:lnTo>
                    <a:pt x="0" y="1310"/>
                  </a:lnTo>
                  <a:lnTo>
                    <a:pt x="2048" y="1310"/>
                  </a:lnTo>
                  <a:lnTo>
                    <a:pt x="2048" y="1048"/>
                  </a:lnTo>
                  <a:cubicBezTo>
                    <a:pt x="2048" y="477"/>
                    <a:pt x="1596" y="1"/>
                    <a:pt x="102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27"/>
            <p:cNvSpPr/>
            <p:nvPr/>
          </p:nvSpPr>
          <p:spPr>
            <a:xfrm>
              <a:off x="876743" y="4725146"/>
              <a:ext cx="274684" cy="274889"/>
            </a:xfrm>
            <a:custGeom>
              <a:avLst/>
              <a:gdLst/>
              <a:ahLst/>
              <a:cxnLst/>
              <a:rect l="l" t="t" r="r" b="b"/>
              <a:pathLst>
                <a:path w="8027" h="8033" extrusionOk="0">
                  <a:moveTo>
                    <a:pt x="4025" y="698"/>
                  </a:moveTo>
                  <a:lnTo>
                    <a:pt x="5002" y="1364"/>
                  </a:lnTo>
                  <a:lnTo>
                    <a:pt x="3049" y="1364"/>
                  </a:lnTo>
                  <a:lnTo>
                    <a:pt x="4025" y="698"/>
                  </a:lnTo>
                  <a:close/>
                  <a:moveTo>
                    <a:pt x="4049" y="2341"/>
                  </a:moveTo>
                  <a:cubicBezTo>
                    <a:pt x="5454" y="2341"/>
                    <a:pt x="6073" y="4103"/>
                    <a:pt x="5002" y="4984"/>
                  </a:cubicBezTo>
                  <a:cubicBezTo>
                    <a:pt x="5454" y="5294"/>
                    <a:pt x="5716" y="5818"/>
                    <a:pt x="5716" y="6365"/>
                  </a:cubicBezTo>
                  <a:lnTo>
                    <a:pt x="5716" y="6937"/>
                  </a:lnTo>
                  <a:lnTo>
                    <a:pt x="5692" y="6937"/>
                  </a:lnTo>
                  <a:cubicBezTo>
                    <a:pt x="5692" y="7104"/>
                    <a:pt x="5549" y="7246"/>
                    <a:pt x="5359" y="7246"/>
                  </a:cubicBezTo>
                  <a:lnTo>
                    <a:pt x="2692" y="7246"/>
                  </a:lnTo>
                  <a:cubicBezTo>
                    <a:pt x="2525" y="7246"/>
                    <a:pt x="2382" y="7104"/>
                    <a:pt x="2382" y="6937"/>
                  </a:cubicBezTo>
                  <a:lnTo>
                    <a:pt x="2382" y="6365"/>
                  </a:lnTo>
                  <a:cubicBezTo>
                    <a:pt x="2406" y="5818"/>
                    <a:pt x="2668" y="5294"/>
                    <a:pt x="3120" y="4984"/>
                  </a:cubicBezTo>
                  <a:cubicBezTo>
                    <a:pt x="2025" y="4103"/>
                    <a:pt x="2644" y="2341"/>
                    <a:pt x="4049" y="2341"/>
                  </a:cubicBezTo>
                  <a:close/>
                  <a:moveTo>
                    <a:pt x="4025" y="1"/>
                  </a:moveTo>
                  <a:cubicBezTo>
                    <a:pt x="3966" y="1"/>
                    <a:pt x="3906" y="19"/>
                    <a:pt x="3858" y="55"/>
                  </a:cubicBezTo>
                  <a:lnTo>
                    <a:pt x="1906" y="1364"/>
                  </a:lnTo>
                  <a:lnTo>
                    <a:pt x="1001" y="1364"/>
                  </a:lnTo>
                  <a:cubicBezTo>
                    <a:pt x="453" y="1364"/>
                    <a:pt x="1" y="1793"/>
                    <a:pt x="1" y="2341"/>
                  </a:cubicBezTo>
                  <a:lnTo>
                    <a:pt x="1" y="7056"/>
                  </a:lnTo>
                  <a:cubicBezTo>
                    <a:pt x="1" y="7580"/>
                    <a:pt x="453" y="8032"/>
                    <a:pt x="1001" y="8032"/>
                  </a:cubicBezTo>
                  <a:lnTo>
                    <a:pt x="7050" y="8032"/>
                  </a:lnTo>
                  <a:cubicBezTo>
                    <a:pt x="7597" y="8032"/>
                    <a:pt x="8026" y="7580"/>
                    <a:pt x="8026" y="7056"/>
                  </a:cubicBezTo>
                  <a:lnTo>
                    <a:pt x="8026" y="2341"/>
                  </a:lnTo>
                  <a:cubicBezTo>
                    <a:pt x="8026" y="1793"/>
                    <a:pt x="7597" y="1364"/>
                    <a:pt x="7050" y="1364"/>
                  </a:cubicBezTo>
                  <a:lnTo>
                    <a:pt x="6145" y="1364"/>
                  </a:lnTo>
                  <a:lnTo>
                    <a:pt x="4192" y="55"/>
                  </a:lnTo>
                  <a:cubicBezTo>
                    <a:pt x="4144" y="19"/>
                    <a:pt x="4085" y="1"/>
                    <a:pt x="402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7"/>
            <p:cNvSpPr/>
            <p:nvPr/>
          </p:nvSpPr>
          <p:spPr>
            <a:xfrm>
              <a:off x="897925" y="4633266"/>
              <a:ext cx="244536" cy="21251"/>
            </a:xfrm>
            <a:custGeom>
              <a:avLst/>
              <a:gdLst/>
              <a:ahLst/>
              <a:cxnLst/>
              <a:rect l="l" t="t" r="r" b="b"/>
              <a:pathLst>
                <a:path w="7146" h="621" extrusionOk="0">
                  <a:moveTo>
                    <a:pt x="382" y="1"/>
                  </a:moveTo>
                  <a:cubicBezTo>
                    <a:pt x="1" y="49"/>
                    <a:pt x="1" y="596"/>
                    <a:pt x="382" y="620"/>
                  </a:cubicBezTo>
                  <a:lnTo>
                    <a:pt x="6764" y="620"/>
                  </a:lnTo>
                  <a:cubicBezTo>
                    <a:pt x="7145" y="596"/>
                    <a:pt x="7145" y="49"/>
                    <a:pt x="676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27"/>
            <p:cNvSpPr/>
            <p:nvPr/>
          </p:nvSpPr>
          <p:spPr>
            <a:xfrm>
              <a:off x="932145" y="4679736"/>
              <a:ext cx="163845" cy="21216"/>
            </a:xfrm>
            <a:custGeom>
              <a:avLst/>
              <a:gdLst/>
              <a:ahLst/>
              <a:cxnLst/>
              <a:rect l="l" t="t" r="r" b="b"/>
              <a:pathLst>
                <a:path w="4788" h="620" extrusionOk="0">
                  <a:moveTo>
                    <a:pt x="382" y="0"/>
                  </a:moveTo>
                  <a:cubicBezTo>
                    <a:pt x="1" y="24"/>
                    <a:pt x="1" y="572"/>
                    <a:pt x="382" y="620"/>
                  </a:cubicBezTo>
                  <a:lnTo>
                    <a:pt x="4430" y="620"/>
                  </a:lnTo>
                  <a:cubicBezTo>
                    <a:pt x="4788" y="572"/>
                    <a:pt x="4788" y="24"/>
                    <a:pt x="443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9" name="Google Shape;1049;p27"/>
          <p:cNvGrpSpPr/>
          <p:nvPr/>
        </p:nvGrpSpPr>
        <p:grpSpPr>
          <a:xfrm>
            <a:off x="457198" y="923762"/>
            <a:ext cx="2860902" cy="996150"/>
            <a:chOff x="457198" y="923762"/>
            <a:chExt cx="2860902" cy="996150"/>
          </a:xfrm>
        </p:grpSpPr>
        <p:grpSp>
          <p:nvGrpSpPr>
            <p:cNvPr id="1050" name="Google Shape;1050;p27"/>
            <p:cNvGrpSpPr/>
            <p:nvPr/>
          </p:nvGrpSpPr>
          <p:grpSpPr>
            <a:xfrm>
              <a:off x="457198" y="1248663"/>
              <a:ext cx="1981204" cy="671250"/>
              <a:chOff x="6053048" y="700371"/>
              <a:chExt cx="1981204" cy="671250"/>
            </a:xfrm>
          </p:grpSpPr>
          <p:sp>
            <p:nvSpPr>
              <p:cNvPr id="1051" name="Google Shape;1051;p27"/>
              <p:cNvSpPr txBox="1"/>
              <p:nvPr/>
            </p:nvSpPr>
            <p:spPr>
              <a:xfrm>
                <a:off x="6053052" y="70037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Image recognition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052" name="Google Shape;1052;p27"/>
              <p:cNvSpPr txBox="1"/>
              <p:nvPr/>
            </p:nvSpPr>
            <p:spPr>
              <a:xfrm>
                <a:off x="6053048" y="103982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The Earth is the planet where we live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053" name="Google Shape;1053;p27"/>
            <p:cNvSpPr/>
            <p:nvPr/>
          </p:nvSpPr>
          <p:spPr>
            <a:xfrm>
              <a:off x="2798500" y="923762"/>
              <a:ext cx="519600" cy="519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2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054" name="Google Shape;1054;p27"/>
          <p:cNvGrpSpPr/>
          <p:nvPr/>
        </p:nvGrpSpPr>
        <p:grpSpPr>
          <a:xfrm>
            <a:off x="457190" y="2258450"/>
            <a:ext cx="2860910" cy="990275"/>
            <a:chOff x="457190" y="2258450"/>
            <a:chExt cx="2860910" cy="990275"/>
          </a:xfrm>
        </p:grpSpPr>
        <p:grpSp>
          <p:nvGrpSpPr>
            <p:cNvPr id="1055" name="Google Shape;1055;p27"/>
            <p:cNvGrpSpPr/>
            <p:nvPr/>
          </p:nvGrpSpPr>
          <p:grpSpPr>
            <a:xfrm>
              <a:off x="457190" y="2577475"/>
              <a:ext cx="1981204" cy="671250"/>
              <a:chOff x="6053048" y="700371"/>
              <a:chExt cx="1981204" cy="671250"/>
            </a:xfrm>
          </p:grpSpPr>
          <p:sp>
            <p:nvSpPr>
              <p:cNvPr id="1056" name="Google Shape;1056;p27"/>
              <p:cNvSpPr txBox="1"/>
              <p:nvPr/>
            </p:nvSpPr>
            <p:spPr>
              <a:xfrm>
                <a:off x="6053052" y="70037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Voice </a:t>
                </a:r>
                <a:r>
                  <a:rPr lang="en" sz="1800" b="1">
                    <a:solidFill>
                      <a:schemeClr val="dk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recognition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057" name="Google Shape;1057;p27"/>
              <p:cNvSpPr txBox="1"/>
              <p:nvPr/>
            </p:nvSpPr>
            <p:spPr>
              <a:xfrm>
                <a:off x="6053048" y="103982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Venus has a beautiful name, but it’s hot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058" name="Google Shape;1058;p27"/>
            <p:cNvSpPr/>
            <p:nvPr/>
          </p:nvSpPr>
          <p:spPr>
            <a:xfrm>
              <a:off x="2798500" y="2258450"/>
              <a:ext cx="519600" cy="519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2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059" name="Google Shape;1059;p27"/>
          <p:cNvGrpSpPr/>
          <p:nvPr/>
        </p:nvGrpSpPr>
        <p:grpSpPr>
          <a:xfrm>
            <a:off x="457190" y="3593825"/>
            <a:ext cx="2860910" cy="983696"/>
            <a:chOff x="457190" y="3593825"/>
            <a:chExt cx="2860910" cy="983696"/>
          </a:xfrm>
        </p:grpSpPr>
        <p:grpSp>
          <p:nvGrpSpPr>
            <p:cNvPr id="1060" name="Google Shape;1060;p27"/>
            <p:cNvGrpSpPr/>
            <p:nvPr/>
          </p:nvGrpSpPr>
          <p:grpSpPr>
            <a:xfrm>
              <a:off x="457190" y="3906271"/>
              <a:ext cx="1981204" cy="671250"/>
              <a:chOff x="6053048" y="700371"/>
              <a:chExt cx="1981204" cy="671250"/>
            </a:xfrm>
          </p:grpSpPr>
          <p:sp>
            <p:nvSpPr>
              <p:cNvPr id="1061" name="Google Shape;1061;p27"/>
              <p:cNvSpPr txBox="1"/>
              <p:nvPr/>
            </p:nvSpPr>
            <p:spPr>
              <a:xfrm>
                <a:off x="6053052" y="70037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Optical </a:t>
                </a:r>
                <a:r>
                  <a:rPr lang="en" sz="1800" b="1">
                    <a:solidFill>
                      <a:schemeClr val="dk1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recognition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062" name="Google Shape;1062;p27"/>
              <p:cNvSpPr txBox="1"/>
              <p:nvPr/>
            </p:nvSpPr>
            <p:spPr>
              <a:xfrm>
                <a:off x="6053048" y="103982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Mercury is the closest planet to the Sun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063" name="Google Shape;1063;p27"/>
            <p:cNvSpPr/>
            <p:nvPr/>
          </p:nvSpPr>
          <p:spPr>
            <a:xfrm>
              <a:off x="2798500" y="3593825"/>
              <a:ext cx="519600" cy="519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05</a:t>
              </a:r>
              <a:endParaRPr sz="12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064" name="Google Shape;1064;p27"/>
          <p:cNvGrpSpPr/>
          <p:nvPr/>
        </p:nvGrpSpPr>
        <p:grpSpPr>
          <a:xfrm>
            <a:off x="5825888" y="923762"/>
            <a:ext cx="2860915" cy="996150"/>
            <a:chOff x="5825888" y="923762"/>
            <a:chExt cx="2860915" cy="996150"/>
          </a:xfrm>
        </p:grpSpPr>
        <p:grpSp>
          <p:nvGrpSpPr>
            <p:cNvPr id="1065" name="Google Shape;1065;p27"/>
            <p:cNvGrpSpPr/>
            <p:nvPr/>
          </p:nvGrpSpPr>
          <p:grpSpPr>
            <a:xfrm>
              <a:off x="6705598" y="1248663"/>
              <a:ext cx="1981204" cy="671250"/>
              <a:chOff x="6053048" y="700371"/>
              <a:chExt cx="1981204" cy="671250"/>
            </a:xfrm>
          </p:grpSpPr>
          <p:sp>
            <p:nvSpPr>
              <p:cNvPr id="1066" name="Google Shape;1066;p27"/>
              <p:cNvSpPr txBox="1"/>
              <p:nvPr/>
            </p:nvSpPr>
            <p:spPr>
              <a:xfrm>
                <a:off x="6053052" y="70037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Customization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067" name="Google Shape;1067;p27"/>
              <p:cNvSpPr txBox="1"/>
              <p:nvPr/>
            </p:nvSpPr>
            <p:spPr>
              <a:xfrm>
                <a:off x="6053048" y="103982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Despite being red, Mars is a cold place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068" name="Google Shape;1068;p27"/>
            <p:cNvSpPr/>
            <p:nvPr/>
          </p:nvSpPr>
          <p:spPr>
            <a:xfrm>
              <a:off x="5825888" y="923762"/>
              <a:ext cx="519600" cy="519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2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069" name="Google Shape;1069;p27"/>
          <p:cNvGrpSpPr/>
          <p:nvPr/>
        </p:nvGrpSpPr>
        <p:grpSpPr>
          <a:xfrm>
            <a:off x="5825888" y="2258450"/>
            <a:ext cx="2860915" cy="990275"/>
            <a:chOff x="5825888" y="2258450"/>
            <a:chExt cx="2860915" cy="990275"/>
          </a:xfrm>
        </p:grpSpPr>
        <p:grpSp>
          <p:nvGrpSpPr>
            <p:cNvPr id="1070" name="Google Shape;1070;p27"/>
            <p:cNvGrpSpPr/>
            <p:nvPr/>
          </p:nvGrpSpPr>
          <p:grpSpPr>
            <a:xfrm>
              <a:off x="6705598" y="2577475"/>
              <a:ext cx="1981204" cy="671250"/>
              <a:chOff x="6053048" y="700371"/>
              <a:chExt cx="1981204" cy="671250"/>
            </a:xfrm>
          </p:grpSpPr>
          <p:sp>
            <p:nvSpPr>
              <p:cNvPr id="1071" name="Google Shape;1071;p27"/>
              <p:cNvSpPr txBox="1"/>
              <p:nvPr/>
            </p:nvSpPr>
            <p:spPr>
              <a:xfrm>
                <a:off x="6053052" y="70037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Data analysis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072" name="Google Shape;1072;p27"/>
              <p:cNvSpPr txBox="1"/>
              <p:nvPr/>
            </p:nvSpPr>
            <p:spPr>
              <a:xfrm>
                <a:off x="6053048" y="103982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The Earth is the third planet from the Sun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073" name="Google Shape;1073;p27"/>
            <p:cNvSpPr/>
            <p:nvPr/>
          </p:nvSpPr>
          <p:spPr>
            <a:xfrm>
              <a:off x="5825888" y="2258450"/>
              <a:ext cx="519600" cy="519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sz="12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074" name="Google Shape;1074;p27"/>
          <p:cNvGrpSpPr/>
          <p:nvPr/>
        </p:nvGrpSpPr>
        <p:grpSpPr>
          <a:xfrm>
            <a:off x="5825888" y="3593825"/>
            <a:ext cx="2860915" cy="983696"/>
            <a:chOff x="5825888" y="3593825"/>
            <a:chExt cx="2860915" cy="983696"/>
          </a:xfrm>
        </p:grpSpPr>
        <p:grpSp>
          <p:nvGrpSpPr>
            <p:cNvPr id="1075" name="Google Shape;1075;p27"/>
            <p:cNvGrpSpPr/>
            <p:nvPr/>
          </p:nvGrpSpPr>
          <p:grpSpPr>
            <a:xfrm>
              <a:off x="6705598" y="3906271"/>
              <a:ext cx="1981204" cy="671250"/>
              <a:chOff x="6053048" y="700371"/>
              <a:chExt cx="1981204" cy="671250"/>
            </a:xfrm>
          </p:grpSpPr>
          <p:sp>
            <p:nvSpPr>
              <p:cNvPr id="1076" name="Google Shape;1076;p27"/>
              <p:cNvSpPr txBox="1"/>
              <p:nvPr/>
            </p:nvSpPr>
            <p:spPr>
              <a:xfrm>
                <a:off x="6053052" y="70037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Memory data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077" name="Google Shape;1077;p27"/>
              <p:cNvSpPr txBox="1"/>
              <p:nvPr/>
            </p:nvSpPr>
            <p:spPr>
              <a:xfrm>
                <a:off x="6053048" y="103982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Pluto is considered a dwarf planet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078" name="Google Shape;1078;p27"/>
            <p:cNvSpPr/>
            <p:nvPr/>
          </p:nvSpPr>
          <p:spPr>
            <a:xfrm>
              <a:off x="5825888" y="3593825"/>
              <a:ext cx="519600" cy="519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06</a:t>
              </a:r>
              <a:endParaRPr sz="12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28"/>
          <p:cNvSpPr/>
          <p:nvPr/>
        </p:nvSpPr>
        <p:spPr>
          <a:xfrm>
            <a:off x="6057925" y="1198550"/>
            <a:ext cx="2628900" cy="1021200"/>
          </a:xfrm>
          <a:prstGeom prst="roundRect">
            <a:avLst>
              <a:gd name="adj" fmla="val 50000"/>
            </a:avLst>
          </a:prstGeom>
          <a:solidFill>
            <a:srgbClr val="E99B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4" name="Google Shape;1084;p28"/>
          <p:cNvSpPr/>
          <p:nvPr/>
        </p:nvSpPr>
        <p:spPr>
          <a:xfrm>
            <a:off x="457200" y="1198550"/>
            <a:ext cx="2628900" cy="1021200"/>
          </a:xfrm>
          <a:prstGeom prst="roundRect">
            <a:avLst>
              <a:gd name="adj" fmla="val 50000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5" name="Google Shape;1085;p28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grpSp>
        <p:nvGrpSpPr>
          <p:cNvPr id="1086" name="Google Shape;1086;p28"/>
          <p:cNvGrpSpPr/>
          <p:nvPr/>
        </p:nvGrpSpPr>
        <p:grpSpPr>
          <a:xfrm>
            <a:off x="6381773" y="1373513"/>
            <a:ext cx="1981204" cy="671250"/>
            <a:chOff x="6053048" y="700371"/>
            <a:chExt cx="1981204" cy="671250"/>
          </a:xfrm>
        </p:grpSpPr>
        <p:sp>
          <p:nvSpPr>
            <p:cNvPr id="1087" name="Google Shape;1087;p28"/>
            <p:cNvSpPr txBox="1"/>
            <p:nvPr/>
          </p:nvSpPr>
          <p:spPr>
            <a:xfrm>
              <a:off x="6053052" y="700371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The model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088" name="Google Shape;1088;p28"/>
            <p:cNvSpPr txBox="1"/>
            <p:nvPr/>
          </p:nvSpPr>
          <p:spPr>
            <a:xfrm>
              <a:off x="6053048" y="1039821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89" name="Google Shape;1089;p28"/>
          <p:cNvGrpSpPr/>
          <p:nvPr/>
        </p:nvGrpSpPr>
        <p:grpSpPr>
          <a:xfrm>
            <a:off x="781056" y="1373521"/>
            <a:ext cx="1981204" cy="671250"/>
            <a:chOff x="6053048" y="700371"/>
            <a:chExt cx="1981204" cy="671250"/>
          </a:xfrm>
        </p:grpSpPr>
        <p:sp>
          <p:nvSpPr>
            <p:cNvPr id="1090" name="Google Shape;1090;p28"/>
            <p:cNvSpPr txBox="1"/>
            <p:nvPr/>
          </p:nvSpPr>
          <p:spPr>
            <a:xfrm>
              <a:off x="6053052" y="700371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Machine learning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091" name="Google Shape;1091;p28"/>
            <p:cNvSpPr txBox="1"/>
            <p:nvPr/>
          </p:nvSpPr>
          <p:spPr>
            <a:xfrm>
              <a:off x="6053048" y="1039821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Venus has a beautiful name, but it’s hot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92" name="Google Shape;1092;p28"/>
          <p:cNvGrpSpPr/>
          <p:nvPr/>
        </p:nvGrpSpPr>
        <p:grpSpPr>
          <a:xfrm>
            <a:off x="5601165" y="4055029"/>
            <a:ext cx="1981204" cy="671250"/>
            <a:chOff x="6381765" y="4055029"/>
            <a:chExt cx="1981204" cy="671250"/>
          </a:xfrm>
        </p:grpSpPr>
        <p:sp>
          <p:nvSpPr>
            <p:cNvPr id="1093" name="Google Shape;1093;p28"/>
            <p:cNvSpPr txBox="1"/>
            <p:nvPr/>
          </p:nvSpPr>
          <p:spPr>
            <a:xfrm>
              <a:off x="6381769" y="4055029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Input 2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094" name="Google Shape;1094;p28"/>
            <p:cNvSpPr txBox="1"/>
            <p:nvPr/>
          </p:nvSpPr>
          <p:spPr>
            <a:xfrm>
              <a:off x="6381765" y="4394479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95" name="Google Shape;1095;p28"/>
          <p:cNvGrpSpPr/>
          <p:nvPr/>
        </p:nvGrpSpPr>
        <p:grpSpPr>
          <a:xfrm>
            <a:off x="1561648" y="4055013"/>
            <a:ext cx="1981204" cy="671250"/>
            <a:chOff x="781048" y="4055013"/>
            <a:chExt cx="1981204" cy="671250"/>
          </a:xfrm>
        </p:grpSpPr>
        <p:sp>
          <p:nvSpPr>
            <p:cNvPr id="1096" name="Google Shape;1096;p28"/>
            <p:cNvSpPr txBox="1"/>
            <p:nvPr/>
          </p:nvSpPr>
          <p:spPr>
            <a:xfrm>
              <a:off x="781052" y="4055013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Input 1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097" name="Google Shape;1097;p28"/>
            <p:cNvSpPr txBox="1"/>
            <p:nvPr/>
          </p:nvSpPr>
          <p:spPr>
            <a:xfrm>
              <a:off x="781048" y="4394463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The Earth is the third planet from the Sun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098" name="Google Shape;1098;p28"/>
          <p:cNvCxnSpPr>
            <a:stCxn id="1096" idx="1"/>
            <a:endCxn id="1099" idx="2"/>
          </p:cNvCxnSpPr>
          <p:nvPr/>
        </p:nvCxnSpPr>
        <p:spPr>
          <a:xfrm rot="10800000" flipH="1">
            <a:off x="1561652" y="2812713"/>
            <a:ext cx="1981200" cy="1408200"/>
          </a:xfrm>
          <a:prstGeom prst="curvedConnector3">
            <a:avLst>
              <a:gd name="adj1" fmla="val -1201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100" name="Google Shape;1100;p28"/>
          <p:cNvCxnSpPr>
            <a:stCxn id="1093" idx="3"/>
            <a:endCxn id="1101" idx="6"/>
          </p:cNvCxnSpPr>
          <p:nvPr/>
        </p:nvCxnSpPr>
        <p:spPr>
          <a:xfrm rot="10800000">
            <a:off x="5601169" y="2812729"/>
            <a:ext cx="1981200" cy="1408200"/>
          </a:xfrm>
          <a:prstGeom prst="curvedConnector3">
            <a:avLst>
              <a:gd name="adj1" fmla="val -1201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grpSp>
        <p:nvGrpSpPr>
          <p:cNvPr id="1102" name="Google Shape;1102;p28"/>
          <p:cNvGrpSpPr/>
          <p:nvPr/>
        </p:nvGrpSpPr>
        <p:grpSpPr>
          <a:xfrm>
            <a:off x="3542850" y="1110125"/>
            <a:ext cx="2058325" cy="3621846"/>
            <a:chOff x="3542850" y="1110125"/>
            <a:chExt cx="2058325" cy="3621846"/>
          </a:xfrm>
        </p:grpSpPr>
        <p:grpSp>
          <p:nvGrpSpPr>
            <p:cNvPr id="1103" name="Google Shape;1103;p28"/>
            <p:cNvGrpSpPr/>
            <p:nvPr/>
          </p:nvGrpSpPr>
          <p:grpSpPr>
            <a:xfrm>
              <a:off x="3668838" y="1110125"/>
              <a:ext cx="1806332" cy="3621846"/>
              <a:chOff x="457200" y="1110125"/>
              <a:chExt cx="1806332" cy="3621846"/>
            </a:xfrm>
          </p:grpSpPr>
          <p:sp>
            <p:nvSpPr>
              <p:cNvPr id="1104" name="Google Shape;1104;p28"/>
              <p:cNvSpPr/>
              <p:nvPr/>
            </p:nvSpPr>
            <p:spPr>
              <a:xfrm>
                <a:off x="732798" y="1219887"/>
                <a:ext cx="1267116" cy="1408917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47841" extrusionOk="0">
                    <a:moveTo>
                      <a:pt x="1" y="1"/>
                    </a:moveTo>
                    <a:lnTo>
                      <a:pt x="1" y="43597"/>
                    </a:lnTo>
                    <a:lnTo>
                      <a:pt x="14" y="43814"/>
                    </a:lnTo>
                    <a:lnTo>
                      <a:pt x="28" y="44032"/>
                    </a:lnTo>
                    <a:lnTo>
                      <a:pt x="55" y="44250"/>
                    </a:lnTo>
                    <a:lnTo>
                      <a:pt x="96" y="44454"/>
                    </a:lnTo>
                    <a:lnTo>
                      <a:pt x="137" y="44658"/>
                    </a:lnTo>
                    <a:lnTo>
                      <a:pt x="191" y="44862"/>
                    </a:lnTo>
                    <a:lnTo>
                      <a:pt x="259" y="45052"/>
                    </a:lnTo>
                    <a:lnTo>
                      <a:pt x="341" y="45243"/>
                    </a:lnTo>
                    <a:lnTo>
                      <a:pt x="422" y="45433"/>
                    </a:lnTo>
                    <a:lnTo>
                      <a:pt x="517" y="45623"/>
                    </a:lnTo>
                    <a:lnTo>
                      <a:pt x="626" y="45800"/>
                    </a:lnTo>
                    <a:lnTo>
                      <a:pt x="735" y="45963"/>
                    </a:lnTo>
                    <a:lnTo>
                      <a:pt x="844" y="46140"/>
                    </a:lnTo>
                    <a:lnTo>
                      <a:pt x="980" y="46290"/>
                    </a:lnTo>
                    <a:lnTo>
                      <a:pt x="1102" y="46453"/>
                    </a:lnTo>
                    <a:lnTo>
                      <a:pt x="1252" y="46603"/>
                    </a:lnTo>
                    <a:lnTo>
                      <a:pt x="1402" y="46739"/>
                    </a:lnTo>
                    <a:lnTo>
                      <a:pt x="1551" y="46875"/>
                    </a:lnTo>
                    <a:lnTo>
                      <a:pt x="1715" y="46997"/>
                    </a:lnTo>
                    <a:lnTo>
                      <a:pt x="1878" y="47120"/>
                    </a:lnTo>
                    <a:lnTo>
                      <a:pt x="2055" y="47228"/>
                    </a:lnTo>
                    <a:lnTo>
                      <a:pt x="2231" y="47324"/>
                    </a:lnTo>
                    <a:lnTo>
                      <a:pt x="2408" y="47419"/>
                    </a:lnTo>
                    <a:lnTo>
                      <a:pt x="2599" y="47501"/>
                    </a:lnTo>
                    <a:lnTo>
                      <a:pt x="2789" y="47582"/>
                    </a:lnTo>
                    <a:lnTo>
                      <a:pt x="2993" y="47650"/>
                    </a:lnTo>
                    <a:lnTo>
                      <a:pt x="3184" y="47705"/>
                    </a:lnTo>
                    <a:lnTo>
                      <a:pt x="3401" y="47759"/>
                    </a:lnTo>
                    <a:lnTo>
                      <a:pt x="3605" y="47786"/>
                    </a:lnTo>
                    <a:lnTo>
                      <a:pt x="3809" y="47813"/>
                    </a:lnTo>
                    <a:lnTo>
                      <a:pt x="4027" y="47841"/>
                    </a:lnTo>
                    <a:lnTo>
                      <a:pt x="38999" y="47841"/>
                    </a:lnTo>
                    <a:lnTo>
                      <a:pt x="39217" y="47813"/>
                    </a:lnTo>
                    <a:lnTo>
                      <a:pt x="39421" y="47786"/>
                    </a:lnTo>
                    <a:lnTo>
                      <a:pt x="39625" y="47759"/>
                    </a:lnTo>
                    <a:lnTo>
                      <a:pt x="39843" y="47705"/>
                    </a:lnTo>
                    <a:lnTo>
                      <a:pt x="40033" y="47650"/>
                    </a:lnTo>
                    <a:lnTo>
                      <a:pt x="40237" y="47582"/>
                    </a:lnTo>
                    <a:lnTo>
                      <a:pt x="40428" y="47501"/>
                    </a:lnTo>
                    <a:lnTo>
                      <a:pt x="40618" y="47419"/>
                    </a:lnTo>
                    <a:lnTo>
                      <a:pt x="40795" y="47324"/>
                    </a:lnTo>
                    <a:lnTo>
                      <a:pt x="40972" y="47228"/>
                    </a:lnTo>
                    <a:lnTo>
                      <a:pt x="41148" y="47120"/>
                    </a:lnTo>
                    <a:lnTo>
                      <a:pt x="41312" y="46997"/>
                    </a:lnTo>
                    <a:lnTo>
                      <a:pt x="41475" y="46875"/>
                    </a:lnTo>
                    <a:lnTo>
                      <a:pt x="41625" y="46739"/>
                    </a:lnTo>
                    <a:lnTo>
                      <a:pt x="41774" y="46603"/>
                    </a:lnTo>
                    <a:lnTo>
                      <a:pt x="41924" y="46453"/>
                    </a:lnTo>
                    <a:lnTo>
                      <a:pt x="42046" y="46290"/>
                    </a:lnTo>
                    <a:lnTo>
                      <a:pt x="42182" y="46140"/>
                    </a:lnTo>
                    <a:lnTo>
                      <a:pt x="42291" y="45963"/>
                    </a:lnTo>
                    <a:lnTo>
                      <a:pt x="42400" y="45800"/>
                    </a:lnTo>
                    <a:lnTo>
                      <a:pt x="42509" y="45623"/>
                    </a:lnTo>
                    <a:lnTo>
                      <a:pt x="42604" y="45433"/>
                    </a:lnTo>
                    <a:lnTo>
                      <a:pt x="42686" y="45243"/>
                    </a:lnTo>
                    <a:lnTo>
                      <a:pt x="42767" y="45052"/>
                    </a:lnTo>
                    <a:lnTo>
                      <a:pt x="42835" y="44862"/>
                    </a:lnTo>
                    <a:lnTo>
                      <a:pt x="42890" y="44658"/>
                    </a:lnTo>
                    <a:lnTo>
                      <a:pt x="42930" y="44454"/>
                    </a:lnTo>
                    <a:lnTo>
                      <a:pt x="42971" y="44250"/>
                    </a:lnTo>
                    <a:lnTo>
                      <a:pt x="42998" y="44032"/>
                    </a:lnTo>
                    <a:lnTo>
                      <a:pt x="43012" y="43814"/>
                    </a:lnTo>
                    <a:lnTo>
                      <a:pt x="43026" y="43597"/>
                    </a:lnTo>
                    <a:lnTo>
                      <a:pt x="4302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28"/>
              <p:cNvSpPr/>
              <p:nvPr/>
            </p:nvSpPr>
            <p:spPr>
              <a:xfrm>
                <a:off x="732798" y="1110125"/>
                <a:ext cx="1267116" cy="235571"/>
              </a:xfrm>
              <a:custGeom>
                <a:avLst/>
                <a:gdLst/>
                <a:ahLst/>
                <a:cxnLst/>
                <a:rect l="l" t="t" r="r" b="b"/>
                <a:pathLst>
                  <a:path w="43026" h="7999" extrusionOk="0">
                    <a:moveTo>
                      <a:pt x="2123" y="0"/>
                    </a:moveTo>
                    <a:lnTo>
                      <a:pt x="1905" y="14"/>
                    </a:lnTo>
                    <a:lnTo>
                      <a:pt x="1701" y="41"/>
                    </a:lnTo>
                    <a:lnTo>
                      <a:pt x="1497" y="96"/>
                    </a:lnTo>
                    <a:lnTo>
                      <a:pt x="1306" y="164"/>
                    </a:lnTo>
                    <a:lnTo>
                      <a:pt x="1116" y="259"/>
                    </a:lnTo>
                    <a:lnTo>
                      <a:pt x="939" y="354"/>
                    </a:lnTo>
                    <a:lnTo>
                      <a:pt x="776" y="477"/>
                    </a:lnTo>
                    <a:lnTo>
                      <a:pt x="626" y="613"/>
                    </a:lnTo>
                    <a:lnTo>
                      <a:pt x="490" y="776"/>
                    </a:lnTo>
                    <a:lnTo>
                      <a:pt x="368" y="939"/>
                    </a:lnTo>
                    <a:lnTo>
                      <a:pt x="259" y="1102"/>
                    </a:lnTo>
                    <a:lnTo>
                      <a:pt x="177" y="1293"/>
                    </a:lnTo>
                    <a:lnTo>
                      <a:pt x="96" y="1483"/>
                    </a:lnTo>
                    <a:lnTo>
                      <a:pt x="55" y="1687"/>
                    </a:lnTo>
                    <a:lnTo>
                      <a:pt x="14" y="1905"/>
                    </a:lnTo>
                    <a:lnTo>
                      <a:pt x="1" y="2122"/>
                    </a:lnTo>
                    <a:lnTo>
                      <a:pt x="1" y="7999"/>
                    </a:lnTo>
                    <a:lnTo>
                      <a:pt x="43026" y="7999"/>
                    </a:lnTo>
                    <a:lnTo>
                      <a:pt x="43026" y="2122"/>
                    </a:lnTo>
                    <a:lnTo>
                      <a:pt x="43012" y="1905"/>
                    </a:lnTo>
                    <a:lnTo>
                      <a:pt x="42971" y="1687"/>
                    </a:lnTo>
                    <a:lnTo>
                      <a:pt x="42930" y="1483"/>
                    </a:lnTo>
                    <a:lnTo>
                      <a:pt x="42849" y="1293"/>
                    </a:lnTo>
                    <a:lnTo>
                      <a:pt x="42767" y="1102"/>
                    </a:lnTo>
                    <a:lnTo>
                      <a:pt x="42658" y="939"/>
                    </a:lnTo>
                    <a:lnTo>
                      <a:pt x="42536" y="776"/>
                    </a:lnTo>
                    <a:lnTo>
                      <a:pt x="42400" y="613"/>
                    </a:lnTo>
                    <a:lnTo>
                      <a:pt x="42250" y="477"/>
                    </a:lnTo>
                    <a:lnTo>
                      <a:pt x="42087" y="354"/>
                    </a:lnTo>
                    <a:lnTo>
                      <a:pt x="41910" y="259"/>
                    </a:lnTo>
                    <a:lnTo>
                      <a:pt x="41720" y="164"/>
                    </a:lnTo>
                    <a:lnTo>
                      <a:pt x="41529" y="96"/>
                    </a:lnTo>
                    <a:lnTo>
                      <a:pt x="41325" y="41"/>
                    </a:lnTo>
                    <a:lnTo>
                      <a:pt x="41121" y="14"/>
                    </a:lnTo>
                    <a:lnTo>
                      <a:pt x="4090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28"/>
              <p:cNvSpPr/>
              <p:nvPr/>
            </p:nvSpPr>
            <p:spPr>
              <a:xfrm>
                <a:off x="1610513" y="1175417"/>
                <a:ext cx="82578" cy="82166"/>
              </a:xfrm>
              <a:custGeom>
                <a:avLst/>
                <a:gdLst/>
                <a:ahLst/>
                <a:cxnLst/>
                <a:rect l="l" t="t" r="r" b="b"/>
                <a:pathLst>
                  <a:path w="2804" h="2790" extrusionOk="0">
                    <a:moveTo>
                      <a:pt x="1266" y="1"/>
                    </a:moveTo>
                    <a:lnTo>
                      <a:pt x="1116" y="28"/>
                    </a:lnTo>
                    <a:lnTo>
                      <a:pt x="980" y="55"/>
                    </a:lnTo>
                    <a:lnTo>
                      <a:pt x="858" y="109"/>
                    </a:lnTo>
                    <a:lnTo>
                      <a:pt x="735" y="164"/>
                    </a:lnTo>
                    <a:lnTo>
                      <a:pt x="627" y="232"/>
                    </a:lnTo>
                    <a:lnTo>
                      <a:pt x="518" y="314"/>
                    </a:lnTo>
                    <a:lnTo>
                      <a:pt x="409" y="409"/>
                    </a:lnTo>
                    <a:lnTo>
                      <a:pt x="327" y="504"/>
                    </a:lnTo>
                    <a:lnTo>
                      <a:pt x="246" y="613"/>
                    </a:lnTo>
                    <a:lnTo>
                      <a:pt x="178" y="735"/>
                    </a:lnTo>
                    <a:lnTo>
                      <a:pt x="110" y="858"/>
                    </a:lnTo>
                    <a:lnTo>
                      <a:pt x="69" y="980"/>
                    </a:lnTo>
                    <a:lnTo>
                      <a:pt x="28" y="1116"/>
                    </a:lnTo>
                    <a:lnTo>
                      <a:pt x="15" y="1252"/>
                    </a:lnTo>
                    <a:lnTo>
                      <a:pt x="1" y="1402"/>
                    </a:lnTo>
                    <a:lnTo>
                      <a:pt x="15" y="1538"/>
                    </a:lnTo>
                    <a:lnTo>
                      <a:pt x="28" y="1674"/>
                    </a:lnTo>
                    <a:lnTo>
                      <a:pt x="69" y="1810"/>
                    </a:lnTo>
                    <a:lnTo>
                      <a:pt x="110" y="1946"/>
                    </a:lnTo>
                    <a:lnTo>
                      <a:pt x="178" y="2068"/>
                    </a:lnTo>
                    <a:lnTo>
                      <a:pt x="246" y="2177"/>
                    </a:lnTo>
                    <a:lnTo>
                      <a:pt x="327" y="2286"/>
                    </a:lnTo>
                    <a:lnTo>
                      <a:pt x="409" y="2381"/>
                    </a:lnTo>
                    <a:lnTo>
                      <a:pt x="518" y="2476"/>
                    </a:lnTo>
                    <a:lnTo>
                      <a:pt x="627" y="2558"/>
                    </a:lnTo>
                    <a:lnTo>
                      <a:pt x="735" y="2626"/>
                    </a:lnTo>
                    <a:lnTo>
                      <a:pt x="858" y="2680"/>
                    </a:lnTo>
                    <a:lnTo>
                      <a:pt x="980" y="2735"/>
                    </a:lnTo>
                    <a:lnTo>
                      <a:pt x="1116" y="2762"/>
                    </a:lnTo>
                    <a:lnTo>
                      <a:pt x="1266" y="2789"/>
                    </a:lnTo>
                    <a:lnTo>
                      <a:pt x="1552" y="2789"/>
                    </a:lnTo>
                    <a:lnTo>
                      <a:pt x="1688" y="2762"/>
                    </a:lnTo>
                    <a:lnTo>
                      <a:pt x="1824" y="2735"/>
                    </a:lnTo>
                    <a:lnTo>
                      <a:pt x="1946" y="2680"/>
                    </a:lnTo>
                    <a:lnTo>
                      <a:pt x="2069" y="2626"/>
                    </a:lnTo>
                    <a:lnTo>
                      <a:pt x="2191" y="2558"/>
                    </a:lnTo>
                    <a:lnTo>
                      <a:pt x="2286" y="2476"/>
                    </a:lnTo>
                    <a:lnTo>
                      <a:pt x="2395" y="2381"/>
                    </a:lnTo>
                    <a:lnTo>
                      <a:pt x="2477" y="2286"/>
                    </a:lnTo>
                    <a:lnTo>
                      <a:pt x="2558" y="2177"/>
                    </a:lnTo>
                    <a:lnTo>
                      <a:pt x="2626" y="2068"/>
                    </a:lnTo>
                    <a:lnTo>
                      <a:pt x="2694" y="1946"/>
                    </a:lnTo>
                    <a:lnTo>
                      <a:pt x="2735" y="1810"/>
                    </a:lnTo>
                    <a:lnTo>
                      <a:pt x="2776" y="1674"/>
                    </a:lnTo>
                    <a:lnTo>
                      <a:pt x="2789" y="1538"/>
                    </a:lnTo>
                    <a:lnTo>
                      <a:pt x="2803" y="1402"/>
                    </a:lnTo>
                    <a:lnTo>
                      <a:pt x="2789" y="1252"/>
                    </a:lnTo>
                    <a:lnTo>
                      <a:pt x="2776" y="1116"/>
                    </a:lnTo>
                    <a:lnTo>
                      <a:pt x="2735" y="980"/>
                    </a:lnTo>
                    <a:lnTo>
                      <a:pt x="2694" y="858"/>
                    </a:lnTo>
                    <a:lnTo>
                      <a:pt x="2626" y="735"/>
                    </a:lnTo>
                    <a:lnTo>
                      <a:pt x="2558" y="613"/>
                    </a:lnTo>
                    <a:lnTo>
                      <a:pt x="2477" y="504"/>
                    </a:lnTo>
                    <a:lnTo>
                      <a:pt x="2395" y="409"/>
                    </a:lnTo>
                    <a:lnTo>
                      <a:pt x="2286" y="314"/>
                    </a:lnTo>
                    <a:lnTo>
                      <a:pt x="2191" y="232"/>
                    </a:lnTo>
                    <a:lnTo>
                      <a:pt x="2069" y="164"/>
                    </a:lnTo>
                    <a:lnTo>
                      <a:pt x="1946" y="109"/>
                    </a:lnTo>
                    <a:lnTo>
                      <a:pt x="1824" y="55"/>
                    </a:lnTo>
                    <a:lnTo>
                      <a:pt x="1688" y="28"/>
                    </a:lnTo>
                    <a:lnTo>
                      <a:pt x="155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28"/>
              <p:cNvSpPr/>
              <p:nvPr/>
            </p:nvSpPr>
            <p:spPr>
              <a:xfrm>
                <a:off x="1743924" y="1175417"/>
                <a:ext cx="82548" cy="82166"/>
              </a:xfrm>
              <a:custGeom>
                <a:avLst/>
                <a:gdLst/>
                <a:ahLst/>
                <a:cxnLst/>
                <a:rect l="l" t="t" r="r" b="b"/>
                <a:pathLst>
                  <a:path w="2803" h="2790" extrusionOk="0">
                    <a:moveTo>
                      <a:pt x="1266" y="1"/>
                    </a:moveTo>
                    <a:lnTo>
                      <a:pt x="1130" y="28"/>
                    </a:lnTo>
                    <a:lnTo>
                      <a:pt x="994" y="55"/>
                    </a:lnTo>
                    <a:lnTo>
                      <a:pt x="858" y="109"/>
                    </a:lnTo>
                    <a:lnTo>
                      <a:pt x="735" y="164"/>
                    </a:lnTo>
                    <a:lnTo>
                      <a:pt x="626" y="232"/>
                    </a:lnTo>
                    <a:lnTo>
                      <a:pt x="517" y="314"/>
                    </a:lnTo>
                    <a:lnTo>
                      <a:pt x="422" y="409"/>
                    </a:lnTo>
                    <a:lnTo>
                      <a:pt x="327" y="504"/>
                    </a:lnTo>
                    <a:lnTo>
                      <a:pt x="245" y="613"/>
                    </a:lnTo>
                    <a:lnTo>
                      <a:pt x="177" y="735"/>
                    </a:lnTo>
                    <a:lnTo>
                      <a:pt x="123" y="858"/>
                    </a:lnTo>
                    <a:lnTo>
                      <a:pt x="69" y="980"/>
                    </a:lnTo>
                    <a:lnTo>
                      <a:pt x="41" y="1116"/>
                    </a:lnTo>
                    <a:lnTo>
                      <a:pt x="14" y="1252"/>
                    </a:lnTo>
                    <a:lnTo>
                      <a:pt x="1" y="1402"/>
                    </a:lnTo>
                    <a:lnTo>
                      <a:pt x="14" y="1538"/>
                    </a:lnTo>
                    <a:lnTo>
                      <a:pt x="41" y="1674"/>
                    </a:lnTo>
                    <a:lnTo>
                      <a:pt x="69" y="1810"/>
                    </a:lnTo>
                    <a:lnTo>
                      <a:pt x="123" y="1946"/>
                    </a:lnTo>
                    <a:lnTo>
                      <a:pt x="177" y="2068"/>
                    </a:lnTo>
                    <a:lnTo>
                      <a:pt x="245" y="2177"/>
                    </a:lnTo>
                    <a:lnTo>
                      <a:pt x="327" y="2286"/>
                    </a:lnTo>
                    <a:lnTo>
                      <a:pt x="422" y="2381"/>
                    </a:lnTo>
                    <a:lnTo>
                      <a:pt x="517" y="2476"/>
                    </a:lnTo>
                    <a:lnTo>
                      <a:pt x="626" y="2558"/>
                    </a:lnTo>
                    <a:lnTo>
                      <a:pt x="735" y="2626"/>
                    </a:lnTo>
                    <a:lnTo>
                      <a:pt x="858" y="2680"/>
                    </a:lnTo>
                    <a:lnTo>
                      <a:pt x="994" y="2735"/>
                    </a:lnTo>
                    <a:lnTo>
                      <a:pt x="1130" y="2762"/>
                    </a:lnTo>
                    <a:lnTo>
                      <a:pt x="1266" y="2789"/>
                    </a:lnTo>
                    <a:lnTo>
                      <a:pt x="1551" y="2789"/>
                    </a:lnTo>
                    <a:lnTo>
                      <a:pt x="1687" y="2762"/>
                    </a:lnTo>
                    <a:lnTo>
                      <a:pt x="1823" y="2735"/>
                    </a:lnTo>
                    <a:lnTo>
                      <a:pt x="1946" y="2680"/>
                    </a:lnTo>
                    <a:lnTo>
                      <a:pt x="2068" y="2626"/>
                    </a:lnTo>
                    <a:lnTo>
                      <a:pt x="2191" y="2558"/>
                    </a:lnTo>
                    <a:lnTo>
                      <a:pt x="2299" y="2476"/>
                    </a:lnTo>
                    <a:lnTo>
                      <a:pt x="2395" y="2381"/>
                    </a:lnTo>
                    <a:lnTo>
                      <a:pt x="2490" y="2286"/>
                    </a:lnTo>
                    <a:lnTo>
                      <a:pt x="2571" y="2177"/>
                    </a:lnTo>
                    <a:lnTo>
                      <a:pt x="2639" y="2068"/>
                    </a:lnTo>
                    <a:lnTo>
                      <a:pt x="2694" y="1946"/>
                    </a:lnTo>
                    <a:lnTo>
                      <a:pt x="2735" y="1810"/>
                    </a:lnTo>
                    <a:lnTo>
                      <a:pt x="2776" y="1674"/>
                    </a:lnTo>
                    <a:lnTo>
                      <a:pt x="2803" y="1538"/>
                    </a:lnTo>
                    <a:lnTo>
                      <a:pt x="2803" y="1402"/>
                    </a:lnTo>
                    <a:lnTo>
                      <a:pt x="2803" y="1252"/>
                    </a:lnTo>
                    <a:lnTo>
                      <a:pt x="2776" y="1116"/>
                    </a:lnTo>
                    <a:lnTo>
                      <a:pt x="2735" y="980"/>
                    </a:lnTo>
                    <a:lnTo>
                      <a:pt x="2694" y="858"/>
                    </a:lnTo>
                    <a:lnTo>
                      <a:pt x="2639" y="735"/>
                    </a:lnTo>
                    <a:lnTo>
                      <a:pt x="2571" y="613"/>
                    </a:lnTo>
                    <a:lnTo>
                      <a:pt x="2490" y="504"/>
                    </a:lnTo>
                    <a:lnTo>
                      <a:pt x="2395" y="409"/>
                    </a:lnTo>
                    <a:lnTo>
                      <a:pt x="2299" y="314"/>
                    </a:lnTo>
                    <a:lnTo>
                      <a:pt x="2191" y="232"/>
                    </a:lnTo>
                    <a:lnTo>
                      <a:pt x="2068" y="164"/>
                    </a:lnTo>
                    <a:lnTo>
                      <a:pt x="1946" y="109"/>
                    </a:lnTo>
                    <a:lnTo>
                      <a:pt x="1823" y="55"/>
                    </a:lnTo>
                    <a:lnTo>
                      <a:pt x="1687" y="28"/>
                    </a:lnTo>
                    <a:lnTo>
                      <a:pt x="15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28"/>
              <p:cNvSpPr/>
              <p:nvPr/>
            </p:nvSpPr>
            <p:spPr>
              <a:xfrm>
                <a:off x="1872123" y="1175417"/>
                <a:ext cx="82136" cy="82166"/>
              </a:xfrm>
              <a:custGeom>
                <a:avLst/>
                <a:gdLst/>
                <a:ahLst/>
                <a:cxnLst/>
                <a:rect l="l" t="t" r="r" b="b"/>
                <a:pathLst>
                  <a:path w="2789" h="2790" extrusionOk="0">
                    <a:moveTo>
                      <a:pt x="1252" y="1"/>
                    </a:moveTo>
                    <a:lnTo>
                      <a:pt x="1116" y="28"/>
                    </a:lnTo>
                    <a:lnTo>
                      <a:pt x="980" y="55"/>
                    </a:lnTo>
                    <a:lnTo>
                      <a:pt x="844" y="109"/>
                    </a:lnTo>
                    <a:lnTo>
                      <a:pt x="721" y="164"/>
                    </a:lnTo>
                    <a:lnTo>
                      <a:pt x="613" y="232"/>
                    </a:lnTo>
                    <a:lnTo>
                      <a:pt x="504" y="314"/>
                    </a:lnTo>
                    <a:lnTo>
                      <a:pt x="408" y="409"/>
                    </a:lnTo>
                    <a:lnTo>
                      <a:pt x="313" y="504"/>
                    </a:lnTo>
                    <a:lnTo>
                      <a:pt x="232" y="613"/>
                    </a:lnTo>
                    <a:lnTo>
                      <a:pt x="164" y="735"/>
                    </a:lnTo>
                    <a:lnTo>
                      <a:pt x="109" y="858"/>
                    </a:lnTo>
                    <a:lnTo>
                      <a:pt x="55" y="980"/>
                    </a:lnTo>
                    <a:lnTo>
                      <a:pt x="28" y="1116"/>
                    </a:lnTo>
                    <a:lnTo>
                      <a:pt x="0" y="1252"/>
                    </a:lnTo>
                    <a:lnTo>
                      <a:pt x="0" y="1402"/>
                    </a:lnTo>
                    <a:lnTo>
                      <a:pt x="0" y="1538"/>
                    </a:lnTo>
                    <a:lnTo>
                      <a:pt x="28" y="1674"/>
                    </a:lnTo>
                    <a:lnTo>
                      <a:pt x="55" y="1810"/>
                    </a:lnTo>
                    <a:lnTo>
                      <a:pt x="109" y="1946"/>
                    </a:lnTo>
                    <a:lnTo>
                      <a:pt x="164" y="2068"/>
                    </a:lnTo>
                    <a:lnTo>
                      <a:pt x="232" y="2177"/>
                    </a:lnTo>
                    <a:lnTo>
                      <a:pt x="313" y="2286"/>
                    </a:lnTo>
                    <a:lnTo>
                      <a:pt x="408" y="2381"/>
                    </a:lnTo>
                    <a:lnTo>
                      <a:pt x="504" y="2476"/>
                    </a:lnTo>
                    <a:lnTo>
                      <a:pt x="613" y="2558"/>
                    </a:lnTo>
                    <a:lnTo>
                      <a:pt x="721" y="2626"/>
                    </a:lnTo>
                    <a:lnTo>
                      <a:pt x="844" y="2680"/>
                    </a:lnTo>
                    <a:lnTo>
                      <a:pt x="980" y="2735"/>
                    </a:lnTo>
                    <a:lnTo>
                      <a:pt x="1116" y="2762"/>
                    </a:lnTo>
                    <a:lnTo>
                      <a:pt x="1252" y="2789"/>
                    </a:lnTo>
                    <a:lnTo>
                      <a:pt x="1538" y="2789"/>
                    </a:lnTo>
                    <a:lnTo>
                      <a:pt x="1674" y="2762"/>
                    </a:lnTo>
                    <a:lnTo>
                      <a:pt x="1810" y="2735"/>
                    </a:lnTo>
                    <a:lnTo>
                      <a:pt x="1932" y="2680"/>
                    </a:lnTo>
                    <a:lnTo>
                      <a:pt x="2054" y="2626"/>
                    </a:lnTo>
                    <a:lnTo>
                      <a:pt x="2177" y="2558"/>
                    </a:lnTo>
                    <a:lnTo>
                      <a:pt x="2286" y="2476"/>
                    </a:lnTo>
                    <a:lnTo>
                      <a:pt x="2381" y="2381"/>
                    </a:lnTo>
                    <a:lnTo>
                      <a:pt x="2476" y="2286"/>
                    </a:lnTo>
                    <a:lnTo>
                      <a:pt x="2558" y="2177"/>
                    </a:lnTo>
                    <a:lnTo>
                      <a:pt x="2626" y="2068"/>
                    </a:lnTo>
                    <a:lnTo>
                      <a:pt x="2680" y="1946"/>
                    </a:lnTo>
                    <a:lnTo>
                      <a:pt x="2735" y="1810"/>
                    </a:lnTo>
                    <a:lnTo>
                      <a:pt x="2762" y="1674"/>
                    </a:lnTo>
                    <a:lnTo>
                      <a:pt x="2789" y="1538"/>
                    </a:lnTo>
                    <a:lnTo>
                      <a:pt x="2789" y="1402"/>
                    </a:lnTo>
                    <a:lnTo>
                      <a:pt x="2789" y="1252"/>
                    </a:lnTo>
                    <a:lnTo>
                      <a:pt x="2762" y="1116"/>
                    </a:lnTo>
                    <a:lnTo>
                      <a:pt x="2735" y="980"/>
                    </a:lnTo>
                    <a:lnTo>
                      <a:pt x="2680" y="858"/>
                    </a:lnTo>
                    <a:lnTo>
                      <a:pt x="2626" y="735"/>
                    </a:lnTo>
                    <a:lnTo>
                      <a:pt x="2558" y="613"/>
                    </a:lnTo>
                    <a:lnTo>
                      <a:pt x="2476" y="504"/>
                    </a:lnTo>
                    <a:lnTo>
                      <a:pt x="2381" y="409"/>
                    </a:lnTo>
                    <a:lnTo>
                      <a:pt x="2286" y="314"/>
                    </a:lnTo>
                    <a:lnTo>
                      <a:pt x="2177" y="232"/>
                    </a:lnTo>
                    <a:lnTo>
                      <a:pt x="2054" y="164"/>
                    </a:lnTo>
                    <a:lnTo>
                      <a:pt x="1932" y="109"/>
                    </a:lnTo>
                    <a:lnTo>
                      <a:pt x="1810" y="55"/>
                    </a:lnTo>
                    <a:lnTo>
                      <a:pt x="1674" y="28"/>
                    </a:lnTo>
                    <a:lnTo>
                      <a:pt x="153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28"/>
              <p:cNvSpPr/>
              <p:nvPr/>
            </p:nvSpPr>
            <p:spPr>
              <a:xfrm>
                <a:off x="902669" y="2032308"/>
                <a:ext cx="937806" cy="49712"/>
              </a:xfrm>
              <a:custGeom>
                <a:avLst/>
                <a:gdLst/>
                <a:ahLst/>
                <a:cxnLst/>
                <a:rect l="l" t="t" r="r" b="b"/>
                <a:pathLst>
                  <a:path w="31844" h="1688" extrusionOk="0">
                    <a:moveTo>
                      <a:pt x="843" y="0"/>
                    </a:moveTo>
                    <a:lnTo>
                      <a:pt x="762" y="14"/>
                    </a:lnTo>
                    <a:lnTo>
                      <a:pt x="680" y="28"/>
                    </a:lnTo>
                    <a:lnTo>
                      <a:pt x="599" y="41"/>
                    </a:lnTo>
                    <a:lnTo>
                      <a:pt x="517" y="68"/>
                    </a:lnTo>
                    <a:lnTo>
                      <a:pt x="367" y="150"/>
                    </a:lnTo>
                    <a:lnTo>
                      <a:pt x="245" y="245"/>
                    </a:lnTo>
                    <a:lnTo>
                      <a:pt x="150" y="381"/>
                    </a:lnTo>
                    <a:lnTo>
                      <a:pt x="68" y="517"/>
                    </a:lnTo>
                    <a:lnTo>
                      <a:pt x="41" y="599"/>
                    </a:lnTo>
                    <a:lnTo>
                      <a:pt x="14" y="681"/>
                    </a:lnTo>
                    <a:lnTo>
                      <a:pt x="0" y="762"/>
                    </a:lnTo>
                    <a:lnTo>
                      <a:pt x="0" y="844"/>
                    </a:lnTo>
                    <a:lnTo>
                      <a:pt x="0" y="925"/>
                    </a:lnTo>
                    <a:lnTo>
                      <a:pt x="14" y="1021"/>
                    </a:lnTo>
                    <a:lnTo>
                      <a:pt x="41" y="1102"/>
                    </a:lnTo>
                    <a:lnTo>
                      <a:pt x="68" y="1170"/>
                    </a:lnTo>
                    <a:lnTo>
                      <a:pt x="150" y="1320"/>
                    </a:lnTo>
                    <a:lnTo>
                      <a:pt x="245" y="1442"/>
                    </a:lnTo>
                    <a:lnTo>
                      <a:pt x="367" y="1538"/>
                    </a:lnTo>
                    <a:lnTo>
                      <a:pt x="517" y="1619"/>
                    </a:lnTo>
                    <a:lnTo>
                      <a:pt x="599" y="1646"/>
                    </a:lnTo>
                    <a:lnTo>
                      <a:pt x="680" y="1674"/>
                    </a:lnTo>
                    <a:lnTo>
                      <a:pt x="762" y="1687"/>
                    </a:lnTo>
                    <a:lnTo>
                      <a:pt x="31082" y="1687"/>
                    </a:lnTo>
                    <a:lnTo>
                      <a:pt x="31164" y="1674"/>
                    </a:lnTo>
                    <a:lnTo>
                      <a:pt x="31245" y="1646"/>
                    </a:lnTo>
                    <a:lnTo>
                      <a:pt x="31327" y="1619"/>
                    </a:lnTo>
                    <a:lnTo>
                      <a:pt x="31463" y="1538"/>
                    </a:lnTo>
                    <a:lnTo>
                      <a:pt x="31585" y="1442"/>
                    </a:lnTo>
                    <a:lnTo>
                      <a:pt x="31694" y="1320"/>
                    </a:lnTo>
                    <a:lnTo>
                      <a:pt x="31776" y="1170"/>
                    </a:lnTo>
                    <a:lnTo>
                      <a:pt x="31803" y="1102"/>
                    </a:lnTo>
                    <a:lnTo>
                      <a:pt x="31817" y="1021"/>
                    </a:lnTo>
                    <a:lnTo>
                      <a:pt x="31830" y="925"/>
                    </a:lnTo>
                    <a:lnTo>
                      <a:pt x="31844" y="844"/>
                    </a:lnTo>
                    <a:lnTo>
                      <a:pt x="31830" y="762"/>
                    </a:lnTo>
                    <a:lnTo>
                      <a:pt x="31817" y="681"/>
                    </a:lnTo>
                    <a:lnTo>
                      <a:pt x="31803" y="599"/>
                    </a:lnTo>
                    <a:lnTo>
                      <a:pt x="31776" y="517"/>
                    </a:lnTo>
                    <a:lnTo>
                      <a:pt x="31694" y="381"/>
                    </a:lnTo>
                    <a:lnTo>
                      <a:pt x="31585" y="245"/>
                    </a:lnTo>
                    <a:lnTo>
                      <a:pt x="31463" y="150"/>
                    </a:lnTo>
                    <a:lnTo>
                      <a:pt x="31327" y="68"/>
                    </a:lnTo>
                    <a:lnTo>
                      <a:pt x="31245" y="41"/>
                    </a:lnTo>
                    <a:lnTo>
                      <a:pt x="31164" y="28"/>
                    </a:lnTo>
                    <a:lnTo>
                      <a:pt x="31082" y="14"/>
                    </a:lnTo>
                    <a:lnTo>
                      <a:pt x="31000" y="0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28"/>
              <p:cNvSpPr/>
              <p:nvPr/>
            </p:nvSpPr>
            <p:spPr>
              <a:xfrm>
                <a:off x="902669" y="2156501"/>
                <a:ext cx="937806" cy="49682"/>
              </a:xfrm>
              <a:custGeom>
                <a:avLst/>
                <a:gdLst/>
                <a:ahLst/>
                <a:cxnLst/>
                <a:rect l="l" t="t" r="r" b="b"/>
                <a:pathLst>
                  <a:path w="31844" h="1687" extrusionOk="0">
                    <a:moveTo>
                      <a:pt x="843" y="0"/>
                    </a:moveTo>
                    <a:lnTo>
                      <a:pt x="762" y="14"/>
                    </a:lnTo>
                    <a:lnTo>
                      <a:pt x="680" y="27"/>
                    </a:lnTo>
                    <a:lnTo>
                      <a:pt x="599" y="41"/>
                    </a:lnTo>
                    <a:lnTo>
                      <a:pt x="517" y="68"/>
                    </a:lnTo>
                    <a:lnTo>
                      <a:pt x="367" y="150"/>
                    </a:lnTo>
                    <a:lnTo>
                      <a:pt x="245" y="245"/>
                    </a:lnTo>
                    <a:lnTo>
                      <a:pt x="150" y="381"/>
                    </a:lnTo>
                    <a:lnTo>
                      <a:pt x="68" y="517"/>
                    </a:lnTo>
                    <a:lnTo>
                      <a:pt x="41" y="599"/>
                    </a:lnTo>
                    <a:lnTo>
                      <a:pt x="14" y="680"/>
                    </a:lnTo>
                    <a:lnTo>
                      <a:pt x="0" y="762"/>
                    </a:lnTo>
                    <a:lnTo>
                      <a:pt x="0" y="844"/>
                    </a:lnTo>
                    <a:lnTo>
                      <a:pt x="0" y="939"/>
                    </a:lnTo>
                    <a:lnTo>
                      <a:pt x="14" y="1020"/>
                    </a:lnTo>
                    <a:lnTo>
                      <a:pt x="41" y="1102"/>
                    </a:lnTo>
                    <a:lnTo>
                      <a:pt x="68" y="1170"/>
                    </a:lnTo>
                    <a:lnTo>
                      <a:pt x="150" y="1320"/>
                    </a:lnTo>
                    <a:lnTo>
                      <a:pt x="245" y="1442"/>
                    </a:lnTo>
                    <a:lnTo>
                      <a:pt x="367" y="1551"/>
                    </a:lnTo>
                    <a:lnTo>
                      <a:pt x="517" y="1619"/>
                    </a:lnTo>
                    <a:lnTo>
                      <a:pt x="599" y="1646"/>
                    </a:lnTo>
                    <a:lnTo>
                      <a:pt x="680" y="1673"/>
                    </a:lnTo>
                    <a:lnTo>
                      <a:pt x="762" y="1687"/>
                    </a:lnTo>
                    <a:lnTo>
                      <a:pt x="31082" y="1687"/>
                    </a:lnTo>
                    <a:lnTo>
                      <a:pt x="31164" y="1673"/>
                    </a:lnTo>
                    <a:lnTo>
                      <a:pt x="31245" y="1646"/>
                    </a:lnTo>
                    <a:lnTo>
                      <a:pt x="31327" y="1619"/>
                    </a:lnTo>
                    <a:lnTo>
                      <a:pt x="31463" y="1551"/>
                    </a:lnTo>
                    <a:lnTo>
                      <a:pt x="31585" y="1442"/>
                    </a:lnTo>
                    <a:lnTo>
                      <a:pt x="31694" y="1320"/>
                    </a:lnTo>
                    <a:lnTo>
                      <a:pt x="31776" y="1170"/>
                    </a:lnTo>
                    <a:lnTo>
                      <a:pt x="31803" y="1102"/>
                    </a:lnTo>
                    <a:lnTo>
                      <a:pt x="31817" y="1020"/>
                    </a:lnTo>
                    <a:lnTo>
                      <a:pt x="31830" y="939"/>
                    </a:lnTo>
                    <a:lnTo>
                      <a:pt x="31844" y="844"/>
                    </a:lnTo>
                    <a:lnTo>
                      <a:pt x="31830" y="762"/>
                    </a:lnTo>
                    <a:lnTo>
                      <a:pt x="31817" y="680"/>
                    </a:lnTo>
                    <a:lnTo>
                      <a:pt x="31803" y="599"/>
                    </a:lnTo>
                    <a:lnTo>
                      <a:pt x="31776" y="517"/>
                    </a:lnTo>
                    <a:lnTo>
                      <a:pt x="31694" y="381"/>
                    </a:lnTo>
                    <a:lnTo>
                      <a:pt x="31585" y="245"/>
                    </a:lnTo>
                    <a:lnTo>
                      <a:pt x="31463" y="150"/>
                    </a:lnTo>
                    <a:lnTo>
                      <a:pt x="31327" y="68"/>
                    </a:lnTo>
                    <a:lnTo>
                      <a:pt x="31245" y="41"/>
                    </a:lnTo>
                    <a:lnTo>
                      <a:pt x="31164" y="27"/>
                    </a:lnTo>
                    <a:lnTo>
                      <a:pt x="31082" y="14"/>
                    </a:lnTo>
                    <a:lnTo>
                      <a:pt x="31000" y="0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28"/>
              <p:cNvSpPr/>
              <p:nvPr/>
            </p:nvSpPr>
            <p:spPr>
              <a:xfrm>
                <a:off x="902669" y="2280693"/>
                <a:ext cx="937806" cy="49682"/>
              </a:xfrm>
              <a:custGeom>
                <a:avLst/>
                <a:gdLst/>
                <a:ahLst/>
                <a:cxnLst/>
                <a:rect l="l" t="t" r="r" b="b"/>
                <a:pathLst>
                  <a:path w="31844" h="1687" extrusionOk="0">
                    <a:moveTo>
                      <a:pt x="843" y="0"/>
                    </a:moveTo>
                    <a:lnTo>
                      <a:pt x="762" y="14"/>
                    </a:lnTo>
                    <a:lnTo>
                      <a:pt x="680" y="27"/>
                    </a:lnTo>
                    <a:lnTo>
                      <a:pt x="599" y="41"/>
                    </a:lnTo>
                    <a:lnTo>
                      <a:pt x="517" y="68"/>
                    </a:lnTo>
                    <a:lnTo>
                      <a:pt x="367" y="150"/>
                    </a:lnTo>
                    <a:lnTo>
                      <a:pt x="245" y="258"/>
                    </a:lnTo>
                    <a:lnTo>
                      <a:pt x="150" y="381"/>
                    </a:lnTo>
                    <a:lnTo>
                      <a:pt x="68" y="517"/>
                    </a:lnTo>
                    <a:lnTo>
                      <a:pt x="41" y="599"/>
                    </a:lnTo>
                    <a:lnTo>
                      <a:pt x="14" y="680"/>
                    </a:lnTo>
                    <a:lnTo>
                      <a:pt x="0" y="762"/>
                    </a:lnTo>
                    <a:lnTo>
                      <a:pt x="0" y="843"/>
                    </a:lnTo>
                    <a:lnTo>
                      <a:pt x="0" y="939"/>
                    </a:lnTo>
                    <a:lnTo>
                      <a:pt x="14" y="1020"/>
                    </a:lnTo>
                    <a:lnTo>
                      <a:pt x="41" y="1102"/>
                    </a:lnTo>
                    <a:lnTo>
                      <a:pt x="68" y="1170"/>
                    </a:lnTo>
                    <a:lnTo>
                      <a:pt x="150" y="1319"/>
                    </a:lnTo>
                    <a:lnTo>
                      <a:pt x="245" y="1442"/>
                    </a:lnTo>
                    <a:lnTo>
                      <a:pt x="367" y="1551"/>
                    </a:lnTo>
                    <a:lnTo>
                      <a:pt x="517" y="1619"/>
                    </a:lnTo>
                    <a:lnTo>
                      <a:pt x="599" y="1646"/>
                    </a:lnTo>
                    <a:lnTo>
                      <a:pt x="680" y="1673"/>
                    </a:lnTo>
                    <a:lnTo>
                      <a:pt x="762" y="1687"/>
                    </a:lnTo>
                    <a:lnTo>
                      <a:pt x="31082" y="1687"/>
                    </a:lnTo>
                    <a:lnTo>
                      <a:pt x="31164" y="1673"/>
                    </a:lnTo>
                    <a:lnTo>
                      <a:pt x="31245" y="1646"/>
                    </a:lnTo>
                    <a:lnTo>
                      <a:pt x="31327" y="1619"/>
                    </a:lnTo>
                    <a:lnTo>
                      <a:pt x="31463" y="1551"/>
                    </a:lnTo>
                    <a:lnTo>
                      <a:pt x="31585" y="1442"/>
                    </a:lnTo>
                    <a:lnTo>
                      <a:pt x="31694" y="1319"/>
                    </a:lnTo>
                    <a:lnTo>
                      <a:pt x="31776" y="1170"/>
                    </a:lnTo>
                    <a:lnTo>
                      <a:pt x="31803" y="1102"/>
                    </a:lnTo>
                    <a:lnTo>
                      <a:pt x="31817" y="1020"/>
                    </a:lnTo>
                    <a:lnTo>
                      <a:pt x="31830" y="939"/>
                    </a:lnTo>
                    <a:lnTo>
                      <a:pt x="31844" y="843"/>
                    </a:lnTo>
                    <a:lnTo>
                      <a:pt x="31830" y="762"/>
                    </a:lnTo>
                    <a:lnTo>
                      <a:pt x="31817" y="680"/>
                    </a:lnTo>
                    <a:lnTo>
                      <a:pt x="31803" y="599"/>
                    </a:lnTo>
                    <a:lnTo>
                      <a:pt x="31776" y="517"/>
                    </a:lnTo>
                    <a:lnTo>
                      <a:pt x="31694" y="381"/>
                    </a:lnTo>
                    <a:lnTo>
                      <a:pt x="31585" y="258"/>
                    </a:lnTo>
                    <a:lnTo>
                      <a:pt x="31463" y="150"/>
                    </a:lnTo>
                    <a:lnTo>
                      <a:pt x="31327" y="68"/>
                    </a:lnTo>
                    <a:lnTo>
                      <a:pt x="31245" y="41"/>
                    </a:lnTo>
                    <a:lnTo>
                      <a:pt x="31164" y="27"/>
                    </a:lnTo>
                    <a:lnTo>
                      <a:pt x="31082" y="14"/>
                    </a:lnTo>
                    <a:lnTo>
                      <a:pt x="31000" y="0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28"/>
              <p:cNvSpPr/>
              <p:nvPr/>
            </p:nvSpPr>
            <p:spPr>
              <a:xfrm>
                <a:off x="902669" y="2405269"/>
                <a:ext cx="937806" cy="49299"/>
              </a:xfrm>
              <a:custGeom>
                <a:avLst/>
                <a:gdLst/>
                <a:ahLst/>
                <a:cxnLst/>
                <a:rect l="l" t="t" r="r" b="b"/>
                <a:pathLst>
                  <a:path w="31844" h="1674" extrusionOk="0">
                    <a:moveTo>
                      <a:pt x="762" y="0"/>
                    </a:moveTo>
                    <a:lnTo>
                      <a:pt x="680" y="14"/>
                    </a:lnTo>
                    <a:lnTo>
                      <a:pt x="599" y="28"/>
                    </a:lnTo>
                    <a:lnTo>
                      <a:pt x="517" y="55"/>
                    </a:lnTo>
                    <a:lnTo>
                      <a:pt x="367" y="136"/>
                    </a:lnTo>
                    <a:lnTo>
                      <a:pt x="245" y="245"/>
                    </a:lnTo>
                    <a:lnTo>
                      <a:pt x="150" y="368"/>
                    </a:lnTo>
                    <a:lnTo>
                      <a:pt x="68" y="504"/>
                    </a:lnTo>
                    <a:lnTo>
                      <a:pt x="41" y="585"/>
                    </a:lnTo>
                    <a:lnTo>
                      <a:pt x="14" y="667"/>
                    </a:lnTo>
                    <a:lnTo>
                      <a:pt x="0" y="749"/>
                    </a:lnTo>
                    <a:lnTo>
                      <a:pt x="0" y="830"/>
                    </a:lnTo>
                    <a:lnTo>
                      <a:pt x="0" y="925"/>
                    </a:lnTo>
                    <a:lnTo>
                      <a:pt x="14" y="1007"/>
                    </a:lnTo>
                    <a:lnTo>
                      <a:pt x="41" y="1089"/>
                    </a:lnTo>
                    <a:lnTo>
                      <a:pt x="68" y="1170"/>
                    </a:lnTo>
                    <a:lnTo>
                      <a:pt x="150" y="1306"/>
                    </a:lnTo>
                    <a:lnTo>
                      <a:pt x="245" y="1429"/>
                    </a:lnTo>
                    <a:lnTo>
                      <a:pt x="367" y="1537"/>
                    </a:lnTo>
                    <a:lnTo>
                      <a:pt x="517" y="1605"/>
                    </a:lnTo>
                    <a:lnTo>
                      <a:pt x="599" y="1646"/>
                    </a:lnTo>
                    <a:lnTo>
                      <a:pt x="680" y="1660"/>
                    </a:lnTo>
                    <a:lnTo>
                      <a:pt x="762" y="1674"/>
                    </a:lnTo>
                    <a:lnTo>
                      <a:pt x="31082" y="1674"/>
                    </a:lnTo>
                    <a:lnTo>
                      <a:pt x="31164" y="1660"/>
                    </a:lnTo>
                    <a:lnTo>
                      <a:pt x="31245" y="1646"/>
                    </a:lnTo>
                    <a:lnTo>
                      <a:pt x="31327" y="1605"/>
                    </a:lnTo>
                    <a:lnTo>
                      <a:pt x="31463" y="1537"/>
                    </a:lnTo>
                    <a:lnTo>
                      <a:pt x="31585" y="1429"/>
                    </a:lnTo>
                    <a:lnTo>
                      <a:pt x="31694" y="1306"/>
                    </a:lnTo>
                    <a:lnTo>
                      <a:pt x="31776" y="1170"/>
                    </a:lnTo>
                    <a:lnTo>
                      <a:pt x="31803" y="1089"/>
                    </a:lnTo>
                    <a:lnTo>
                      <a:pt x="31817" y="1007"/>
                    </a:lnTo>
                    <a:lnTo>
                      <a:pt x="31830" y="925"/>
                    </a:lnTo>
                    <a:lnTo>
                      <a:pt x="31844" y="830"/>
                    </a:lnTo>
                    <a:lnTo>
                      <a:pt x="31830" y="749"/>
                    </a:lnTo>
                    <a:lnTo>
                      <a:pt x="31817" y="667"/>
                    </a:lnTo>
                    <a:lnTo>
                      <a:pt x="31803" y="585"/>
                    </a:lnTo>
                    <a:lnTo>
                      <a:pt x="31776" y="504"/>
                    </a:lnTo>
                    <a:lnTo>
                      <a:pt x="31694" y="368"/>
                    </a:lnTo>
                    <a:lnTo>
                      <a:pt x="31585" y="245"/>
                    </a:lnTo>
                    <a:lnTo>
                      <a:pt x="31463" y="136"/>
                    </a:lnTo>
                    <a:lnTo>
                      <a:pt x="31327" y="55"/>
                    </a:lnTo>
                    <a:lnTo>
                      <a:pt x="31245" y="28"/>
                    </a:lnTo>
                    <a:lnTo>
                      <a:pt x="31164" y="14"/>
                    </a:lnTo>
                    <a:lnTo>
                      <a:pt x="31082" y="0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28"/>
              <p:cNvSpPr/>
              <p:nvPr/>
            </p:nvSpPr>
            <p:spPr>
              <a:xfrm>
                <a:off x="1266796" y="1647744"/>
                <a:ext cx="209566" cy="15638"/>
              </a:xfrm>
              <a:custGeom>
                <a:avLst/>
                <a:gdLst/>
                <a:ahLst/>
                <a:cxnLst/>
                <a:rect l="l" t="t" r="r" b="b"/>
                <a:pathLst>
                  <a:path w="7116" h="531" extrusionOk="0">
                    <a:moveTo>
                      <a:pt x="1" y="0"/>
                    </a:moveTo>
                    <a:lnTo>
                      <a:pt x="1" y="531"/>
                    </a:lnTo>
                    <a:lnTo>
                      <a:pt x="7115" y="531"/>
                    </a:lnTo>
                    <a:lnTo>
                      <a:pt x="71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28"/>
              <p:cNvSpPr/>
              <p:nvPr/>
            </p:nvSpPr>
            <p:spPr>
              <a:xfrm>
                <a:off x="1266796" y="1679373"/>
                <a:ext cx="209566" cy="15667"/>
              </a:xfrm>
              <a:custGeom>
                <a:avLst/>
                <a:gdLst/>
                <a:ahLst/>
                <a:cxnLst/>
                <a:rect l="l" t="t" r="r" b="b"/>
                <a:pathLst>
                  <a:path w="7116" h="532" extrusionOk="0">
                    <a:moveTo>
                      <a:pt x="1" y="1"/>
                    </a:moveTo>
                    <a:lnTo>
                      <a:pt x="1" y="531"/>
                    </a:lnTo>
                    <a:lnTo>
                      <a:pt x="7115" y="531"/>
                    </a:lnTo>
                    <a:lnTo>
                      <a:pt x="71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28"/>
              <p:cNvSpPr/>
              <p:nvPr/>
            </p:nvSpPr>
            <p:spPr>
              <a:xfrm>
                <a:off x="1267620" y="1713830"/>
                <a:ext cx="209537" cy="15638"/>
              </a:xfrm>
              <a:custGeom>
                <a:avLst/>
                <a:gdLst/>
                <a:ahLst/>
                <a:cxnLst/>
                <a:rect l="l" t="t" r="r" b="b"/>
                <a:pathLst>
                  <a:path w="7115" h="531" extrusionOk="0">
                    <a:moveTo>
                      <a:pt x="0" y="0"/>
                    </a:moveTo>
                    <a:lnTo>
                      <a:pt x="0" y="531"/>
                    </a:lnTo>
                    <a:lnTo>
                      <a:pt x="7114" y="531"/>
                    </a:lnTo>
                    <a:lnTo>
                      <a:pt x="71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28"/>
              <p:cNvSpPr/>
              <p:nvPr/>
            </p:nvSpPr>
            <p:spPr>
              <a:xfrm>
                <a:off x="1266796" y="1747492"/>
                <a:ext cx="209566" cy="15638"/>
              </a:xfrm>
              <a:custGeom>
                <a:avLst/>
                <a:gdLst/>
                <a:ahLst/>
                <a:cxnLst/>
                <a:rect l="l" t="t" r="r" b="b"/>
                <a:pathLst>
                  <a:path w="7116" h="531" extrusionOk="0">
                    <a:moveTo>
                      <a:pt x="1" y="0"/>
                    </a:moveTo>
                    <a:lnTo>
                      <a:pt x="1" y="531"/>
                    </a:lnTo>
                    <a:lnTo>
                      <a:pt x="7115" y="531"/>
                    </a:lnTo>
                    <a:lnTo>
                      <a:pt x="71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28"/>
              <p:cNvSpPr/>
              <p:nvPr/>
            </p:nvSpPr>
            <p:spPr>
              <a:xfrm>
                <a:off x="1266796" y="1779122"/>
                <a:ext cx="209566" cy="15667"/>
              </a:xfrm>
              <a:custGeom>
                <a:avLst/>
                <a:gdLst/>
                <a:ahLst/>
                <a:cxnLst/>
                <a:rect l="l" t="t" r="r" b="b"/>
                <a:pathLst>
                  <a:path w="7116" h="532" extrusionOk="0">
                    <a:moveTo>
                      <a:pt x="1" y="1"/>
                    </a:moveTo>
                    <a:lnTo>
                      <a:pt x="1" y="531"/>
                    </a:lnTo>
                    <a:lnTo>
                      <a:pt x="7115" y="531"/>
                    </a:lnTo>
                    <a:lnTo>
                      <a:pt x="71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28"/>
              <p:cNvSpPr/>
              <p:nvPr/>
            </p:nvSpPr>
            <p:spPr>
              <a:xfrm>
                <a:off x="1266796" y="1815170"/>
                <a:ext cx="209566" cy="16050"/>
              </a:xfrm>
              <a:custGeom>
                <a:avLst/>
                <a:gdLst/>
                <a:ahLst/>
                <a:cxnLst/>
                <a:rect l="l" t="t" r="r" b="b"/>
                <a:pathLst>
                  <a:path w="7116" h="545" extrusionOk="0">
                    <a:moveTo>
                      <a:pt x="1" y="1"/>
                    </a:moveTo>
                    <a:lnTo>
                      <a:pt x="1" y="545"/>
                    </a:lnTo>
                    <a:lnTo>
                      <a:pt x="7115" y="545"/>
                    </a:lnTo>
                    <a:lnTo>
                      <a:pt x="71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28"/>
              <p:cNvSpPr/>
              <p:nvPr/>
            </p:nvSpPr>
            <p:spPr>
              <a:xfrm>
                <a:off x="913065" y="1530354"/>
                <a:ext cx="395837" cy="395808"/>
              </a:xfrm>
              <a:custGeom>
                <a:avLst/>
                <a:gdLst/>
                <a:ahLst/>
                <a:cxnLst/>
                <a:rect l="l" t="t" r="r" b="b"/>
                <a:pathLst>
                  <a:path w="13441" h="13440" extrusionOk="0">
                    <a:moveTo>
                      <a:pt x="6557" y="0"/>
                    </a:moveTo>
                    <a:lnTo>
                      <a:pt x="6408" y="14"/>
                    </a:lnTo>
                    <a:lnTo>
                      <a:pt x="6176" y="28"/>
                    </a:lnTo>
                    <a:lnTo>
                      <a:pt x="5959" y="41"/>
                    </a:lnTo>
                    <a:lnTo>
                      <a:pt x="5632" y="96"/>
                    </a:lnTo>
                    <a:lnTo>
                      <a:pt x="5319" y="150"/>
                    </a:lnTo>
                    <a:lnTo>
                      <a:pt x="5007" y="218"/>
                    </a:lnTo>
                    <a:lnTo>
                      <a:pt x="4707" y="313"/>
                    </a:lnTo>
                    <a:lnTo>
                      <a:pt x="4408" y="409"/>
                    </a:lnTo>
                    <a:lnTo>
                      <a:pt x="4109" y="531"/>
                    </a:lnTo>
                    <a:lnTo>
                      <a:pt x="3823" y="653"/>
                    </a:lnTo>
                    <a:lnTo>
                      <a:pt x="3551" y="803"/>
                    </a:lnTo>
                    <a:lnTo>
                      <a:pt x="3279" y="953"/>
                    </a:lnTo>
                    <a:lnTo>
                      <a:pt x="3021" y="1116"/>
                    </a:lnTo>
                    <a:lnTo>
                      <a:pt x="2762" y="1293"/>
                    </a:lnTo>
                    <a:lnTo>
                      <a:pt x="2517" y="1483"/>
                    </a:lnTo>
                    <a:lnTo>
                      <a:pt x="2286" y="1674"/>
                    </a:lnTo>
                    <a:lnTo>
                      <a:pt x="2055" y="1891"/>
                    </a:lnTo>
                    <a:lnTo>
                      <a:pt x="1837" y="2109"/>
                    </a:lnTo>
                    <a:lnTo>
                      <a:pt x="1633" y="2340"/>
                    </a:lnTo>
                    <a:lnTo>
                      <a:pt x="1538" y="2449"/>
                    </a:lnTo>
                    <a:lnTo>
                      <a:pt x="1443" y="2558"/>
                    </a:lnTo>
                    <a:lnTo>
                      <a:pt x="1361" y="2667"/>
                    </a:lnTo>
                    <a:lnTo>
                      <a:pt x="1347" y="2680"/>
                    </a:lnTo>
                    <a:lnTo>
                      <a:pt x="1293" y="2748"/>
                    </a:lnTo>
                    <a:lnTo>
                      <a:pt x="1266" y="2803"/>
                    </a:lnTo>
                    <a:lnTo>
                      <a:pt x="1252" y="2816"/>
                    </a:lnTo>
                    <a:lnTo>
                      <a:pt x="1116" y="3007"/>
                    </a:lnTo>
                    <a:lnTo>
                      <a:pt x="994" y="3211"/>
                    </a:lnTo>
                    <a:lnTo>
                      <a:pt x="871" y="3415"/>
                    </a:lnTo>
                    <a:lnTo>
                      <a:pt x="749" y="3619"/>
                    </a:lnTo>
                    <a:lnTo>
                      <a:pt x="654" y="3836"/>
                    </a:lnTo>
                    <a:lnTo>
                      <a:pt x="545" y="4054"/>
                    </a:lnTo>
                    <a:lnTo>
                      <a:pt x="450" y="4285"/>
                    </a:lnTo>
                    <a:lnTo>
                      <a:pt x="368" y="4503"/>
                    </a:lnTo>
                    <a:lnTo>
                      <a:pt x="300" y="4734"/>
                    </a:lnTo>
                    <a:lnTo>
                      <a:pt x="232" y="4965"/>
                    </a:lnTo>
                    <a:lnTo>
                      <a:pt x="164" y="5210"/>
                    </a:lnTo>
                    <a:lnTo>
                      <a:pt x="123" y="5455"/>
                    </a:lnTo>
                    <a:lnTo>
                      <a:pt x="82" y="5700"/>
                    </a:lnTo>
                    <a:lnTo>
                      <a:pt x="42" y="5945"/>
                    </a:lnTo>
                    <a:lnTo>
                      <a:pt x="14" y="6190"/>
                    </a:lnTo>
                    <a:lnTo>
                      <a:pt x="1" y="6448"/>
                    </a:lnTo>
                    <a:lnTo>
                      <a:pt x="1" y="6720"/>
                    </a:lnTo>
                    <a:lnTo>
                      <a:pt x="1" y="7006"/>
                    </a:lnTo>
                    <a:lnTo>
                      <a:pt x="14" y="7278"/>
                    </a:lnTo>
                    <a:lnTo>
                      <a:pt x="42" y="7536"/>
                    </a:lnTo>
                    <a:lnTo>
                      <a:pt x="82" y="7808"/>
                    </a:lnTo>
                    <a:lnTo>
                      <a:pt x="137" y="8067"/>
                    </a:lnTo>
                    <a:lnTo>
                      <a:pt x="191" y="8325"/>
                    </a:lnTo>
                    <a:lnTo>
                      <a:pt x="259" y="8570"/>
                    </a:lnTo>
                    <a:lnTo>
                      <a:pt x="327" y="8829"/>
                    </a:lnTo>
                    <a:lnTo>
                      <a:pt x="422" y="9073"/>
                    </a:lnTo>
                    <a:lnTo>
                      <a:pt x="518" y="9305"/>
                    </a:lnTo>
                    <a:lnTo>
                      <a:pt x="613" y="9549"/>
                    </a:lnTo>
                    <a:lnTo>
                      <a:pt x="722" y="9781"/>
                    </a:lnTo>
                    <a:lnTo>
                      <a:pt x="844" y="9998"/>
                    </a:lnTo>
                    <a:lnTo>
                      <a:pt x="980" y="10216"/>
                    </a:lnTo>
                    <a:lnTo>
                      <a:pt x="1116" y="10434"/>
                    </a:lnTo>
                    <a:lnTo>
                      <a:pt x="1266" y="10638"/>
                    </a:lnTo>
                    <a:lnTo>
                      <a:pt x="1415" y="10842"/>
                    </a:lnTo>
                    <a:lnTo>
                      <a:pt x="1429" y="10869"/>
                    </a:lnTo>
                    <a:lnTo>
                      <a:pt x="1511" y="10964"/>
                    </a:lnTo>
                    <a:lnTo>
                      <a:pt x="1551" y="11032"/>
                    </a:lnTo>
                    <a:lnTo>
                      <a:pt x="1619" y="11100"/>
                    </a:lnTo>
                    <a:lnTo>
                      <a:pt x="1715" y="11209"/>
                    </a:lnTo>
                    <a:lnTo>
                      <a:pt x="1796" y="11304"/>
                    </a:lnTo>
                    <a:lnTo>
                      <a:pt x="1810" y="11318"/>
                    </a:lnTo>
                    <a:lnTo>
                      <a:pt x="2014" y="11522"/>
                    </a:lnTo>
                    <a:lnTo>
                      <a:pt x="2232" y="11726"/>
                    </a:lnTo>
                    <a:lnTo>
                      <a:pt x="2449" y="11916"/>
                    </a:lnTo>
                    <a:lnTo>
                      <a:pt x="2680" y="12093"/>
                    </a:lnTo>
                    <a:lnTo>
                      <a:pt x="2912" y="12270"/>
                    </a:lnTo>
                    <a:lnTo>
                      <a:pt x="3157" y="12433"/>
                    </a:lnTo>
                    <a:lnTo>
                      <a:pt x="3415" y="12583"/>
                    </a:lnTo>
                    <a:lnTo>
                      <a:pt x="3673" y="12719"/>
                    </a:lnTo>
                    <a:lnTo>
                      <a:pt x="3946" y="12841"/>
                    </a:lnTo>
                    <a:lnTo>
                      <a:pt x="4218" y="12964"/>
                    </a:lnTo>
                    <a:lnTo>
                      <a:pt x="4490" y="13059"/>
                    </a:lnTo>
                    <a:lnTo>
                      <a:pt x="4775" y="13154"/>
                    </a:lnTo>
                    <a:lnTo>
                      <a:pt x="5061" y="13236"/>
                    </a:lnTo>
                    <a:lnTo>
                      <a:pt x="5360" y="13304"/>
                    </a:lnTo>
                    <a:lnTo>
                      <a:pt x="5659" y="13358"/>
                    </a:lnTo>
                    <a:lnTo>
                      <a:pt x="5959" y="13399"/>
                    </a:lnTo>
                    <a:lnTo>
                      <a:pt x="6176" y="13426"/>
                    </a:lnTo>
                    <a:lnTo>
                      <a:pt x="6408" y="13440"/>
                    </a:lnTo>
                    <a:lnTo>
                      <a:pt x="6979" y="13440"/>
                    </a:lnTo>
                    <a:lnTo>
                      <a:pt x="7265" y="13426"/>
                    </a:lnTo>
                    <a:lnTo>
                      <a:pt x="7319" y="13413"/>
                    </a:lnTo>
                    <a:lnTo>
                      <a:pt x="7632" y="13385"/>
                    </a:lnTo>
                    <a:lnTo>
                      <a:pt x="7945" y="13331"/>
                    </a:lnTo>
                    <a:lnTo>
                      <a:pt x="8244" y="13263"/>
                    </a:lnTo>
                    <a:lnTo>
                      <a:pt x="8543" y="13195"/>
                    </a:lnTo>
                    <a:lnTo>
                      <a:pt x="8842" y="13100"/>
                    </a:lnTo>
                    <a:lnTo>
                      <a:pt x="9128" y="12991"/>
                    </a:lnTo>
                    <a:lnTo>
                      <a:pt x="9414" y="12882"/>
                    </a:lnTo>
                    <a:lnTo>
                      <a:pt x="9686" y="12760"/>
                    </a:lnTo>
                    <a:lnTo>
                      <a:pt x="9958" y="12610"/>
                    </a:lnTo>
                    <a:lnTo>
                      <a:pt x="10216" y="12460"/>
                    </a:lnTo>
                    <a:lnTo>
                      <a:pt x="10461" y="12297"/>
                    </a:lnTo>
                    <a:lnTo>
                      <a:pt x="10706" y="12134"/>
                    </a:lnTo>
                    <a:lnTo>
                      <a:pt x="10951" y="11944"/>
                    </a:lnTo>
                    <a:lnTo>
                      <a:pt x="11182" y="11753"/>
                    </a:lnTo>
                    <a:lnTo>
                      <a:pt x="11400" y="11549"/>
                    </a:lnTo>
                    <a:lnTo>
                      <a:pt x="11604" y="11331"/>
                    </a:lnTo>
                    <a:lnTo>
                      <a:pt x="11617" y="11318"/>
                    </a:lnTo>
                    <a:lnTo>
                      <a:pt x="11821" y="11100"/>
                    </a:lnTo>
                    <a:lnTo>
                      <a:pt x="11998" y="10883"/>
                    </a:lnTo>
                    <a:lnTo>
                      <a:pt x="12012" y="10869"/>
                    </a:lnTo>
                    <a:lnTo>
                      <a:pt x="12162" y="10665"/>
                    </a:lnTo>
                    <a:lnTo>
                      <a:pt x="12311" y="10447"/>
                    </a:lnTo>
                    <a:lnTo>
                      <a:pt x="12447" y="10230"/>
                    </a:lnTo>
                    <a:lnTo>
                      <a:pt x="12583" y="10012"/>
                    </a:lnTo>
                    <a:lnTo>
                      <a:pt x="12706" y="9781"/>
                    </a:lnTo>
                    <a:lnTo>
                      <a:pt x="12814" y="9549"/>
                    </a:lnTo>
                    <a:lnTo>
                      <a:pt x="12923" y="9318"/>
                    </a:lnTo>
                    <a:lnTo>
                      <a:pt x="13018" y="9073"/>
                    </a:lnTo>
                    <a:lnTo>
                      <a:pt x="13100" y="8829"/>
                    </a:lnTo>
                    <a:lnTo>
                      <a:pt x="13182" y="8584"/>
                    </a:lnTo>
                    <a:lnTo>
                      <a:pt x="13250" y="8325"/>
                    </a:lnTo>
                    <a:lnTo>
                      <a:pt x="13304" y="8067"/>
                    </a:lnTo>
                    <a:lnTo>
                      <a:pt x="13345" y="7808"/>
                    </a:lnTo>
                    <a:lnTo>
                      <a:pt x="13386" y="7550"/>
                    </a:lnTo>
                    <a:lnTo>
                      <a:pt x="13413" y="7278"/>
                    </a:lnTo>
                    <a:lnTo>
                      <a:pt x="13427" y="7006"/>
                    </a:lnTo>
                    <a:lnTo>
                      <a:pt x="13440" y="6720"/>
                    </a:lnTo>
                    <a:lnTo>
                      <a:pt x="13427" y="6448"/>
                    </a:lnTo>
                    <a:lnTo>
                      <a:pt x="13413" y="6190"/>
                    </a:lnTo>
                    <a:lnTo>
                      <a:pt x="13386" y="5945"/>
                    </a:lnTo>
                    <a:lnTo>
                      <a:pt x="13359" y="5700"/>
                    </a:lnTo>
                    <a:lnTo>
                      <a:pt x="13318" y="5455"/>
                    </a:lnTo>
                    <a:lnTo>
                      <a:pt x="13263" y="5210"/>
                    </a:lnTo>
                    <a:lnTo>
                      <a:pt x="13209" y="4965"/>
                    </a:lnTo>
                    <a:lnTo>
                      <a:pt x="13141" y="4734"/>
                    </a:lnTo>
                    <a:lnTo>
                      <a:pt x="13059" y="4503"/>
                    </a:lnTo>
                    <a:lnTo>
                      <a:pt x="12978" y="4285"/>
                    </a:lnTo>
                    <a:lnTo>
                      <a:pt x="12882" y="4054"/>
                    </a:lnTo>
                    <a:lnTo>
                      <a:pt x="12787" y="3836"/>
                    </a:lnTo>
                    <a:lnTo>
                      <a:pt x="12678" y="3619"/>
                    </a:lnTo>
                    <a:lnTo>
                      <a:pt x="12570" y="3415"/>
                    </a:lnTo>
                    <a:lnTo>
                      <a:pt x="12447" y="3211"/>
                    </a:lnTo>
                    <a:lnTo>
                      <a:pt x="12311" y="3007"/>
                    </a:lnTo>
                    <a:lnTo>
                      <a:pt x="12175" y="2816"/>
                    </a:lnTo>
                    <a:lnTo>
                      <a:pt x="12162" y="2789"/>
                    </a:lnTo>
                    <a:lnTo>
                      <a:pt x="11998" y="2571"/>
                    </a:lnTo>
                    <a:lnTo>
                      <a:pt x="11821" y="2340"/>
                    </a:lnTo>
                    <a:lnTo>
                      <a:pt x="11808" y="2327"/>
                    </a:lnTo>
                    <a:lnTo>
                      <a:pt x="11590" y="2095"/>
                    </a:lnTo>
                    <a:lnTo>
                      <a:pt x="11359" y="1878"/>
                    </a:lnTo>
                    <a:lnTo>
                      <a:pt x="11128" y="1660"/>
                    </a:lnTo>
                    <a:lnTo>
                      <a:pt x="10883" y="1456"/>
                    </a:lnTo>
                    <a:lnTo>
                      <a:pt x="10638" y="1266"/>
                    </a:lnTo>
                    <a:lnTo>
                      <a:pt x="10366" y="1089"/>
                    </a:lnTo>
                    <a:lnTo>
                      <a:pt x="10094" y="912"/>
                    </a:lnTo>
                    <a:lnTo>
                      <a:pt x="9822" y="762"/>
                    </a:lnTo>
                    <a:lnTo>
                      <a:pt x="9523" y="626"/>
                    </a:lnTo>
                    <a:lnTo>
                      <a:pt x="9237" y="490"/>
                    </a:lnTo>
                    <a:lnTo>
                      <a:pt x="8924" y="381"/>
                    </a:lnTo>
                    <a:lnTo>
                      <a:pt x="8625" y="273"/>
                    </a:lnTo>
                    <a:lnTo>
                      <a:pt x="8298" y="191"/>
                    </a:lnTo>
                    <a:lnTo>
                      <a:pt x="7986" y="123"/>
                    </a:lnTo>
                    <a:lnTo>
                      <a:pt x="7659" y="68"/>
                    </a:lnTo>
                    <a:lnTo>
                      <a:pt x="7319" y="28"/>
                    </a:lnTo>
                    <a:lnTo>
                      <a:pt x="7265" y="28"/>
                    </a:lnTo>
                    <a:lnTo>
                      <a:pt x="6979" y="14"/>
                    </a:lnTo>
                    <a:lnTo>
                      <a:pt x="673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28"/>
              <p:cNvSpPr/>
              <p:nvPr/>
            </p:nvSpPr>
            <p:spPr>
              <a:xfrm>
                <a:off x="1003596" y="1624095"/>
                <a:ext cx="214749" cy="214749"/>
              </a:xfrm>
              <a:custGeom>
                <a:avLst/>
                <a:gdLst/>
                <a:ahLst/>
                <a:cxnLst/>
                <a:rect l="l" t="t" r="r" b="b"/>
                <a:pathLst>
                  <a:path w="7292" h="7292" extrusionOk="0">
                    <a:moveTo>
                      <a:pt x="3646" y="0"/>
                    </a:moveTo>
                    <a:lnTo>
                      <a:pt x="3456" y="14"/>
                    </a:lnTo>
                    <a:lnTo>
                      <a:pt x="3266" y="28"/>
                    </a:lnTo>
                    <a:lnTo>
                      <a:pt x="3089" y="41"/>
                    </a:lnTo>
                    <a:lnTo>
                      <a:pt x="2912" y="82"/>
                    </a:lnTo>
                    <a:lnTo>
                      <a:pt x="2735" y="123"/>
                    </a:lnTo>
                    <a:lnTo>
                      <a:pt x="2558" y="164"/>
                    </a:lnTo>
                    <a:lnTo>
                      <a:pt x="2395" y="232"/>
                    </a:lnTo>
                    <a:lnTo>
                      <a:pt x="2218" y="286"/>
                    </a:lnTo>
                    <a:lnTo>
                      <a:pt x="2069" y="368"/>
                    </a:lnTo>
                    <a:lnTo>
                      <a:pt x="1905" y="449"/>
                    </a:lnTo>
                    <a:lnTo>
                      <a:pt x="1756" y="531"/>
                    </a:lnTo>
                    <a:lnTo>
                      <a:pt x="1606" y="626"/>
                    </a:lnTo>
                    <a:lnTo>
                      <a:pt x="1456" y="735"/>
                    </a:lnTo>
                    <a:lnTo>
                      <a:pt x="1320" y="844"/>
                    </a:lnTo>
                    <a:lnTo>
                      <a:pt x="1198" y="953"/>
                    </a:lnTo>
                    <a:lnTo>
                      <a:pt x="1062" y="1075"/>
                    </a:lnTo>
                    <a:lnTo>
                      <a:pt x="940" y="1197"/>
                    </a:lnTo>
                    <a:lnTo>
                      <a:pt x="831" y="1334"/>
                    </a:lnTo>
                    <a:lnTo>
                      <a:pt x="722" y="1470"/>
                    </a:lnTo>
                    <a:lnTo>
                      <a:pt x="627" y="1606"/>
                    </a:lnTo>
                    <a:lnTo>
                      <a:pt x="531" y="1755"/>
                    </a:lnTo>
                    <a:lnTo>
                      <a:pt x="436" y="1918"/>
                    </a:lnTo>
                    <a:lnTo>
                      <a:pt x="355" y="2068"/>
                    </a:lnTo>
                    <a:lnTo>
                      <a:pt x="287" y="2231"/>
                    </a:lnTo>
                    <a:lnTo>
                      <a:pt x="219" y="2395"/>
                    </a:lnTo>
                    <a:lnTo>
                      <a:pt x="164" y="2571"/>
                    </a:lnTo>
                    <a:lnTo>
                      <a:pt x="110" y="2735"/>
                    </a:lnTo>
                    <a:lnTo>
                      <a:pt x="69" y="2911"/>
                    </a:lnTo>
                    <a:lnTo>
                      <a:pt x="42" y="3088"/>
                    </a:lnTo>
                    <a:lnTo>
                      <a:pt x="15" y="3279"/>
                    </a:lnTo>
                    <a:lnTo>
                      <a:pt x="1" y="3456"/>
                    </a:lnTo>
                    <a:lnTo>
                      <a:pt x="1" y="3646"/>
                    </a:lnTo>
                    <a:lnTo>
                      <a:pt x="1" y="3836"/>
                    </a:lnTo>
                    <a:lnTo>
                      <a:pt x="15" y="4027"/>
                    </a:lnTo>
                    <a:lnTo>
                      <a:pt x="42" y="4204"/>
                    </a:lnTo>
                    <a:lnTo>
                      <a:pt x="69" y="4380"/>
                    </a:lnTo>
                    <a:lnTo>
                      <a:pt x="110" y="4557"/>
                    </a:lnTo>
                    <a:lnTo>
                      <a:pt x="164" y="4734"/>
                    </a:lnTo>
                    <a:lnTo>
                      <a:pt x="219" y="4897"/>
                    </a:lnTo>
                    <a:lnTo>
                      <a:pt x="287" y="5074"/>
                    </a:lnTo>
                    <a:lnTo>
                      <a:pt x="355" y="5224"/>
                    </a:lnTo>
                    <a:lnTo>
                      <a:pt x="436" y="5387"/>
                    </a:lnTo>
                    <a:lnTo>
                      <a:pt x="531" y="5537"/>
                    </a:lnTo>
                    <a:lnTo>
                      <a:pt x="627" y="5686"/>
                    </a:lnTo>
                    <a:lnTo>
                      <a:pt x="722" y="5836"/>
                    </a:lnTo>
                    <a:lnTo>
                      <a:pt x="831" y="5972"/>
                    </a:lnTo>
                    <a:lnTo>
                      <a:pt x="940" y="6094"/>
                    </a:lnTo>
                    <a:lnTo>
                      <a:pt x="1062" y="6230"/>
                    </a:lnTo>
                    <a:lnTo>
                      <a:pt x="1198" y="6353"/>
                    </a:lnTo>
                    <a:lnTo>
                      <a:pt x="1320" y="6462"/>
                    </a:lnTo>
                    <a:lnTo>
                      <a:pt x="1456" y="6570"/>
                    </a:lnTo>
                    <a:lnTo>
                      <a:pt x="1606" y="6666"/>
                    </a:lnTo>
                    <a:lnTo>
                      <a:pt x="1756" y="6761"/>
                    </a:lnTo>
                    <a:lnTo>
                      <a:pt x="1905" y="6856"/>
                    </a:lnTo>
                    <a:lnTo>
                      <a:pt x="2069" y="6938"/>
                    </a:lnTo>
                    <a:lnTo>
                      <a:pt x="2218" y="7006"/>
                    </a:lnTo>
                    <a:lnTo>
                      <a:pt x="2395" y="7074"/>
                    </a:lnTo>
                    <a:lnTo>
                      <a:pt x="2558" y="7128"/>
                    </a:lnTo>
                    <a:lnTo>
                      <a:pt x="2735" y="7183"/>
                    </a:lnTo>
                    <a:lnTo>
                      <a:pt x="2912" y="7223"/>
                    </a:lnTo>
                    <a:lnTo>
                      <a:pt x="3089" y="7251"/>
                    </a:lnTo>
                    <a:lnTo>
                      <a:pt x="3266" y="7278"/>
                    </a:lnTo>
                    <a:lnTo>
                      <a:pt x="3456" y="7291"/>
                    </a:lnTo>
                    <a:lnTo>
                      <a:pt x="3837" y="7291"/>
                    </a:lnTo>
                    <a:lnTo>
                      <a:pt x="4014" y="7278"/>
                    </a:lnTo>
                    <a:lnTo>
                      <a:pt x="4204" y="7251"/>
                    </a:lnTo>
                    <a:lnTo>
                      <a:pt x="4381" y="7223"/>
                    </a:lnTo>
                    <a:lnTo>
                      <a:pt x="4558" y="7183"/>
                    </a:lnTo>
                    <a:lnTo>
                      <a:pt x="4721" y="7128"/>
                    </a:lnTo>
                    <a:lnTo>
                      <a:pt x="4898" y="7074"/>
                    </a:lnTo>
                    <a:lnTo>
                      <a:pt x="5061" y="7006"/>
                    </a:lnTo>
                    <a:lnTo>
                      <a:pt x="5224" y="6938"/>
                    </a:lnTo>
                    <a:lnTo>
                      <a:pt x="5374" y="6856"/>
                    </a:lnTo>
                    <a:lnTo>
                      <a:pt x="5537" y="6761"/>
                    </a:lnTo>
                    <a:lnTo>
                      <a:pt x="5687" y="6666"/>
                    </a:lnTo>
                    <a:lnTo>
                      <a:pt x="5823" y="6570"/>
                    </a:lnTo>
                    <a:lnTo>
                      <a:pt x="5959" y="6462"/>
                    </a:lnTo>
                    <a:lnTo>
                      <a:pt x="6095" y="6353"/>
                    </a:lnTo>
                    <a:lnTo>
                      <a:pt x="6217" y="6230"/>
                    </a:lnTo>
                    <a:lnTo>
                      <a:pt x="6340" y="6094"/>
                    </a:lnTo>
                    <a:lnTo>
                      <a:pt x="6462" y="5972"/>
                    </a:lnTo>
                    <a:lnTo>
                      <a:pt x="6557" y="5836"/>
                    </a:lnTo>
                    <a:lnTo>
                      <a:pt x="6666" y="5686"/>
                    </a:lnTo>
                    <a:lnTo>
                      <a:pt x="6761" y="5537"/>
                    </a:lnTo>
                    <a:lnTo>
                      <a:pt x="6843" y="5387"/>
                    </a:lnTo>
                    <a:lnTo>
                      <a:pt x="6925" y="5224"/>
                    </a:lnTo>
                    <a:lnTo>
                      <a:pt x="7006" y="5074"/>
                    </a:lnTo>
                    <a:lnTo>
                      <a:pt x="7061" y="4897"/>
                    </a:lnTo>
                    <a:lnTo>
                      <a:pt x="7129" y="4734"/>
                    </a:lnTo>
                    <a:lnTo>
                      <a:pt x="7170" y="4557"/>
                    </a:lnTo>
                    <a:lnTo>
                      <a:pt x="7210" y="4380"/>
                    </a:lnTo>
                    <a:lnTo>
                      <a:pt x="7251" y="4204"/>
                    </a:lnTo>
                    <a:lnTo>
                      <a:pt x="7265" y="4027"/>
                    </a:lnTo>
                    <a:lnTo>
                      <a:pt x="7278" y="3836"/>
                    </a:lnTo>
                    <a:lnTo>
                      <a:pt x="7292" y="3646"/>
                    </a:lnTo>
                    <a:lnTo>
                      <a:pt x="7278" y="3456"/>
                    </a:lnTo>
                    <a:lnTo>
                      <a:pt x="7265" y="3279"/>
                    </a:lnTo>
                    <a:lnTo>
                      <a:pt x="7251" y="3088"/>
                    </a:lnTo>
                    <a:lnTo>
                      <a:pt x="7210" y="2911"/>
                    </a:lnTo>
                    <a:lnTo>
                      <a:pt x="7170" y="2735"/>
                    </a:lnTo>
                    <a:lnTo>
                      <a:pt x="7129" y="2571"/>
                    </a:lnTo>
                    <a:lnTo>
                      <a:pt x="7061" y="2395"/>
                    </a:lnTo>
                    <a:lnTo>
                      <a:pt x="7006" y="2231"/>
                    </a:lnTo>
                    <a:lnTo>
                      <a:pt x="6925" y="2068"/>
                    </a:lnTo>
                    <a:lnTo>
                      <a:pt x="6843" y="1918"/>
                    </a:lnTo>
                    <a:lnTo>
                      <a:pt x="6761" y="1755"/>
                    </a:lnTo>
                    <a:lnTo>
                      <a:pt x="6666" y="1606"/>
                    </a:lnTo>
                    <a:lnTo>
                      <a:pt x="6557" y="1470"/>
                    </a:lnTo>
                    <a:lnTo>
                      <a:pt x="6462" y="1334"/>
                    </a:lnTo>
                    <a:lnTo>
                      <a:pt x="6340" y="1197"/>
                    </a:lnTo>
                    <a:lnTo>
                      <a:pt x="6217" y="1075"/>
                    </a:lnTo>
                    <a:lnTo>
                      <a:pt x="6095" y="953"/>
                    </a:lnTo>
                    <a:lnTo>
                      <a:pt x="5959" y="844"/>
                    </a:lnTo>
                    <a:lnTo>
                      <a:pt x="5823" y="735"/>
                    </a:lnTo>
                    <a:lnTo>
                      <a:pt x="5687" y="626"/>
                    </a:lnTo>
                    <a:lnTo>
                      <a:pt x="5537" y="531"/>
                    </a:lnTo>
                    <a:lnTo>
                      <a:pt x="5374" y="449"/>
                    </a:lnTo>
                    <a:lnTo>
                      <a:pt x="5224" y="368"/>
                    </a:lnTo>
                    <a:lnTo>
                      <a:pt x="5061" y="286"/>
                    </a:lnTo>
                    <a:lnTo>
                      <a:pt x="4898" y="232"/>
                    </a:lnTo>
                    <a:lnTo>
                      <a:pt x="4721" y="164"/>
                    </a:lnTo>
                    <a:lnTo>
                      <a:pt x="4558" y="123"/>
                    </a:lnTo>
                    <a:lnTo>
                      <a:pt x="4381" y="82"/>
                    </a:lnTo>
                    <a:lnTo>
                      <a:pt x="4204" y="41"/>
                    </a:lnTo>
                    <a:lnTo>
                      <a:pt x="4014" y="28"/>
                    </a:lnTo>
                    <a:lnTo>
                      <a:pt x="3837" y="14"/>
                    </a:lnTo>
                    <a:lnTo>
                      <a:pt x="364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28"/>
              <p:cNvSpPr/>
              <p:nvPr/>
            </p:nvSpPr>
            <p:spPr>
              <a:xfrm>
                <a:off x="1048891" y="1669773"/>
                <a:ext cx="123808" cy="123808"/>
              </a:xfrm>
              <a:custGeom>
                <a:avLst/>
                <a:gdLst/>
                <a:ahLst/>
                <a:cxnLst/>
                <a:rect l="l" t="t" r="r" b="b"/>
                <a:pathLst>
                  <a:path w="4204" h="4204" extrusionOk="0">
                    <a:moveTo>
                      <a:pt x="2108" y="0"/>
                    </a:moveTo>
                    <a:lnTo>
                      <a:pt x="1891" y="14"/>
                    </a:lnTo>
                    <a:lnTo>
                      <a:pt x="1687" y="41"/>
                    </a:lnTo>
                    <a:lnTo>
                      <a:pt x="1483" y="95"/>
                    </a:lnTo>
                    <a:lnTo>
                      <a:pt x="1292" y="163"/>
                    </a:lnTo>
                    <a:lnTo>
                      <a:pt x="1102" y="245"/>
                    </a:lnTo>
                    <a:lnTo>
                      <a:pt x="925" y="354"/>
                    </a:lnTo>
                    <a:lnTo>
                      <a:pt x="775" y="476"/>
                    </a:lnTo>
                    <a:lnTo>
                      <a:pt x="626" y="612"/>
                    </a:lnTo>
                    <a:lnTo>
                      <a:pt x="490" y="762"/>
                    </a:lnTo>
                    <a:lnTo>
                      <a:pt x="367" y="925"/>
                    </a:lnTo>
                    <a:lnTo>
                      <a:pt x="259" y="1102"/>
                    </a:lnTo>
                    <a:lnTo>
                      <a:pt x="163" y="1279"/>
                    </a:lnTo>
                    <a:lnTo>
                      <a:pt x="95" y="1469"/>
                    </a:lnTo>
                    <a:lnTo>
                      <a:pt x="41" y="1673"/>
                    </a:lnTo>
                    <a:lnTo>
                      <a:pt x="14" y="1877"/>
                    </a:lnTo>
                    <a:lnTo>
                      <a:pt x="0" y="2095"/>
                    </a:lnTo>
                    <a:lnTo>
                      <a:pt x="14" y="2313"/>
                    </a:lnTo>
                    <a:lnTo>
                      <a:pt x="41" y="2517"/>
                    </a:lnTo>
                    <a:lnTo>
                      <a:pt x="95" y="2721"/>
                    </a:lnTo>
                    <a:lnTo>
                      <a:pt x="163" y="2911"/>
                    </a:lnTo>
                    <a:lnTo>
                      <a:pt x="259" y="3102"/>
                    </a:lnTo>
                    <a:lnTo>
                      <a:pt x="367" y="3278"/>
                    </a:lnTo>
                    <a:lnTo>
                      <a:pt x="490" y="3428"/>
                    </a:lnTo>
                    <a:lnTo>
                      <a:pt x="626" y="3578"/>
                    </a:lnTo>
                    <a:lnTo>
                      <a:pt x="775" y="3714"/>
                    </a:lnTo>
                    <a:lnTo>
                      <a:pt x="925" y="3836"/>
                    </a:lnTo>
                    <a:lnTo>
                      <a:pt x="1102" y="3945"/>
                    </a:lnTo>
                    <a:lnTo>
                      <a:pt x="1292" y="4040"/>
                    </a:lnTo>
                    <a:lnTo>
                      <a:pt x="1483" y="4108"/>
                    </a:lnTo>
                    <a:lnTo>
                      <a:pt x="1687" y="4163"/>
                    </a:lnTo>
                    <a:lnTo>
                      <a:pt x="1891" y="4190"/>
                    </a:lnTo>
                    <a:lnTo>
                      <a:pt x="2108" y="4203"/>
                    </a:lnTo>
                    <a:lnTo>
                      <a:pt x="2326" y="4190"/>
                    </a:lnTo>
                    <a:lnTo>
                      <a:pt x="2530" y="4163"/>
                    </a:lnTo>
                    <a:lnTo>
                      <a:pt x="2734" y="4108"/>
                    </a:lnTo>
                    <a:lnTo>
                      <a:pt x="2925" y="4040"/>
                    </a:lnTo>
                    <a:lnTo>
                      <a:pt x="3101" y="3945"/>
                    </a:lnTo>
                    <a:lnTo>
                      <a:pt x="3278" y="3836"/>
                    </a:lnTo>
                    <a:lnTo>
                      <a:pt x="3442" y="3714"/>
                    </a:lnTo>
                    <a:lnTo>
                      <a:pt x="3591" y="3578"/>
                    </a:lnTo>
                    <a:lnTo>
                      <a:pt x="3727" y="3428"/>
                    </a:lnTo>
                    <a:lnTo>
                      <a:pt x="3850" y="3278"/>
                    </a:lnTo>
                    <a:lnTo>
                      <a:pt x="3958" y="3102"/>
                    </a:lnTo>
                    <a:lnTo>
                      <a:pt x="4040" y="2911"/>
                    </a:lnTo>
                    <a:lnTo>
                      <a:pt x="4108" y="2721"/>
                    </a:lnTo>
                    <a:lnTo>
                      <a:pt x="4162" y="2517"/>
                    </a:lnTo>
                    <a:lnTo>
                      <a:pt x="4190" y="2313"/>
                    </a:lnTo>
                    <a:lnTo>
                      <a:pt x="4203" y="2095"/>
                    </a:lnTo>
                    <a:lnTo>
                      <a:pt x="4190" y="1877"/>
                    </a:lnTo>
                    <a:lnTo>
                      <a:pt x="4162" y="1673"/>
                    </a:lnTo>
                    <a:lnTo>
                      <a:pt x="4108" y="1469"/>
                    </a:lnTo>
                    <a:lnTo>
                      <a:pt x="4040" y="1279"/>
                    </a:lnTo>
                    <a:lnTo>
                      <a:pt x="3958" y="1102"/>
                    </a:lnTo>
                    <a:lnTo>
                      <a:pt x="3850" y="925"/>
                    </a:lnTo>
                    <a:lnTo>
                      <a:pt x="3727" y="762"/>
                    </a:lnTo>
                    <a:lnTo>
                      <a:pt x="3591" y="612"/>
                    </a:lnTo>
                    <a:lnTo>
                      <a:pt x="3442" y="476"/>
                    </a:lnTo>
                    <a:lnTo>
                      <a:pt x="3278" y="354"/>
                    </a:lnTo>
                    <a:lnTo>
                      <a:pt x="3101" y="245"/>
                    </a:lnTo>
                    <a:lnTo>
                      <a:pt x="2925" y="163"/>
                    </a:lnTo>
                    <a:lnTo>
                      <a:pt x="2734" y="95"/>
                    </a:lnTo>
                    <a:lnTo>
                      <a:pt x="2530" y="41"/>
                    </a:lnTo>
                    <a:lnTo>
                      <a:pt x="2326" y="14"/>
                    </a:lnTo>
                    <a:lnTo>
                      <a:pt x="210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28"/>
              <p:cNvSpPr/>
              <p:nvPr/>
            </p:nvSpPr>
            <p:spPr>
              <a:xfrm>
                <a:off x="1085734" y="1706615"/>
                <a:ext cx="50094" cy="50094"/>
              </a:xfrm>
              <a:custGeom>
                <a:avLst/>
                <a:gdLst/>
                <a:ahLst/>
                <a:cxnLst/>
                <a:rect l="l" t="t" r="r" b="b"/>
                <a:pathLst>
                  <a:path w="1701" h="1701" extrusionOk="0">
                    <a:moveTo>
                      <a:pt x="762" y="1"/>
                    </a:moveTo>
                    <a:lnTo>
                      <a:pt x="681" y="14"/>
                    </a:lnTo>
                    <a:lnTo>
                      <a:pt x="599" y="28"/>
                    </a:lnTo>
                    <a:lnTo>
                      <a:pt x="517" y="55"/>
                    </a:lnTo>
                    <a:lnTo>
                      <a:pt x="381" y="137"/>
                    </a:lnTo>
                    <a:lnTo>
                      <a:pt x="245" y="245"/>
                    </a:lnTo>
                    <a:lnTo>
                      <a:pt x="150" y="368"/>
                    </a:lnTo>
                    <a:lnTo>
                      <a:pt x="69" y="517"/>
                    </a:lnTo>
                    <a:lnTo>
                      <a:pt x="41" y="599"/>
                    </a:lnTo>
                    <a:lnTo>
                      <a:pt x="14" y="681"/>
                    </a:lnTo>
                    <a:lnTo>
                      <a:pt x="0" y="762"/>
                    </a:lnTo>
                    <a:lnTo>
                      <a:pt x="0" y="844"/>
                    </a:lnTo>
                    <a:lnTo>
                      <a:pt x="0" y="939"/>
                    </a:lnTo>
                    <a:lnTo>
                      <a:pt x="14" y="1021"/>
                    </a:lnTo>
                    <a:lnTo>
                      <a:pt x="41" y="1102"/>
                    </a:lnTo>
                    <a:lnTo>
                      <a:pt x="69" y="1184"/>
                    </a:lnTo>
                    <a:lnTo>
                      <a:pt x="150" y="1320"/>
                    </a:lnTo>
                    <a:lnTo>
                      <a:pt x="245" y="1456"/>
                    </a:lnTo>
                    <a:lnTo>
                      <a:pt x="381" y="1551"/>
                    </a:lnTo>
                    <a:lnTo>
                      <a:pt x="517" y="1633"/>
                    </a:lnTo>
                    <a:lnTo>
                      <a:pt x="599" y="1660"/>
                    </a:lnTo>
                    <a:lnTo>
                      <a:pt x="681" y="1687"/>
                    </a:lnTo>
                    <a:lnTo>
                      <a:pt x="762" y="1701"/>
                    </a:lnTo>
                    <a:lnTo>
                      <a:pt x="939" y="1701"/>
                    </a:lnTo>
                    <a:lnTo>
                      <a:pt x="1021" y="1687"/>
                    </a:lnTo>
                    <a:lnTo>
                      <a:pt x="1102" y="1660"/>
                    </a:lnTo>
                    <a:lnTo>
                      <a:pt x="1184" y="1633"/>
                    </a:lnTo>
                    <a:lnTo>
                      <a:pt x="1334" y="1551"/>
                    </a:lnTo>
                    <a:lnTo>
                      <a:pt x="1456" y="1456"/>
                    </a:lnTo>
                    <a:lnTo>
                      <a:pt x="1565" y="1320"/>
                    </a:lnTo>
                    <a:lnTo>
                      <a:pt x="1646" y="1184"/>
                    </a:lnTo>
                    <a:lnTo>
                      <a:pt x="1674" y="1102"/>
                    </a:lnTo>
                    <a:lnTo>
                      <a:pt x="1687" y="1021"/>
                    </a:lnTo>
                    <a:lnTo>
                      <a:pt x="1701" y="939"/>
                    </a:lnTo>
                    <a:lnTo>
                      <a:pt x="1701" y="844"/>
                    </a:lnTo>
                    <a:lnTo>
                      <a:pt x="1701" y="762"/>
                    </a:lnTo>
                    <a:lnTo>
                      <a:pt x="1687" y="681"/>
                    </a:lnTo>
                    <a:lnTo>
                      <a:pt x="1674" y="599"/>
                    </a:lnTo>
                    <a:lnTo>
                      <a:pt x="1646" y="517"/>
                    </a:lnTo>
                    <a:lnTo>
                      <a:pt x="1565" y="368"/>
                    </a:lnTo>
                    <a:lnTo>
                      <a:pt x="1456" y="245"/>
                    </a:lnTo>
                    <a:lnTo>
                      <a:pt x="1334" y="137"/>
                    </a:lnTo>
                    <a:lnTo>
                      <a:pt x="1184" y="55"/>
                    </a:lnTo>
                    <a:lnTo>
                      <a:pt x="1102" y="28"/>
                    </a:lnTo>
                    <a:lnTo>
                      <a:pt x="1021" y="14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28"/>
              <p:cNvSpPr/>
              <p:nvPr/>
            </p:nvSpPr>
            <p:spPr>
              <a:xfrm>
                <a:off x="1434252" y="1530354"/>
                <a:ext cx="395837" cy="395808"/>
              </a:xfrm>
              <a:custGeom>
                <a:avLst/>
                <a:gdLst/>
                <a:ahLst/>
                <a:cxnLst/>
                <a:rect l="l" t="t" r="r" b="b"/>
                <a:pathLst>
                  <a:path w="13441" h="13440" extrusionOk="0">
                    <a:moveTo>
                      <a:pt x="6571" y="0"/>
                    </a:moveTo>
                    <a:lnTo>
                      <a:pt x="6408" y="14"/>
                    </a:lnTo>
                    <a:lnTo>
                      <a:pt x="6190" y="28"/>
                    </a:lnTo>
                    <a:lnTo>
                      <a:pt x="5959" y="41"/>
                    </a:lnTo>
                    <a:lnTo>
                      <a:pt x="5646" y="96"/>
                    </a:lnTo>
                    <a:lnTo>
                      <a:pt x="5319" y="150"/>
                    </a:lnTo>
                    <a:lnTo>
                      <a:pt x="5007" y="218"/>
                    </a:lnTo>
                    <a:lnTo>
                      <a:pt x="4707" y="313"/>
                    </a:lnTo>
                    <a:lnTo>
                      <a:pt x="4408" y="409"/>
                    </a:lnTo>
                    <a:lnTo>
                      <a:pt x="4122" y="531"/>
                    </a:lnTo>
                    <a:lnTo>
                      <a:pt x="3837" y="653"/>
                    </a:lnTo>
                    <a:lnTo>
                      <a:pt x="3551" y="803"/>
                    </a:lnTo>
                    <a:lnTo>
                      <a:pt x="3279" y="953"/>
                    </a:lnTo>
                    <a:lnTo>
                      <a:pt x="3021" y="1116"/>
                    </a:lnTo>
                    <a:lnTo>
                      <a:pt x="2762" y="1293"/>
                    </a:lnTo>
                    <a:lnTo>
                      <a:pt x="2517" y="1483"/>
                    </a:lnTo>
                    <a:lnTo>
                      <a:pt x="2286" y="1674"/>
                    </a:lnTo>
                    <a:lnTo>
                      <a:pt x="2055" y="1891"/>
                    </a:lnTo>
                    <a:lnTo>
                      <a:pt x="1837" y="2109"/>
                    </a:lnTo>
                    <a:lnTo>
                      <a:pt x="1633" y="2340"/>
                    </a:lnTo>
                    <a:lnTo>
                      <a:pt x="1538" y="2449"/>
                    </a:lnTo>
                    <a:lnTo>
                      <a:pt x="1443" y="2558"/>
                    </a:lnTo>
                    <a:lnTo>
                      <a:pt x="1361" y="2667"/>
                    </a:lnTo>
                    <a:lnTo>
                      <a:pt x="1361" y="2680"/>
                    </a:lnTo>
                    <a:lnTo>
                      <a:pt x="1307" y="2748"/>
                    </a:lnTo>
                    <a:lnTo>
                      <a:pt x="1266" y="2803"/>
                    </a:lnTo>
                    <a:lnTo>
                      <a:pt x="1252" y="2816"/>
                    </a:lnTo>
                    <a:lnTo>
                      <a:pt x="1116" y="3007"/>
                    </a:lnTo>
                    <a:lnTo>
                      <a:pt x="994" y="3211"/>
                    </a:lnTo>
                    <a:lnTo>
                      <a:pt x="871" y="3415"/>
                    </a:lnTo>
                    <a:lnTo>
                      <a:pt x="763" y="3619"/>
                    </a:lnTo>
                    <a:lnTo>
                      <a:pt x="654" y="3836"/>
                    </a:lnTo>
                    <a:lnTo>
                      <a:pt x="545" y="4054"/>
                    </a:lnTo>
                    <a:lnTo>
                      <a:pt x="463" y="4285"/>
                    </a:lnTo>
                    <a:lnTo>
                      <a:pt x="382" y="4503"/>
                    </a:lnTo>
                    <a:lnTo>
                      <a:pt x="300" y="4734"/>
                    </a:lnTo>
                    <a:lnTo>
                      <a:pt x="232" y="4965"/>
                    </a:lnTo>
                    <a:lnTo>
                      <a:pt x="178" y="5210"/>
                    </a:lnTo>
                    <a:lnTo>
                      <a:pt x="123" y="5455"/>
                    </a:lnTo>
                    <a:lnTo>
                      <a:pt x="82" y="5700"/>
                    </a:lnTo>
                    <a:lnTo>
                      <a:pt x="42" y="5945"/>
                    </a:lnTo>
                    <a:lnTo>
                      <a:pt x="28" y="6190"/>
                    </a:lnTo>
                    <a:lnTo>
                      <a:pt x="14" y="6448"/>
                    </a:lnTo>
                    <a:lnTo>
                      <a:pt x="1" y="6720"/>
                    </a:lnTo>
                    <a:lnTo>
                      <a:pt x="14" y="7006"/>
                    </a:lnTo>
                    <a:lnTo>
                      <a:pt x="28" y="7278"/>
                    </a:lnTo>
                    <a:lnTo>
                      <a:pt x="55" y="7536"/>
                    </a:lnTo>
                    <a:lnTo>
                      <a:pt x="82" y="7808"/>
                    </a:lnTo>
                    <a:lnTo>
                      <a:pt x="137" y="8067"/>
                    </a:lnTo>
                    <a:lnTo>
                      <a:pt x="191" y="8325"/>
                    </a:lnTo>
                    <a:lnTo>
                      <a:pt x="259" y="8570"/>
                    </a:lnTo>
                    <a:lnTo>
                      <a:pt x="341" y="8829"/>
                    </a:lnTo>
                    <a:lnTo>
                      <a:pt x="422" y="9073"/>
                    </a:lnTo>
                    <a:lnTo>
                      <a:pt x="518" y="9305"/>
                    </a:lnTo>
                    <a:lnTo>
                      <a:pt x="613" y="9549"/>
                    </a:lnTo>
                    <a:lnTo>
                      <a:pt x="735" y="9781"/>
                    </a:lnTo>
                    <a:lnTo>
                      <a:pt x="858" y="9998"/>
                    </a:lnTo>
                    <a:lnTo>
                      <a:pt x="980" y="10216"/>
                    </a:lnTo>
                    <a:lnTo>
                      <a:pt x="1116" y="10434"/>
                    </a:lnTo>
                    <a:lnTo>
                      <a:pt x="1266" y="10638"/>
                    </a:lnTo>
                    <a:lnTo>
                      <a:pt x="1415" y="10842"/>
                    </a:lnTo>
                    <a:lnTo>
                      <a:pt x="1429" y="10869"/>
                    </a:lnTo>
                    <a:lnTo>
                      <a:pt x="1511" y="10964"/>
                    </a:lnTo>
                    <a:lnTo>
                      <a:pt x="1565" y="11032"/>
                    </a:lnTo>
                    <a:lnTo>
                      <a:pt x="1619" y="11100"/>
                    </a:lnTo>
                    <a:lnTo>
                      <a:pt x="1715" y="11209"/>
                    </a:lnTo>
                    <a:lnTo>
                      <a:pt x="1810" y="11304"/>
                    </a:lnTo>
                    <a:lnTo>
                      <a:pt x="1824" y="11318"/>
                    </a:lnTo>
                    <a:lnTo>
                      <a:pt x="2028" y="11522"/>
                    </a:lnTo>
                    <a:lnTo>
                      <a:pt x="2232" y="11726"/>
                    </a:lnTo>
                    <a:lnTo>
                      <a:pt x="2449" y="11916"/>
                    </a:lnTo>
                    <a:lnTo>
                      <a:pt x="2680" y="12093"/>
                    </a:lnTo>
                    <a:lnTo>
                      <a:pt x="2925" y="12270"/>
                    </a:lnTo>
                    <a:lnTo>
                      <a:pt x="3170" y="12433"/>
                    </a:lnTo>
                    <a:lnTo>
                      <a:pt x="3415" y="12583"/>
                    </a:lnTo>
                    <a:lnTo>
                      <a:pt x="3673" y="12719"/>
                    </a:lnTo>
                    <a:lnTo>
                      <a:pt x="3946" y="12841"/>
                    </a:lnTo>
                    <a:lnTo>
                      <a:pt x="4218" y="12964"/>
                    </a:lnTo>
                    <a:lnTo>
                      <a:pt x="4490" y="13059"/>
                    </a:lnTo>
                    <a:lnTo>
                      <a:pt x="4775" y="13154"/>
                    </a:lnTo>
                    <a:lnTo>
                      <a:pt x="5061" y="13236"/>
                    </a:lnTo>
                    <a:lnTo>
                      <a:pt x="5360" y="13304"/>
                    </a:lnTo>
                    <a:lnTo>
                      <a:pt x="5659" y="13358"/>
                    </a:lnTo>
                    <a:lnTo>
                      <a:pt x="5959" y="13399"/>
                    </a:lnTo>
                    <a:lnTo>
                      <a:pt x="6190" y="13426"/>
                    </a:lnTo>
                    <a:lnTo>
                      <a:pt x="6408" y="13440"/>
                    </a:lnTo>
                    <a:lnTo>
                      <a:pt x="6979" y="13440"/>
                    </a:lnTo>
                    <a:lnTo>
                      <a:pt x="7265" y="13426"/>
                    </a:lnTo>
                    <a:lnTo>
                      <a:pt x="7333" y="13413"/>
                    </a:lnTo>
                    <a:lnTo>
                      <a:pt x="7645" y="13385"/>
                    </a:lnTo>
                    <a:lnTo>
                      <a:pt x="7945" y="13331"/>
                    </a:lnTo>
                    <a:lnTo>
                      <a:pt x="8258" y="13263"/>
                    </a:lnTo>
                    <a:lnTo>
                      <a:pt x="8557" y="13195"/>
                    </a:lnTo>
                    <a:lnTo>
                      <a:pt x="8842" y="13100"/>
                    </a:lnTo>
                    <a:lnTo>
                      <a:pt x="9128" y="12991"/>
                    </a:lnTo>
                    <a:lnTo>
                      <a:pt x="9414" y="12882"/>
                    </a:lnTo>
                    <a:lnTo>
                      <a:pt x="9686" y="12760"/>
                    </a:lnTo>
                    <a:lnTo>
                      <a:pt x="9958" y="12610"/>
                    </a:lnTo>
                    <a:lnTo>
                      <a:pt x="10216" y="12460"/>
                    </a:lnTo>
                    <a:lnTo>
                      <a:pt x="10475" y="12297"/>
                    </a:lnTo>
                    <a:lnTo>
                      <a:pt x="10720" y="12134"/>
                    </a:lnTo>
                    <a:lnTo>
                      <a:pt x="10951" y="11944"/>
                    </a:lnTo>
                    <a:lnTo>
                      <a:pt x="11182" y="11753"/>
                    </a:lnTo>
                    <a:lnTo>
                      <a:pt x="11400" y="11549"/>
                    </a:lnTo>
                    <a:lnTo>
                      <a:pt x="11604" y="11331"/>
                    </a:lnTo>
                    <a:lnTo>
                      <a:pt x="11617" y="11318"/>
                    </a:lnTo>
                    <a:lnTo>
                      <a:pt x="11821" y="11100"/>
                    </a:lnTo>
                    <a:lnTo>
                      <a:pt x="11998" y="10883"/>
                    </a:lnTo>
                    <a:lnTo>
                      <a:pt x="12012" y="10869"/>
                    </a:lnTo>
                    <a:lnTo>
                      <a:pt x="12175" y="10665"/>
                    </a:lnTo>
                    <a:lnTo>
                      <a:pt x="12311" y="10447"/>
                    </a:lnTo>
                    <a:lnTo>
                      <a:pt x="12447" y="10230"/>
                    </a:lnTo>
                    <a:lnTo>
                      <a:pt x="12583" y="10012"/>
                    </a:lnTo>
                    <a:lnTo>
                      <a:pt x="12706" y="9781"/>
                    </a:lnTo>
                    <a:lnTo>
                      <a:pt x="12814" y="9549"/>
                    </a:lnTo>
                    <a:lnTo>
                      <a:pt x="12923" y="9318"/>
                    </a:lnTo>
                    <a:lnTo>
                      <a:pt x="13018" y="9073"/>
                    </a:lnTo>
                    <a:lnTo>
                      <a:pt x="13100" y="8829"/>
                    </a:lnTo>
                    <a:lnTo>
                      <a:pt x="13182" y="8584"/>
                    </a:lnTo>
                    <a:lnTo>
                      <a:pt x="13250" y="8325"/>
                    </a:lnTo>
                    <a:lnTo>
                      <a:pt x="13304" y="8067"/>
                    </a:lnTo>
                    <a:lnTo>
                      <a:pt x="13359" y="7808"/>
                    </a:lnTo>
                    <a:lnTo>
                      <a:pt x="13386" y="7550"/>
                    </a:lnTo>
                    <a:lnTo>
                      <a:pt x="13413" y="7278"/>
                    </a:lnTo>
                    <a:lnTo>
                      <a:pt x="13440" y="7006"/>
                    </a:lnTo>
                    <a:lnTo>
                      <a:pt x="13440" y="6720"/>
                    </a:lnTo>
                    <a:lnTo>
                      <a:pt x="13440" y="6448"/>
                    </a:lnTo>
                    <a:lnTo>
                      <a:pt x="13413" y="6190"/>
                    </a:lnTo>
                    <a:lnTo>
                      <a:pt x="13399" y="5945"/>
                    </a:lnTo>
                    <a:lnTo>
                      <a:pt x="13359" y="5700"/>
                    </a:lnTo>
                    <a:lnTo>
                      <a:pt x="13318" y="5455"/>
                    </a:lnTo>
                    <a:lnTo>
                      <a:pt x="13263" y="5210"/>
                    </a:lnTo>
                    <a:lnTo>
                      <a:pt x="13209" y="4965"/>
                    </a:lnTo>
                    <a:lnTo>
                      <a:pt x="13141" y="4734"/>
                    </a:lnTo>
                    <a:lnTo>
                      <a:pt x="13059" y="4503"/>
                    </a:lnTo>
                    <a:lnTo>
                      <a:pt x="12978" y="4285"/>
                    </a:lnTo>
                    <a:lnTo>
                      <a:pt x="12896" y="4054"/>
                    </a:lnTo>
                    <a:lnTo>
                      <a:pt x="12787" y="3836"/>
                    </a:lnTo>
                    <a:lnTo>
                      <a:pt x="12678" y="3619"/>
                    </a:lnTo>
                    <a:lnTo>
                      <a:pt x="12570" y="3415"/>
                    </a:lnTo>
                    <a:lnTo>
                      <a:pt x="12447" y="3211"/>
                    </a:lnTo>
                    <a:lnTo>
                      <a:pt x="12325" y="3007"/>
                    </a:lnTo>
                    <a:lnTo>
                      <a:pt x="12189" y="2816"/>
                    </a:lnTo>
                    <a:lnTo>
                      <a:pt x="12175" y="2789"/>
                    </a:lnTo>
                    <a:lnTo>
                      <a:pt x="11998" y="2571"/>
                    </a:lnTo>
                    <a:lnTo>
                      <a:pt x="11821" y="2340"/>
                    </a:lnTo>
                    <a:lnTo>
                      <a:pt x="11808" y="2327"/>
                    </a:lnTo>
                    <a:lnTo>
                      <a:pt x="11590" y="2095"/>
                    </a:lnTo>
                    <a:lnTo>
                      <a:pt x="11373" y="1878"/>
                    </a:lnTo>
                    <a:lnTo>
                      <a:pt x="11128" y="1660"/>
                    </a:lnTo>
                    <a:lnTo>
                      <a:pt x="10883" y="1456"/>
                    </a:lnTo>
                    <a:lnTo>
                      <a:pt x="10638" y="1266"/>
                    </a:lnTo>
                    <a:lnTo>
                      <a:pt x="10366" y="1089"/>
                    </a:lnTo>
                    <a:lnTo>
                      <a:pt x="10094" y="912"/>
                    </a:lnTo>
                    <a:lnTo>
                      <a:pt x="9822" y="762"/>
                    </a:lnTo>
                    <a:lnTo>
                      <a:pt x="9536" y="626"/>
                    </a:lnTo>
                    <a:lnTo>
                      <a:pt x="9237" y="490"/>
                    </a:lnTo>
                    <a:lnTo>
                      <a:pt x="8938" y="381"/>
                    </a:lnTo>
                    <a:lnTo>
                      <a:pt x="8625" y="273"/>
                    </a:lnTo>
                    <a:lnTo>
                      <a:pt x="8312" y="191"/>
                    </a:lnTo>
                    <a:lnTo>
                      <a:pt x="7985" y="123"/>
                    </a:lnTo>
                    <a:lnTo>
                      <a:pt x="7659" y="68"/>
                    </a:lnTo>
                    <a:lnTo>
                      <a:pt x="7333" y="28"/>
                    </a:lnTo>
                    <a:lnTo>
                      <a:pt x="7265" y="28"/>
                    </a:lnTo>
                    <a:lnTo>
                      <a:pt x="6979" y="14"/>
                    </a:lnTo>
                    <a:lnTo>
                      <a:pt x="673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28"/>
              <p:cNvSpPr/>
              <p:nvPr/>
            </p:nvSpPr>
            <p:spPr>
              <a:xfrm>
                <a:off x="1524783" y="1624095"/>
                <a:ext cx="214749" cy="214749"/>
              </a:xfrm>
              <a:custGeom>
                <a:avLst/>
                <a:gdLst/>
                <a:ahLst/>
                <a:cxnLst/>
                <a:rect l="l" t="t" r="r" b="b"/>
                <a:pathLst>
                  <a:path w="7292" h="7292" extrusionOk="0">
                    <a:moveTo>
                      <a:pt x="3646" y="0"/>
                    </a:moveTo>
                    <a:lnTo>
                      <a:pt x="3456" y="14"/>
                    </a:lnTo>
                    <a:lnTo>
                      <a:pt x="3279" y="28"/>
                    </a:lnTo>
                    <a:lnTo>
                      <a:pt x="3089" y="41"/>
                    </a:lnTo>
                    <a:lnTo>
                      <a:pt x="2912" y="82"/>
                    </a:lnTo>
                    <a:lnTo>
                      <a:pt x="2735" y="123"/>
                    </a:lnTo>
                    <a:lnTo>
                      <a:pt x="2558" y="164"/>
                    </a:lnTo>
                    <a:lnTo>
                      <a:pt x="2395" y="232"/>
                    </a:lnTo>
                    <a:lnTo>
                      <a:pt x="2232" y="286"/>
                    </a:lnTo>
                    <a:lnTo>
                      <a:pt x="2069" y="368"/>
                    </a:lnTo>
                    <a:lnTo>
                      <a:pt x="1905" y="449"/>
                    </a:lnTo>
                    <a:lnTo>
                      <a:pt x="1756" y="531"/>
                    </a:lnTo>
                    <a:lnTo>
                      <a:pt x="1606" y="626"/>
                    </a:lnTo>
                    <a:lnTo>
                      <a:pt x="1470" y="735"/>
                    </a:lnTo>
                    <a:lnTo>
                      <a:pt x="1334" y="844"/>
                    </a:lnTo>
                    <a:lnTo>
                      <a:pt x="1198" y="953"/>
                    </a:lnTo>
                    <a:lnTo>
                      <a:pt x="1076" y="1075"/>
                    </a:lnTo>
                    <a:lnTo>
                      <a:pt x="953" y="1197"/>
                    </a:lnTo>
                    <a:lnTo>
                      <a:pt x="831" y="1334"/>
                    </a:lnTo>
                    <a:lnTo>
                      <a:pt x="722" y="1470"/>
                    </a:lnTo>
                    <a:lnTo>
                      <a:pt x="627" y="1606"/>
                    </a:lnTo>
                    <a:lnTo>
                      <a:pt x="531" y="1755"/>
                    </a:lnTo>
                    <a:lnTo>
                      <a:pt x="436" y="1918"/>
                    </a:lnTo>
                    <a:lnTo>
                      <a:pt x="368" y="2068"/>
                    </a:lnTo>
                    <a:lnTo>
                      <a:pt x="287" y="2231"/>
                    </a:lnTo>
                    <a:lnTo>
                      <a:pt x="219" y="2395"/>
                    </a:lnTo>
                    <a:lnTo>
                      <a:pt x="164" y="2571"/>
                    </a:lnTo>
                    <a:lnTo>
                      <a:pt x="123" y="2735"/>
                    </a:lnTo>
                    <a:lnTo>
                      <a:pt x="83" y="2911"/>
                    </a:lnTo>
                    <a:lnTo>
                      <a:pt x="42" y="3088"/>
                    </a:lnTo>
                    <a:lnTo>
                      <a:pt x="15" y="3279"/>
                    </a:lnTo>
                    <a:lnTo>
                      <a:pt x="1" y="3456"/>
                    </a:lnTo>
                    <a:lnTo>
                      <a:pt x="1" y="3646"/>
                    </a:lnTo>
                    <a:lnTo>
                      <a:pt x="1" y="3836"/>
                    </a:lnTo>
                    <a:lnTo>
                      <a:pt x="15" y="4027"/>
                    </a:lnTo>
                    <a:lnTo>
                      <a:pt x="42" y="4204"/>
                    </a:lnTo>
                    <a:lnTo>
                      <a:pt x="83" y="4380"/>
                    </a:lnTo>
                    <a:lnTo>
                      <a:pt x="123" y="4557"/>
                    </a:lnTo>
                    <a:lnTo>
                      <a:pt x="164" y="4734"/>
                    </a:lnTo>
                    <a:lnTo>
                      <a:pt x="219" y="4897"/>
                    </a:lnTo>
                    <a:lnTo>
                      <a:pt x="287" y="5074"/>
                    </a:lnTo>
                    <a:lnTo>
                      <a:pt x="368" y="5224"/>
                    </a:lnTo>
                    <a:lnTo>
                      <a:pt x="436" y="5387"/>
                    </a:lnTo>
                    <a:lnTo>
                      <a:pt x="531" y="5537"/>
                    </a:lnTo>
                    <a:lnTo>
                      <a:pt x="627" y="5686"/>
                    </a:lnTo>
                    <a:lnTo>
                      <a:pt x="722" y="5836"/>
                    </a:lnTo>
                    <a:lnTo>
                      <a:pt x="831" y="5972"/>
                    </a:lnTo>
                    <a:lnTo>
                      <a:pt x="953" y="6094"/>
                    </a:lnTo>
                    <a:lnTo>
                      <a:pt x="1076" y="6230"/>
                    </a:lnTo>
                    <a:lnTo>
                      <a:pt x="1198" y="6353"/>
                    </a:lnTo>
                    <a:lnTo>
                      <a:pt x="1334" y="6462"/>
                    </a:lnTo>
                    <a:lnTo>
                      <a:pt x="1470" y="6570"/>
                    </a:lnTo>
                    <a:lnTo>
                      <a:pt x="1606" y="6666"/>
                    </a:lnTo>
                    <a:lnTo>
                      <a:pt x="1756" y="6761"/>
                    </a:lnTo>
                    <a:lnTo>
                      <a:pt x="1905" y="6856"/>
                    </a:lnTo>
                    <a:lnTo>
                      <a:pt x="2069" y="6938"/>
                    </a:lnTo>
                    <a:lnTo>
                      <a:pt x="2232" y="7006"/>
                    </a:lnTo>
                    <a:lnTo>
                      <a:pt x="2395" y="7074"/>
                    </a:lnTo>
                    <a:lnTo>
                      <a:pt x="2558" y="7128"/>
                    </a:lnTo>
                    <a:lnTo>
                      <a:pt x="2735" y="7183"/>
                    </a:lnTo>
                    <a:lnTo>
                      <a:pt x="2912" y="7223"/>
                    </a:lnTo>
                    <a:lnTo>
                      <a:pt x="3089" y="7251"/>
                    </a:lnTo>
                    <a:lnTo>
                      <a:pt x="3279" y="7278"/>
                    </a:lnTo>
                    <a:lnTo>
                      <a:pt x="3456" y="7291"/>
                    </a:lnTo>
                    <a:lnTo>
                      <a:pt x="3837" y="7291"/>
                    </a:lnTo>
                    <a:lnTo>
                      <a:pt x="4014" y="7278"/>
                    </a:lnTo>
                    <a:lnTo>
                      <a:pt x="4204" y="7251"/>
                    </a:lnTo>
                    <a:lnTo>
                      <a:pt x="4381" y="7223"/>
                    </a:lnTo>
                    <a:lnTo>
                      <a:pt x="4558" y="7183"/>
                    </a:lnTo>
                    <a:lnTo>
                      <a:pt x="4735" y="7128"/>
                    </a:lnTo>
                    <a:lnTo>
                      <a:pt x="4898" y="7074"/>
                    </a:lnTo>
                    <a:lnTo>
                      <a:pt x="5061" y="7006"/>
                    </a:lnTo>
                    <a:lnTo>
                      <a:pt x="5224" y="6938"/>
                    </a:lnTo>
                    <a:lnTo>
                      <a:pt x="5388" y="6856"/>
                    </a:lnTo>
                    <a:lnTo>
                      <a:pt x="5537" y="6761"/>
                    </a:lnTo>
                    <a:lnTo>
                      <a:pt x="5687" y="6666"/>
                    </a:lnTo>
                    <a:lnTo>
                      <a:pt x="5823" y="6570"/>
                    </a:lnTo>
                    <a:lnTo>
                      <a:pt x="5959" y="6462"/>
                    </a:lnTo>
                    <a:lnTo>
                      <a:pt x="6095" y="6353"/>
                    </a:lnTo>
                    <a:lnTo>
                      <a:pt x="6217" y="6230"/>
                    </a:lnTo>
                    <a:lnTo>
                      <a:pt x="6340" y="6094"/>
                    </a:lnTo>
                    <a:lnTo>
                      <a:pt x="6462" y="5972"/>
                    </a:lnTo>
                    <a:lnTo>
                      <a:pt x="6571" y="5836"/>
                    </a:lnTo>
                    <a:lnTo>
                      <a:pt x="6666" y="5686"/>
                    </a:lnTo>
                    <a:lnTo>
                      <a:pt x="6761" y="5537"/>
                    </a:lnTo>
                    <a:lnTo>
                      <a:pt x="6857" y="5387"/>
                    </a:lnTo>
                    <a:lnTo>
                      <a:pt x="6938" y="5224"/>
                    </a:lnTo>
                    <a:lnTo>
                      <a:pt x="7006" y="5074"/>
                    </a:lnTo>
                    <a:lnTo>
                      <a:pt x="7074" y="4897"/>
                    </a:lnTo>
                    <a:lnTo>
                      <a:pt x="7129" y="4734"/>
                    </a:lnTo>
                    <a:lnTo>
                      <a:pt x="7183" y="4557"/>
                    </a:lnTo>
                    <a:lnTo>
                      <a:pt x="7210" y="4380"/>
                    </a:lnTo>
                    <a:lnTo>
                      <a:pt x="7251" y="4204"/>
                    </a:lnTo>
                    <a:lnTo>
                      <a:pt x="7278" y="4027"/>
                    </a:lnTo>
                    <a:lnTo>
                      <a:pt x="7292" y="3836"/>
                    </a:lnTo>
                    <a:lnTo>
                      <a:pt x="7292" y="3646"/>
                    </a:lnTo>
                    <a:lnTo>
                      <a:pt x="7292" y="3456"/>
                    </a:lnTo>
                    <a:lnTo>
                      <a:pt x="7278" y="3279"/>
                    </a:lnTo>
                    <a:lnTo>
                      <a:pt x="7251" y="3088"/>
                    </a:lnTo>
                    <a:lnTo>
                      <a:pt x="7210" y="2911"/>
                    </a:lnTo>
                    <a:lnTo>
                      <a:pt x="7183" y="2735"/>
                    </a:lnTo>
                    <a:lnTo>
                      <a:pt x="7129" y="2571"/>
                    </a:lnTo>
                    <a:lnTo>
                      <a:pt x="7074" y="2395"/>
                    </a:lnTo>
                    <a:lnTo>
                      <a:pt x="7006" y="2231"/>
                    </a:lnTo>
                    <a:lnTo>
                      <a:pt x="6938" y="2068"/>
                    </a:lnTo>
                    <a:lnTo>
                      <a:pt x="6857" y="1918"/>
                    </a:lnTo>
                    <a:lnTo>
                      <a:pt x="6761" y="1755"/>
                    </a:lnTo>
                    <a:lnTo>
                      <a:pt x="6666" y="1606"/>
                    </a:lnTo>
                    <a:lnTo>
                      <a:pt x="6571" y="1470"/>
                    </a:lnTo>
                    <a:lnTo>
                      <a:pt x="6462" y="1334"/>
                    </a:lnTo>
                    <a:lnTo>
                      <a:pt x="6340" y="1197"/>
                    </a:lnTo>
                    <a:lnTo>
                      <a:pt x="6217" y="1075"/>
                    </a:lnTo>
                    <a:lnTo>
                      <a:pt x="6095" y="953"/>
                    </a:lnTo>
                    <a:lnTo>
                      <a:pt x="5959" y="844"/>
                    </a:lnTo>
                    <a:lnTo>
                      <a:pt x="5823" y="735"/>
                    </a:lnTo>
                    <a:lnTo>
                      <a:pt x="5687" y="626"/>
                    </a:lnTo>
                    <a:lnTo>
                      <a:pt x="5537" y="531"/>
                    </a:lnTo>
                    <a:lnTo>
                      <a:pt x="5388" y="449"/>
                    </a:lnTo>
                    <a:lnTo>
                      <a:pt x="5224" y="368"/>
                    </a:lnTo>
                    <a:lnTo>
                      <a:pt x="5061" y="286"/>
                    </a:lnTo>
                    <a:lnTo>
                      <a:pt x="4898" y="232"/>
                    </a:lnTo>
                    <a:lnTo>
                      <a:pt x="4735" y="164"/>
                    </a:lnTo>
                    <a:lnTo>
                      <a:pt x="4558" y="123"/>
                    </a:lnTo>
                    <a:lnTo>
                      <a:pt x="4381" y="82"/>
                    </a:lnTo>
                    <a:lnTo>
                      <a:pt x="4204" y="41"/>
                    </a:lnTo>
                    <a:lnTo>
                      <a:pt x="4014" y="28"/>
                    </a:lnTo>
                    <a:lnTo>
                      <a:pt x="3837" y="14"/>
                    </a:lnTo>
                    <a:lnTo>
                      <a:pt x="364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28"/>
              <p:cNvSpPr/>
              <p:nvPr/>
            </p:nvSpPr>
            <p:spPr>
              <a:xfrm>
                <a:off x="1570461" y="1669773"/>
                <a:ext cx="123808" cy="123808"/>
              </a:xfrm>
              <a:custGeom>
                <a:avLst/>
                <a:gdLst/>
                <a:ahLst/>
                <a:cxnLst/>
                <a:rect l="l" t="t" r="r" b="b"/>
                <a:pathLst>
                  <a:path w="4204" h="4204" extrusionOk="0">
                    <a:moveTo>
                      <a:pt x="2095" y="0"/>
                    </a:moveTo>
                    <a:lnTo>
                      <a:pt x="1878" y="14"/>
                    </a:lnTo>
                    <a:lnTo>
                      <a:pt x="1674" y="41"/>
                    </a:lnTo>
                    <a:lnTo>
                      <a:pt x="1470" y="95"/>
                    </a:lnTo>
                    <a:lnTo>
                      <a:pt x="1279" y="163"/>
                    </a:lnTo>
                    <a:lnTo>
                      <a:pt x="1089" y="245"/>
                    </a:lnTo>
                    <a:lnTo>
                      <a:pt x="926" y="354"/>
                    </a:lnTo>
                    <a:lnTo>
                      <a:pt x="762" y="476"/>
                    </a:lnTo>
                    <a:lnTo>
                      <a:pt x="613" y="612"/>
                    </a:lnTo>
                    <a:lnTo>
                      <a:pt x="477" y="762"/>
                    </a:lnTo>
                    <a:lnTo>
                      <a:pt x="354" y="925"/>
                    </a:lnTo>
                    <a:lnTo>
                      <a:pt x="245" y="1102"/>
                    </a:lnTo>
                    <a:lnTo>
                      <a:pt x="164" y="1279"/>
                    </a:lnTo>
                    <a:lnTo>
                      <a:pt x="82" y="1469"/>
                    </a:lnTo>
                    <a:lnTo>
                      <a:pt x="41" y="1673"/>
                    </a:lnTo>
                    <a:lnTo>
                      <a:pt x="1" y="1877"/>
                    </a:lnTo>
                    <a:lnTo>
                      <a:pt x="1" y="2095"/>
                    </a:lnTo>
                    <a:lnTo>
                      <a:pt x="1" y="2313"/>
                    </a:lnTo>
                    <a:lnTo>
                      <a:pt x="41" y="2517"/>
                    </a:lnTo>
                    <a:lnTo>
                      <a:pt x="82" y="2721"/>
                    </a:lnTo>
                    <a:lnTo>
                      <a:pt x="164" y="2911"/>
                    </a:lnTo>
                    <a:lnTo>
                      <a:pt x="245" y="3102"/>
                    </a:lnTo>
                    <a:lnTo>
                      <a:pt x="354" y="3278"/>
                    </a:lnTo>
                    <a:lnTo>
                      <a:pt x="477" y="3428"/>
                    </a:lnTo>
                    <a:lnTo>
                      <a:pt x="613" y="3578"/>
                    </a:lnTo>
                    <a:lnTo>
                      <a:pt x="762" y="3714"/>
                    </a:lnTo>
                    <a:lnTo>
                      <a:pt x="926" y="3836"/>
                    </a:lnTo>
                    <a:lnTo>
                      <a:pt x="1089" y="3945"/>
                    </a:lnTo>
                    <a:lnTo>
                      <a:pt x="1279" y="4040"/>
                    </a:lnTo>
                    <a:lnTo>
                      <a:pt x="1470" y="4108"/>
                    </a:lnTo>
                    <a:lnTo>
                      <a:pt x="1674" y="4163"/>
                    </a:lnTo>
                    <a:lnTo>
                      <a:pt x="1878" y="4190"/>
                    </a:lnTo>
                    <a:lnTo>
                      <a:pt x="2095" y="4203"/>
                    </a:lnTo>
                    <a:lnTo>
                      <a:pt x="2313" y="4190"/>
                    </a:lnTo>
                    <a:lnTo>
                      <a:pt x="2517" y="4163"/>
                    </a:lnTo>
                    <a:lnTo>
                      <a:pt x="2721" y="4108"/>
                    </a:lnTo>
                    <a:lnTo>
                      <a:pt x="2912" y="4040"/>
                    </a:lnTo>
                    <a:lnTo>
                      <a:pt x="3102" y="3945"/>
                    </a:lnTo>
                    <a:lnTo>
                      <a:pt x="3265" y="3836"/>
                    </a:lnTo>
                    <a:lnTo>
                      <a:pt x="3429" y="3714"/>
                    </a:lnTo>
                    <a:lnTo>
                      <a:pt x="3578" y="3578"/>
                    </a:lnTo>
                    <a:lnTo>
                      <a:pt x="3714" y="3428"/>
                    </a:lnTo>
                    <a:lnTo>
                      <a:pt x="3837" y="3278"/>
                    </a:lnTo>
                    <a:lnTo>
                      <a:pt x="3945" y="3102"/>
                    </a:lnTo>
                    <a:lnTo>
                      <a:pt x="4027" y="2911"/>
                    </a:lnTo>
                    <a:lnTo>
                      <a:pt x="4109" y="2721"/>
                    </a:lnTo>
                    <a:lnTo>
                      <a:pt x="4149" y="2517"/>
                    </a:lnTo>
                    <a:lnTo>
                      <a:pt x="4190" y="2313"/>
                    </a:lnTo>
                    <a:lnTo>
                      <a:pt x="4204" y="2095"/>
                    </a:lnTo>
                    <a:lnTo>
                      <a:pt x="4190" y="1877"/>
                    </a:lnTo>
                    <a:lnTo>
                      <a:pt x="4149" y="1673"/>
                    </a:lnTo>
                    <a:lnTo>
                      <a:pt x="4109" y="1469"/>
                    </a:lnTo>
                    <a:lnTo>
                      <a:pt x="4027" y="1279"/>
                    </a:lnTo>
                    <a:lnTo>
                      <a:pt x="3945" y="1102"/>
                    </a:lnTo>
                    <a:lnTo>
                      <a:pt x="3837" y="925"/>
                    </a:lnTo>
                    <a:lnTo>
                      <a:pt x="3714" y="762"/>
                    </a:lnTo>
                    <a:lnTo>
                      <a:pt x="3578" y="612"/>
                    </a:lnTo>
                    <a:lnTo>
                      <a:pt x="3429" y="476"/>
                    </a:lnTo>
                    <a:lnTo>
                      <a:pt x="3265" y="354"/>
                    </a:lnTo>
                    <a:lnTo>
                      <a:pt x="3102" y="245"/>
                    </a:lnTo>
                    <a:lnTo>
                      <a:pt x="2912" y="163"/>
                    </a:lnTo>
                    <a:lnTo>
                      <a:pt x="2721" y="95"/>
                    </a:lnTo>
                    <a:lnTo>
                      <a:pt x="2517" y="41"/>
                    </a:lnTo>
                    <a:lnTo>
                      <a:pt x="2313" y="14"/>
                    </a:lnTo>
                    <a:lnTo>
                      <a:pt x="20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28"/>
              <p:cNvSpPr/>
              <p:nvPr/>
            </p:nvSpPr>
            <p:spPr>
              <a:xfrm>
                <a:off x="1606920" y="1706615"/>
                <a:ext cx="50507" cy="50094"/>
              </a:xfrm>
              <a:custGeom>
                <a:avLst/>
                <a:gdLst/>
                <a:ahLst/>
                <a:cxnLst/>
                <a:rect l="l" t="t" r="r" b="b"/>
                <a:pathLst>
                  <a:path w="1715" h="1701" extrusionOk="0">
                    <a:moveTo>
                      <a:pt x="776" y="1"/>
                    </a:moveTo>
                    <a:lnTo>
                      <a:pt x="681" y="14"/>
                    </a:lnTo>
                    <a:lnTo>
                      <a:pt x="599" y="28"/>
                    </a:lnTo>
                    <a:lnTo>
                      <a:pt x="531" y="55"/>
                    </a:lnTo>
                    <a:lnTo>
                      <a:pt x="381" y="137"/>
                    </a:lnTo>
                    <a:lnTo>
                      <a:pt x="259" y="245"/>
                    </a:lnTo>
                    <a:lnTo>
                      <a:pt x="150" y="368"/>
                    </a:lnTo>
                    <a:lnTo>
                      <a:pt x="69" y="517"/>
                    </a:lnTo>
                    <a:lnTo>
                      <a:pt x="41" y="599"/>
                    </a:lnTo>
                    <a:lnTo>
                      <a:pt x="28" y="681"/>
                    </a:lnTo>
                    <a:lnTo>
                      <a:pt x="14" y="762"/>
                    </a:lnTo>
                    <a:lnTo>
                      <a:pt x="0" y="844"/>
                    </a:lnTo>
                    <a:lnTo>
                      <a:pt x="14" y="939"/>
                    </a:lnTo>
                    <a:lnTo>
                      <a:pt x="28" y="1021"/>
                    </a:lnTo>
                    <a:lnTo>
                      <a:pt x="41" y="1102"/>
                    </a:lnTo>
                    <a:lnTo>
                      <a:pt x="69" y="1184"/>
                    </a:lnTo>
                    <a:lnTo>
                      <a:pt x="150" y="1320"/>
                    </a:lnTo>
                    <a:lnTo>
                      <a:pt x="259" y="1456"/>
                    </a:lnTo>
                    <a:lnTo>
                      <a:pt x="381" y="1551"/>
                    </a:lnTo>
                    <a:lnTo>
                      <a:pt x="531" y="1633"/>
                    </a:lnTo>
                    <a:lnTo>
                      <a:pt x="599" y="1660"/>
                    </a:lnTo>
                    <a:lnTo>
                      <a:pt x="681" y="1687"/>
                    </a:lnTo>
                    <a:lnTo>
                      <a:pt x="776" y="1701"/>
                    </a:lnTo>
                    <a:lnTo>
                      <a:pt x="939" y="1701"/>
                    </a:lnTo>
                    <a:lnTo>
                      <a:pt x="1034" y="1687"/>
                    </a:lnTo>
                    <a:lnTo>
                      <a:pt x="1116" y="1660"/>
                    </a:lnTo>
                    <a:lnTo>
                      <a:pt x="1184" y="1633"/>
                    </a:lnTo>
                    <a:lnTo>
                      <a:pt x="1334" y="1551"/>
                    </a:lnTo>
                    <a:lnTo>
                      <a:pt x="1456" y="1456"/>
                    </a:lnTo>
                    <a:lnTo>
                      <a:pt x="1565" y="1320"/>
                    </a:lnTo>
                    <a:lnTo>
                      <a:pt x="1646" y="1184"/>
                    </a:lnTo>
                    <a:lnTo>
                      <a:pt x="1674" y="1102"/>
                    </a:lnTo>
                    <a:lnTo>
                      <a:pt x="1687" y="1021"/>
                    </a:lnTo>
                    <a:lnTo>
                      <a:pt x="1701" y="939"/>
                    </a:lnTo>
                    <a:lnTo>
                      <a:pt x="1714" y="844"/>
                    </a:lnTo>
                    <a:lnTo>
                      <a:pt x="1701" y="762"/>
                    </a:lnTo>
                    <a:lnTo>
                      <a:pt x="1687" y="681"/>
                    </a:lnTo>
                    <a:lnTo>
                      <a:pt x="1674" y="599"/>
                    </a:lnTo>
                    <a:lnTo>
                      <a:pt x="1646" y="517"/>
                    </a:lnTo>
                    <a:lnTo>
                      <a:pt x="1565" y="368"/>
                    </a:lnTo>
                    <a:lnTo>
                      <a:pt x="1456" y="245"/>
                    </a:lnTo>
                    <a:lnTo>
                      <a:pt x="1334" y="137"/>
                    </a:lnTo>
                    <a:lnTo>
                      <a:pt x="1184" y="55"/>
                    </a:lnTo>
                    <a:lnTo>
                      <a:pt x="1116" y="28"/>
                    </a:lnTo>
                    <a:lnTo>
                      <a:pt x="1034" y="14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28"/>
              <p:cNvSpPr/>
              <p:nvPr/>
            </p:nvSpPr>
            <p:spPr>
              <a:xfrm>
                <a:off x="586989" y="4500406"/>
                <a:ext cx="1581170" cy="231565"/>
              </a:xfrm>
              <a:custGeom>
                <a:avLst/>
                <a:gdLst/>
                <a:ahLst/>
                <a:cxnLst/>
                <a:rect l="l" t="t" r="r" b="b"/>
                <a:pathLst>
                  <a:path w="53690" h="7863" extrusionOk="0">
                    <a:moveTo>
                      <a:pt x="26852" y="1"/>
                    </a:moveTo>
                    <a:lnTo>
                      <a:pt x="25464" y="14"/>
                    </a:lnTo>
                    <a:lnTo>
                      <a:pt x="24104" y="28"/>
                    </a:lnTo>
                    <a:lnTo>
                      <a:pt x="22757" y="55"/>
                    </a:lnTo>
                    <a:lnTo>
                      <a:pt x="21438" y="82"/>
                    </a:lnTo>
                    <a:lnTo>
                      <a:pt x="20146" y="123"/>
                    </a:lnTo>
                    <a:lnTo>
                      <a:pt x="18867" y="177"/>
                    </a:lnTo>
                    <a:lnTo>
                      <a:pt x="17616" y="245"/>
                    </a:lnTo>
                    <a:lnTo>
                      <a:pt x="16405" y="313"/>
                    </a:lnTo>
                    <a:lnTo>
                      <a:pt x="15208" y="395"/>
                    </a:lnTo>
                    <a:lnTo>
                      <a:pt x="14052" y="477"/>
                    </a:lnTo>
                    <a:lnTo>
                      <a:pt x="12923" y="572"/>
                    </a:lnTo>
                    <a:lnTo>
                      <a:pt x="11835" y="681"/>
                    </a:lnTo>
                    <a:lnTo>
                      <a:pt x="10787" y="790"/>
                    </a:lnTo>
                    <a:lnTo>
                      <a:pt x="9767" y="898"/>
                    </a:lnTo>
                    <a:lnTo>
                      <a:pt x="8801" y="1021"/>
                    </a:lnTo>
                    <a:lnTo>
                      <a:pt x="7863" y="1157"/>
                    </a:lnTo>
                    <a:lnTo>
                      <a:pt x="6978" y="1293"/>
                    </a:lnTo>
                    <a:lnTo>
                      <a:pt x="6135" y="1429"/>
                    </a:lnTo>
                    <a:lnTo>
                      <a:pt x="5332" y="1578"/>
                    </a:lnTo>
                    <a:lnTo>
                      <a:pt x="4584" y="1742"/>
                    </a:lnTo>
                    <a:lnTo>
                      <a:pt x="3891" y="1891"/>
                    </a:lnTo>
                    <a:lnTo>
                      <a:pt x="3251" y="2055"/>
                    </a:lnTo>
                    <a:lnTo>
                      <a:pt x="2653" y="2231"/>
                    </a:lnTo>
                    <a:lnTo>
                      <a:pt x="2109" y="2408"/>
                    </a:lnTo>
                    <a:lnTo>
                      <a:pt x="1633" y="2585"/>
                    </a:lnTo>
                    <a:lnTo>
                      <a:pt x="1211" y="2762"/>
                    </a:lnTo>
                    <a:lnTo>
                      <a:pt x="844" y="2952"/>
                    </a:lnTo>
                    <a:lnTo>
                      <a:pt x="694" y="3048"/>
                    </a:lnTo>
                    <a:lnTo>
                      <a:pt x="544" y="3143"/>
                    </a:lnTo>
                    <a:lnTo>
                      <a:pt x="422" y="3238"/>
                    </a:lnTo>
                    <a:lnTo>
                      <a:pt x="313" y="3333"/>
                    </a:lnTo>
                    <a:lnTo>
                      <a:pt x="218" y="3428"/>
                    </a:lnTo>
                    <a:lnTo>
                      <a:pt x="150" y="3537"/>
                    </a:lnTo>
                    <a:lnTo>
                      <a:pt x="82" y="3632"/>
                    </a:lnTo>
                    <a:lnTo>
                      <a:pt x="41" y="3728"/>
                    </a:lnTo>
                    <a:lnTo>
                      <a:pt x="14" y="3837"/>
                    </a:lnTo>
                    <a:lnTo>
                      <a:pt x="0" y="3932"/>
                    </a:lnTo>
                    <a:lnTo>
                      <a:pt x="14" y="4041"/>
                    </a:lnTo>
                    <a:lnTo>
                      <a:pt x="41" y="4136"/>
                    </a:lnTo>
                    <a:lnTo>
                      <a:pt x="82" y="4231"/>
                    </a:lnTo>
                    <a:lnTo>
                      <a:pt x="150" y="4340"/>
                    </a:lnTo>
                    <a:lnTo>
                      <a:pt x="218" y="4435"/>
                    </a:lnTo>
                    <a:lnTo>
                      <a:pt x="313" y="4530"/>
                    </a:lnTo>
                    <a:lnTo>
                      <a:pt x="422" y="4625"/>
                    </a:lnTo>
                    <a:lnTo>
                      <a:pt x="544" y="4721"/>
                    </a:lnTo>
                    <a:lnTo>
                      <a:pt x="694" y="4829"/>
                    </a:lnTo>
                    <a:lnTo>
                      <a:pt x="844" y="4911"/>
                    </a:lnTo>
                    <a:lnTo>
                      <a:pt x="1211" y="5102"/>
                    </a:lnTo>
                    <a:lnTo>
                      <a:pt x="1633" y="5292"/>
                    </a:lnTo>
                    <a:lnTo>
                      <a:pt x="2109" y="5469"/>
                    </a:lnTo>
                    <a:lnTo>
                      <a:pt x="2653" y="5646"/>
                    </a:lnTo>
                    <a:lnTo>
                      <a:pt x="3251" y="5809"/>
                    </a:lnTo>
                    <a:lnTo>
                      <a:pt x="3891" y="5972"/>
                    </a:lnTo>
                    <a:lnTo>
                      <a:pt x="4584" y="6135"/>
                    </a:lnTo>
                    <a:lnTo>
                      <a:pt x="5332" y="6285"/>
                    </a:lnTo>
                    <a:lnTo>
                      <a:pt x="6135" y="6435"/>
                    </a:lnTo>
                    <a:lnTo>
                      <a:pt x="6978" y="6584"/>
                    </a:lnTo>
                    <a:lnTo>
                      <a:pt x="7863" y="6720"/>
                    </a:lnTo>
                    <a:lnTo>
                      <a:pt x="8801" y="6843"/>
                    </a:lnTo>
                    <a:lnTo>
                      <a:pt x="9767" y="6965"/>
                    </a:lnTo>
                    <a:lnTo>
                      <a:pt x="10787" y="7088"/>
                    </a:lnTo>
                    <a:lnTo>
                      <a:pt x="11835" y="7196"/>
                    </a:lnTo>
                    <a:lnTo>
                      <a:pt x="12923" y="7292"/>
                    </a:lnTo>
                    <a:lnTo>
                      <a:pt x="14052" y="7387"/>
                    </a:lnTo>
                    <a:lnTo>
                      <a:pt x="15208" y="7482"/>
                    </a:lnTo>
                    <a:lnTo>
                      <a:pt x="16405" y="7564"/>
                    </a:lnTo>
                    <a:lnTo>
                      <a:pt x="17616" y="7632"/>
                    </a:lnTo>
                    <a:lnTo>
                      <a:pt x="18867" y="7686"/>
                    </a:lnTo>
                    <a:lnTo>
                      <a:pt x="20146" y="7740"/>
                    </a:lnTo>
                    <a:lnTo>
                      <a:pt x="21438" y="7781"/>
                    </a:lnTo>
                    <a:lnTo>
                      <a:pt x="22757" y="7822"/>
                    </a:lnTo>
                    <a:lnTo>
                      <a:pt x="24104" y="7849"/>
                    </a:lnTo>
                    <a:lnTo>
                      <a:pt x="25464" y="7863"/>
                    </a:lnTo>
                    <a:lnTo>
                      <a:pt x="28226" y="7863"/>
                    </a:lnTo>
                    <a:lnTo>
                      <a:pt x="29586" y="7849"/>
                    </a:lnTo>
                    <a:lnTo>
                      <a:pt x="30933" y="7822"/>
                    </a:lnTo>
                    <a:lnTo>
                      <a:pt x="32252" y="7781"/>
                    </a:lnTo>
                    <a:lnTo>
                      <a:pt x="33558" y="7740"/>
                    </a:lnTo>
                    <a:lnTo>
                      <a:pt x="34823" y="7686"/>
                    </a:lnTo>
                    <a:lnTo>
                      <a:pt x="36074" y="7632"/>
                    </a:lnTo>
                    <a:lnTo>
                      <a:pt x="37299" y="7564"/>
                    </a:lnTo>
                    <a:lnTo>
                      <a:pt x="38482" y="7482"/>
                    </a:lnTo>
                    <a:lnTo>
                      <a:pt x="39638" y="7387"/>
                    </a:lnTo>
                    <a:lnTo>
                      <a:pt x="40767" y="7292"/>
                    </a:lnTo>
                    <a:lnTo>
                      <a:pt x="41855" y="7196"/>
                    </a:lnTo>
                    <a:lnTo>
                      <a:pt x="42903" y="7088"/>
                    </a:lnTo>
                    <a:lnTo>
                      <a:pt x="43923" y="6965"/>
                    </a:lnTo>
                    <a:lnTo>
                      <a:pt x="44889" y="6843"/>
                    </a:lnTo>
                    <a:lnTo>
                      <a:pt x="45827" y="6720"/>
                    </a:lnTo>
                    <a:lnTo>
                      <a:pt x="46712" y="6584"/>
                    </a:lnTo>
                    <a:lnTo>
                      <a:pt x="47555" y="6435"/>
                    </a:lnTo>
                    <a:lnTo>
                      <a:pt x="48358" y="6285"/>
                    </a:lnTo>
                    <a:lnTo>
                      <a:pt x="49106" y="6135"/>
                    </a:lnTo>
                    <a:lnTo>
                      <a:pt x="49799" y="5972"/>
                    </a:lnTo>
                    <a:lnTo>
                      <a:pt x="50452" y="5809"/>
                    </a:lnTo>
                    <a:lnTo>
                      <a:pt x="51037" y="5646"/>
                    </a:lnTo>
                    <a:lnTo>
                      <a:pt x="51581" y="5469"/>
                    </a:lnTo>
                    <a:lnTo>
                      <a:pt x="52057" y="5292"/>
                    </a:lnTo>
                    <a:lnTo>
                      <a:pt x="52479" y="5102"/>
                    </a:lnTo>
                    <a:lnTo>
                      <a:pt x="52846" y="4911"/>
                    </a:lnTo>
                    <a:lnTo>
                      <a:pt x="52996" y="4829"/>
                    </a:lnTo>
                    <a:lnTo>
                      <a:pt x="53146" y="4721"/>
                    </a:lnTo>
                    <a:lnTo>
                      <a:pt x="53268" y="4625"/>
                    </a:lnTo>
                    <a:lnTo>
                      <a:pt x="53377" y="4530"/>
                    </a:lnTo>
                    <a:lnTo>
                      <a:pt x="53472" y="4435"/>
                    </a:lnTo>
                    <a:lnTo>
                      <a:pt x="53554" y="4340"/>
                    </a:lnTo>
                    <a:lnTo>
                      <a:pt x="53608" y="4231"/>
                    </a:lnTo>
                    <a:lnTo>
                      <a:pt x="53649" y="4136"/>
                    </a:lnTo>
                    <a:lnTo>
                      <a:pt x="53676" y="4041"/>
                    </a:lnTo>
                    <a:lnTo>
                      <a:pt x="53690" y="3932"/>
                    </a:lnTo>
                    <a:lnTo>
                      <a:pt x="53676" y="3837"/>
                    </a:lnTo>
                    <a:lnTo>
                      <a:pt x="53649" y="3728"/>
                    </a:lnTo>
                    <a:lnTo>
                      <a:pt x="53608" y="3632"/>
                    </a:lnTo>
                    <a:lnTo>
                      <a:pt x="53554" y="3537"/>
                    </a:lnTo>
                    <a:lnTo>
                      <a:pt x="53472" y="3428"/>
                    </a:lnTo>
                    <a:lnTo>
                      <a:pt x="53377" y="3333"/>
                    </a:lnTo>
                    <a:lnTo>
                      <a:pt x="53268" y="3238"/>
                    </a:lnTo>
                    <a:lnTo>
                      <a:pt x="53146" y="3143"/>
                    </a:lnTo>
                    <a:lnTo>
                      <a:pt x="52996" y="3048"/>
                    </a:lnTo>
                    <a:lnTo>
                      <a:pt x="52846" y="2952"/>
                    </a:lnTo>
                    <a:lnTo>
                      <a:pt x="52479" y="2762"/>
                    </a:lnTo>
                    <a:lnTo>
                      <a:pt x="52057" y="2585"/>
                    </a:lnTo>
                    <a:lnTo>
                      <a:pt x="51581" y="2408"/>
                    </a:lnTo>
                    <a:lnTo>
                      <a:pt x="51037" y="2231"/>
                    </a:lnTo>
                    <a:lnTo>
                      <a:pt x="50452" y="2055"/>
                    </a:lnTo>
                    <a:lnTo>
                      <a:pt x="49799" y="1891"/>
                    </a:lnTo>
                    <a:lnTo>
                      <a:pt x="49106" y="1742"/>
                    </a:lnTo>
                    <a:lnTo>
                      <a:pt x="48358" y="1578"/>
                    </a:lnTo>
                    <a:lnTo>
                      <a:pt x="47555" y="1429"/>
                    </a:lnTo>
                    <a:lnTo>
                      <a:pt x="46712" y="1293"/>
                    </a:lnTo>
                    <a:lnTo>
                      <a:pt x="45827" y="1157"/>
                    </a:lnTo>
                    <a:lnTo>
                      <a:pt x="44889" y="1021"/>
                    </a:lnTo>
                    <a:lnTo>
                      <a:pt x="43923" y="898"/>
                    </a:lnTo>
                    <a:lnTo>
                      <a:pt x="42903" y="790"/>
                    </a:lnTo>
                    <a:lnTo>
                      <a:pt x="41855" y="681"/>
                    </a:lnTo>
                    <a:lnTo>
                      <a:pt x="40767" y="572"/>
                    </a:lnTo>
                    <a:lnTo>
                      <a:pt x="39638" y="477"/>
                    </a:lnTo>
                    <a:lnTo>
                      <a:pt x="38482" y="395"/>
                    </a:lnTo>
                    <a:lnTo>
                      <a:pt x="37299" y="313"/>
                    </a:lnTo>
                    <a:lnTo>
                      <a:pt x="36074" y="245"/>
                    </a:lnTo>
                    <a:lnTo>
                      <a:pt x="34823" y="177"/>
                    </a:lnTo>
                    <a:lnTo>
                      <a:pt x="33558" y="123"/>
                    </a:lnTo>
                    <a:lnTo>
                      <a:pt x="32252" y="82"/>
                    </a:lnTo>
                    <a:lnTo>
                      <a:pt x="30933" y="55"/>
                    </a:lnTo>
                    <a:lnTo>
                      <a:pt x="29586" y="28"/>
                    </a:lnTo>
                    <a:lnTo>
                      <a:pt x="28226" y="14"/>
                    </a:lnTo>
                    <a:lnTo>
                      <a:pt x="26852" y="1"/>
                    </a:lnTo>
                    <a:close/>
                  </a:path>
                </a:pathLst>
              </a:custGeom>
              <a:solidFill>
                <a:srgbClr val="666666">
                  <a:alpha val="1254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28"/>
              <p:cNvSpPr/>
              <p:nvPr/>
            </p:nvSpPr>
            <p:spPr>
              <a:xfrm>
                <a:off x="1289237" y="4091810"/>
                <a:ext cx="974294" cy="530012"/>
              </a:xfrm>
              <a:custGeom>
                <a:avLst/>
                <a:gdLst/>
                <a:ahLst/>
                <a:cxnLst/>
                <a:rect l="l" t="t" r="r" b="b"/>
                <a:pathLst>
                  <a:path w="33083" h="17997" extrusionOk="0">
                    <a:moveTo>
                      <a:pt x="19616" y="0"/>
                    </a:moveTo>
                    <a:lnTo>
                      <a:pt x="18527" y="41"/>
                    </a:lnTo>
                    <a:lnTo>
                      <a:pt x="17453" y="82"/>
                    </a:lnTo>
                    <a:lnTo>
                      <a:pt x="16378" y="150"/>
                    </a:lnTo>
                    <a:lnTo>
                      <a:pt x="15317" y="245"/>
                    </a:lnTo>
                    <a:lnTo>
                      <a:pt x="14270" y="340"/>
                    </a:lnTo>
                    <a:lnTo>
                      <a:pt x="13236" y="463"/>
                    </a:lnTo>
                    <a:lnTo>
                      <a:pt x="12243" y="585"/>
                    </a:lnTo>
                    <a:lnTo>
                      <a:pt x="11277" y="707"/>
                    </a:lnTo>
                    <a:lnTo>
                      <a:pt x="10352" y="843"/>
                    </a:lnTo>
                    <a:lnTo>
                      <a:pt x="9468" y="979"/>
                    </a:lnTo>
                    <a:lnTo>
                      <a:pt x="8625" y="1115"/>
                    </a:lnTo>
                    <a:lnTo>
                      <a:pt x="7128" y="1387"/>
                    </a:lnTo>
                    <a:lnTo>
                      <a:pt x="5877" y="1632"/>
                    </a:lnTo>
                    <a:lnTo>
                      <a:pt x="4938" y="1823"/>
                    </a:lnTo>
                    <a:lnTo>
                      <a:pt x="4136" y="2000"/>
                    </a:lnTo>
                    <a:lnTo>
                      <a:pt x="3918" y="2054"/>
                    </a:lnTo>
                    <a:lnTo>
                      <a:pt x="3714" y="2136"/>
                    </a:lnTo>
                    <a:lnTo>
                      <a:pt x="3524" y="2217"/>
                    </a:lnTo>
                    <a:lnTo>
                      <a:pt x="3320" y="2299"/>
                    </a:lnTo>
                    <a:lnTo>
                      <a:pt x="3129" y="2408"/>
                    </a:lnTo>
                    <a:lnTo>
                      <a:pt x="2952" y="2516"/>
                    </a:lnTo>
                    <a:lnTo>
                      <a:pt x="2762" y="2639"/>
                    </a:lnTo>
                    <a:lnTo>
                      <a:pt x="2585" y="2761"/>
                    </a:lnTo>
                    <a:lnTo>
                      <a:pt x="2422" y="2897"/>
                    </a:lnTo>
                    <a:lnTo>
                      <a:pt x="2245" y="3033"/>
                    </a:lnTo>
                    <a:lnTo>
                      <a:pt x="2082" y="3197"/>
                    </a:lnTo>
                    <a:lnTo>
                      <a:pt x="1932" y="3346"/>
                    </a:lnTo>
                    <a:lnTo>
                      <a:pt x="1783" y="3509"/>
                    </a:lnTo>
                    <a:lnTo>
                      <a:pt x="1633" y="3686"/>
                    </a:lnTo>
                    <a:lnTo>
                      <a:pt x="1361" y="4040"/>
                    </a:lnTo>
                    <a:lnTo>
                      <a:pt x="1116" y="4421"/>
                    </a:lnTo>
                    <a:lnTo>
                      <a:pt x="885" y="4829"/>
                    </a:lnTo>
                    <a:lnTo>
                      <a:pt x="681" y="5237"/>
                    </a:lnTo>
                    <a:lnTo>
                      <a:pt x="504" y="5672"/>
                    </a:lnTo>
                    <a:lnTo>
                      <a:pt x="354" y="6108"/>
                    </a:lnTo>
                    <a:lnTo>
                      <a:pt x="218" y="6556"/>
                    </a:lnTo>
                    <a:lnTo>
                      <a:pt x="123" y="7019"/>
                    </a:lnTo>
                    <a:lnTo>
                      <a:pt x="55" y="7468"/>
                    </a:lnTo>
                    <a:lnTo>
                      <a:pt x="14" y="7930"/>
                    </a:lnTo>
                    <a:lnTo>
                      <a:pt x="1" y="8379"/>
                    </a:lnTo>
                    <a:lnTo>
                      <a:pt x="14" y="8828"/>
                    </a:lnTo>
                    <a:lnTo>
                      <a:pt x="55" y="9277"/>
                    </a:lnTo>
                    <a:lnTo>
                      <a:pt x="96" y="9495"/>
                    </a:lnTo>
                    <a:lnTo>
                      <a:pt x="137" y="9712"/>
                    </a:lnTo>
                    <a:lnTo>
                      <a:pt x="191" y="9916"/>
                    </a:lnTo>
                    <a:lnTo>
                      <a:pt x="245" y="10120"/>
                    </a:lnTo>
                    <a:lnTo>
                      <a:pt x="313" y="10324"/>
                    </a:lnTo>
                    <a:lnTo>
                      <a:pt x="395" y="10528"/>
                    </a:lnTo>
                    <a:lnTo>
                      <a:pt x="477" y="10719"/>
                    </a:lnTo>
                    <a:lnTo>
                      <a:pt x="572" y="10909"/>
                    </a:lnTo>
                    <a:lnTo>
                      <a:pt x="667" y="11086"/>
                    </a:lnTo>
                    <a:lnTo>
                      <a:pt x="776" y="11263"/>
                    </a:lnTo>
                    <a:lnTo>
                      <a:pt x="898" y="11440"/>
                    </a:lnTo>
                    <a:lnTo>
                      <a:pt x="1021" y="11603"/>
                    </a:lnTo>
                    <a:lnTo>
                      <a:pt x="1170" y="11766"/>
                    </a:lnTo>
                    <a:lnTo>
                      <a:pt x="1306" y="11916"/>
                    </a:lnTo>
                    <a:lnTo>
                      <a:pt x="1470" y="12052"/>
                    </a:lnTo>
                    <a:lnTo>
                      <a:pt x="1633" y="12188"/>
                    </a:lnTo>
                    <a:lnTo>
                      <a:pt x="1796" y="12324"/>
                    </a:lnTo>
                    <a:lnTo>
                      <a:pt x="1987" y="12446"/>
                    </a:lnTo>
                    <a:lnTo>
                      <a:pt x="2177" y="12555"/>
                    </a:lnTo>
                    <a:lnTo>
                      <a:pt x="2381" y="12650"/>
                    </a:lnTo>
                    <a:lnTo>
                      <a:pt x="2585" y="12746"/>
                    </a:lnTo>
                    <a:lnTo>
                      <a:pt x="2816" y="12827"/>
                    </a:lnTo>
                    <a:lnTo>
                      <a:pt x="3048" y="12895"/>
                    </a:lnTo>
                    <a:lnTo>
                      <a:pt x="3279" y="12963"/>
                    </a:lnTo>
                    <a:lnTo>
                      <a:pt x="3646" y="13031"/>
                    </a:lnTo>
                    <a:lnTo>
                      <a:pt x="3973" y="13072"/>
                    </a:lnTo>
                    <a:lnTo>
                      <a:pt x="4299" y="13113"/>
                    </a:lnTo>
                    <a:lnTo>
                      <a:pt x="4775" y="13126"/>
                    </a:lnTo>
                    <a:lnTo>
                      <a:pt x="5265" y="13126"/>
                    </a:lnTo>
                    <a:lnTo>
                      <a:pt x="5782" y="13099"/>
                    </a:lnTo>
                    <a:lnTo>
                      <a:pt x="6312" y="13058"/>
                    </a:lnTo>
                    <a:lnTo>
                      <a:pt x="6856" y="13004"/>
                    </a:lnTo>
                    <a:lnTo>
                      <a:pt x="7414" y="12922"/>
                    </a:lnTo>
                    <a:lnTo>
                      <a:pt x="7985" y="12827"/>
                    </a:lnTo>
                    <a:lnTo>
                      <a:pt x="8570" y="12718"/>
                    </a:lnTo>
                    <a:lnTo>
                      <a:pt x="9169" y="12596"/>
                    </a:lnTo>
                    <a:lnTo>
                      <a:pt x="9767" y="12460"/>
                    </a:lnTo>
                    <a:lnTo>
                      <a:pt x="10366" y="12310"/>
                    </a:lnTo>
                    <a:lnTo>
                      <a:pt x="10964" y="12161"/>
                    </a:lnTo>
                    <a:lnTo>
                      <a:pt x="12175" y="11821"/>
                    </a:lnTo>
                    <a:lnTo>
                      <a:pt x="13386" y="11453"/>
                    </a:lnTo>
                    <a:lnTo>
                      <a:pt x="11753" y="12378"/>
                    </a:lnTo>
                    <a:lnTo>
                      <a:pt x="10339" y="13154"/>
                    </a:lnTo>
                    <a:lnTo>
                      <a:pt x="9155" y="13779"/>
                    </a:lnTo>
                    <a:lnTo>
                      <a:pt x="8203" y="14283"/>
                    </a:lnTo>
                    <a:lnTo>
                      <a:pt x="7455" y="14664"/>
                    </a:lnTo>
                    <a:lnTo>
                      <a:pt x="6924" y="14936"/>
                    </a:lnTo>
                    <a:lnTo>
                      <a:pt x="6503" y="15126"/>
                    </a:lnTo>
                    <a:lnTo>
                      <a:pt x="6462" y="15725"/>
                    </a:lnTo>
                    <a:lnTo>
                      <a:pt x="6448" y="16010"/>
                    </a:lnTo>
                    <a:lnTo>
                      <a:pt x="6326" y="17996"/>
                    </a:lnTo>
                    <a:lnTo>
                      <a:pt x="7523" y="17833"/>
                    </a:lnTo>
                    <a:lnTo>
                      <a:pt x="8693" y="17656"/>
                    </a:lnTo>
                    <a:lnTo>
                      <a:pt x="9835" y="17479"/>
                    </a:lnTo>
                    <a:lnTo>
                      <a:pt x="10951" y="17302"/>
                    </a:lnTo>
                    <a:lnTo>
                      <a:pt x="12025" y="17098"/>
                    </a:lnTo>
                    <a:lnTo>
                      <a:pt x="13086" y="16908"/>
                    </a:lnTo>
                    <a:lnTo>
                      <a:pt x="14107" y="16704"/>
                    </a:lnTo>
                    <a:lnTo>
                      <a:pt x="15100" y="16486"/>
                    </a:lnTo>
                    <a:lnTo>
                      <a:pt x="16065" y="16269"/>
                    </a:lnTo>
                    <a:lnTo>
                      <a:pt x="16990" y="16051"/>
                    </a:lnTo>
                    <a:lnTo>
                      <a:pt x="17902" y="15820"/>
                    </a:lnTo>
                    <a:lnTo>
                      <a:pt x="18772" y="15575"/>
                    </a:lnTo>
                    <a:lnTo>
                      <a:pt x="19629" y="15344"/>
                    </a:lnTo>
                    <a:lnTo>
                      <a:pt x="20445" y="15099"/>
                    </a:lnTo>
                    <a:lnTo>
                      <a:pt x="21248" y="14840"/>
                    </a:lnTo>
                    <a:lnTo>
                      <a:pt x="22010" y="14596"/>
                    </a:lnTo>
                    <a:lnTo>
                      <a:pt x="22744" y="14337"/>
                    </a:lnTo>
                    <a:lnTo>
                      <a:pt x="23465" y="14065"/>
                    </a:lnTo>
                    <a:lnTo>
                      <a:pt x="24145" y="13807"/>
                    </a:lnTo>
                    <a:lnTo>
                      <a:pt x="24798" y="13535"/>
                    </a:lnTo>
                    <a:lnTo>
                      <a:pt x="25437" y="13262"/>
                    </a:lnTo>
                    <a:lnTo>
                      <a:pt x="26036" y="12990"/>
                    </a:lnTo>
                    <a:lnTo>
                      <a:pt x="26621" y="12705"/>
                    </a:lnTo>
                    <a:lnTo>
                      <a:pt x="27165" y="12433"/>
                    </a:lnTo>
                    <a:lnTo>
                      <a:pt x="27696" y="12147"/>
                    </a:lnTo>
                    <a:lnTo>
                      <a:pt x="28199" y="11861"/>
                    </a:lnTo>
                    <a:lnTo>
                      <a:pt x="28661" y="11576"/>
                    </a:lnTo>
                    <a:lnTo>
                      <a:pt x="29110" y="11277"/>
                    </a:lnTo>
                    <a:lnTo>
                      <a:pt x="29545" y="10991"/>
                    </a:lnTo>
                    <a:lnTo>
                      <a:pt x="29940" y="10692"/>
                    </a:lnTo>
                    <a:lnTo>
                      <a:pt x="30307" y="10406"/>
                    </a:lnTo>
                    <a:lnTo>
                      <a:pt x="30661" y="10107"/>
                    </a:lnTo>
                    <a:lnTo>
                      <a:pt x="30987" y="9821"/>
                    </a:lnTo>
                    <a:lnTo>
                      <a:pt x="31287" y="9522"/>
                    </a:lnTo>
                    <a:lnTo>
                      <a:pt x="31572" y="9223"/>
                    </a:lnTo>
                    <a:lnTo>
                      <a:pt x="31817" y="8937"/>
                    </a:lnTo>
                    <a:lnTo>
                      <a:pt x="32048" y="8638"/>
                    </a:lnTo>
                    <a:lnTo>
                      <a:pt x="32252" y="8352"/>
                    </a:lnTo>
                    <a:lnTo>
                      <a:pt x="32443" y="8053"/>
                    </a:lnTo>
                    <a:lnTo>
                      <a:pt x="32592" y="7767"/>
                    </a:lnTo>
                    <a:lnTo>
                      <a:pt x="32742" y="7481"/>
                    </a:lnTo>
                    <a:lnTo>
                      <a:pt x="32851" y="7182"/>
                    </a:lnTo>
                    <a:lnTo>
                      <a:pt x="32946" y="6897"/>
                    </a:lnTo>
                    <a:lnTo>
                      <a:pt x="33014" y="6624"/>
                    </a:lnTo>
                    <a:lnTo>
                      <a:pt x="33055" y="6339"/>
                    </a:lnTo>
                    <a:lnTo>
                      <a:pt x="33082" y="6053"/>
                    </a:lnTo>
                    <a:lnTo>
                      <a:pt x="33082" y="5781"/>
                    </a:lnTo>
                    <a:lnTo>
                      <a:pt x="33069" y="5509"/>
                    </a:lnTo>
                    <a:lnTo>
                      <a:pt x="33028" y="5237"/>
                    </a:lnTo>
                    <a:lnTo>
                      <a:pt x="32973" y="4979"/>
                    </a:lnTo>
                    <a:lnTo>
                      <a:pt x="32892" y="4706"/>
                    </a:lnTo>
                    <a:lnTo>
                      <a:pt x="32783" y="4448"/>
                    </a:lnTo>
                    <a:lnTo>
                      <a:pt x="32660" y="4203"/>
                    </a:lnTo>
                    <a:lnTo>
                      <a:pt x="32524" y="3945"/>
                    </a:lnTo>
                    <a:lnTo>
                      <a:pt x="32361" y="3700"/>
                    </a:lnTo>
                    <a:lnTo>
                      <a:pt x="32171" y="3469"/>
                    </a:lnTo>
                    <a:lnTo>
                      <a:pt x="31967" y="3224"/>
                    </a:lnTo>
                    <a:lnTo>
                      <a:pt x="31749" y="2993"/>
                    </a:lnTo>
                    <a:lnTo>
                      <a:pt x="31504" y="2775"/>
                    </a:lnTo>
                    <a:lnTo>
                      <a:pt x="31246" y="2557"/>
                    </a:lnTo>
                    <a:lnTo>
                      <a:pt x="30960" y="2340"/>
                    </a:lnTo>
                    <a:lnTo>
                      <a:pt x="30661" y="2136"/>
                    </a:lnTo>
                    <a:lnTo>
                      <a:pt x="30348" y="1945"/>
                    </a:lnTo>
                    <a:lnTo>
                      <a:pt x="30008" y="1755"/>
                    </a:lnTo>
                    <a:lnTo>
                      <a:pt x="29641" y="1564"/>
                    </a:lnTo>
                    <a:lnTo>
                      <a:pt x="29273" y="1387"/>
                    </a:lnTo>
                    <a:lnTo>
                      <a:pt x="28879" y="1224"/>
                    </a:lnTo>
                    <a:lnTo>
                      <a:pt x="28484" y="1075"/>
                    </a:lnTo>
                    <a:lnTo>
                      <a:pt x="28063" y="939"/>
                    </a:lnTo>
                    <a:lnTo>
                      <a:pt x="27641" y="816"/>
                    </a:lnTo>
                    <a:lnTo>
                      <a:pt x="27192" y="694"/>
                    </a:lnTo>
                    <a:lnTo>
                      <a:pt x="26743" y="585"/>
                    </a:lnTo>
                    <a:lnTo>
                      <a:pt x="26281" y="490"/>
                    </a:lnTo>
                    <a:lnTo>
                      <a:pt x="25805" y="408"/>
                    </a:lnTo>
                    <a:lnTo>
                      <a:pt x="25329" y="326"/>
                    </a:lnTo>
                    <a:lnTo>
                      <a:pt x="24839" y="258"/>
                    </a:lnTo>
                    <a:lnTo>
                      <a:pt x="24336" y="190"/>
                    </a:lnTo>
                    <a:lnTo>
                      <a:pt x="23832" y="150"/>
                    </a:lnTo>
                    <a:lnTo>
                      <a:pt x="23329" y="95"/>
                    </a:lnTo>
                    <a:lnTo>
                      <a:pt x="22812" y="68"/>
                    </a:lnTo>
                    <a:lnTo>
                      <a:pt x="21751" y="14"/>
                    </a:lnTo>
                    <a:lnTo>
                      <a:pt x="2069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28"/>
              <p:cNvSpPr/>
              <p:nvPr/>
            </p:nvSpPr>
            <p:spPr>
              <a:xfrm>
                <a:off x="1316067" y="4540459"/>
                <a:ext cx="146661" cy="107404"/>
              </a:xfrm>
              <a:custGeom>
                <a:avLst/>
                <a:gdLst/>
                <a:ahLst/>
                <a:cxnLst/>
                <a:rect l="l" t="t" r="r" b="b"/>
                <a:pathLst>
                  <a:path w="4980" h="3647" extrusionOk="0">
                    <a:moveTo>
                      <a:pt x="4980" y="1"/>
                    </a:moveTo>
                    <a:lnTo>
                      <a:pt x="2381" y="518"/>
                    </a:lnTo>
                    <a:lnTo>
                      <a:pt x="2177" y="790"/>
                    </a:lnTo>
                    <a:lnTo>
                      <a:pt x="1661" y="1524"/>
                    </a:lnTo>
                    <a:lnTo>
                      <a:pt x="1293" y="2014"/>
                    </a:lnTo>
                    <a:lnTo>
                      <a:pt x="899" y="2531"/>
                    </a:lnTo>
                    <a:lnTo>
                      <a:pt x="463" y="3089"/>
                    </a:lnTo>
                    <a:lnTo>
                      <a:pt x="1" y="3646"/>
                    </a:lnTo>
                    <a:lnTo>
                      <a:pt x="4844" y="2939"/>
                    </a:lnTo>
                    <a:lnTo>
                      <a:pt x="4980" y="1"/>
                    </a:lnTo>
                    <a:close/>
                  </a:path>
                </a:pathLst>
              </a:custGeom>
              <a:solidFill>
                <a:srgbClr val="FDBB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28"/>
              <p:cNvSpPr/>
              <p:nvPr/>
            </p:nvSpPr>
            <p:spPr>
              <a:xfrm>
                <a:off x="1429451" y="4518430"/>
                <a:ext cx="74155" cy="135441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599" extrusionOk="0">
                    <a:moveTo>
                      <a:pt x="1850" y="1"/>
                    </a:moveTo>
                    <a:lnTo>
                      <a:pt x="1592" y="14"/>
                    </a:lnTo>
                    <a:lnTo>
                      <a:pt x="1320" y="28"/>
                    </a:lnTo>
                    <a:lnTo>
                      <a:pt x="1062" y="55"/>
                    </a:lnTo>
                    <a:lnTo>
                      <a:pt x="803" y="110"/>
                    </a:lnTo>
                    <a:lnTo>
                      <a:pt x="545" y="178"/>
                    </a:lnTo>
                    <a:lnTo>
                      <a:pt x="273" y="259"/>
                    </a:lnTo>
                    <a:lnTo>
                      <a:pt x="1" y="382"/>
                    </a:lnTo>
                    <a:lnTo>
                      <a:pt x="422" y="4544"/>
                    </a:lnTo>
                    <a:lnTo>
                      <a:pt x="694" y="4585"/>
                    </a:lnTo>
                    <a:lnTo>
                      <a:pt x="966" y="4598"/>
                    </a:lnTo>
                    <a:lnTo>
                      <a:pt x="1225" y="4598"/>
                    </a:lnTo>
                    <a:lnTo>
                      <a:pt x="1483" y="4558"/>
                    </a:lnTo>
                    <a:lnTo>
                      <a:pt x="1728" y="4517"/>
                    </a:lnTo>
                    <a:lnTo>
                      <a:pt x="1987" y="4435"/>
                    </a:lnTo>
                    <a:lnTo>
                      <a:pt x="2245" y="4340"/>
                    </a:lnTo>
                    <a:lnTo>
                      <a:pt x="2517" y="4231"/>
                    </a:lnTo>
                    <a:lnTo>
                      <a:pt x="2123" y="1"/>
                    </a:lnTo>
                    <a:close/>
                  </a:path>
                </a:pathLst>
              </a:custGeom>
              <a:solidFill>
                <a:srgbClr val="2A5B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28"/>
              <p:cNvSpPr/>
              <p:nvPr/>
            </p:nvSpPr>
            <p:spPr>
              <a:xfrm>
                <a:off x="1060495" y="4451135"/>
                <a:ext cx="355373" cy="256009"/>
              </a:xfrm>
              <a:custGeom>
                <a:avLst/>
                <a:gdLst/>
                <a:ahLst/>
                <a:cxnLst/>
                <a:rect l="l" t="t" r="r" b="b"/>
                <a:pathLst>
                  <a:path w="12067" h="8693" extrusionOk="0">
                    <a:moveTo>
                      <a:pt x="9196" y="0"/>
                    </a:moveTo>
                    <a:lnTo>
                      <a:pt x="7740" y="1102"/>
                    </a:lnTo>
                    <a:lnTo>
                      <a:pt x="6258" y="2231"/>
                    </a:lnTo>
                    <a:lnTo>
                      <a:pt x="4544" y="3551"/>
                    </a:lnTo>
                    <a:lnTo>
                      <a:pt x="3687" y="4231"/>
                    </a:lnTo>
                    <a:lnTo>
                      <a:pt x="2843" y="4897"/>
                    </a:lnTo>
                    <a:lnTo>
                      <a:pt x="2068" y="5537"/>
                    </a:lnTo>
                    <a:lnTo>
                      <a:pt x="1374" y="6122"/>
                    </a:lnTo>
                    <a:lnTo>
                      <a:pt x="789" y="6639"/>
                    </a:lnTo>
                    <a:lnTo>
                      <a:pt x="558" y="6856"/>
                    </a:lnTo>
                    <a:lnTo>
                      <a:pt x="354" y="7060"/>
                    </a:lnTo>
                    <a:lnTo>
                      <a:pt x="191" y="7223"/>
                    </a:lnTo>
                    <a:lnTo>
                      <a:pt x="82" y="7373"/>
                    </a:lnTo>
                    <a:lnTo>
                      <a:pt x="14" y="7482"/>
                    </a:lnTo>
                    <a:lnTo>
                      <a:pt x="1" y="7523"/>
                    </a:lnTo>
                    <a:lnTo>
                      <a:pt x="1" y="7550"/>
                    </a:lnTo>
                    <a:lnTo>
                      <a:pt x="82" y="7795"/>
                    </a:lnTo>
                    <a:lnTo>
                      <a:pt x="137" y="7917"/>
                    </a:lnTo>
                    <a:lnTo>
                      <a:pt x="191" y="8053"/>
                    </a:lnTo>
                    <a:lnTo>
                      <a:pt x="259" y="8176"/>
                    </a:lnTo>
                    <a:lnTo>
                      <a:pt x="354" y="8298"/>
                    </a:lnTo>
                    <a:lnTo>
                      <a:pt x="449" y="8407"/>
                    </a:lnTo>
                    <a:lnTo>
                      <a:pt x="558" y="8502"/>
                    </a:lnTo>
                    <a:lnTo>
                      <a:pt x="681" y="8584"/>
                    </a:lnTo>
                    <a:lnTo>
                      <a:pt x="817" y="8638"/>
                    </a:lnTo>
                    <a:lnTo>
                      <a:pt x="966" y="8679"/>
                    </a:lnTo>
                    <a:lnTo>
                      <a:pt x="1130" y="8692"/>
                    </a:lnTo>
                    <a:lnTo>
                      <a:pt x="1320" y="8679"/>
                    </a:lnTo>
                    <a:lnTo>
                      <a:pt x="1510" y="8638"/>
                    </a:lnTo>
                    <a:lnTo>
                      <a:pt x="1742" y="8556"/>
                    </a:lnTo>
                    <a:lnTo>
                      <a:pt x="1973" y="8434"/>
                    </a:lnTo>
                    <a:lnTo>
                      <a:pt x="2191" y="8325"/>
                    </a:lnTo>
                    <a:lnTo>
                      <a:pt x="2449" y="8244"/>
                    </a:lnTo>
                    <a:lnTo>
                      <a:pt x="2748" y="8148"/>
                    </a:lnTo>
                    <a:lnTo>
                      <a:pt x="3102" y="8067"/>
                    </a:lnTo>
                    <a:lnTo>
                      <a:pt x="3469" y="7985"/>
                    </a:lnTo>
                    <a:lnTo>
                      <a:pt x="3877" y="7917"/>
                    </a:lnTo>
                    <a:lnTo>
                      <a:pt x="4748" y="7795"/>
                    </a:lnTo>
                    <a:lnTo>
                      <a:pt x="5346" y="7713"/>
                    </a:lnTo>
                    <a:lnTo>
                      <a:pt x="5591" y="7686"/>
                    </a:lnTo>
                    <a:lnTo>
                      <a:pt x="6244" y="7618"/>
                    </a:lnTo>
                    <a:lnTo>
                      <a:pt x="6639" y="7563"/>
                    </a:lnTo>
                    <a:lnTo>
                      <a:pt x="7183" y="7509"/>
                    </a:lnTo>
                    <a:lnTo>
                      <a:pt x="7958" y="7427"/>
                    </a:lnTo>
                    <a:lnTo>
                      <a:pt x="8597" y="7332"/>
                    </a:lnTo>
                    <a:lnTo>
                      <a:pt x="8856" y="7291"/>
                    </a:lnTo>
                    <a:lnTo>
                      <a:pt x="9060" y="7251"/>
                    </a:lnTo>
                    <a:lnTo>
                      <a:pt x="9209" y="7210"/>
                    </a:lnTo>
                    <a:lnTo>
                      <a:pt x="9305" y="7169"/>
                    </a:lnTo>
                    <a:lnTo>
                      <a:pt x="9386" y="7087"/>
                    </a:lnTo>
                    <a:lnTo>
                      <a:pt x="9454" y="7006"/>
                    </a:lnTo>
                    <a:lnTo>
                      <a:pt x="9509" y="6897"/>
                    </a:lnTo>
                    <a:lnTo>
                      <a:pt x="9563" y="6788"/>
                    </a:lnTo>
                    <a:lnTo>
                      <a:pt x="9604" y="6666"/>
                    </a:lnTo>
                    <a:lnTo>
                      <a:pt x="9631" y="6530"/>
                    </a:lnTo>
                    <a:lnTo>
                      <a:pt x="9672" y="6271"/>
                    </a:lnTo>
                    <a:lnTo>
                      <a:pt x="9686" y="6040"/>
                    </a:lnTo>
                    <a:lnTo>
                      <a:pt x="9686" y="5836"/>
                    </a:lnTo>
                    <a:lnTo>
                      <a:pt x="9686" y="5646"/>
                    </a:lnTo>
                    <a:lnTo>
                      <a:pt x="9903" y="5278"/>
                    </a:lnTo>
                    <a:lnTo>
                      <a:pt x="10121" y="4965"/>
                    </a:lnTo>
                    <a:lnTo>
                      <a:pt x="10352" y="4693"/>
                    </a:lnTo>
                    <a:lnTo>
                      <a:pt x="10570" y="4449"/>
                    </a:lnTo>
                    <a:lnTo>
                      <a:pt x="10801" y="4244"/>
                    </a:lnTo>
                    <a:lnTo>
                      <a:pt x="11005" y="4068"/>
                    </a:lnTo>
                    <a:lnTo>
                      <a:pt x="11209" y="3918"/>
                    </a:lnTo>
                    <a:lnTo>
                      <a:pt x="11413" y="3782"/>
                    </a:lnTo>
                    <a:lnTo>
                      <a:pt x="11740" y="3564"/>
                    </a:lnTo>
                    <a:lnTo>
                      <a:pt x="11862" y="3483"/>
                    </a:lnTo>
                    <a:lnTo>
                      <a:pt x="11957" y="3401"/>
                    </a:lnTo>
                    <a:lnTo>
                      <a:pt x="12039" y="3320"/>
                    </a:lnTo>
                    <a:lnTo>
                      <a:pt x="12052" y="3279"/>
                    </a:lnTo>
                    <a:lnTo>
                      <a:pt x="12066" y="3238"/>
                    </a:lnTo>
                    <a:lnTo>
                      <a:pt x="12066" y="3197"/>
                    </a:lnTo>
                    <a:lnTo>
                      <a:pt x="12066" y="3156"/>
                    </a:lnTo>
                    <a:lnTo>
                      <a:pt x="12039" y="3102"/>
                    </a:lnTo>
                    <a:lnTo>
                      <a:pt x="12012" y="3061"/>
                    </a:lnTo>
                    <a:lnTo>
                      <a:pt x="11876" y="2871"/>
                    </a:lnTo>
                    <a:lnTo>
                      <a:pt x="11712" y="2667"/>
                    </a:lnTo>
                    <a:lnTo>
                      <a:pt x="11304" y="2190"/>
                    </a:lnTo>
                    <a:lnTo>
                      <a:pt x="10842" y="1687"/>
                    </a:lnTo>
                    <a:lnTo>
                      <a:pt x="10366" y="1184"/>
                    </a:lnTo>
                    <a:lnTo>
                      <a:pt x="9550" y="354"/>
                    </a:lnTo>
                    <a:lnTo>
                      <a:pt x="919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28"/>
              <p:cNvSpPr/>
              <p:nvPr/>
            </p:nvSpPr>
            <p:spPr>
              <a:xfrm>
                <a:off x="478022" y="4091810"/>
                <a:ext cx="974677" cy="530012"/>
              </a:xfrm>
              <a:custGeom>
                <a:avLst/>
                <a:gdLst/>
                <a:ahLst/>
                <a:cxnLst/>
                <a:rect l="l" t="t" r="r" b="b"/>
                <a:pathLst>
                  <a:path w="33096" h="17997" extrusionOk="0">
                    <a:moveTo>
                      <a:pt x="12406" y="0"/>
                    </a:moveTo>
                    <a:lnTo>
                      <a:pt x="11331" y="14"/>
                    </a:lnTo>
                    <a:lnTo>
                      <a:pt x="10284" y="68"/>
                    </a:lnTo>
                    <a:lnTo>
                      <a:pt x="9767" y="95"/>
                    </a:lnTo>
                    <a:lnTo>
                      <a:pt x="9250" y="150"/>
                    </a:lnTo>
                    <a:lnTo>
                      <a:pt x="8747" y="190"/>
                    </a:lnTo>
                    <a:lnTo>
                      <a:pt x="8244" y="258"/>
                    </a:lnTo>
                    <a:lnTo>
                      <a:pt x="7754" y="326"/>
                    </a:lnTo>
                    <a:lnTo>
                      <a:pt x="7278" y="408"/>
                    </a:lnTo>
                    <a:lnTo>
                      <a:pt x="6802" y="490"/>
                    </a:lnTo>
                    <a:lnTo>
                      <a:pt x="6339" y="585"/>
                    </a:lnTo>
                    <a:lnTo>
                      <a:pt x="5890" y="694"/>
                    </a:lnTo>
                    <a:lnTo>
                      <a:pt x="5455" y="816"/>
                    </a:lnTo>
                    <a:lnTo>
                      <a:pt x="5020" y="939"/>
                    </a:lnTo>
                    <a:lnTo>
                      <a:pt x="4612" y="1075"/>
                    </a:lnTo>
                    <a:lnTo>
                      <a:pt x="4204" y="1224"/>
                    </a:lnTo>
                    <a:lnTo>
                      <a:pt x="3809" y="1387"/>
                    </a:lnTo>
                    <a:lnTo>
                      <a:pt x="3442" y="1564"/>
                    </a:lnTo>
                    <a:lnTo>
                      <a:pt x="3088" y="1755"/>
                    </a:lnTo>
                    <a:lnTo>
                      <a:pt x="2748" y="1945"/>
                    </a:lnTo>
                    <a:lnTo>
                      <a:pt x="2422" y="2136"/>
                    </a:lnTo>
                    <a:lnTo>
                      <a:pt x="2122" y="2340"/>
                    </a:lnTo>
                    <a:lnTo>
                      <a:pt x="1850" y="2557"/>
                    </a:lnTo>
                    <a:lnTo>
                      <a:pt x="1578" y="2775"/>
                    </a:lnTo>
                    <a:lnTo>
                      <a:pt x="1347" y="2993"/>
                    </a:lnTo>
                    <a:lnTo>
                      <a:pt x="1116" y="3224"/>
                    </a:lnTo>
                    <a:lnTo>
                      <a:pt x="912" y="3469"/>
                    </a:lnTo>
                    <a:lnTo>
                      <a:pt x="735" y="3700"/>
                    </a:lnTo>
                    <a:lnTo>
                      <a:pt x="572" y="3945"/>
                    </a:lnTo>
                    <a:lnTo>
                      <a:pt x="422" y="4203"/>
                    </a:lnTo>
                    <a:lnTo>
                      <a:pt x="300" y="4448"/>
                    </a:lnTo>
                    <a:lnTo>
                      <a:pt x="204" y="4706"/>
                    </a:lnTo>
                    <a:lnTo>
                      <a:pt x="123" y="4979"/>
                    </a:lnTo>
                    <a:lnTo>
                      <a:pt x="55" y="5237"/>
                    </a:lnTo>
                    <a:lnTo>
                      <a:pt x="14" y="5509"/>
                    </a:lnTo>
                    <a:lnTo>
                      <a:pt x="0" y="5781"/>
                    </a:lnTo>
                    <a:lnTo>
                      <a:pt x="0" y="6053"/>
                    </a:lnTo>
                    <a:lnTo>
                      <a:pt x="28" y="6339"/>
                    </a:lnTo>
                    <a:lnTo>
                      <a:pt x="82" y="6624"/>
                    </a:lnTo>
                    <a:lnTo>
                      <a:pt x="150" y="6897"/>
                    </a:lnTo>
                    <a:lnTo>
                      <a:pt x="232" y="7182"/>
                    </a:lnTo>
                    <a:lnTo>
                      <a:pt x="354" y="7481"/>
                    </a:lnTo>
                    <a:lnTo>
                      <a:pt x="490" y="7767"/>
                    </a:lnTo>
                    <a:lnTo>
                      <a:pt x="653" y="8053"/>
                    </a:lnTo>
                    <a:lnTo>
                      <a:pt x="830" y="8352"/>
                    </a:lnTo>
                    <a:lnTo>
                      <a:pt x="1034" y="8638"/>
                    </a:lnTo>
                    <a:lnTo>
                      <a:pt x="1265" y="8937"/>
                    </a:lnTo>
                    <a:lnTo>
                      <a:pt x="1524" y="9223"/>
                    </a:lnTo>
                    <a:lnTo>
                      <a:pt x="1796" y="9522"/>
                    </a:lnTo>
                    <a:lnTo>
                      <a:pt x="2095" y="9821"/>
                    </a:lnTo>
                    <a:lnTo>
                      <a:pt x="2422" y="10107"/>
                    </a:lnTo>
                    <a:lnTo>
                      <a:pt x="2775" y="10406"/>
                    </a:lnTo>
                    <a:lnTo>
                      <a:pt x="3143" y="10692"/>
                    </a:lnTo>
                    <a:lnTo>
                      <a:pt x="3551" y="10991"/>
                    </a:lnTo>
                    <a:lnTo>
                      <a:pt x="3972" y="11277"/>
                    </a:lnTo>
                    <a:lnTo>
                      <a:pt x="4421" y="11576"/>
                    </a:lnTo>
                    <a:lnTo>
                      <a:pt x="4897" y="11861"/>
                    </a:lnTo>
                    <a:lnTo>
                      <a:pt x="5401" y="12147"/>
                    </a:lnTo>
                    <a:lnTo>
                      <a:pt x="5917" y="12433"/>
                    </a:lnTo>
                    <a:lnTo>
                      <a:pt x="6475" y="12705"/>
                    </a:lnTo>
                    <a:lnTo>
                      <a:pt x="7046" y="12990"/>
                    </a:lnTo>
                    <a:lnTo>
                      <a:pt x="7659" y="13262"/>
                    </a:lnTo>
                    <a:lnTo>
                      <a:pt x="8284" y="13535"/>
                    </a:lnTo>
                    <a:lnTo>
                      <a:pt x="8937" y="13807"/>
                    </a:lnTo>
                    <a:lnTo>
                      <a:pt x="9631" y="14065"/>
                    </a:lnTo>
                    <a:lnTo>
                      <a:pt x="10338" y="14337"/>
                    </a:lnTo>
                    <a:lnTo>
                      <a:pt x="11073" y="14596"/>
                    </a:lnTo>
                    <a:lnTo>
                      <a:pt x="11848" y="14840"/>
                    </a:lnTo>
                    <a:lnTo>
                      <a:pt x="12637" y="15099"/>
                    </a:lnTo>
                    <a:lnTo>
                      <a:pt x="13453" y="15344"/>
                    </a:lnTo>
                    <a:lnTo>
                      <a:pt x="14310" y="15575"/>
                    </a:lnTo>
                    <a:lnTo>
                      <a:pt x="15181" y="15820"/>
                    </a:lnTo>
                    <a:lnTo>
                      <a:pt x="16092" y="16051"/>
                    </a:lnTo>
                    <a:lnTo>
                      <a:pt x="17031" y="16269"/>
                    </a:lnTo>
                    <a:lnTo>
                      <a:pt x="17997" y="16486"/>
                    </a:lnTo>
                    <a:lnTo>
                      <a:pt x="18990" y="16704"/>
                    </a:lnTo>
                    <a:lnTo>
                      <a:pt x="20010" y="16908"/>
                    </a:lnTo>
                    <a:lnTo>
                      <a:pt x="21057" y="17098"/>
                    </a:lnTo>
                    <a:lnTo>
                      <a:pt x="22132" y="17302"/>
                    </a:lnTo>
                    <a:lnTo>
                      <a:pt x="23247" y="17479"/>
                    </a:lnTo>
                    <a:lnTo>
                      <a:pt x="24390" y="17656"/>
                    </a:lnTo>
                    <a:lnTo>
                      <a:pt x="25560" y="17833"/>
                    </a:lnTo>
                    <a:lnTo>
                      <a:pt x="26757" y="17996"/>
                    </a:lnTo>
                    <a:lnTo>
                      <a:pt x="26757" y="17996"/>
                    </a:lnTo>
                    <a:lnTo>
                      <a:pt x="26634" y="16037"/>
                    </a:lnTo>
                    <a:lnTo>
                      <a:pt x="26621" y="15752"/>
                    </a:lnTo>
                    <a:lnTo>
                      <a:pt x="26580" y="15126"/>
                    </a:lnTo>
                    <a:lnTo>
                      <a:pt x="26158" y="14936"/>
                    </a:lnTo>
                    <a:lnTo>
                      <a:pt x="25628" y="14664"/>
                    </a:lnTo>
                    <a:lnTo>
                      <a:pt x="24893" y="14283"/>
                    </a:lnTo>
                    <a:lnTo>
                      <a:pt x="23927" y="13779"/>
                    </a:lnTo>
                    <a:lnTo>
                      <a:pt x="22744" y="13154"/>
                    </a:lnTo>
                    <a:lnTo>
                      <a:pt x="21343" y="12378"/>
                    </a:lnTo>
                    <a:lnTo>
                      <a:pt x="19711" y="11453"/>
                    </a:lnTo>
                    <a:lnTo>
                      <a:pt x="20894" y="11821"/>
                    </a:lnTo>
                    <a:lnTo>
                      <a:pt x="22105" y="12161"/>
                    </a:lnTo>
                    <a:lnTo>
                      <a:pt x="22703" y="12310"/>
                    </a:lnTo>
                    <a:lnTo>
                      <a:pt x="23302" y="12460"/>
                    </a:lnTo>
                    <a:lnTo>
                      <a:pt x="23900" y="12596"/>
                    </a:lnTo>
                    <a:lnTo>
                      <a:pt x="24485" y="12718"/>
                    </a:lnTo>
                    <a:lnTo>
                      <a:pt x="25056" y="12827"/>
                    </a:lnTo>
                    <a:lnTo>
                      <a:pt x="25628" y="12922"/>
                    </a:lnTo>
                    <a:lnTo>
                      <a:pt x="26185" y="12990"/>
                    </a:lnTo>
                    <a:lnTo>
                      <a:pt x="26729" y="13058"/>
                    </a:lnTo>
                    <a:lnTo>
                      <a:pt x="27260" y="13099"/>
                    </a:lnTo>
                    <a:lnTo>
                      <a:pt x="27777" y="13126"/>
                    </a:lnTo>
                    <a:lnTo>
                      <a:pt x="28267" y="13126"/>
                    </a:lnTo>
                    <a:lnTo>
                      <a:pt x="28729" y="13113"/>
                    </a:lnTo>
                    <a:lnTo>
                      <a:pt x="29069" y="13086"/>
                    </a:lnTo>
                    <a:lnTo>
                      <a:pt x="29396" y="13045"/>
                    </a:lnTo>
                    <a:lnTo>
                      <a:pt x="29600" y="13004"/>
                    </a:lnTo>
                    <a:lnTo>
                      <a:pt x="29804" y="12963"/>
                    </a:lnTo>
                    <a:lnTo>
                      <a:pt x="30049" y="12895"/>
                    </a:lnTo>
                    <a:lnTo>
                      <a:pt x="30280" y="12827"/>
                    </a:lnTo>
                    <a:lnTo>
                      <a:pt x="30497" y="12746"/>
                    </a:lnTo>
                    <a:lnTo>
                      <a:pt x="30715" y="12650"/>
                    </a:lnTo>
                    <a:lnTo>
                      <a:pt x="30905" y="12555"/>
                    </a:lnTo>
                    <a:lnTo>
                      <a:pt x="31110" y="12446"/>
                    </a:lnTo>
                    <a:lnTo>
                      <a:pt x="31286" y="12324"/>
                    </a:lnTo>
                    <a:lnTo>
                      <a:pt x="31463" y="12188"/>
                    </a:lnTo>
                    <a:lnTo>
                      <a:pt x="31626" y="12052"/>
                    </a:lnTo>
                    <a:lnTo>
                      <a:pt x="31776" y="11916"/>
                    </a:lnTo>
                    <a:lnTo>
                      <a:pt x="31926" y="11766"/>
                    </a:lnTo>
                    <a:lnTo>
                      <a:pt x="32062" y="11603"/>
                    </a:lnTo>
                    <a:lnTo>
                      <a:pt x="32184" y="11440"/>
                    </a:lnTo>
                    <a:lnTo>
                      <a:pt x="32307" y="11263"/>
                    </a:lnTo>
                    <a:lnTo>
                      <a:pt x="32415" y="11086"/>
                    </a:lnTo>
                    <a:lnTo>
                      <a:pt x="32524" y="10909"/>
                    </a:lnTo>
                    <a:lnTo>
                      <a:pt x="32606" y="10719"/>
                    </a:lnTo>
                    <a:lnTo>
                      <a:pt x="32701" y="10528"/>
                    </a:lnTo>
                    <a:lnTo>
                      <a:pt x="32769" y="10324"/>
                    </a:lnTo>
                    <a:lnTo>
                      <a:pt x="32837" y="10120"/>
                    </a:lnTo>
                    <a:lnTo>
                      <a:pt x="32905" y="9916"/>
                    </a:lnTo>
                    <a:lnTo>
                      <a:pt x="32946" y="9712"/>
                    </a:lnTo>
                    <a:lnTo>
                      <a:pt x="33000" y="9495"/>
                    </a:lnTo>
                    <a:lnTo>
                      <a:pt x="33027" y="9277"/>
                    </a:lnTo>
                    <a:lnTo>
                      <a:pt x="33082" y="8828"/>
                    </a:lnTo>
                    <a:lnTo>
                      <a:pt x="33095" y="8379"/>
                    </a:lnTo>
                    <a:lnTo>
                      <a:pt x="33082" y="7930"/>
                    </a:lnTo>
                    <a:lnTo>
                      <a:pt x="33041" y="7468"/>
                    </a:lnTo>
                    <a:lnTo>
                      <a:pt x="32959" y="7019"/>
                    </a:lnTo>
                    <a:lnTo>
                      <a:pt x="32864" y="6556"/>
                    </a:lnTo>
                    <a:lnTo>
                      <a:pt x="32742" y="6108"/>
                    </a:lnTo>
                    <a:lnTo>
                      <a:pt x="32592" y="5672"/>
                    </a:lnTo>
                    <a:lnTo>
                      <a:pt x="32415" y="5237"/>
                    </a:lnTo>
                    <a:lnTo>
                      <a:pt x="32211" y="4829"/>
                    </a:lnTo>
                    <a:lnTo>
                      <a:pt x="31980" y="4421"/>
                    </a:lnTo>
                    <a:lnTo>
                      <a:pt x="31722" y="4040"/>
                    </a:lnTo>
                    <a:lnTo>
                      <a:pt x="31450" y="3686"/>
                    </a:lnTo>
                    <a:lnTo>
                      <a:pt x="31314" y="3509"/>
                    </a:lnTo>
                    <a:lnTo>
                      <a:pt x="31150" y="3346"/>
                    </a:lnTo>
                    <a:lnTo>
                      <a:pt x="31001" y="3197"/>
                    </a:lnTo>
                    <a:lnTo>
                      <a:pt x="30837" y="3033"/>
                    </a:lnTo>
                    <a:lnTo>
                      <a:pt x="30674" y="2897"/>
                    </a:lnTo>
                    <a:lnTo>
                      <a:pt x="30497" y="2761"/>
                    </a:lnTo>
                    <a:lnTo>
                      <a:pt x="30321" y="2639"/>
                    </a:lnTo>
                    <a:lnTo>
                      <a:pt x="30144" y="2516"/>
                    </a:lnTo>
                    <a:lnTo>
                      <a:pt x="29953" y="2408"/>
                    </a:lnTo>
                    <a:lnTo>
                      <a:pt x="29763" y="2299"/>
                    </a:lnTo>
                    <a:lnTo>
                      <a:pt x="29572" y="2217"/>
                    </a:lnTo>
                    <a:lnTo>
                      <a:pt x="29368" y="2136"/>
                    </a:lnTo>
                    <a:lnTo>
                      <a:pt x="29164" y="2054"/>
                    </a:lnTo>
                    <a:lnTo>
                      <a:pt x="28960" y="2000"/>
                    </a:lnTo>
                    <a:lnTo>
                      <a:pt x="28144" y="1823"/>
                    </a:lnTo>
                    <a:lnTo>
                      <a:pt x="27206" y="1632"/>
                    </a:lnTo>
                    <a:lnTo>
                      <a:pt x="25968" y="1387"/>
                    </a:lnTo>
                    <a:lnTo>
                      <a:pt x="24458" y="1115"/>
                    </a:lnTo>
                    <a:lnTo>
                      <a:pt x="23628" y="979"/>
                    </a:lnTo>
                    <a:lnTo>
                      <a:pt x="22744" y="843"/>
                    </a:lnTo>
                    <a:lnTo>
                      <a:pt x="21819" y="707"/>
                    </a:lnTo>
                    <a:lnTo>
                      <a:pt x="20853" y="585"/>
                    </a:lnTo>
                    <a:lnTo>
                      <a:pt x="19847" y="463"/>
                    </a:lnTo>
                    <a:lnTo>
                      <a:pt x="18826" y="340"/>
                    </a:lnTo>
                    <a:lnTo>
                      <a:pt x="17779" y="245"/>
                    </a:lnTo>
                    <a:lnTo>
                      <a:pt x="16718" y="150"/>
                    </a:lnTo>
                    <a:lnTo>
                      <a:pt x="15643" y="82"/>
                    </a:lnTo>
                    <a:lnTo>
                      <a:pt x="14555" y="41"/>
                    </a:lnTo>
                    <a:lnTo>
                      <a:pt x="1348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28"/>
              <p:cNvSpPr/>
              <p:nvPr/>
            </p:nvSpPr>
            <p:spPr>
              <a:xfrm>
                <a:off x="1278812" y="4540459"/>
                <a:ext cx="146661" cy="107404"/>
              </a:xfrm>
              <a:custGeom>
                <a:avLst/>
                <a:gdLst/>
                <a:ahLst/>
                <a:cxnLst/>
                <a:rect l="l" t="t" r="r" b="b"/>
                <a:pathLst>
                  <a:path w="4980" h="3647" extrusionOk="0">
                    <a:moveTo>
                      <a:pt x="1" y="1"/>
                    </a:moveTo>
                    <a:lnTo>
                      <a:pt x="151" y="2939"/>
                    </a:lnTo>
                    <a:lnTo>
                      <a:pt x="4980" y="3646"/>
                    </a:lnTo>
                    <a:lnTo>
                      <a:pt x="4980" y="3646"/>
                    </a:lnTo>
                    <a:lnTo>
                      <a:pt x="4531" y="3089"/>
                    </a:lnTo>
                    <a:lnTo>
                      <a:pt x="4082" y="2531"/>
                    </a:lnTo>
                    <a:lnTo>
                      <a:pt x="3687" y="2014"/>
                    </a:lnTo>
                    <a:lnTo>
                      <a:pt x="3334" y="1524"/>
                    </a:lnTo>
                    <a:lnTo>
                      <a:pt x="2803" y="790"/>
                    </a:lnTo>
                    <a:lnTo>
                      <a:pt x="2599" y="51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DBB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28"/>
              <p:cNvSpPr/>
              <p:nvPr/>
            </p:nvSpPr>
            <p:spPr>
              <a:xfrm>
                <a:off x="1238376" y="4518430"/>
                <a:ext cx="73713" cy="135441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4599" extrusionOk="0">
                    <a:moveTo>
                      <a:pt x="381" y="1"/>
                    </a:moveTo>
                    <a:lnTo>
                      <a:pt x="0" y="4231"/>
                    </a:lnTo>
                    <a:lnTo>
                      <a:pt x="259" y="4340"/>
                    </a:lnTo>
                    <a:lnTo>
                      <a:pt x="517" y="4435"/>
                    </a:lnTo>
                    <a:lnTo>
                      <a:pt x="775" y="4517"/>
                    </a:lnTo>
                    <a:lnTo>
                      <a:pt x="1034" y="4558"/>
                    </a:lnTo>
                    <a:lnTo>
                      <a:pt x="1292" y="4598"/>
                    </a:lnTo>
                    <a:lnTo>
                      <a:pt x="1551" y="4598"/>
                    </a:lnTo>
                    <a:lnTo>
                      <a:pt x="1809" y="4585"/>
                    </a:lnTo>
                    <a:lnTo>
                      <a:pt x="2081" y="4544"/>
                    </a:lnTo>
                    <a:lnTo>
                      <a:pt x="2503" y="382"/>
                    </a:lnTo>
                    <a:lnTo>
                      <a:pt x="2231" y="259"/>
                    </a:lnTo>
                    <a:lnTo>
                      <a:pt x="1972" y="178"/>
                    </a:lnTo>
                    <a:lnTo>
                      <a:pt x="1700" y="110"/>
                    </a:lnTo>
                    <a:lnTo>
                      <a:pt x="1442" y="55"/>
                    </a:lnTo>
                    <a:lnTo>
                      <a:pt x="1184" y="28"/>
                    </a:lnTo>
                    <a:lnTo>
                      <a:pt x="925" y="14"/>
                    </a:lnTo>
                    <a:lnTo>
                      <a:pt x="65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28"/>
              <p:cNvSpPr/>
              <p:nvPr/>
            </p:nvSpPr>
            <p:spPr>
              <a:xfrm>
                <a:off x="1325697" y="4451135"/>
                <a:ext cx="355344" cy="256009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8693" extrusionOk="0">
                    <a:moveTo>
                      <a:pt x="2871" y="0"/>
                    </a:moveTo>
                    <a:lnTo>
                      <a:pt x="2517" y="354"/>
                    </a:lnTo>
                    <a:lnTo>
                      <a:pt x="1701" y="1184"/>
                    </a:lnTo>
                    <a:lnTo>
                      <a:pt x="1238" y="1687"/>
                    </a:lnTo>
                    <a:lnTo>
                      <a:pt x="776" y="2190"/>
                    </a:lnTo>
                    <a:lnTo>
                      <a:pt x="368" y="2667"/>
                    </a:lnTo>
                    <a:lnTo>
                      <a:pt x="191" y="2871"/>
                    </a:lnTo>
                    <a:lnTo>
                      <a:pt x="55" y="3061"/>
                    </a:lnTo>
                    <a:lnTo>
                      <a:pt x="28" y="3102"/>
                    </a:lnTo>
                    <a:lnTo>
                      <a:pt x="14" y="3156"/>
                    </a:lnTo>
                    <a:lnTo>
                      <a:pt x="0" y="3197"/>
                    </a:lnTo>
                    <a:lnTo>
                      <a:pt x="0" y="3238"/>
                    </a:lnTo>
                    <a:lnTo>
                      <a:pt x="14" y="3279"/>
                    </a:lnTo>
                    <a:lnTo>
                      <a:pt x="41" y="3320"/>
                    </a:lnTo>
                    <a:lnTo>
                      <a:pt x="109" y="3401"/>
                    </a:lnTo>
                    <a:lnTo>
                      <a:pt x="204" y="3483"/>
                    </a:lnTo>
                    <a:lnTo>
                      <a:pt x="341" y="3564"/>
                    </a:lnTo>
                    <a:lnTo>
                      <a:pt x="667" y="3782"/>
                    </a:lnTo>
                    <a:lnTo>
                      <a:pt x="857" y="3918"/>
                    </a:lnTo>
                    <a:lnTo>
                      <a:pt x="1061" y="4068"/>
                    </a:lnTo>
                    <a:lnTo>
                      <a:pt x="1279" y="4244"/>
                    </a:lnTo>
                    <a:lnTo>
                      <a:pt x="1497" y="4449"/>
                    </a:lnTo>
                    <a:lnTo>
                      <a:pt x="1728" y="4693"/>
                    </a:lnTo>
                    <a:lnTo>
                      <a:pt x="1946" y="4965"/>
                    </a:lnTo>
                    <a:lnTo>
                      <a:pt x="2177" y="5278"/>
                    </a:lnTo>
                    <a:lnTo>
                      <a:pt x="2381" y="5646"/>
                    </a:lnTo>
                    <a:lnTo>
                      <a:pt x="2381" y="5836"/>
                    </a:lnTo>
                    <a:lnTo>
                      <a:pt x="2381" y="6040"/>
                    </a:lnTo>
                    <a:lnTo>
                      <a:pt x="2408" y="6271"/>
                    </a:lnTo>
                    <a:lnTo>
                      <a:pt x="2449" y="6530"/>
                    </a:lnTo>
                    <a:lnTo>
                      <a:pt x="2476" y="6666"/>
                    </a:lnTo>
                    <a:lnTo>
                      <a:pt x="2517" y="6788"/>
                    </a:lnTo>
                    <a:lnTo>
                      <a:pt x="2558" y="6897"/>
                    </a:lnTo>
                    <a:lnTo>
                      <a:pt x="2612" y="7006"/>
                    </a:lnTo>
                    <a:lnTo>
                      <a:pt x="2680" y="7087"/>
                    </a:lnTo>
                    <a:lnTo>
                      <a:pt x="2762" y="7169"/>
                    </a:lnTo>
                    <a:lnTo>
                      <a:pt x="2857" y="7210"/>
                    </a:lnTo>
                    <a:lnTo>
                      <a:pt x="3007" y="7251"/>
                    </a:lnTo>
                    <a:lnTo>
                      <a:pt x="3224" y="7291"/>
                    </a:lnTo>
                    <a:lnTo>
                      <a:pt x="3483" y="7332"/>
                    </a:lnTo>
                    <a:lnTo>
                      <a:pt x="4122" y="7427"/>
                    </a:lnTo>
                    <a:lnTo>
                      <a:pt x="4884" y="7509"/>
                    </a:lnTo>
                    <a:lnTo>
                      <a:pt x="5428" y="7563"/>
                    </a:lnTo>
                    <a:lnTo>
                      <a:pt x="5822" y="7618"/>
                    </a:lnTo>
                    <a:lnTo>
                      <a:pt x="6475" y="7686"/>
                    </a:lnTo>
                    <a:lnTo>
                      <a:pt x="6734" y="7713"/>
                    </a:lnTo>
                    <a:lnTo>
                      <a:pt x="7332" y="7795"/>
                    </a:lnTo>
                    <a:lnTo>
                      <a:pt x="8189" y="7917"/>
                    </a:lnTo>
                    <a:lnTo>
                      <a:pt x="8597" y="7985"/>
                    </a:lnTo>
                    <a:lnTo>
                      <a:pt x="8978" y="8067"/>
                    </a:lnTo>
                    <a:lnTo>
                      <a:pt x="9318" y="8148"/>
                    </a:lnTo>
                    <a:lnTo>
                      <a:pt x="9631" y="8244"/>
                    </a:lnTo>
                    <a:lnTo>
                      <a:pt x="9890" y="8325"/>
                    </a:lnTo>
                    <a:lnTo>
                      <a:pt x="10094" y="8434"/>
                    </a:lnTo>
                    <a:lnTo>
                      <a:pt x="10338" y="8556"/>
                    </a:lnTo>
                    <a:lnTo>
                      <a:pt x="10556" y="8638"/>
                    </a:lnTo>
                    <a:lnTo>
                      <a:pt x="10760" y="8679"/>
                    </a:lnTo>
                    <a:lnTo>
                      <a:pt x="10937" y="8692"/>
                    </a:lnTo>
                    <a:lnTo>
                      <a:pt x="11114" y="8679"/>
                    </a:lnTo>
                    <a:lnTo>
                      <a:pt x="11263" y="8638"/>
                    </a:lnTo>
                    <a:lnTo>
                      <a:pt x="11399" y="8584"/>
                    </a:lnTo>
                    <a:lnTo>
                      <a:pt x="11522" y="8502"/>
                    </a:lnTo>
                    <a:lnTo>
                      <a:pt x="11631" y="8407"/>
                    </a:lnTo>
                    <a:lnTo>
                      <a:pt x="11726" y="8298"/>
                    </a:lnTo>
                    <a:lnTo>
                      <a:pt x="11808" y="8176"/>
                    </a:lnTo>
                    <a:lnTo>
                      <a:pt x="11876" y="8053"/>
                    </a:lnTo>
                    <a:lnTo>
                      <a:pt x="11944" y="7917"/>
                    </a:lnTo>
                    <a:lnTo>
                      <a:pt x="11998" y="7795"/>
                    </a:lnTo>
                    <a:lnTo>
                      <a:pt x="12066" y="7550"/>
                    </a:lnTo>
                    <a:lnTo>
                      <a:pt x="12066" y="7523"/>
                    </a:lnTo>
                    <a:lnTo>
                      <a:pt x="12052" y="7482"/>
                    </a:lnTo>
                    <a:lnTo>
                      <a:pt x="11984" y="7373"/>
                    </a:lnTo>
                    <a:lnTo>
                      <a:pt x="11876" y="7223"/>
                    </a:lnTo>
                    <a:lnTo>
                      <a:pt x="11712" y="7060"/>
                    </a:lnTo>
                    <a:lnTo>
                      <a:pt x="11522" y="6856"/>
                    </a:lnTo>
                    <a:lnTo>
                      <a:pt x="11277" y="6639"/>
                    </a:lnTo>
                    <a:lnTo>
                      <a:pt x="10692" y="6122"/>
                    </a:lnTo>
                    <a:lnTo>
                      <a:pt x="9998" y="5537"/>
                    </a:lnTo>
                    <a:lnTo>
                      <a:pt x="9223" y="4897"/>
                    </a:lnTo>
                    <a:lnTo>
                      <a:pt x="8393" y="4231"/>
                    </a:lnTo>
                    <a:lnTo>
                      <a:pt x="7523" y="3551"/>
                    </a:lnTo>
                    <a:lnTo>
                      <a:pt x="5822" y="2231"/>
                    </a:lnTo>
                    <a:lnTo>
                      <a:pt x="4326" y="1102"/>
                    </a:lnTo>
                    <a:lnTo>
                      <a:pt x="287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28"/>
              <p:cNvSpPr/>
              <p:nvPr/>
            </p:nvSpPr>
            <p:spPr>
              <a:xfrm>
                <a:off x="1031250" y="3196456"/>
                <a:ext cx="642982" cy="1102461"/>
              </a:xfrm>
              <a:custGeom>
                <a:avLst/>
                <a:gdLst/>
                <a:ahLst/>
                <a:cxnLst/>
                <a:rect l="l" t="t" r="r" b="b"/>
                <a:pathLst>
                  <a:path w="21833" h="37435" extrusionOk="0">
                    <a:moveTo>
                      <a:pt x="7849" y="0"/>
                    </a:moveTo>
                    <a:lnTo>
                      <a:pt x="7618" y="68"/>
                    </a:lnTo>
                    <a:lnTo>
                      <a:pt x="6965" y="272"/>
                    </a:lnTo>
                    <a:lnTo>
                      <a:pt x="6026" y="572"/>
                    </a:lnTo>
                    <a:lnTo>
                      <a:pt x="5469" y="762"/>
                    </a:lnTo>
                    <a:lnTo>
                      <a:pt x="4884" y="980"/>
                    </a:lnTo>
                    <a:lnTo>
                      <a:pt x="4272" y="1211"/>
                    </a:lnTo>
                    <a:lnTo>
                      <a:pt x="3660" y="1456"/>
                    </a:lnTo>
                    <a:lnTo>
                      <a:pt x="3048" y="1714"/>
                    </a:lnTo>
                    <a:lnTo>
                      <a:pt x="2449" y="2000"/>
                    </a:lnTo>
                    <a:lnTo>
                      <a:pt x="1891" y="2286"/>
                    </a:lnTo>
                    <a:lnTo>
                      <a:pt x="1633" y="2435"/>
                    </a:lnTo>
                    <a:lnTo>
                      <a:pt x="1374" y="2585"/>
                    </a:lnTo>
                    <a:lnTo>
                      <a:pt x="1143" y="2734"/>
                    </a:lnTo>
                    <a:lnTo>
                      <a:pt x="926" y="2884"/>
                    </a:lnTo>
                    <a:lnTo>
                      <a:pt x="721" y="3034"/>
                    </a:lnTo>
                    <a:lnTo>
                      <a:pt x="545" y="3183"/>
                    </a:lnTo>
                    <a:lnTo>
                      <a:pt x="477" y="3251"/>
                    </a:lnTo>
                    <a:lnTo>
                      <a:pt x="422" y="3319"/>
                    </a:lnTo>
                    <a:lnTo>
                      <a:pt x="327" y="3483"/>
                    </a:lnTo>
                    <a:lnTo>
                      <a:pt x="245" y="3673"/>
                    </a:lnTo>
                    <a:lnTo>
                      <a:pt x="177" y="3904"/>
                    </a:lnTo>
                    <a:lnTo>
                      <a:pt x="109" y="4176"/>
                    </a:lnTo>
                    <a:lnTo>
                      <a:pt x="69" y="4476"/>
                    </a:lnTo>
                    <a:lnTo>
                      <a:pt x="41" y="4788"/>
                    </a:lnTo>
                    <a:lnTo>
                      <a:pt x="14" y="5142"/>
                    </a:lnTo>
                    <a:lnTo>
                      <a:pt x="1" y="5509"/>
                    </a:lnTo>
                    <a:lnTo>
                      <a:pt x="1" y="5917"/>
                    </a:lnTo>
                    <a:lnTo>
                      <a:pt x="14" y="6339"/>
                    </a:lnTo>
                    <a:lnTo>
                      <a:pt x="28" y="6774"/>
                    </a:lnTo>
                    <a:lnTo>
                      <a:pt x="82" y="7713"/>
                    </a:lnTo>
                    <a:lnTo>
                      <a:pt x="177" y="8706"/>
                    </a:lnTo>
                    <a:lnTo>
                      <a:pt x="286" y="9740"/>
                    </a:lnTo>
                    <a:lnTo>
                      <a:pt x="409" y="10814"/>
                    </a:lnTo>
                    <a:lnTo>
                      <a:pt x="558" y="11916"/>
                    </a:lnTo>
                    <a:lnTo>
                      <a:pt x="708" y="13018"/>
                    </a:lnTo>
                    <a:lnTo>
                      <a:pt x="1034" y="15181"/>
                    </a:lnTo>
                    <a:lnTo>
                      <a:pt x="1334" y="17221"/>
                    </a:lnTo>
                    <a:lnTo>
                      <a:pt x="1456" y="18051"/>
                    </a:lnTo>
                    <a:lnTo>
                      <a:pt x="1470" y="18092"/>
                    </a:lnTo>
                    <a:lnTo>
                      <a:pt x="1470" y="18105"/>
                    </a:lnTo>
                    <a:lnTo>
                      <a:pt x="1497" y="18282"/>
                    </a:lnTo>
                    <a:lnTo>
                      <a:pt x="1565" y="18826"/>
                    </a:lnTo>
                    <a:lnTo>
                      <a:pt x="1565" y="18867"/>
                    </a:lnTo>
                    <a:lnTo>
                      <a:pt x="1592" y="19071"/>
                    </a:lnTo>
                    <a:lnTo>
                      <a:pt x="1606" y="19180"/>
                    </a:lnTo>
                    <a:lnTo>
                      <a:pt x="1660" y="19765"/>
                    </a:lnTo>
                    <a:lnTo>
                      <a:pt x="1701" y="20309"/>
                    </a:lnTo>
                    <a:lnTo>
                      <a:pt x="1728" y="20799"/>
                    </a:lnTo>
                    <a:lnTo>
                      <a:pt x="1714" y="21248"/>
                    </a:lnTo>
                    <a:lnTo>
                      <a:pt x="1660" y="22635"/>
                    </a:lnTo>
                    <a:lnTo>
                      <a:pt x="1578" y="24240"/>
                    </a:lnTo>
                    <a:lnTo>
                      <a:pt x="1347" y="27926"/>
                    </a:lnTo>
                    <a:lnTo>
                      <a:pt x="1089" y="31898"/>
                    </a:lnTo>
                    <a:lnTo>
                      <a:pt x="830" y="35775"/>
                    </a:lnTo>
                    <a:lnTo>
                      <a:pt x="1510" y="35979"/>
                    </a:lnTo>
                    <a:lnTo>
                      <a:pt x="2191" y="36156"/>
                    </a:lnTo>
                    <a:lnTo>
                      <a:pt x="2871" y="36333"/>
                    </a:lnTo>
                    <a:lnTo>
                      <a:pt x="3551" y="36496"/>
                    </a:lnTo>
                    <a:lnTo>
                      <a:pt x="4217" y="36646"/>
                    </a:lnTo>
                    <a:lnTo>
                      <a:pt x="4897" y="36782"/>
                    </a:lnTo>
                    <a:lnTo>
                      <a:pt x="5564" y="36904"/>
                    </a:lnTo>
                    <a:lnTo>
                      <a:pt x="6231" y="37013"/>
                    </a:lnTo>
                    <a:lnTo>
                      <a:pt x="6897" y="37122"/>
                    </a:lnTo>
                    <a:lnTo>
                      <a:pt x="7564" y="37203"/>
                    </a:lnTo>
                    <a:lnTo>
                      <a:pt x="8230" y="37271"/>
                    </a:lnTo>
                    <a:lnTo>
                      <a:pt x="8897" y="37326"/>
                    </a:lnTo>
                    <a:lnTo>
                      <a:pt x="9563" y="37380"/>
                    </a:lnTo>
                    <a:lnTo>
                      <a:pt x="10216" y="37407"/>
                    </a:lnTo>
                    <a:lnTo>
                      <a:pt x="10883" y="37421"/>
                    </a:lnTo>
                    <a:lnTo>
                      <a:pt x="11536" y="37435"/>
                    </a:lnTo>
                    <a:lnTo>
                      <a:pt x="12188" y="37421"/>
                    </a:lnTo>
                    <a:lnTo>
                      <a:pt x="12841" y="37407"/>
                    </a:lnTo>
                    <a:lnTo>
                      <a:pt x="13494" y="37380"/>
                    </a:lnTo>
                    <a:lnTo>
                      <a:pt x="14147" y="37326"/>
                    </a:lnTo>
                    <a:lnTo>
                      <a:pt x="14800" y="37271"/>
                    </a:lnTo>
                    <a:lnTo>
                      <a:pt x="15440" y="37203"/>
                    </a:lnTo>
                    <a:lnTo>
                      <a:pt x="16092" y="37122"/>
                    </a:lnTo>
                    <a:lnTo>
                      <a:pt x="16732" y="37013"/>
                    </a:lnTo>
                    <a:lnTo>
                      <a:pt x="17371" y="36904"/>
                    </a:lnTo>
                    <a:lnTo>
                      <a:pt x="18010" y="36782"/>
                    </a:lnTo>
                    <a:lnTo>
                      <a:pt x="18650" y="36646"/>
                    </a:lnTo>
                    <a:lnTo>
                      <a:pt x="19289" y="36496"/>
                    </a:lnTo>
                    <a:lnTo>
                      <a:pt x="19928" y="36333"/>
                    </a:lnTo>
                    <a:lnTo>
                      <a:pt x="20568" y="36156"/>
                    </a:lnTo>
                    <a:lnTo>
                      <a:pt x="21193" y="35979"/>
                    </a:lnTo>
                    <a:lnTo>
                      <a:pt x="21833" y="35775"/>
                    </a:lnTo>
                    <a:lnTo>
                      <a:pt x="21724" y="34292"/>
                    </a:lnTo>
                    <a:lnTo>
                      <a:pt x="21588" y="32769"/>
                    </a:lnTo>
                    <a:lnTo>
                      <a:pt x="21316" y="29627"/>
                    </a:lnTo>
                    <a:lnTo>
                      <a:pt x="21180" y="28035"/>
                    </a:lnTo>
                    <a:lnTo>
                      <a:pt x="21057" y="26471"/>
                    </a:lnTo>
                    <a:lnTo>
                      <a:pt x="20949" y="24920"/>
                    </a:lnTo>
                    <a:lnTo>
                      <a:pt x="20853" y="23438"/>
                    </a:lnTo>
                    <a:lnTo>
                      <a:pt x="20799" y="22513"/>
                    </a:lnTo>
                    <a:lnTo>
                      <a:pt x="20772" y="21737"/>
                    </a:lnTo>
                    <a:lnTo>
                      <a:pt x="20745" y="20975"/>
                    </a:lnTo>
                    <a:lnTo>
                      <a:pt x="20731" y="20255"/>
                    </a:lnTo>
                    <a:lnTo>
                      <a:pt x="20731" y="19574"/>
                    </a:lnTo>
                    <a:lnTo>
                      <a:pt x="20758" y="18513"/>
                    </a:lnTo>
                    <a:lnTo>
                      <a:pt x="20799" y="17357"/>
                    </a:lnTo>
                    <a:lnTo>
                      <a:pt x="20867" y="16147"/>
                    </a:lnTo>
                    <a:lnTo>
                      <a:pt x="20935" y="14882"/>
                    </a:lnTo>
                    <a:lnTo>
                      <a:pt x="21112" y="12283"/>
                    </a:lnTo>
                    <a:lnTo>
                      <a:pt x="21193" y="10978"/>
                    </a:lnTo>
                    <a:lnTo>
                      <a:pt x="21261" y="9713"/>
                    </a:lnTo>
                    <a:lnTo>
                      <a:pt x="21316" y="8488"/>
                    </a:lnTo>
                    <a:lnTo>
                      <a:pt x="21357" y="7332"/>
                    </a:lnTo>
                    <a:lnTo>
                      <a:pt x="21370" y="6244"/>
                    </a:lnTo>
                    <a:lnTo>
                      <a:pt x="21357" y="5754"/>
                    </a:lnTo>
                    <a:lnTo>
                      <a:pt x="21343" y="5278"/>
                    </a:lnTo>
                    <a:lnTo>
                      <a:pt x="21316" y="4829"/>
                    </a:lnTo>
                    <a:lnTo>
                      <a:pt x="21289" y="4421"/>
                    </a:lnTo>
                    <a:lnTo>
                      <a:pt x="21248" y="4040"/>
                    </a:lnTo>
                    <a:lnTo>
                      <a:pt x="21193" y="3700"/>
                    </a:lnTo>
                    <a:lnTo>
                      <a:pt x="21125" y="3401"/>
                    </a:lnTo>
                    <a:lnTo>
                      <a:pt x="21044" y="3156"/>
                    </a:lnTo>
                    <a:lnTo>
                      <a:pt x="20949" y="2939"/>
                    </a:lnTo>
                    <a:lnTo>
                      <a:pt x="20908" y="2843"/>
                    </a:lnTo>
                    <a:lnTo>
                      <a:pt x="20853" y="2775"/>
                    </a:lnTo>
                    <a:lnTo>
                      <a:pt x="20717" y="2626"/>
                    </a:lnTo>
                    <a:lnTo>
                      <a:pt x="20568" y="2490"/>
                    </a:lnTo>
                    <a:lnTo>
                      <a:pt x="20377" y="2354"/>
                    </a:lnTo>
                    <a:lnTo>
                      <a:pt x="20173" y="2218"/>
                    </a:lnTo>
                    <a:lnTo>
                      <a:pt x="19942" y="2082"/>
                    </a:lnTo>
                    <a:lnTo>
                      <a:pt x="19684" y="1959"/>
                    </a:lnTo>
                    <a:lnTo>
                      <a:pt x="19411" y="1823"/>
                    </a:lnTo>
                    <a:lnTo>
                      <a:pt x="19126" y="1701"/>
                    </a:lnTo>
                    <a:lnTo>
                      <a:pt x="18514" y="1469"/>
                    </a:lnTo>
                    <a:lnTo>
                      <a:pt x="17861" y="1252"/>
                    </a:lnTo>
                    <a:lnTo>
                      <a:pt x="17194" y="1034"/>
                    </a:lnTo>
                    <a:lnTo>
                      <a:pt x="16528" y="844"/>
                    </a:lnTo>
                    <a:lnTo>
                      <a:pt x="15861" y="681"/>
                    </a:lnTo>
                    <a:lnTo>
                      <a:pt x="15235" y="531"/>
                    </a:lnTo>
                    <a:lnTo>
                      <a:pt x="14147" y="286"/>
                    </a:lnTo>
                    <a:lnTo>
                      <a:pt x="13386" y="123"/>
                    </a:lnTo>
                    <a:lnTo>
                      <a:pt x="13100" y="68"/>
                    </a:lnTo>
                    <a:lnTo>
                      <a:pt x="784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28"/>
              <p:cNvSpPr/>
              <p:nvPr/>
            </p:nvSpPr>
            <p:spPr>
              <a:xfrm>
                <a:off x="1193493" y="2748190"/>
                <a:ext cx="303276" cy="233568"/>
              </a:xfrm>
              <a:custGeom>
                <a:avLst/>
                <a:gdLst/>
                <a:ahLst/>
                <a:cxnLst/>
                <a:rect l="l" t="t" r="r" b="b"/>
                <a:pathLst>
                  <a:path w="10298" h="7931" extrusionOk="0">
                    <a:moveTo>
                      <a:pt x="7074" y="0"/>
                    </a:moveTo>
                    <a:lnTo>
                      <a:pt x="6938" y="14"/>
                    </a:lnTo>
                    <a:lnTo>
                      <a:pt x="6802" y="41"/>
                    </a:lnTo>
                    <a:lnTo>
                      <a:pt x="6666" y="68"/>
                    </a:lnTo>
                    <a:lnTo>
                      <a:pt x="6543" y="109"/>
                    </a:lnTo>
                    <a:lnTo>
                      <a:pt x="6421" y="163"/>
                    </a:lnTo>
                    <a:lnTo>
                      <a:pt x="6299" y="231"/>
                    </a:lnTo>
                    <a:lnTo>
                      <a:pt x="6081" y="381"/>
                    </a:lnTo>
                    <a:lnTo>
                      <a:pt x="5850" y="544"/>
                    </a:lnTo>
                    <a:lnTo>
                      <a:pt x="5646" y="735"/>
                    </a:lnTo>
                    <a:lnTo>
                      <a:pt x="5224" y="1143"/>
                    </a:lnTo>
                    <a:lnTo>
                      <a:pt x="5020" y="1347"/>
                    </a:lnTo>
                    <a:lnTo>
                      <a:pt x="4802" y="1551"/>
                    </a:lnTo>
                    <a:lnTo>
                      <a:pt x="4585" y="1728"/>
                    </a:lnTo>
                    <a:lnTo>
                      <a:pt x="4353" y="1891"/>
                    </a:lnTo>
                    <a:lnTo>
                      <a:pt x="4231" y="1973"/>
                    </a:lnTo>
                    <a:lnTo>
                      <a:pt x="4109" y="2041"/>
                    </a:lnTo>
                    <a:lnTo>
                      <a:pt x="3973" y="2095"/>
                    </a:lnTo>
                    <a:lnTo>
                      <a:pt x="3837" y="2136"/>
                    </a:lnTo>
                    <a:lnTo>
                      <a:pt x="3578" y="2217"/>
                    </a:lnTo>
                    <a:lnTo>
                      <a:pt x="3333" y="2258"/>
                    </a:lnTo>
                    <a:lnTo>
                      <a:pt x="3102" y="2285"/>
                    </a:lnTo>
                    <a:lnTo>
                      <a:pt x="2884" y="2285"/>
                    </a:lnTo>
                    <a:lnTo>
                      <a:pt x="2694" y="2272"/>
                    </a:lnTo>
                    <a:lnTo>
                      <a:pt x="2503" y="2258"/>
                    </a:lnTo>
                    <a:lnTo>
                      <a:pt x="2163" y="2217"/>
                    </a:lnTo>
                    <a:lnTo>
                      <a:pt x="2000" y="2204"/>
                    </a:lnTo>
                    <a:lnTo>
                      <a:pt x="1851" y="2204"/>
                    </a:lnTo>
                    <a:lnTo>
                      <a:pt x="1715" y="2231"/>
                    </a:lnTo>
                    <a:lnTo>
                      <a:pt x="1578" y="2272"/>
                    </a:lnTo>
                    <a:lnTo>
                      <a:pt x="1442" y="2340"/>
                    </a:lnTo>
                    <a:lnTo>
                      <a:pt x="1320" y="2435"/>
                    </a:lnTo>
                    <a:lnTo>
                      <a:pt x="1198" y="2571"/>
                    </a:lnTo>
                    <a:lnTo>
                      <a:pt x="1062" y="2761"/>
                    </a:lnTo>
                    <a:lnTo>
                      <a:pt x="858" y="3129"/>
                    </a:lnTo>
                    <a:lnTo>
                      <a:pt x="708" y="3428"/>
                    </a:lnTo>
                    <a:lnTo>
                      <a:pt x="613" y="3700"/>
                    </a:lnTo>
                    <a:lnTo>
                      <a:pt x="531" y="3931"/>
                    </a:lnTo>
                    <a:lnTo>
                      <a:pt x="463" y="4149"/>
                    </a:lnTo>
                    <a:lnTo>
                      <a:pt x="381" y="4394"/>
                    </a:lnTo>
                    <a:lnTo>
                      <a:pt x="286" y="4652"/>
                    </a:lnTo>
                    <a:lnTo>
                      <a:pt x="123" y="4965"/>
                    </a:lnTo>
                    <a:lnTo>
                      <a:pt x="82" y="5060"/>
                    </a:lnTo>
                    <a:lnTo>
                      <a:pt x="55" y="5156"/>
                    </a:lnTo>
                    <a:lnTo>
                      <a:pt x="28" y="5251"/>
                    </a:lnTo>
                    <a:lnTo>
                      <a:pt x="14" y="5360"/>
                    </a:lnTo>
                    <a:lnTo>
                      <a:pt x="1" y="5577"/>
                    </a:lnTo>
                    <a:lnTo>
                      <a:pt x="14" y="5808"/>
                    </a:lnTo>
                    <a:lnTo>
                      <a:pt x="55" y="6053"/>
                    </a:lnTo>
                    <a:lnTo>
                      <a:pt x="96" y="6298"/>
                    </a:lnTo>
                    <a:lnTo>
                      <a:pt x="164" y="6543"/>
                    </a:lnTo>
                    <a:lnTo>
                      <a:pt x="245" y="6788"/>
                    </a:lnTo>
                    <a:lnTo>
                      <a:pt x="409" y="7237"/>
                    </a:lnTo>
                    <a:lnTo>
                      <a:pt x="558" y="7590"/>
                    </a:lnTo>
                    <a:lnTo>
                      <a:pt x="722" y="7930"/>
                    </a:lnTo>
                    <a:lnTo>
                      <a:pt x="9400" y="7930"/>
                    </a:lnTo>
                    <a:lnTo>
                      <a:pt x="9536" y="7686"/>
                    </a:lnTo>
                    <a:lnTo>
                      <a:pt x="9822" y="7073"/>
                    </a:lnTo>
                    <a:lnTo>
                      <a:pt x="9971" y="6720"/>
                    </a:lnTo>
                    <a:lnTo>
                      <a:pt x="10121" y="6353"/>
                    </a:lnTo>
                    <a:lnTo>
                      <a:pt x="10230" y="5999"/>
                    </a:lnTo>
                    <a:lnTo>
                      <a:pt x="10271" y="5836"/>
                    </a:lnTo>
                    <a:lnTo>
                      <a:pt x="10298" y="5700"/>
                    </a:lnTo>
                    <a:lnTo>
                      <a:pt x="10298" y="5564"/>
                    </a:lnTo>
                    <a:lnTo>
                      <a:pt x="10298" y="5428"/>
                    </a:lnTo>
                    <a:lnTo>
                      <a:pt x="10271" y="5292"/>
                    </a:lnTo>
                    <a:lnTo>
                      <a:pt x="10243" y="5142"/>
                    </a:lnTo>
                    <a:lnTo>
                      <a:pt x="10189" y="5006"/>
                    </a:lnTo>
                    <a:lnTo>
                      <a:pt x="10148" y="4870"/>
                    </a:lnTo>
                    <a:lnTo>
                      <a:pt x="10026" y="4611"/>
                    </a:lnTo>
                    <a:lnTo>
                      <a:pt x="9917" y="4394"/>
                    </a:lnTo>
                    <a:lnTo>
                      <a:pt x="9808" y="4217"/>
                    </a:lnTo>
                    <a:lnTo>
                      <a:pt x="9699" y="4054"/>
                    </a:lnTo>
                    <a:lnTo>
                      <a:pt x="9754" y="3999"/>
                    </a:lnTo>
                    <a:lnTo>
                      <a:pt x="9876" y="3850"/>
                    </a:lnTo>
                    <a:lnTo>
                      <a:pt x="10026" y="3632"/>
                    </a:lnTo>
                    <a:lnTo>
                      <a:pt x="10107" y="3496"/>
                    </a:lnTo>
                    <a:lnTo>
                      <a:pt x="10175" y="3360"/>
                    </a:lnTo>
                    <a:lnTo>
                      <a:pt x="10230" y="3210"/>
                    </a:lnTo>
                    <a:lnTo>
                      <a:pt x="10271" y="3061"/>
                    </a:lnTo>
                    <a:lnTo>
                      <a:pt x="10284" y="2911"/>
                    </a:lnTo>
                    <a:lnTo>
                      <a:pt x="10271" y="2761"/>
                    </a:lnTo>
                    <a:lnTo>
                      <a:pt x="10257" y="2693"/>
                    </a:lnTo>
                    <a:lnTo>
                      <a:pt x="10230" y="2625"/>
                    </a:lnTo>
                    <a:lnTo>
                      <a:pt x="10189" y="2557"/>
                    </a:lnTo>
                    <a:lnTo>
                      <a:pt x="10135" y="2489"/>
                    </a:lnTo>
                    <a:lnTo>
                      <a:pt x="10080" y="2421"/>
                    </a:lnTo>
                    <a:lnTo>
                      <a:pt x="10012" y="2367"/>
                    </a:lnTo>
                    <a:lnTo>
                      <a:pt x="9931" y="2313"/>
                    </a:lnTo>
                    <a:lnTo>
                      <a:pt x="9835" y="2258"/>
                    </a:lnTo>
                    <a:lnTo>
                      <a:pt x="9645" y="2177"/>
                    </a:lnTo>
                    <a:lnTo>
                      <a:pt x="9468" y="2122"/>
                    </a:lnTo>
                    <a:lnTo>
                      <a:pt x="9305" y="2081"/>
                    </a:lnTo>
                    <a:lnTo>
                      <a:pt x="9169" y="2068"/>
                    </a:lnTo>
                    <a:lnTo>
                      <a:pt x="9033" y="2081"/>
                    </a:lnTo>
                    <a:lnTo>
                      <a:pt x="8924" y="2109"/>
                    </a:lnTo>
                    <a:lnTo>
                      <a:pt x="8815" y="2136"/>
                    </a:lnTo>
                    <a:lnTo>
                      <a:pt x="8720" y="2177"/>
                    </a:lnTo>
                    <a:lnTo>
                      <a:pt x="8652" y="2231"/>
                    </a:lnTo>
                    <a:lnTo>
                      <a:pt x="8584" y="2285"/>
                    </a:lnTo>
                    <a:lnTo>
                      <a:pt x="8489" y="2394"/>
                    </a:lnTo>
                    <a:lnTo>
                      <a:pt x="8434" y="2476"/>
                    </a:lnTo>
                    <a:lnTo>
                      <a:pt x="8407" y="2503"/>
                    </a:lnTo>
                    <a:lnTo>
                      <a:pt x="8448" y="2421"/>
                    </a:lnTo>
                    <a:lnTo>
                      <a:pt x="8543" y="2204"/>
                    </a:lnTo>
                    <a:lnTo>
                      <a:pt x="8597" y="2041"/>
                    </a:lnTo>
                    <a:lnTo>
                      <a:pt x="8652" y="1877"/>
                    </a:lnTo>
                    <a:lnTo>
                      <a:pt x="8693" y="1687"/>
                    </a:lnTo>
                    <a:lnTo>
                      <a:pt x="8720" y="1496"/>
                    </a:lnTo>
                    <a:lnTo>
                      <a:pt x="8720" y="1292"/>
                    </a:lnTo>
                    <a:lnTo>
                      <a:pt x="8706" y="1075"/>
                    </a:lnTo>
                    <a:lnTo>
                      <a:pt x="8679" y="980"/>
                    </a:lnTo>
                    <a:lnTo>
                      <a:pt x="8652" y="871"/>
                    </a:lnTo>
                    <a:lnTo>
                      <a:pt x="8611" y="776"/>
                    </a:lnTo>
                    <a:lnTo>
                      <a:pt x="8557" y="680"/>
                    </a:lnTo>
                    <a:lnTo>
                      <a:pt x="8489" y="585"/>
                    </a:lnTo>
                    <a:lnTo>
                      <a:pt x="8421" y="503"/>
                    </a:lnTo>
                    <a:lnTo>
                      <a:pt x="8325" y="422"/>
                    </a:lnTo>
                    <a:lnTo>
                      <a:pt x="8230" y="340"/>
                    </a:lnTo>
                    <a:lnTo>
                      <a:pt x="8121" y="259"/>
                    </a:lnTo>
                    <a:lnTo>
                      <a:pt x="7999" y="191"/>
                    </a:lnTo>
                    <a:lnTo>
                      <a:pt x="7849" y="136"/>
                    </a:lnTo>
                    <a:lnTo>
                      <a:pt x="7686" y="82"/>
                    </a:lnTo>
                    <a:lnTo>
                      <a:pt x="7523" y="41"/>
                    </a:lnTo>
                    <a:lnTo>
                      <a:pt x="7373" y="14"/>
                    </a:lnTo>
                    <a:lnTo>
                      <a:pt x="7224" y="0"/>
                    </a:lnTo>
                    <a:close/>
                  </a:path>
                </a:pathLst>
              </a:custGeom>
              <a:solidFill>
                <a:srgbClr val="0020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28"/>
              <p:cNvSpPr/>
              <p:nvPr/>
            </p:nvSpPr>
            <p:spPr>
              <a:xfrm>
                <a:off x="1185071" y="3003349"/>
                <a:ext cx="66528" cy="97391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3307" extrusionOk="0">
                    <a:moveTo>
                      <a:pt x="953" y="1"/>
                    </a:moveTo>
                    <a:lnTo>
                      <a:pt x="844" y="15"/>
                    </a:lnTo>
                    <a:lnTo>
                      <a:pt x="722" y="42"/>
                    </a:lnTo>
                    <a:lnTo>
                      <a:pt x="599" y="83"/>
                    </a:lnTo>
                    <a:lnTo>
                      <a:pt x="477" y="164"/>
                    </a:lnTo>
                    <a:lnTo>
                      <a:pt x="368" y="246"/>
                    </a:lnTo>
                    <a:lnTo>
                      <a:pt x="259" y="368"/>
                    </a:lnTo>
                    <a:lnTo>
                      <a:pt x="178" y="531"/>
                    </a:lnTo>
                    <a:lnTo>
                      <a:pt x="96" y="722"/>
                    </a:lnTo>
                    <a:lnTo>
                      <a:pt x="28" y="940"/>
                    </a:lnTo>
                    <a:lnTo>
                      <a:pt x="15" y="1076"/>
                    </a:lnTo>
                    <a:lnTo>
                      <a:pt x="1" y="1198"/>
                    </a:lnTo>
                    <a:lnTo>
                      <a:pt x="1" y="1320"/>
                    </a:lnTo>
                    <a:lnTo>
                      <a:pt x="1" y="1443"/>
                    </a:lnTo>
                    <a:lnTo>
                      <a:pt x="15" y="1565"/>
                    </a:lnTo>
                    <a:lnTo>
                      <a:pt x="42" y="1688"/>
                    </a:lnTo>
                    <a:lnTo>
                      <a:pt x="110" y="1919"/>
                    </a:lnTo>
                    <a:lnTo>
                      <a:pt x="205" y="2150"/>
                    </a:lnTo>
                    <a:lnTo>
                      <a:pt x="327" y="2368"/>
                    </a:lnTo>
                    <a:lnTo>
                      <a:pt x="463" y="2558"/>
                    </a:lnTo>
                    <a:lnTo>
                      <a:pt x="627" y="2749"/>
                    </a:lnTo>
                    <a:lnTo>
                      <a:pt x="803" y="2912"/>
                    </a:lnTo>
                    <a:lnTo>
                      <a:pt x="994" y="3048"/>
                    </a:lnTo>
                    <a:lnTo>
                      <a:pt x="1198" y="3157"/>
                    </a:lnTo>
                    <a:lnTo>
                      <a:pt x="1402" y="3238"/>
                    </a:lnTo>
                    <a:lnTo>
                      <a:pt x="1511" y="3266"/>
                    </a:lnTo>
                    <a:lnTo>
                      <a:pt x="1620" y="3279"/>
                    </a:lnTo>
                    <a:lnTo>
                      <a:pt x="1728" y="3293"/>
                    </a:lnTo>
                    <a:lnTo>
                      <a:pt x="1837" y="3306"/>
                    </a:lnTo>
                    <a:lnTo>
                      <a:pt x="1946" y="3293"/>
                    </a:lnTo>
                    <a:lnTo>
                      <a:pt x="2055" y="3279"/>
                    </a:lnTo>
                    <a:lnTo>
                      <a:pt x="2164" y="3252"/>
                    </a:lnTo>
                    <a:lnTo>
                      <a:pt x="2259" y="3211"/>
                    </a:lnTo>
                    <a:lnTo>
                      <a:pt x="2218" y="2803"/>
                    </a:lnTo>
                    <a:lnTo>
                      <a:pt x="2150" y="2368"/>
                    </a:lnTo>
                    <a:lnTo>
                      <a:pt x="2069" y="1851"/>
                    </a:lnTo>
                    <a:lnTo>
                      <a:pt x="1946" y="1320"/>
                    </a:lnTo>
                    <a:lnTo>
                      <a:pt x="1878" y="1048"/>
                    </a:lnTo>
                    <a:lnTo>
                      <a:pt x="1810" y="804"/>
                    </a:lnTo>
                    <a:lnTo>
                      <a:pt x="1728" y="572"/>
                    </a:lnTo>
                    <a:lnTo>
                      <a:pt x="1633" y="368"/>
                    </a:lnTo>
                    <a:lnTo>
                      <a:pt x="1538" y="205"/>
                    </a:lnTo>
                    <a:lnTo>
                      <a:pt x="1484" y="137"/>
                    </a:lnTo>
                    <a:lnTo>
                      <a:pt x="1429" y="83"/>
                    </a:lnTo>
                    <a:lnTo>
                      <a:pt x="1388" y="55"/>
                    </a:lnTo>
                    <a:lnTo>
                      <a:pt x="1252" y="28"/>
                    </a:lnTo>
                    <a:lnTo>
                      <a:pt x="1062" y="1"/>
                    </a:lnTo>
                    <a:close/>
                  </a:path>
                </a:pathLst>
              </a:custGeom>
              <a:solidFill>
                <a:srgbClr val="FDBB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28"/>
              <p:cNvSpPr/>
              <p:nvPr/>
            </p:nvSpPr>
            <p:spPr>
              <a:xfrm>
                <a:off x="1209927" y="3027793"/>
                <a:ext cx="37667" cy="55719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1892" extrusionOk="0">
                    <a:moveTo>
                      <a:pt x="109" y="1"/>
                    </a:moveTo>
                    <a:lnTo>
                      <a:pt x="55" y="14"/>
                    </a:lnTo>
                    <a:lnTo>
                      <a:pt x="14" y="55"/>
                    </a:lnTo>
                    <a:lnTo>
                      <a:pt x="0" y="110"/>
                    </a:lnTo>
                    <a:lnTo>
                      <a:pt x="0" y="164"/>
                    </a:lnTo>
                    <a:lnTo>
                      <a:pt x="14" y="218"/>
                    </a:lnTo>
                    <a:lnTo>
                      <a:pt x="55" y="259"/>
                    </a:lnTo>
                    <a:lnTo>
                      <a:pt x="177" y="368"/>
                    </a:lnTo>
                    <a:lnTo>
                      <a:pt x="313" y="477"/>
                    </a:lnTo>
                    <a:lnTo>
                      <a:pt x="463" y="654"/>
                    </a:lnTo>
                    <a:lnTo>
                      <a:pt x="612" y="858"/>
                    </a:lnTo>
                    <a:lnTo>
                      <a:pt x="694" y="980"/>
                    </a:lnTo>
                    <a:lnTo>
                      <a:pt x="776" y="1116"/>
                    </a:lnTo>
                    <a:lnTo>
                      <a:pt x="844" y="1266"/>
                    </a:lnTo>
                    <a:lnTo>
                      <a:pt x="898" y="1415"/>
                    </a:lnTo>
                    <a:lnTo>
                      <a:pt x="952" y="1579"/>
                    </a:lnTo>
                    <a:lnTo>
                      <a:pt x="993" y="1769"/>
                    </a:lnTo>
                    <a:lnTo>
                      <a:pt x="1007" y="1810"/>
                    </a:lnTo>
                    <a:lnTo>
                      <a:pt x="1034" y="1851"/>
                    </a:lnTo>
                    <a:lnTo>
                      <a:pt x="1075" y="1878"/>
                    </a:lnTo>
                    <a:lnTo>
                      <a:pt x="1129" y="1891"/>
                    </a:lnTo>
                    <a:lnTo>
                      <a:pt x="1157" y="1878"/>
                    </a:lnTo>
                    <a:lnTo>
                      <a:pt x="1211" y="1864"/>
                    </a:lnTo>
                    <a:lnTo>
                      <a:pt x="1252" y="1823"/>
                    </a:lnTo>
                    <a:lnTo>
                      <a:pt x="1279" y="1769"/>
                    </a:lnTo>
                    <a:lnTo>
                      <a:pt x="1279" y="1715"/>
                    </a:lnTo>
                    <a:lnTo>
                      <a:pt x="1238" y="1511"/>
                    </a:lnTo>
                    <a:lnTo>
                      <a:pt x="1184" y="1320"/>
                    </a:lnTo>
                    <a:lnTo>
                      <a:pt x="1116" y="1143"/>
                    </a:lnTo>
                    <a:lnTo>
                      <a:pt x="1034" y="980"/>
                    </a:lnTo>
                    <a:lnTo>
                      <a:pt x="952" y="830"/>
                    </a:lnTo>
                    <a:lnTo>
                      <a:pt x="871" y="694"/>
                    </a:lnTo>
                    <a:lnTo>
                      <a:pt x="776" y="572"/>
                    </a:lnTo>
                    <a:lnTo>
                      <a:pt x="694" y="463"/>
                    </a:lnTo>
                    <a:lnTo>
                      <a:pt x="517" y="273"/>
                    </a:lnTo>
                    <a:lnTo>
                      <a:pt x="381" y="137"/>
                    </a:lnTo>
                    <a:lnTo>
                      <a:pt x="218" y="14"/>
                    </a:lnTo>
                    <a:lnTo>
                      <a:pt x="164" y="1"/>
                    </a:lnTo>
                    <a:close/>
                  </a:path>
                </a:pathLst>
              </a:custGeom>
              <a:solidFill>
                <a:srgbClr val="FD96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28"/>
              <p:cNvSpPr/>
              <p:nvPr/>
            </p:nvSpPr>
            <p:spPr>
              <a:xfrm>
                <a:off x="1205509" y="3048232"/>
                <a:ext cx="32071" cy="14048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477" extrusionOk="0">
                    <a:moveTo>
                      <a:pt x="817" y="0"/>
                    </a:moveTo>
                    <a:lnTo>
                      <a:pt x="667" y="14"/>
                    </a:lnTo>
                    <a:lnTo>
                      <a:pt x="518" y="41"/>
                    </a:lnTo>
                    <a:lnTo>
                      <a:pt x="382" y="68"/>
                    </a:lnTo>
                    <a:lnTo>
                      <a:pt x="178" y="150"/>
                    </a:lnTo>
                    <a:lnTo>
                      <a:pt x="82" y="191"/>
                    </a:lnTo>
                    <a:lnTo>
                      <a:pt x="41" y="232"/>
                    </a:lnTo>
                    <a:lnTo>
                      <a:pt x="14" y="286"/>
                    </a:lnTo>
                    <a:lnTo>
                      <a:pt x="1" y="341"/>
                    </a:lnTo>
                    <a:lnTo>
                      <a:pt x="14" y="395"/>
                    </a:lnTo>
                    <a:lnTo>
                      <a:pt x="41" y="422"/>
                    </a:lnTo>
                    <a:lnTo>
                      <a:pt x="69" y="449"/>
                    </a:lnTo>
                    <a:lnTo>
                      <a:pt x="109" y="463"/>
                    </a:lnTo>
                    <a:lnTo>
                      <a:pt x="150" y="477"/>
                    </a:lnTo>
                    <a:lnTo>
                      <a:pt x="178" y="477"/>
                    </a:lnTo>
                    <a:lnTo>
                      <a:pt x="218" y="463"/>
                    </a:lnTo>
                    <a:lnTo>
                      <a:pt x="341" y="409"/>
                    </a:lnTo>
                    <a:lnTo>
                      <a:pt x="518" y="341"/>
                    </a:lnTo>
                    <a:lnTo>
                      <a:pt x="613" y="313"/>
                    </a:lnTo>
                    <a:lnTo>
                      <a:pt x="722" y="300"/>
                    </a:lnTo>
                    <a:lnTo>
                      <a:pt x="817" y="286"/>
                    </a:lnTo>
                    <a:lnTo>
                      <a:pt x="912" y="300"/>
                    </a:lnTo>
                    <a:lnTo>
                      <a:pt x="966" y="300"/>
                    </a:lnTo>
                    <a:lnTo>
                      <a:pt x="1021" y="272"/>
                    </a:lnTo>
                    <a:lnTo>
                      <a:pt x="1062" y="232"/>
                    </a:lnTo>
                    <a:lnTo>
                      <a:pt x="1089" y="177"/>
                    </a:lnTo>
                    <a:lnTo>
                      <a:pt x="1089" y="123"/>
                    </a:lnTo>
                    <a:lnTo>
                      <a:pt x="1062" y="68"/>
                    </a:lnTo>
                    <a:lnTo>
                      <a:pt x="1021" y="28"/>
                    </a:lnTo>
                    <a:lnTo>
                      <a:pt x="966" y="14"/>
                    </a:lnTo>
                    <a:lnTo>
                      <a:pt x="817" y="0"/>
                    </a:lnTo>
                    <a:close/>
                  </a:path>
                </a:pathLst>
              </a:custGeom>
              <a:solidFill>
                <a:srgbClr val="FD96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28"/>
              <p:cNvSpPr/>
              <p:nvPr/>
            </p:nvSpPr>
            <p:spPr>
              <a:xfrm>
                <a:off x="1437050" y="3003349"/>
                <a:ext cx="66940" cy="97391"/>
              </a:xfrm>
              <a:custGeom>
                <a:avLst/>
                <a:gdLst/>
                <a:ahLst/>
                <a:cxnLst/>
                <a:rect l="l" t="t" r="r" b="b"/>
                <a:pathLst>
                  <a:path w="2273" h="3307" extrusionOk="0">
                    <a:moveTo>
                      <a:pt x="1198" y="1"/>
                    </a:moveTo>
                    <a:lnTo>
                      <a:pt x="1008" y="28"/>
                    </a:lnTo>
                    <a:lnTo>
                      <a:pt x="885" y="55"/>
                    </a:lnTo>
                    <a:lnTo>
                      <a:pt x="831" y="83"/>
                    </a:lnTo>
                    <a:lnTo>
                      <a:pt x="776" y="137"/>
                    </a:lnTo>
                    <a:lnTo>
                      <a:pt x="722" y="205"/>
                    </a:lnTo>
                    <a:lnTo>
                      <a:pt x="627" y="368"/>
                    </a:lnTo>
                    <a:lnTo>
                      <a:pt x="545" y="572"/>
                    </a:lnTo>
                    <a:lnTo>
                      <a:pt x="463" y="804"/>
                    </a:lnTo>
                    <a:lnTo>
                      <a:pt x="382" y="1048"/>
                    </a:lnTo>
                    <a:lnTo>
                      <a:pt x="314" y="1320"/>
                    </a:lnTo>
                    <a:lnTo>
                      <a:pt x="205" y="1851"/>
                    </a:lnTo>
                    <a:lnTo>
                      <a:pt x="110" y="2368"/>
                    </a:lnTo>
                    <a:lnTo>
                      <a:pt x="55" y="2803"/>
                    </a:lnTo>
                    <a:lnTo>
                      <a:pt x="1" y="3211"/>
                    </a:lnTo>
                    <a:lnTo>
                      <a:pt x="110" y="3252"/>
                    </a:lnTo>
                    <a:lnTo>
                      <a:pt x="219" y="3279"/>
                    </a:lnTo>
                    <a:lnTo>
                      <a:pt x="327" y="3293"/>
                    </a:lnTo>
                    <a:lnTo>
                      <a:pt x="436" y="3306"/>
                    </a:lnTo>
                    <a:lnTo>
                      <a:pt x="531" y="3293"/>
                    </a:lnTo>
                    <a:lnTo>
                      <a:pt x="640" y="3279"/>
                    </a:lnTo>
                    <a:lnTo>
                      <a:pt x="749" y="3266"/>
                    </a:lnTo>
                    <a:lnTo>
                      <a:pt x="858" y="3238"/>
                    </a:lnTo>
                    <a:lnTo>
                      <a:pt x="1076" y="3157"/>
                    </a:lnTo>
                    <a:lnTo>
                      <a:pt x="1266" y="3048"/>
                    </a:lnTo>
                    <a:lnTo>
                      <a:pt x="1456" y="2912"/>
                    </a:lnTo>
                    <a:lnTo>
                      <a:pt x="1647" y="2749"/>
                    </a:lnTo>
                    <a:lnTo>
                      <a:pt x="1797" y="2558"/>
                    </a:lnTo>
                    <a:lnTo>
                      <a:pt x="1946" y="2368"/>
                    </a:lnTo>
                    <a:lnTo>
                      <a:pt x="2069" y="2150"/>
                    </a:lnTo>
                    <a:lnTo>
                      <a:pt x="2164" y="1919"/>
                    </a:lnTo>
                    <a:lnTo>
                      <a:pt x="2232" y="1688"/>
                    </a:lnTo>
                    <a:lnTo>
                      <a:pt x="2245" y="1565"/>
                    </a:lnTo>
                    <a:lnTo>
                      <a:pt x="2259" y="1443"/>
                    </a:lnTo>
                    <a:lnTo>
                      <a:pt x="2273" y="1320"/>
                    </a:lnTo>
                    <a:lnTo>
                      <a:pt x="2273" y="1198"/>
                    </a:lnTo>
                    <a:lnTo>
                      <a:pt x="2259" y="1076"/>
                    </a:lnTo>
                    <a:lnTo>
                      <a:pt x="2232" y="940"/>
                    </a:lnTo>
                    <a:lnTo>
                      <a:pt x="2177" y="722"/>
                    </a:lnTo>
                    <a:lnTo>
                      <a:pt x="2096" y="531"/>
                    </a:lnTo>
                    <a:lnTo>
                      <a:pt x="2001" y="368"/>
                    </a:lnTo>
                    <a:lnTo>
                      <a:pt x="1892" y="246"/>
                    </a:lnTo>
                    <a:lnTo>
                      <a:pt x="1783" y="164"/>
                    </a:lnTo>
                    <a:lnTo>
                      <a:pt x="1661" y="83"/>
                    </a:lnTo>
                    <a:lnTo>
                      <a:pt x="1552" y="42"/>
                    </a:lnTo>
                    <a:lnTo>
                      <a:pt x="1429" y="15"/>
                    </a:lnTo>
                    <a:lnTo>
                      <a:pt x="1307" y="1"/>
                    </a:lnTo>
                    <a:close/>
                  </a:path>
                </a:pathLst>
              </a:custGeom>
              <a:solidFill>
                <a:srgbClr val="FDBB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28"/>
              <p:cNvSpPr/>
              <p:nvPr/>
            </p:nvSpPr>
            <p:spPr>
              <a:xfrm>
                <a:off x="1441467" y="3027793"/>
                <a:ext cx="37696" cy="55719"/>
              </a:xfrm>
              <a:custGeom>
                <a:avLst/>
                <a:gdLst/>
                <a:ahLst/>
                <a:cxnLst/>
                <a:rect l="l" t="t" r="r" b="b"/>
                <a:pathLst>
                  <a:path w="1280" h="1892" extrusionOk="0">
                    <a:moveTo>
                      <a:pt x="1102" y="1"/>
                    </a:moveTo>
                    <a:lnTo>
                      <a:pt x="1048" y="14"/>
                    </a:lnTo>
                    <a:lnTo>
                      <a:pt x="898" y="137"/>
                    </a:lnTo>
                    <a:lnTo>
                      <a:pt x="749" y="273"/>
                    </a:lnTo>
                    <a:lnTo>
                      <a:pt x="586" y="463"/>
                    </a:lnTo>
                    <a:lnTo>
                      <a:pt x="490" y="572"/>
                    </a:lnTo>
                    <a:lnTo>
                      <a:pt x="409" y="694"/>
                    </a:lnTo>
                    <a:lnTo>
                      <a:pt x="313" y="830"/>
                    </a:lnTo>
                    <a:lnTo>
                      <a:pt x="232" y="980"/>
                    </a:lnTo>
                    <a:lnTo>
                      <a:pt x="164" y="1143"/>
                    </a:lnTo>
                    <a:lnTo>
                      <a:pt x="96" y="1320"/>
                    </a:lnTo>
                    <a:lnTo>
                      <a:pt x="41" y="1511"/>
                    </a:lnTo>
                    <a:lnTo>
                      <a:pt x="1" y="1715"/>
                    </a:lnTo>
                    <a:lnTo>
                      <a:pt x="1" y="1769"/>
                    </a:lnTo>
                    <a:lnTo>
                      <a:pt x="14" y="1823"/>
                    </a:lnTo>
                    <a:lnTo>
                      <a:pt x="55" y="1864"/>
                    </a:lnTo>
                    <a:lnTo>
                      <a:pt x="109" y="1878"/>
                    </a:lnTo>
                    <a:lnTo>
                      <a:pt x="137" y="1891"/>
                    </a:lnTo>
                    <a:lnTo>
                      <a:pt x="191" y="1878"/>
                    </a:lnTo>
                    <a:lnTo>
                      <a:pt x="232" y="1851"/>
                    </a:lnTo>
                    <a:lnTo>
                      <a:pt x="273" y="1810"/>
                    </a:lnTo>
                    <a:lnTo>
                      <a:pt x="286" y="1769"/>
                    </a:lnTo>
                    <a:lnTo>
                      <a:pt x="327" y="1579"/>
                    </a:lnTo>
                    <a:lnTo>
                      <a:pt x="368" y="1415"/>
                    </a:lnTo>
                    <a:lnTo>
                      <a:pt x="436" y="1266"/>
                    </a:lnTo>
                    <a:lnTo>
                      <a:pt x="504" y="1116"/>
                    </a:lnTo>
                    <a:lnTo>
                      <a:pt x="572" y="980"/>
                    </a:lnTo>
                    <a:lnTo>
                      <a:pt x="654" y="858"/>
                    </a:lnTo>
                    <a:lnTo>
                      <a:pt x="817" y="654"/>
                    </a:lnTo>
                    <a:lnTo>
                      <a:pt x="966" y="477"/>
                    </a:lnTo>
                    <a:lnTo>
                      <a:pt x="1089" y="368"/>
                    </a:lnTo>
                    <a:lnTo>
                      <a:pt x="1211" y="259"/>
                    </a:lnTo>
                    <a:lnTo>
                      <a:pt x="1252" y="218"/>
                    </a:lnTo>
                    <a:lnTo>
                      <a:pt x="1279" y="164"/>
                    </a:lnTo>
                    <a:lnTo>
                      <a:pt x="1279" y="110"/>
                    </a:lnTo>
                    <a:lnTo>
                      <a:pt x="1252" y="55"/>
                    </a:lnTo>
                    <a:lnTo>
                      <a:pt x="1211" y="14"/>
                    </a:lnTo>
                    <a:lnTo>
                      <a:pt x="1157" y="1"/>
                    </a:lnTo>
                    <a:close/>
                  </a:path>
                </a:pathLst>
              </a:custGeom>
              <a:solidFill>
                <a:srgbClr val="FD96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28"/>
              <p:cNvSpPr/>
              <p:nvPr/>
            </p:nvSpPr>
            <p:spPr>
              <a:xfrm>
                <a:off x="1451480" y="3048232"/>
                <a:ext cx="31688" cy="14048"/>
              </a:xfrm>
              <a:custGeom>
                <a:avLst/>
                <a:gdLst/>
                <a:ahLst/>
                <a:cxnLst/>
                <a:rect l="l" t="t" r="r" b="b"/>
                <a:pathLst>
                  <a:path w="1076" h="477" extrusionOk="0">
                    <a:moveTo>
                      <a:pt x="259" y="0"/>
                    </a:moveTo>
                    <a:lnTo>
                      <a:pt x="109" y="14"/>
                    </a:lnTo>
                    <a:lnTo>
                      <a:pt x="55" y="28"/>
                    </a:lnTo>
                    <a:lnTo>
                      <a:pt x="28" y="68"/>
                    </a:lnTo>
                    <a:lnTo>
                      <a:pt x="1" y="123"/>
                    </a:lnTo>
                    <a:lnTo>
                      <a:pt x="1" y="177"/>
                    </a:lnTo>
                    <a:lnTo>
                      <a:pt x="14" y="232"/>
                    </a:lnTo>
                    <a:lnTo>
                      <a:pt x="55" y="272"/>
                    </a:lnTo>
                    <a:lnTo>
                      <a:pt x="109" y="300"/>
                    </a:lnTo>
                    <a:lnTo>
                      <a:pt x="164" y="300"/>
                    </a:lnTo>
                    <a:lnTo>
                      <a:pt x="259" y="286"/>
                    </a:lnTo>
                    <a:lnTo>
                      <a:pt x="368" y="300"/>
                    </a:lnTo>
                    <a:lnTo>
                      <a:pt x="463" y="313"/>
                    </a:lnTo>
                    <a:lnTo>
                      <a:pt x="558" y="341"/>
                    </a:lnTo>
                    <a:lnTo>
                      <a:pt x="735" y="409"/>
                    </a:lnTo>
                    <a:lnTo>
                      <a:pt x="858" y="463"/>
                    </a:lnTo>
                    <a:lnTo>
                      <a:pt x="898" y="477"/>
                    </a:lnTo>
                    <a:lnTo>
                      <a:pt x="939" y="477"/>
                    </a:lnTo>
                    <a:lnTo>
                      <a:pt x="980" y="463"/>
                    </a:lnTo>
                    <a:lnTo>
                      <a:pt x="1007" y="449"/>
                    </a:lnTo>
                    <a:lnTo>
                      <a:pt x="1034" y="422"/>
                    </a:lnTo>
                    <a:lnTo>
                      <a:pt x="1062" y="395"/>
                    </a:lnTo>
                    <a:lnTo>
                      <a:pt x="1075" y="341"/>
                    </a:lnTo>
                    <a:lnTo>
                      <a:pt x="1075" y="286"/>
                    </a:lnTo>
                    <a:lnTo>
                      <a:pt x="1048" y="232"/>
                    </a:lnTo>
                    <a:lnTo>
                      <a:pt x="1007" y="191"/>
                    </a:lnTo>
                    <a:lnTo>
                      <a:pt x="912" y="150"/>
                    </a:lnTo>
                    <a:lnTo>
                      <a:pt x="694" y="68"/>
                    </a:lnTo>
                    <a:lnTo>
                      <a:pt x="558" y="41"/>
                    </a:lnTo>
                    <a:lnTo>
                      <a:pt x="409" y="14"/>
                    </a:lnTo>
                    <a:lnTo>
                      <a:pt x="259" y="0"/>
                    </a:lnTo>
                    <a:close/>
                  </a:path>
                </a:pathLst>
              </a:custGeom>
              <a:solidFill>
                <a:srgbClr val="FD96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28"/>
              <p:cNvSpPr/>
              <p:nvPr/>
            </p:nvSpPr>
            <p:spPr>
              <a:xfrm>
                <a:off x="1265206" y="3118736"/>
                <a:ext cx="163860" cy="141831"/>
              </a:xfrm>
              <a:custGeom>
                <a:avLst/>
                <a:gdLst/>
                <a:ahLst/>
                <a:cxnLst/>
                <a:rect l="l" t="t" r="r" b="b"/>
                <a:pathLst>
                  <a:path w="5564" h="4816" extrusionOk="0">
                    <a:moveTo>
                      <a:pt x="395" y="0"/>
                    </a:moveTo>
                    <a:lnTo>
                      <a:pt x="68" y="3279"/>
                    </a:lnTo>
                    <a:lnTo>
                      <a:pt x="0" y="3932"/>
                    </a:lnTo>
                    <a:lnTo>
                      <a:pt x="55" y="3972"/>
                    </a:lnTo>
                    <a:lnTo>
                      <a:pt x="191" y="4081"/>
                    </a:lnTo>
                    <a:lnTo>
                      <a:pt x="436" y="4217"/>
                    </a:lnTo>
                    <a:lnTo>
                      <a:pt x="749" y="4381"/>
                    </a:lnTo>
                    <a:lnTo>
                      <a:pt x="939" y="4462"/>
                    </a:lnTo>
                    <a:lnTo>
                      <a:pt x="1143" y="4544"/>
                    </a:lnTo>
                    <a:lnTo>
                      <a:pt x="1374" y="4612"/>
                    </a:lnTo>
                    <a:lnTo>
                      <a:pt x="1619" y="4680"/>
                    </a:lnTo>
                    <a:lnTo>
                      <a:pt x="1891" y="4734"/>
                    </a:lnTo>
                    <a:lnTo>
                      <a:pt x="2163" y="4775"/>
                    </a:lnTo>
                    <a:lnTo>
                      <a:pt x="2463" y="4802"/>
                    </a:lnTo>
                    <a:lnTo>
                      <a:pt x="2789" y="4816"/>
                    </a:lnTo>
                    <a:lnTo>
                      <a:pt x="3102" y="4802"/>
                    </a:lnTo>
                    <a:lnTo>
                      <a:pt x="3401" y="4775"/>
                    </a:lnTo>
                    <a:lnTo>
                      <a:pt x="3673" y="4734"/>
                    </a:lnTo>
                    <a:lnTo>
                      <a:pt x="3945" y="4680"/>
                    </a:lnTo>
                    <a:lnTo>
                      <a:pt x="4190" y="4612"/>
                    </a:lnTo>
                    <a:lnTo>
                      <a:pt x="4421" y="4544"/>
                    </a:lnTo>
                    <a:lnTo>
                      <a:pt x="4625" y="4462"/>
                    </a:lnTo>
                    <a:lnTo>
                      <a:pt x="4816" y="4381"/>
                    </a:lnTo>
                    <a:lnTo>
                      <a:pt x="5142" y="4217"/>
                    </a:lnTo>
                    <a:lnTo>
                      <a:pt x="5373" y="4081"/>
                    </a:lnTo>
                    <a:lnTo>
                      <a:pt x="5510" y="3972"/>
                    </a:lnTo>
                    <a:lnTo>
                      <a:pt x="5564" y="3932"/>
                    </a:lnTo>
                    <a:lnTo>
                      <a:pt x="5319" y="1905"/>
                    </a:lnTo>
                    <a:lnTo>
                      <a:pt x="5101" y="0"/>
                    </a:lnTo>
                    <a:close/>
                  </a:path>
                </a:pathLst>
              </a:custGeom>
              <a:solidFill>
                <a:srgbClr val="FDBB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28"/>
              <p:cNvSpPr/>
              <p:nvPr/>
            </p:nvSpPr>
            <p:spPr>
              <a:xfrm>
                <a:off x="1267208" y="3118736"/>
                <a:ext cx="154671" cy="98981"/>
              </a:xfrm>
              <a:custGeom>
                <a:avLst/>
                <a:gdLst/>
                <a:ahLst/>
                <a:cxnLst/>
                <a:rect l="l" t="t" r="r" b="b"/>
                <a:pathLst>
                  <a:path w="5252" h="3361" extrusionOk="0">
                    <a:moveTo>
                      <a:pt x="327" y="0"/>
                    </a:moveTo>
                    <a:lnTo>
                      <a:pt x="0" y="3279"/>
                    </a:lnTo>
                    <a:lnTo>
                      <a:pt x="585" y="3333"/>
                    </a:lnTo>
                    <a:lnTo>
                      <a:pt x="1129" y="3360"/>
                    </a:lnTo>
                    <a:lnTo>
                      <a:pt x="1633" y="3347"/>
                    </a:lnTo>
                    <a:lnTo>
                      <a:pt x="2095" y="3306"/>
                    </a:lnTo>
                    <a:lnTo>
                      <a:pt x="2531" y="3251"/>
                    </a:lnTo>
                    <a:lnTo>
                      <a:pt x="2925" y="3170"/>
                    </a:lnTo>
                    <a:lnTo>
                      <a:pt x="3292" y="3061"/>
                    </a:lnTo>
                    <a:lnTo>
                      <a:pt x="3632" y="2952"/>
                    </a:lnTo>
                    <a:lnTo>
                      <a:pt x="3932" y="2830"/>
                    </a:lnTo>
                    <a:lnTo>
                      <a:pt x="4204" y="2694"/>
                    </a:lnTo>
                    <a:lnTo>
                      <a:pt x="4449" y="2558"/>
                    </a:lnTo>
                    <a:lnTo>
                      <a:pt x="4653" y="2422"/>
                    </a:lnTo>
                    <a:lnTo>
                      <a:pt x="4843" y="2272"/>
                    </a:lnTo>
                    <a:lnTo>
                      <a:pt x="5006" y="2136"/>
                    </a:lnTo>
                    <a:lnTo>
                      <a:pt x="5142" y="2014"/>
                    </a:lnTo>
                    <a:lnTo>
                      <a:pt x="5251" y="1905"/>
                    </a:lnTo>
                    <a:lnTo>
                      <a:pt x="5033" y="0"/>
                    </a:lnTo>
                    <a:close/>
                  </a:path>
                </a:pathLst>
              </a:custGeom>
              <a:solidFill>
                <a:srgbClr val="FD96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28"/>
              <p:cNvSpPr/>
              <p:nvPr/>
            </p:nvSpPr>
            <p:spPr>
              <a:xfrm>
                <a:off x="1215140" y="2894795"/>
                <a:ext cx="255184" cy="304896"/>
              </a:xfrm>
              <a:custGeom>
                <a:avLst/>
                <a:gdLst/>
                <a:ahLst/>
                <a:cxnLst/>
                <a:rect l="l" t="t" r="r" b="b"/>
                <a:pathLst>
                  <a:path w="8665" h="10353" extrusionOk="0">
                    <a:moveTo>
                      <a:pt x="4503" y="1"/>
                    </a:moveTo>
                    <a:lnTo>
                      <a:pt x="4190" y="14"/>
                    </a:lnTo>
                    <a:lnTo>
                      <a:pt x="3863" y="28"/>
                    </a:lnTo>
                    <a:lnTo>
                      <a:pt x="3537" y="69"/>
                    </a:lnTo>
                    <a:lnTo>
                      <a:pt x="3197" y="123"/>
                    </a:lnTo>
                    <a:lnTo>
                      <a:pt x="2870" y="191"/>
                    </a:lnTo>
                    <a:lnTo>
                      <a:pt x="2544" y="273"/>
                    </a:lnTo>
                    <a:lnTo>
                      <a:pt x="2204" y="382"/>
                    </a:lnTo>
                    <a:lnTo>
                      <a:pt x="1877" y="504"/>
                    </a:lnTo>
                    <a:lnTo>
                      <a:pt x="1551" y="654"/>
                    </a:lnTo>
                    <a:lnTo>
                      <a:pt x="1224" y="817"/>
                    </a:lnTo>
                    <a:lnTo>
                      <a:pt x="912" y="1007"/>
                    </a:lnTo>
                    <a:lnTo>
                      <a:pt x="599" y="1211"/>
                    </a:lnTo>
                    <a:lnTo>
                      <a:pt x="449" y="1334"/>
                    </a:lnTo>
                    <a:lnTo>
                      <a:pt x="313" y="1470"/>
                    </a:lnTo>
                    <a:lnTo>
                      <a:pt x="204" y="1619"/>
                    </a:lnTo>
                    <a:lnTo>
                      <a:pt x="123" y="1796"/>
                    </a:lnTo>
                    <a:lnTo>
                      <a:pt x="55" y="1959"/>
                    </a:lnTo>
                    <a:lnTo>
                      <a:pt x="14" y="2150"/>
                    </a:lnTo>
                    <a:lnTo>
                      <a:pt x="0" y="2340"/>
                    </a:lnTo>
                    <a:lnTo>
                      <a:pt x="14" y="2531"/>
                    </a:lnTo>
                    <a:lnTo>
                      <a:pt x="68" y="3048"/>
                    </a:lnTo>
                    <a:lnTo>
                      <a:pt x="163" y="3660"/>
                    </a:lnTo>
                    <a:lnTo>
                      <a:pt x="286" y="4353"/>
                    </a:lnTo>
                    <a:lnTo>
                      <a:pt x="435" y="5088"/>
                    </a:lnTo>
                    <a:lnTo>
                      <a:pt x="612" y="5768"/>
                    </a:lnTo>
                    <a:lnTo>
                      <a:pt x="721" y="6122"/>
                    </a:lnTo>
                    <a:lnTo>
                      <a:pt x="830" y="6475"/>
                    </a:lnTo>
                    <a:lnTo>
                      <a:pt x="939" y="6802"/>
                    </a:lnTo>
                    <a:lnTo>
                      <a:pt x="1075" y="7142"/>
                    </a:lnTo>
                    <a:lnTo>
                      <a:pt x="1211" y="7468"/>
                    </a:lnTo>
                    <a:lnTo>
                      <a:pt x="1347" y="7781"/>
                    </a:lnTo>
                    <a:lnTo>
                      <a:pt x="1510" y="8094"/>
                    </a:lnTo>
                    <a:lnTo>
                      <a:pt x="1687" y="8393"/>
                    </a:lnTo>
                    <a:lnTo>
                      <a:pt x="1864" y="8665"/>
                    </a:lnTo>
                    <a:lnTo>
                      <a:pt x="2054" y="8938"/>
                    </a:lnTo>
                    <a:lnTo>
                      <a:pt x="2258" y="9182"/>
                    </a:lnTo>
                    <a:lnTo>
                      <a:pt x="2476" y="9414"/>
                    </a:lnTo>
                    <a:lnTo>
                      <a:pt x="2707" y="9631"/>
                    </a:lnTo>
                    <a:lnTo>
                      <a:pt x="2952" y="9822"/>
                    </a:lnTo>
                    <a:lnTo>
                      <a:pt x="3210" y="9985"/>
                    </a:lnTo>
                    <a:lnTo>
                      <a:pt x="3482" y="10121"/>
                    </a:lnTo>
                    <a:lnTo>
                      <a:pt x="3618" y="10175"/>
                    </a:lnTo>
                    <a:lnTo>
                      <a:pt x="3768" y="10230"/>
                    </a:lnTo>
                    <a:lnTo>
                      <a:pt x="3918" y="10271"/>
                    </a:lnTo>
                    <a:lnTo>
                      <a:pt x="4067" y="10298"/>
                    </a:lnTo>
                    <a:lnTo>
                      <a:pt x="4244" y="10339"/>
                    </a:lnTo>
                    <a:lnTo>
                      <a:pt x="4421" y="10352"/>
                    </a:lnTo>
                    <a:lnTo>
                      <a:pt x="4598" y="10352"/>
                    </a:lnTo>
                    <a:lnTo>
                      <a:pt x="4775" y="10339"/>
                    </a:lnTo>
                    <a:lnTo>
                      <a:pt x="4938" y="10325"/>
                    </a:lnTo>
                    <a:lnTo>
                      <a:pt x="5101" y="10284"/>
                    </a:lnTo>
                    <a:lnTo>
                      <a:pt x="5251" y="10243"/>
                    </a:lnTo>
                    <a:lnTo>
                      <a:pt x="5414" y="10189"/>
                    </a:lnTo>
                    <a:lnTo>
                      <a:pt x="5564" y="10121"/>
                    </a:lnTo>
                    <a:lnTo>
                      <a:pt x="5700" y="10039"/>
                    </a:lnTo>
                    <a:lnTo>
                      <a:pt x="5849" y="9944"/>
                    </a:lnTo>
                    <a:lnTo>
                      <a:pt x="5985" y="9849"/>
                    </a:lnTo>
                    <a:lnTo>
                      <a:pt x="6121" y="9740"/>
                    </a:lnTo>
                    <a:lnTo>
                      <a:pt x="6257" y="9631"/>
                    </a:lnTo>
                    <a:lnTo>
                      <a:pt x="6380" y="9495"/>
                    </a:lnTo>
                    <a:lnTo>
                      <a:pt x="6502" y="9373"/>
                    </a:lnTo>
                    <a:lnTo>
                      <a:pt x="6733" y="9074"/>
                    </a:lnTo>
                    <a:lnTo>
                      <a:pt x="6951" y="8761"/>
                    </a:lnTo>
                    <a:lnTo>
                      <a:pt x="7155" y="8421"/>
                    </a:lnTo>
                    <a:lnTo>
                      <a:pt x="7346" y="8067"/>
                    </a:lnTo>
                    <a:lnTo>
                      <a:pt x="7522" y="7686"/>
                    </a:lnTo>
                    <a:lnTo>
                      <a:pt x="7686" y="7292"/>
                    </a:lnTo>
                    <a:lnTo>
                      <a:pt x="7835" y="6897"/>
                    </a:lnTo>
                    <a:lnTo>
                      <a:pt x="7985" y="6489"/>
                    </a:lnTo>
                    <a:lnTo>
                      <a:pt x="8080" y="6135"/>
                    </a:lnTo>
                    <a:lnTo>
                      <a:pt x="8175" y="5782"/>
                    </a:lnTo>
                    <a:lnTo>
                      <a:pt x="8271" y="5428"/>
                    </a:lnTo>
                    <a:lnTo>
                      <a:pt x="8339" y="5088"/>
                    </a:lnTo>
                    <a:lnTo>
                      <a:pt x="8447" y="4530"/>
                    </a:lnTo>
                    <a:lnTo>
                      <a:pt x="8543" y="4013"/>
                    </a:lnTo>
                    <a:lnTo>
                      <a:pt x="8597" y="3510"/>
                    </a:lnTo>
                    <a:lnTo>
                      <a:pt x="8638" y="3048"/>
                    </a:lnTo>
                    <a:lnTo>
                      <a:pt x="8665" y="2640"/>
                    </a:lnTo>
                    <a:lnTo>
                      <a:pt x="8665" y="2272"/>
                    </a:lnTo>
                    <a:lnTo>
                      <a:pt x="8651" y="1973"/>
                    </a:lnTo>
                    <a:lnTo>
                      <a:pt x="8624" y="1742"/>
                    </a:lnTo>
                    <a:lnTo>
                      <a:pt x="8583" y="1619"/>
                    </a:lnTo>
                    <a:lnTo>
                      <a:pt x="8515" y="1497"/>
                    </a:lnTo>
                    <a:lnTo>
                      <a:pt x="8434" y="1361"/>
                    </a:lnTo>
                    <a:lnTo>
                      <a:pt x="8325" y="1239"/>
                    </a:lnTo>
                    <a:lnTo>
                      <a:pt x="8203" y="1116"/>
                    </a:lnTo>
                    <a:lnTo>
                      <a:pt x="8053" y="994"/>
                    </a:lnTo>
                    <a:lnTo>
                      <a:pt x="7890" y="885"/>
                    </a:lnTo>
                    <a:lnTo>
                      <a:pt x="7699" y="776"/>
                    </a:lnTo>
                    <a:lnTo>
                      <a:pt x="7509" y="667"/>
                    </a:lnTo>
                    <a:lnTo>
                      <a:pt x="7291" y="558"/>
                    </a:lnTo>
                    <a:lnTo>
                      <a:pt x="7060" y="463"/>
                    </a:lnTo>
                    <a:lnTo>
                      <a:pt x="6815" y="368"/>
                    </a:lnTo>
                    <a:lnTo>
                      <a:pt x="6570" y="286"/>
                    </a:lnTo>
                    <a:lnTo>
                      <a:pt x="6298" y="218"/>
                    </a:lnTo>
                    <a:lnTo>
                      <a:pt x="6026" y="150"/>
                    </a:lnTo>
                    <a:lnTo>
                      <a:pt x="5740" y="96"/>
                    </a:lnTo>
                    <a:lnTo>
                      <a:pt x="5441" y="55"/>
                    </a:lnTo>
                    <a:lnTo>
                      <a:pt x="5128" y="28"/>
                    </a:lnTo>
                    <a:lnTo>
                      <a:pt x="4829" y="14"/>
                    </a:lnTo>
                    <a:lnTo>
                      <a:pt x="4503" y="1"/>
                    </a:lnTo>
                    <a:close/>
                  </a:path>
                </a:pathLst>
              </a:custGeom>
              <a:solidFill>
                <a:srgbClr val="FDBB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28"/>
              <p:cNvSpPr/>
              <p:nvPr/>
            </p:nvSpPr>
            <p:spPr>
              <a:xfrm>
                <a:off x="1245974" y="3062250"/>
                <a:ext cx="48504" cy="24856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844" extrusionOk="0">
                    <a:moveTo>
                      <a:pt x="817" y="1"/>
                    </a:moveTo>
                    <a:lnTo>
                      <a:pt x="653" y="14"/>
                    </a:lnTo>
                    <a:lnTo>
                      <a:pt x="504" y="41"/>
                    </a:lnTo>
                    <a:lnTo>
                      <a:pt x="368" y="82"/>
                    </a:lnTo>
                    <a:lnTo>
                      <a:pt x="245" y="123"/>
                    </a:lnTo>
                    <a:lnTo>
                      <a:pt x="137" y="191"/>
                    </a:lnTo>
                    <a:lnTo>
                      <a:pt x="69" y="259"/>
                    </a:lnTo>
                    <a:lnTo>
                      <a:pt x="14" y="341"/>
                    </a:lnTo>
                    <a:lnTo>
                      <a:pt x="14" y="381"/>
                    </a:lnTo>
                    <a:lnTo>
                      <a:pt x="1" y="436"/>
                    </a:lnTo>
                    <a:lnTo>
                      <a:pt x="14" y="477"/>
                    </a:lnTo>
                    <a:lnTo>
                      <a:pt x="28" y="517"/>
                    </a:lnTo>
                    <a:lnTo>
                      <a:pt x="69" y="599"/>
                    </a:lnTo>
                    <a:lnTo>
                      <a:pt x="150" y="667"/>
                    </a:lnTo>
                    <a:lnTo>
                      <a:pt x="245" y="721"/>
                    </a:lnTo>
                    <a:lnTo>
                      <a:pt x="368" y="776"/>
                    </a:lnTo>
                    <a:lnTo>
                      <a:pt x="517" y="817"/>
                    </a:lnTo>
                    <a:lnTo>
                      <a:pt x="667" y="830"/>
                    </a:lnTo>
                    <a:lnTo>
                      <a:pt x="830" y="844"/>
                    </a:lnTo>
                    <a:lnTo>
                      <a:pt x="1007" y="830"/>
                    </a:lnTo>
                    <a:lnTo>
                      <a:pt x="1157" y="803"/>
                    </a:lnTo>
                    <a:lnTo>
                      <a:pt x="1293" y="762"/>
                    </a:lnTo>
                    <a:lnTo>
                      <a:pt x="1415" y="708"/>
                    </a:lnTo>
                    <a:lnTo>
                      <a:pt x="1510" y="640"/>
                    </a:lnTo>
                    <a:lnTo>
                      <a:pt x="1592" y="572"/>
                    </a:lnTo>
                    <a:lnTo>
                      <a:pt x="1633" y="490"/>
                    </a:lnTo>
                    <a:lnTo>
                      <a:pt x="1646" y="449"/>
                    </a:lnTo>
                    <a:lnTo>
                      <a:pt x="1646" y="409"/>
                    </a:lnTo>
                    <a:lnTo>
                      <a:pt x="1646" y="368"/>
                    </a:lnTo>
                    <a:lnTo>
                      <a:pt x="1633" y="327"/>
                    </a:lnTo>
                    <a:lnTo>
                      <a:pt x="1592" y="245"/>
                    </a:lnTo>
                    <a:lnTo>
                      <a:pt x="1510" y="177"/>
                    </a:lnTo>
                    <a:lnTo>
                      <a:pt x="1402" y="109"/>
                    </a:lnTo>
                    <a:lnTo>
                      <a:pt x="1279" y="69"/>
                    </a:lnTo>
                    <a:lnTo>
                      <a:pt x="1143" y="28"/>
                    </a:lnTo>
                    <a:lnTo>
                      <a:pt x="994" y="1"/>
                    </a:lnTo>
                    <a:close/>
                  </a:path>
                </a:pathLst>
              </a:custGeom>
              <a:solidFill>
                <a:srgbClr val="FD96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28"/>
              <p:cNvSpPr/>
              <p:nvPr/>
            </p:nvSpPr>
            <p:spPr>
              <a:xfrm>
                <a:off x="1397792" y="3062250"/>
                <a:ext cx="48504" cy="24856"/>
              </a:xfrm>
              <a:custGeom>
                <a:avLst/>
                <a:gdLst/>
                <a:ahLst/>
                <a:cxnLst/>
                <a:rect l="l" t="t" r="r" b="b"/>
                <a:pathLst>
                  <a:path w="1647" h="844" extrusionOk="0">
                    <a:moveTo>
                      <a:pt x="817" y="1"/>
                    </a:moveTo>
                    <a:lnTo>
                      <a:pt x="654" y="14"/>
                    </a:lnTo>
                    <a:lnTo>
                      <a:pt x="491" y="41"/>
                    </a:lnTo>
                    <a:lnTo>
                      <a:pt x="355" y="82"/>
                    </a:lnTo>
                    <a:lnTo>
                      <a:pt x="232" y="123"/>
                    </a:lnTo>
                    <a:lnTo>
                      <a:pt x="137" y="191"/>
                    </a:lnTo>
                    <a:lnTo>
                      <a:pt x="55" y="259"/>
                    </a:lnTo>
                    <a:lnTo>
                      <a:pt x="15" y="341"/>
                    </a:lnTo>
                    <a:lnTo>
                      <a:pt x="1" y="381"/>
                    </a:lnTo>
                    <a:lnTo>
                      <a:pt x="1" y="436"/>
                    </a:lnTo>
                    <a:lnTo>
                      <a:pt x="1" y="477"/>
                    </a:lnTo>
                    <a:lnTo>
                      <a:pt x="15" y="517"/>
                    </a:lnTo>
                    <a:lnTo>
                      <a:pt x="55" y="599"/>
                    </a:lnTo>
                    <a:lnTo>
                      <a:pt x="137" y="667"/>
                    </a:lnTo>
                    <a:lnTo>
                      <a:pt x="246" y="721"/>
                    </a:lnTo>
                    <a:lnTo>
                      <a:pt x="368" y="776"/>
                    </a:lnTo>
                    <a:lnTo>
                      <a:pt x="504" y="817"/>
                    </a:lnTo>
                    <a:lnTo>
                      <a:pt x="654" y="830"/>
                    </a:lnTo>
                    <a:lnTo>
                      <a:pt x="831" y="844"/>
                    </a:lnTo>
                    <a:lnTo>
                      <a:pt x="994" y="830"/>
                    </a:lnTo>
                    <a:lnTo>
                      <a:pt x="1144" y="803"/>
                    </a:lnTo>
                    <a:lnTo>
                      <a:pt x="1280" y="762"/>
                    </a:lnTo>
                    <a:lnTo>
                      <a:pt x="1402" y="708"/>
                    </a:lnTo>
                    <a:lnTo>
                      <a:pt x="1511" y="640"/>
                    </a:lnTo>
                    <a:lnTo>
                      <a:pt x="1579" y="572"/>
                    </a:lnTo>
                    <a:lnTo>
                      <a:pt x="1633" y="490"/>
                    </a:lnTo>
                    <a:lnTo>
                      <a:pt x="1633" y="449"/>
                    </a:lnTo>
                    <a:lnTo>
                      <a:pt x="1647" y="409"/>
                    </a:lnTo>
                    <a:lnTo>
                      <a:pt x="1633" y="368"/>
                    </a:lnTo>
                    <a:lnTo>
                      <a:pt x="1620" y="327"/>
                    </a:lnTo>
                    <a:lnTo>
                      <a:pt x="1579" y="245"/>
                    </a:lnTo>
                    <a:lnTo>
                      <a:pt x="1497" y="177"/>
                    </a:lnTo>
                    <a:lnTo>
                      <a:pt x="1402" y="109"/>
                    </a:lnTo>
                    <a:lnTo>
                      <a:pt x="1280" y="69"/>
                    </a:lnTo>
                    <a:lnTo>
                      <a:pt x="1130" y="28"/>
                    </a:lnTo>
                    <a:lnTo>
                      <a:pt x="980" y="1"/>
                    </a:lnTo>
                    <a:close/>
                  </a:path>
                </a:pathLst>
              </a:custGeom>
              <a:solidFill>
                <a:srgbClr val="FD96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28"/>
              <p:cNvSpPr/>
              <p:nvPr/>
            </p:nvSpPr>
            <p:spPr>
              <a:xfrm>
                <a:off x="1295657" y="3024995"/>
                <a:ext cx="13635" cy="24473"/>
              </a:xfrm>
              <a:custGeom>
                <a:avLst/>
                <a:gdLst/>
                <a:ahLst/>
                <a:cxnLst/>
                <a:rect l="l" t="t" r="r" b="b"/>
                <a:pathLst>
                  <a:path w="463" h="831" extrusionOk="0">
                    <a:moveTo>
                      <a:pt x="177" y="1"/>
                    </a:moveTo>
                    <a:lnTo>
                      <a:pt x="136" y="28"/>
                    </a:lnTo>
                    <a:lnTo>
                      <a:pt x="95" y="69"/>
                    </a:lnTo>
                    <a:lnTo>
                      <a:pt x="55" y="123"/>
                    </a:lnTo>
                    <a:lnTo>
                      <a:pt x="41" y="177"/>
                    </a:lnTo>
                    <a:lnTo>
                      <a:pt x="14" y="259"/>
                    </a:lnTo>
                    <a:lnTo>
                      <a:pt x="0" y="327"/>
                    </a:lnTo>
                    <a:lnTo>
                      <a:pt x="0" y="422"/>
                    </a:lnTo>
                    <a:lnTo>
                      <a:pt x="0" y="504"/>
                    </a:lnTo>
                    <a:lnTo>
                      <a:pt x="14" y="585"/>
                    </a:lnTo>
                    <a:lnTo>
                      <a:pt x="41" y="653"/>
                    </a:lnTo>
                    <a:lnTo>
                      <a:pt x="68" y="708"/>
                    </a:lnTo>
                    <a:lnTo>
                      <a:pt x="109" y="762"/>
                    </a:lnTo>
                    <a:lnTo>
                      <a:pt x="150" y="803"/>
                    </a:lnTo>
                    <a:lnTo>
                      <a:pt x="191" y="817"/>
                    </a:lnTo>
                    <a:lnTo>
                      <a:pt x="232" y="830"/>
                    </a:lnTo>
                    <a:lnTo>
                      <a:pt x="286" y="817"/>
                    </a:lnTo>
                    <a:lnTo>
                      <a:pt x="327" y="789"/>
                    </a:lnTo>
                    <a:lnTo>
                      <a:pt x="368" y="762"/>
                    </a:lnTo>
                    <a:lnTo>
                      <a:pt x="395" y="708"/>
                    </a:lnTo>
                    <a:lnTo>
                      <a:pt x="422" y="640"/>
                    </a:lnTo>
                    <a:lnTo>
                      <a:pt x="449" y="572"/>
                    </a:lnTo>
                    <a:lnTo>
                      <a:pt x="449" y="490"/>
                    </a:lnTo>
                    <a:lnTo>
                      <a:pt x="463" y="409"/>
                    </a:lnTo>
                    <a:lnTo>
                      <a:pt x="449" y="327"/>
                    </a:lnTo>
                    <a:lnTo>
                      <a:pt x="436" y="245"/>
                    </a:lnTo>
                    <a:lnTo>
                      <a:pt x="422" y="177"/>
                    </a:lnTo>
                    <a:lnTo>
                      <a:pt x="381" y="109"/>
                    </a:lnTo>
                    <a:lnTo>
                      <a:pt x="354" y="69"/>
                    </a:lnTo>
                    <a:lnTo>
                      <a:pt x="313" y="28"/>
                    </a:lnTo>
                    <a:lnTo>
                      <a:pt x="272" y="1"/>
                    </a:lnTo>
                    <a:close/>
                  </a:path>
                </a:pathLst>
              </a:custGeom>
              <a:solidFill>
                <a:srgbClr val="0020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28"/>
              <p:cNvSpPr/>
              <p:nvPr/>
            </p:nvSpPr>
            <p:spPr>
              <a:xfrm>
                <a:off x="1269623" y="2994161"/>
                <a:ext cx="53687" cy="25651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871" extrusionOk="0">
                    <a:moveTo>
                      <a:pt x="1156" y="0"/>
                    </a:moveTo>
                    <a:lnTo>
                      <a:pt x="1034" y="14"/>
                    </a:lnTo>
                    <a:lnTo>
                      <a:pt x="911" y="27"/>
                    </a:lnTo>
                    <a:lnTo>
                      <a:pt x="789" y="55"/>
                    </a:lnTo>
                    <a:lnTo>
                      <a:pt x="680" y="95"/>
                    </a:lnTo>
                    <a:lnTo>
                      <a:pt x="571" y="136"/>
                    </a:lnTo>
                    <a:lnTo>
                      <a:pt x="476" y="191"/>
                    </a:lnTo>
                    <a:lnTo>
                      <a:pt x="299" y="299"/>
                    </a:lnTo>
                    <a:lnTo>
                      <a:pt x="150" y="422"/>
                    </a:lnTo>
                    <a:lnTo>
                      <a:pt x="41" y="544"/>
                    </a:lnTo>
                    <a:lnTo>
                      <a:pt x="27" y="585"/>
                    </a:lnTo>
                    <a:lnTo>
                      <a:pt x="14" y="612"/>
                    </a:lnTo>
                    <a:lnTo>
                      <a:pt x="0" y="694"/>
                    </a:lnTo>
                    <a:lnTo>
                      <a:pt x="27" y="762"/>
                    </a:lnTo>
                    <a:lnTo>
                      <a:pt x="55" y="803"/>
                    </a:lnTo>
                    <a:lnTo>
                      <a:pt x="82" y="830"/>
                    </a:lnTo>
                    <a:lnTo>
                      <a:pt x="123" y="857"/>
                    </a:lnTo>
                    <a:lnTo>
                      <a:pt x="163" y="871"/>
                    </a:lnTo>
                    <a:lnTo>
                      <a:pt x="218" y="871"/>
                    </a:lnTo>
                    <a:lnTo>
                      <a:pt x="272" y="857"/>
                    </a:lnTo>
                    <a:lnTo>
                      <a:pt x="313" y="830"/>
                    </a:lnTo>
                    <a:lnTo>
                      <a:pt x="354" y="789"/>
                    </a:lnTo>
                    <a:lnTo>
                      <a:pt x="449" y="694"/>
                    </a:lnTo>
                    <a:lnTo>
                      <a:pt x="558" y="599"/>
                    </a:lnTo>
                    <a:lnTo>
                      <a:pt x="707" y="517"/>
                    </a:lnTo>
                    <a:lnTo>
                      <a:pt x="789" y="476"/>
                    </a:lnTo>
                    <a:lnTo>
                      <a:pt x="871" y="449"/>
                    </a:lnTo>
                    <a:lnTo>
                      <a:pt x="966" y="422"/>
                    </a:lnTo>
                    <a:lnTo>
                      <a:pt x="1075" y="408"/>
                    </a:lnTo>
                    <a:lnTo>
                      <a:pt x="1184" y="408"/>
                    </a:lnTo>
                    <a:lnTo>
                      <a:pt x="1292" y="422"/>
                    </a:lnTo>
                    <a:lnTo>
                      <a:pt x="1415" y="449"/>
                    </a:lnTo>
                    <a:lnTo>
                      <a:pt x="1537" y="490"/>
                    </a:lnTo>
                    <a:lnTo>
                      <a:pt x="1605" y="517"/>
                    </a:lnTo>
                    <a:lnTo>
                      <a:pt x="1687" y="503"/>
                    </a:lnTo>
                    <a:lnTo>
                      <a:pt x="1755" y="463"/>
                    </a:lnTo>
                    <a:lnTo>
                      <a:pt x="1782" y="435"/>
                    </a:lnTo>
                    <a:lnTo>
                      <a:pt x="1796" y="408"/>
                    </a:lnTo>
                    <a:lnTo>
                      <a:pt x="1809" y="367"/>
                    </a:lnTo>
                    <a:lnTo>
                      <a:pt x="1823" y="327"/>
                    </a:lnTo>
                    <a:lnTo>
                      <a:pt x="1809" y="245"/>
                    </a:lnTo>
                    <a:lnTo>
                      <a:pt x="1768" y="177"/>
                    </a:lnTo>
                    <a:lnTo>
                      <a:pt x="1741" y="163"/>
                    </a:lnTo>
                    <a:lnTo>
                      <a:pt x="1700" y="136"/>
                    </a:lnTo>
                    <a:lnTo>
                      <a:pt x="1564" y="82"/>
                    </a:lnTo>
                    <a:lnTo>
                      <a:pt x="1428" y="41"/>
                    </a:lnTo>
                    <a:lnTo>
                      <a:pt x="1292" y="14"/>
                    </a:lnTo>
                    <a:lnTo>
                      <a:pt x="1156" y="0"/>
                    </a:lnTo>
                    <a:close/>
                  </a:path>
                </a:pathLst>
              </a:custGeom>
              <a:solidFill>
                <a:srgbClr val="0020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28"/>
              <p:cNvSpPr/>
              <p:nvPr/>
            </p:nvSpPr>
            <p:spPr>
              <a:xfrm>
                <a:off x="1389399" y="3024995"/>
                <a:ext cx="13635" cy="24473"/>
              </a:xfrm>
              <a:custGeom>
                <a:avLst/>
                <a:gdLst/>
                <a:ahLst/>
                <a:cxnLst/>
                <a:rect l="l" t="t" r="r" b="b"/>
                <a:pathLst>
                  <a:path w="463" h="831" extrusionOk="0">
                    <a:moveTo>
                      <a:pt x="191" y="1"/>
                    </a:moveTo>
                    <a:lnTo>
                      <a:pt x="150" y="28"/>
                    </a:lnTo>
                    <a:lnTo>
                      <a:pt x="109" y="69"/>
                    </a:lnTo>
                    <a:lnTo>
                      <a:pt x="82" y="109"/>
                    </a:lnTo>
                    <a:lnTo>
                      <a:pt x="41" y="177"/>
                    </a:lnTo>
                    <a:lnTo>
                      <a:pt x="27" y="245"/>
                    </a:lnTo>
                    <a:lnTo>
                      <a:pt x="14" y="327"/>
                    </a:lnTo>
                    <a:lnTo>
                      <a:pt x="0" y="409"/>
                    </a:lnTo>
                    <a:lnTo>
                      <a:pt x="0" y="490"/>
                    </a:lnTo>
                    <a:lnTo>
                      <a:pt x="14" y="572"/>
                    </a:lnTo>
                    <a:lnTo>
                      <a:pt x="41" y="640"/>
                    </a:lnTo>
                    <a:lnTo>
                      <a:pt x="68" y="708"/>
                    </a:lnTo>
                    <a:lnTo>
                      <a:pt x="95" y="762"/>
                    </a:lnTo>
                    <a:lnTo>
                      <a:pt x="136" y="789"/>
                    </a:lnTo>
                    <a:lnTo>
                      <a:pt x="177" y="817"/>
                    </a:lnTo>
                    <a:lnTo>
                      <a:pt x="232" y="830"/>
                    </a:lnTo>
                    <a:lnTo>
                      <a:pt x="272" y="817"/>
                    </a:lnTo>
                    <a:lnTo>
                      <a:pt x="313" y="803"/>
                    </a:lnTo>
                    <a:lnTo>
                      <a:pt x="354" y="762"/>
                    </a:lnTo>
                    <a:lnTo>
                      <a:pt x="395" y="708"/>
                    </a:lnTo>
                    <a:lnTo>
                      <a:pt x="422" y="653"/>
                    </a:lnTo>
                    <a:lnTo>
                      <a:pt x="436" y="585"/>
                    </a:lnTo>
                    <a:lnTo>
                      <a:pt x="463" y="504"/>
                    </a:lnTo>
                    <a:lnTo>
                      <a:pt x="463" y="422"/>
                    </a:lnTo>
                    <a:lnTo>
                      <a:pt x="463" y="327"/>
                    </a:lnTo>
                    <a:lnTo>
                      <a:pt x="449" y="259"/>
                    </a:lnTo>
                    <a:lnTo>
                      <a:pt x="422" y="177"/>
                    </a:lnTo>
                    <a:lnTo>
                      <a:pt x="395" y="123"/>
                    </a:lnTo>
                    <a:lnTo>
                      <a:pt x="368" y="69"/>
                    </a:lnTo>
                    <a:lnTo>
                      <a:pt x="327" y="28"/>
                    </a:lnTo>
                    <a:lnTo>
                      <a:pt x="286" y="1"/>
                    </a:lnTo>
                    <a:close/>
                  </a:path>
                </a:pathLst>
              </a:custGeom>
              <a:solidFill>
                <a:srgbClr val="0020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28"/>
              <p:cNvSpPr/>
              <p:nvPr/>
            </p:nvSpPr>
            <p:spPr>
              <a:xfrm>
                <a:off x="1375380" y="2994161"/>
                <a:ext cx="53687" cy="25651"/>
              </a:xfrm>
              <a:custGeom>
                <a:avLst/>
                <a:gdLst/>
                <a:ahLst/>
                <a:cxnLst/>
                <a:rect l="l" t="t" r="r" b="b"/>
                <a:pathLst>
                  <a:path w="1823" h="871" extrusionOk="0">
                    <a:moveTo>
                      <a:pt x="667" y="0"/>
                    </a:moveTo>
                    <a:lnTo>
                      <a:pt x="531" y="14"/>
                    </a:lnTo>
                    <a:lnTo>
                      <a:pt x="395" y="41"/>
                    </a:lnTo>
                    <a:lnTo>
                      <a:pt x="259" y="82"/>
                    </a:lnTo>
                    <a:lnTo>
                      <a:pt x="123" y="136"/>
                    </a:lnTo>
                    <a:lnTo>
                      <a:pt x="82" y="163"/>
                    </a:lnTo>
                    <a:lnTo>
                      <a:pt x="55" y="177"/>
                    </a:lnTo>
                    <a:lnTo>
                      <a:pt x="14" y="245"/>
                    </a:lnTo>
                    <a:lnTo>
                      <a:pt x="0" y="327"/>
                    </a:lnTo>
                    <a:lnTo>
                      <a:pt x="14" y="367"/>
                    </a:lnTo>
                    <a:lnTo>
                      <a:pt x="27" y="408"/>
                    </a:lnTo>
                    <a:lnTo>
                      <a:pt x="41" y="435"/>
                    </a:lnTo>
                    <a:lnTo>
                      <a:pt x="68" y="463"/>
                    </a:lnTo>
                    <a:lnTo>
                      <a:pt x="136" y="503"/>
                    </a:lnTo>
                    <a:lnTo>
                      <a:pt x="204" y="517"/>
                    </a:lnTo>
                    <a:lnTo>
                      <a:pt x="286" y="490"/>
                    </a:lnTo>
                    <a:lnTo>
                      <a:pt x="408" y="449"/>
                    </a:lnTo>
                    <a:lnTo>
                      <a:pt x="531" y="422"/>
                    </a:lnTo>
                    <a:lnTo>
                      <a:pt x="640" y="408"/>
                    </a:lnTo>
                    <a:lnTo>
                      <a:pt x="748" y="408"/>
                    </a:lnTo>
                    <a:lnTo>
                      <a:pt x="857" y="422"/>
                    </a:lnTo>
                    <a:lnTo>
                      <a:pt x="952" y="449"/>
                    </a:lnTo>
                    <a:lnTo>
                      <a:pt x="1034" y="476"/>
                    </a:lnTo>
                    <a:lnTo>
                      <a:pt x="1116" y="517"/>
                    </a:lnTo>
                    <a:lnTo>
                      <a:pt x="1265" y="599"/>
                    </a:lnTo>
                    <a:lnTo>
                      <a:pt x="1360" y="694"/>
                    </a:lnTo>
                    <a:lnTo>
                      <a:pt x="1469" y="789"/>
                    </a:lnTo>
                    <a:lnTo>
                      <a:pt x="1510" y="830"/>
                    </a:lnTo>
                    <a:lnTo>
                      <a:pt x="1551" y="857"/>
                    </a:lnTo>
                    <a:lnTo>
                      <a:pt x="1605" y="871"/>
                    </a:lnTo>
                    <a:lnTo>
                      <a:pt x="1660" y="871"/>
                    </a:lnTo>
                    <a:lnTo>
                      <a:pt x="1701" y="857"/>
                    </a:lnTo>
                    <a:lnTo>
                      <a:pt x="1741" y="830"/>
                    </a:lnTo>
                    <a:lnTo>
                      <a:pt x="1796" y="762"/>
                    </a:lnTo>
                    <a:lnTo>
                      <a:pt x="1823" y="694"/>
                    </a:lnTo>
                    <a:lnTo>
                      <a:pt x="1809" y="612"/>
                    </a:lnTo>
                    <a:lnTo>
                      <a:pt x="1796" y="585"/>
                    </a:lnTo>
                    <a:lnTo>
                      <a:pt x="1782" y="544"/>
                    </a:lnTo>
                    <a:lnTo>
                      <a:pt x="1673" y="422"/>
                    </a:lnTo>
                    <a:lnTo>
                      <a:pt x="1524" y="299"/>
                    </a:lnTo>
                    <a:lnTo>
                      <a:pt x="1347" y="191"/>
                    </a:lnTo>
                    <a:lnTo>
                      <a:pt x="1252" y="136"/>
                    </a:lnTo>
                    <a:lnTo>
                      <a:pt x="1143" y="95"/>
                    </a:lnTo>
                    <a:lnTo>
                      <a:pt x="1034" y="55"/>
                    </a:lnTo>
                    <a:lnTo>
                      <a:pt x="912" y="27"/>
                    </a:lnTo>
                    <a:lnTo>
                      <a:pt x="789" y="14"/>
                    </a:lnTo>
                    <a:lnTo>
                      <a:pt x="667" y="0"/>
                    </a:lnTo>
                    <a:close/>
                  </a:path>
                </a:pathLst>
              </a:custGeom>
              <a:solidFill>
                <a:srgbClr val="0020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28"/>
              <p:cNvSpPr/>
              <p:nvPr/>
            </p:nvSpPr>
            <p:spPr>
              <a:xfrm>
                <a:off x="1301665" y="3114731"/>
                <a:ext cx="90971" cy="20851"/>
              </a:xfrm>
              <a:custGeom>
                <a:avLst/>
                <a:gdLst/>
                <a:ahLst/>
                <a:cxnLst/>
                <a:rect l="l" t="t" r="r" b="b"/>
                <a:pathLst>
                  <a:path w="3089" h="708" extrusionOk="0">
                    <a:moveTo>
                      <a:pt x="109" y="0"/>
                    </a:moveTo>
                    <a:lnTo>
                      <a:pt x="55" y="28"/>
                    </a:lnTo>
                    <a:lnTo>
                      <a:pt x="28" y="55"/>
                    </a:lnTo>
                    <a:lnTo>
                      <a:pt x="0" y="109"/>
                    </a:lnTo>
                    <a:lnTo>
                      <a:pt x="0" y="164"/>
                    </a:lnTo>
                    <a:lnTo>
                      <a:pt x="28" y="205"/>
                    </a:lnTo>
                    <a:lnTo>
                      <a:pt x="55" y="245"/>
                    </a:lnTo>
                    <a:lnTo>
                      <a:pt x="191" y="327"/>
                    </a:lnTo>
                    <a:lnTo>
                      <a:pt x="327" y="395"/>
                    </a:lnTo>
                    <a:lnTo>
                      <a:pt x="504" y="477"/>
                    </a:lnTo>
                    <a:lnTo>
                      <a:pt x="721" y="558"/>
                    </a:lnTo>
                    <a:lnTo>
                      <a:pt x="966" y="626"/>
                    </a:lnTo>
                    <a:lnTo>
                      <a:pt x="1252" y="681"/>
                    </a:lnTo>
                    <a:lnTo>
                      <a:pt x="1388" y="694"/>
                    </a:lnTo>
                    <a:lnTo>
                      <a:pt x="1537" y="708"/>
                    </a:lnTo>
                    <a:lnTo>
                      <a:pt x="1592" y="708"/>
                    </a:lnTo>
                    <a:lnTo>
                      <a:pt x="1755" y="694"/>
                    </a:lnTo>
                    <a:lnTo>
                      <a:pt x="1905" y="681"/>
                    </a:lnTo>
                    <a:lnTo>
                      <a:pt x="2054" y="667"/>
                    </a:lnTo>
                    <a:lnTo>
                      <a:pt x="2190" y="640"/>
                    </a:lnTo>
                    <a:lnTo>
                      <a:pt x="2435" y="558"/>
                    </a:lnTo>
                    <a:lnTo>
                      <a:pt x="2639" y="477"/>
                    </a:lnTo>
                    <a:lnTo>
                      <a:pt x="2802" y="395"/>
                    </a:lnTo>
                    <a:lnTo>
                      <a:pt x="2938" y="313"/>
                    </a:lnTo>
                    <a:lnTo>
                      <a:pt x="3047" y="232"/>
                    </a:lnTo>
                    <a:lnTo>
                      <a:pt x="3074" y="191"/>
                    </a:lnTo>
                    <a:lnTo>
                      <a:pt x="3088" y="150"/>
                    </a:lnTo>
                    <a:lnTo>
                      <a:pt x="3088" y="96"/>
                    </a:lnTo>
                    <a:lnTo>
                      <a:pt x="3061" y="55"/>
                    </a:lnTo>
                    <a:lnTo>
                      <a:pt x="3020" y="14"/>
                    </a:lnTo>
                    <a:lnTo>
                      <a:pt x="2966" y="0"/>
                    </a:lnTo>
                    <a:lnTo>
                      <a:pt x="2911" y="14"/>
                    </a:lnTo>
                    <a:lnTo>
                      <a:pt x="2870" y="28"/>
                    </a:lnTo>
                    <a:lnTo>
                      <a:pt x="2775" y="96"/>
                    </a:lnTo>
                    <a:lnTo>
                      <a:pt x="2680" y="164"/>
                    </a:lnTo>
                    <a:lnTo>
                      <a:pt x="2530" y="232"/>
                    </a:lnTo>
                    <a:lnTo>
                      <a:pt x="2340" y="313"/>
                    </a:lnTo>
                    <a:lnTo>
                      <a:pt x="2122" y="381"/>
                    </a:lnTo>
                    <a:lnTo>
                      <a:pt x="1877" y="422"/>
                    </a:lnTo>
                    <a:lnTo>
                      <a:pt x="1728" y="436"/>
                    </a:lnTo>
                    <a:lnTo>
                      <a:pt x="1415" y="436"/>
                    </a:lnTo>
                    <a:lnTo>
                      <a:pt x="1279" y="422"/>
                    </a:lnTo>
                    <a:lnTo>
                      <a:pt x="1034" y="368"/>
                    </a:lnTo>
                    <a:lnTo>
                      <a:pt x="803" y="300"/>
                    </a:lnTo>
                    <a:lnTo>
                      <a:pt x="599" y="232"/>
                    </a:lnTo>
                    <a:lnTo>
                      <a:pt x="436" y="150"/>
                    </a:lnTo>
                    <a:lnTo>
                      <a:pt x="313" y="96"/>
                    </a:lnTo>
                    <a:lnTo>
                      <a:pt x="204" y="28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FD96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28"/>
              <p:cNvSpPr/>
              <p:nvPr/>
            </p:nvSpPr>
            <p:spPr>
              <a:xfrm>
                <a:off x="1338920" y="3023788"/>
                <a:ext cx="25651" cy="74155"/>
              </a:xfrm>
              <a:custGeom>
                <a:avLst/>
                <a:gdLst/>
                <a:ahLst/>
                <a:cxnLst/>
                <a:rect l="l" t="t" r="r" b="b"/>
                <a:pathLst>
                  <a:path w="871" h="2518" extrusionOk="0">
                    <a:moveTo>
                      <a:pt x="408" y="1"/>
                    </a:moveTo>
                    <a:lnTo>
                      <a:pt x="368" y="14"/>
                    </a:lnTo>
                    <a:lnTo>
                      <a:pt x="327" y="55"/>
                    </a:lnTo>
                    <a:lnTo>
                      <a:pt x="300" y="96"/>
                    </a:lnTo>
                    <a:lnTo>
                      <a:pt x="300" y="150"/>
                    </a:lnTo>
                    <a:lnTo>
                      <a:pt x="504" y="1443"/>
                    </a:lnTo>
                    <a:lnTo>
                      <a:pt x="572" y="1946"/>
                    </a:lnTo>
                    <a:lnTo>
                      <a:pt x="599" y="2245"/>
                    </a:lnTo>
                    <a:lnTo>
                      <a:pt x="422" y="2245"/>
                    </a:lnTo>
                    <a:lnTo>
                      <a:pt x="300" y="2232"/>
                    </a:lnTo>
                    <a:lnTo>
                      <a:pt x="164" y="2204"/>
                    </a:lnTo>
                    <a:lnTo>
                      <a:pt x="109" y="2204"/>
                    </a:lnTo>
                    <a:lnTo>
                      <a:pt x="68" y="2218"/>
                    </a:lnTo>
                    <a:lnTo>
                      <a:pt x="28" y="2245"/>
                    </a:lnTo>
                    <a:lnTo>
                      <a:pt x="0" y="2300"/>
                    </a:lnTo>
                    <a:lnTo>
                      <a:pt x="0" y="2354"/>
                    </a:lnTo>
                    <a:lnTo>
                      <a:pt x="14" y="2395"/>
                    </a:lnTo>
                    <a:lnTo>
                      <a:pt x="55" y="2436"/>
                    </a:lnTo>
                    <a:lnTo>
                      <a:pt x="96" y="2463"/>
                    </a:lnTo>
                    <a:lnTo>
                      <a:pt x="286" y="2490"/>
                    </a:lnTo>
                    <a:lnTo>
                      <a:pt x="395" y="2504"/>
                    </a:lnTo>
                    <a:lnTo>
                      <a:pt x="517" y="2517"/>
                    </a:lnTo>
                    <a:lnTo>
                      <a:pt x="667" y="2504"/>
                    </a:lnTo>
                    <a:lnTo>
                      <a:pt x="721" y="2490"/>
                    </a:lnTo>
                    <a:lnTo>
                      <a:pt x="776" y="2463"/>
                    </a:lnTo>
                    <a:lnTo>
                      <a:pt x="817" y="2422"/>
                    </a:lnTo>
                    <a:lnTo>
                      <a:pt x="830" y="2395"/>
                    </a:lnTo>
                    <a:lnTo>
                      <a:pt x="857" y="2354"/>
                    </a:lnTo>
                    <a:lnTo>
                      <a:pt x="871" y="2313"/>
                    </a:lnTo>
                    <a:lnTo>
                      <a:pt x="857" y="2191"/>
                    </a:lnTo>
                    <a:lnTo>
                      <a:pt x="844" y="1959"/>
                    </a:lnTo>
                    <a:lnTo>
                      <a:pt x="748" y="1320"/>
                    </a:lnTo>
                    <a:lnTo>
                      <a:pt x="558" y="110"/>
                    </a:lnTo>
                    <a:lnTo>
                      <a:pt x="544" y="55"/>
                    </a:lnTo>
                    <a:lnTo>
                      <a:pt x="517" y="28"/>
                    </a:lnTo>
                    <a:lnTo>
                      <a:pt x="463" y="1"/>
                    </a:lnTo>
                    <a:close/>
                  </a:path>
                </a:pathLst>
              </a:custGeom>
              <a:solidFill>
                <a:srgbClr val="FD96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28"/>
              <p:cNvSpPr/>
              <p:nvPr/>
            </p:nvSpPr>
            <p:spPr>
              <a:xfrm>
                <a:off x="1207129" y="2873561"/>
                <a:ext cx="266817" cy="174697"/>
              </a:xfrm>
              <a:custGeom>
                <a:avLst/>
                <a:gdLst/>
                <a:ahLst/>
                <a:cxnLst/>
                <a:rect l="l" t="t" r="r" b="b"/>
                <a:pathLst>
                  <a:path w="9060" h="5932" extrusionOk="0">
                    <a:moveTo>
                      <a:pt x="4775" y="1"/>
                    </a:moveTo>
                    <a:lnTo>
                      <a:pt x="4489" y="14"/>
                    </a:lnTo>
                    <a:lnTo>
                      <a:pt x="4217" y="28"/>
                    </a:lnTo>
                    <a:lnTo>
                      <a:pt x="3931" y="55"/>
                    </a:lnTo>
                    <a:lnTo>
                      <a:pt x="3646" y="110"/>
                    </a:lnTo>
                    <a:lnTo>
                      <a:pt x="3346" y="164"/>
                    </a:lnTo>
                    <a:lnTo>
                      <a:pt x="3047" y="246"/>
                    </a:lnTo>
                    <a:lnTo>
                      <a:pt x="2748" y="341"/>
                    </a:lnTo>
                    <a:lnTo>
                      <a:pt x="2190" y="531"/>
                    </a:lnTo>
                    <a:lnTo>
                      <a:pt x="1700" y="735"/>
                    </a:lnTo>
                    <a:lnTo>
                      <a:pt x="1292" y="939"/>
                    </a:lnTo>
                    <a:lnTo>
                      <a:pt x="952" y="1130"/>
                    </a:lnTo>
                    <a:lnTo>
                      <a:pt x="680" y="1334"/>
                    </a:lnTo>
                    <a:lnTo>
                      <a:pt x="558" y="1429"/>
                    </a:lnTo>
                    <a:lnTo>
                      <a:pt x="449" y="1524"/>
                    </a:lnTo>
                    <a:lnTo>
                      <a:pt x="367" y="1619"/>
                    </a:lnTo>
                    <a:lnTo>
                      <a:pt x="286" y="1701"/>
                    </a:lnTo>
                    <a:lnTo>
                      <a:pt x="163" y="1891"/>
                    </a:lnTo>
                    <a:lnTo>
                      <a:pt x="68" y="2068"/>
                    </a:lnTo>
                    <a:lnTo>
                      <a:pt x="14" y="2232"/>
                    </a:lnTo>
                    <a:lnTo>
                      <a:pt x="0" y="2381"/>
                    </a:lnTo>
                    <a:lnTo>
                      <a:pt x="0" y="2531"/>
                    </a:lnTo>
                    <a:lnTo>
                      <a:pt x="14" y="2653"/>
                    </a:lnTo>
                    <a:lnTo>
                      <a:pt x="41" y="2776"/>
                    </a:lnTo>
                    <a:lnTo>
                      <a:pt x="95" y="2966"/>
                    </a:lnTo>
                    <a:lnTo>
                      <a:pt x="163" y="3211"/>
                    </a:lnTo>
                    <a:lnTo>
                      <a:pt x="245" y="3592"/>
                    </a:lnTo>
                    <a:lnTo>
                      <a:pt x="435" y="4571"/>
                    </a:lnTo>
                    <a:lnTo>
                      <a:pt x="531" y="5047"/>
                    </a:lnTo>
                    <a:lnTo>
                      <a:pt x="626" y="5469"/>
                    </a:lnTo>
                    <a:lnTo>
                      <a:pt x="680" y="5632"/>
                    </a:lnTo>
                    <a:lnTo>
                      <a:pt x="721" y="5768"/>
                    </a:lnTo>
                    <a:lnTo>
                      <a:pt x="762" y="5863"/>
                    </a:lnTo>
                    <a:lnTo>
                      <a:pt x="789" y="5891"/>
                    </a:lnTo>
                    <a:lnTo>
                      <a:pt x="816" y="5904"/>
                    </a:lnTo>
                    <a:lnTo>
                      <a:pt x="830" y="5891"/>
                    </a:lnTo>
                    <a:lnTo>
                      <a:pt x="857" y="5850"/>
                    </a:lnTo>
                    <a:lnTo>
                      <a:pt x="884" y="5714"/>
                    </a:lnTo>
                    <a:lnTo>
                      <a:pt x="925" y="5496"/>
                    </a:lnTo>
                    <a:lnTo>
                      <a:pt x="952" y="5238"/>
                    </a:lnTo>
                    <a:lnTo>
                      <a:pt x="993" y="4721"/>
                    </a:lnTo>
                    <a:lnTo>
                      <a:pt x="1034" y="4408"/>
                    </a:lnTo>
                    <a:lnTo>
                      <a:pt x="1143" y="3864"/>
                    </a:lnTo>
                    <a:lnTo>
                      <a:pt x="1197" y="3537"/>
                    </a:lnTo>
                    <a:lnTo>
                      <a:pt x="1211" y="3401"/>
                    </a:lnTo>
                    <a:lnTo>
                      <a:pt x="1197" y="3306"/>
                    </a:lnTo>
                    <a:lnTo>
                      <a:pt x="1197" y="3197"/>
                    </a:lnTo>
                    <a:lnTo>
                      <a:pt x="1184" y="3089"/>
                    </a:lnTo>
                    <a:lnTo>
                      <a:pt x="1197" y="2966"/>
                    </a:lnTo>
                    <a:lnTo>
                      <a:pt x="1211" y="2830"/>
                    </a:lnTo>
                    <a:lnTo>
                      <a:pt x="1252" y="2694"/>
                    </a:lnTo>
                    <a:lnTo>
                      <a:pt x="1320" y="2544"/>
                    </a:lnTo>
                    <a:lnTo>
                      <a:pt x="1401" y="2408"/>
                    </a:lnTo>
                    <a:lnTo>
                      <a:pt x="1510" y="2272"/>
                    </a:lnTo>
                    <a:lnTo>
                      <a:pt x="1673" y="2109"/>
                    </a:lnTo>
                    <a:lnTo>
                      <a:pt x="1768" y="2000"/>
                    </a:lnTo>
                    <a:lnTo>
                      <a:pt x="1877" y="1851"/>
                    </a:lnTo>
                    <a:lnTo>
                      <a:pt x="1932" y="1810"/>
                    </a:lnTo>
                    <a:lnTo>
                      <a:pt x="1986" y="1755"/>
                    </a:lnTo>
                    <a:lnTo>
                      <a:pt x="2217" y="1633"/>
                    </a:lnTo>
                    <a:lnTo>
                      <a:pt x="2340" y="1579"/>
                    </a:lnTo>
                    <a:lnTo>
                      <a:pt x="2489" y="1511"/>
                    </a:lnTo>
                    <a:lnTo>
                      <a:pt x="2666" y="1456"/>
                    </a:lnTo>
                    <a:lnTo>
                      <a:pt x="2857" y="1415"/>
                    </a:lnTo>
                    <a:lnTo>
                      <a:pt x="3306" y="1320"/>
                    </a:lnTo>
                    <a:lnTo>
                      <a:pt x="3782" y="1239"/>
                    </a:lnTo>
                    <a:lnTo>
                      <a:pt x="4285" y="1198"/>
                    </a:lnTo>
                    <a:lnTo>
                      <a:pt x="5033" y="1198"/>
                    </a:lnTo>
                    <a:lnTo>
                      <a:pt x="5278" y="1225"/>
                    </a:lnTo>
                    <a:lnTo>
                      <a:pt x="5496" y="1252"/>
                    </a:lnTo>
                    <a:lnTo>
                      <a:pt x="5700" y="1307"/>
                    </a:lnTo>
                    <a:lnTo>
                      <a:pt x="6978" y="1633"/>
                    </a:lnTo>
                    <a:lnTo>
                      <a:pt x="7427" y="1742"/>
                    </a:lnTo>
                    <a:lnTo>
                      <a:pt x="7808" y="1823"/>
                    </a:lnTo>
                    <a:lnTo>
                      <a:pt x="7890" y="1851"/>
                    </a:lnTo>
                    <a:lnTo>
                      <a:pt x="7971" y="1891"/>
                    </a:lnTo>
                    <a:lnTo>
                      <a:pt x="8026" y="1946"/>
                    </a:lnTo>
                    <a:lnTo>
                      <a:pt x="8080" y="2000"/>
                    </a:lnTo>
                    <a:lnTo>
                      <a:pt x="8134" y="2068"/>
                    </a:lnTo>
                    <a:lnTo>
                      <a:pt x="8162" y="2150"/>
                    </a:lnTo>
                    <a:lnTo>
                      <a:pt x="8230" y="2300"/>
                    </a:lnTo>
                    <a:lnTo>
                      <a:pt x="8257" y="2463"/>
                    </a:lnTo>
                    <a:lnTo>
                      <a:pt x="8284" y="2612"/>
                    </a:lnTo>
                    <a:lnTo>
                      <a:pt x="8311" y="2735"/>
                    </a:lnTo>
                    <a:lnTo>
                      <a:pt x="8352" y="2816"/>
                    </a:lnTo>
                    <a:lnTo>
                      <a:pt x="8366" y="2871"/>
                    </a:lnTo>
                    <a:lnTo>
                      <a:pt x="8379" y="2980"/>
                    </a:lnTo>
                    <a:lnTo>
                      <a:pt x="8393" y="3347"/>
                    </a:lnTo>
                    <a:lnTo>
                      <a:pt x="8420" y="4381"/>
                    </a:lnTo>
                    <a:lnTo>
                      <a:pt x="8434" y="4925"/>
                    </a:lnTo>
                    <a:lnTo>
                      <a:pt x="8475" y="5415"/>
                    </a:lnTo>
                    <a:lnTo>
                      <a:pt x="8488" y="5605"/>
                    </a:lnTo>
                    <a:lnTo>
                      <a:pt x="8515" y="5768"/>
                    </a:lnTo>
                    <a:lnTo>
                      <a:pt x="8556" y="5877"/>
                    </a:lnTo>
                    <a:lnTo>
                      <a:pt x="8570" y="5904"/>
                    </a:lnTo>
                    <a:lnTo>
                      <a:pt x="8597" y="5931"/>
                    </a:lnTo>
                    <a:lnTo>
                      <a:pt x="8611" y="5931"/>
                    </a:lnTo>
                    <a:lnTo>
                      <a:pt x="8638" y="5918"/>
                    </a:lnTo>
                    <a:lnTo>
                      <a:pt x="8692" y="5836"/>
                    </a:lnTo>
                    <a:lnTo>
                      <a:pt x="8733" y="5700"/>
                    </a:lnTo>
                    <a:lnTo>
                      <a:pt x="8787" y="5523"/>
                    </a:lnTo>
                    <a:lnTo>
                      <a:pt x="8842" y="5292"/>
                    </a:lnTo>
                    <a:lnTo>
                      <a:pt x="8896" y="5034"/>
                    </a:lnTo>
                    <a:lnTo>
                      <a:pt x="8978" y="4435"/>
                    </a:lnTo>
                    <a:lnTo>
                      <a:pt x="9005" y="4109"/>
                    </a:lnTo>
                    <a:lnTo>
                      <a:pt x="9032" y="3782"/>
                    </a:lnTo>
                    <a:lnTo>
                      <a:pt x="9046" y="3456"/>
                    </a:lnTo>
                    <a:lnTo>
                      <a:pt x="9059" y="3129"/>
                    </a:lnTo>
                    <a:lnTo>
                      <a:pt x="9046" y="2830"/>
                    </a:lnTo>
                    <a:lnTo>
                      <a:pt x="9032" y="2544"/>
                    </a:lnTo>
                    <a:lnTo>
                      <a:pt x="8991" y="2286"/>
                    </a:lnTo>
                    <a:lnTo>
                      <a:pt x="8937" y="2068"/>
                    </a:lnTo>
                    <a:lnTo>
                      <a:pt x="8910" y="1973"/>
                    </a:lnTo>
                    <a:lnTo>
                      <a:pt x="8855" y="1864"/>
                    </a:lnTo>
                    <a:lnTo>
                      <a:pt x="8787" y="1755"/>
                    </a:lnTo>
                    <a:lnTo>
                      <a:pt x="8719" y="1660"/>
                    </a:lnTo>
                    <a:lnTo>
                      <a:pt x="8624" y="1538"/>
                    </a:lnTo>
                    <a:lnTo>
                      <a:pt x="8529" y="1429"/>
                    </a:lnTo>
                    <a:lnTo>
                      <a:pt x="8420" y="1320"/>
                    </a:lnTo>
                    <a:lnTo>
                      <a:pt x="8298" y="1211"/>
                    </a:lnTo>
                    <a:lnTo>
                      <a:pt x="8012" y="994"/>
                    </a:lnTo>
                    <a:lnTo>
                      <a:pt x="7699" y="790"/>
                    </a:lnTo>
                    <a:lnTo>
                      <a:pt x="7522" y="681"/>
                    </a:lnTo>
                    <a:lnTo>
                      <a:pt x="7332" y="586"/>
                    </a:lnTo>
                    <a:lnTo>
                      <a:pt x="7141" y="504"/>
                    </a:lnTo>
                    <a:lnTo>
                      <a:pt x="6937" y="409"/>
                    </a:lnTo>
                    <a:lnTo>
                      <a:pt x="6733" y="341"/>
                    </a:lnTo>
                    <a:lnTo>
                      <a:pt x="6502" y="259"/>
                    </a:lnTo>
                    <a:lnTo>
                      <a:pt x="6284" y="205"/>
                    </a:lnTo>
                    <a:lnTo>
                      <a:pt x="6040" y="137"/>
                    </a:lnTo>
                    <a:lnTo>
                      <a:pt x="5808" y="96"/>
                    </a:lnTo>
                    <a:lnTo>
                      <a:pt x="5550" y="55"/>
                    </a:lnTo>
                    <a:lnTo>
                      <a:pt x="5305" y="28"/>
                    </a:lnTo>
                    <a:lnTo>
                      <a:pt x="5033" y="14"/>
                    </a:lnTo>
                    <a:lnTo>
                      <a:pt x="4775" y="1"/>
                    </a:lnTo>
                    <a:close/>
                  </a:path>
                </a:pathLst>
              </a:custGeom>
              <a:solidFill>
                <a:srgbClr val="00202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28"/>
              <p:cNvSpPr/>
              <p:nvPr/>
            </p:nvSpPr>
            <p:spPr>
              <a:xfrm>
                <a:off x="1257195" y="2988536"/>
                <a:ext cx="84963" cy="84963"/>
              </a:xfrm>
              <a:custGeom>
                <a:avLst/>
                <a:gdLst/>
                <a:ahLst/>
                <a:cxnLst/>
                <a:rect l="l" t="t" r="r" b="b"/>
                <a:pathLst>
                  <a:path w="2885" h="2885" extrusionOk="0">
                    <a:moveTo>
                      <a:pt x="1565" y="178"/>
                    </a:moveTo>
                    <a:lnTo>
                      <a:pt x="1701" y="205"/>
                    </a:lnTo>
                    <a:lnTo>
                      <a:pt x="1823" y="232"/>
                    </a:lnTo>
                    <a:lnTo>
                      <a:pt x="1932" y="273"/>
                    </a:lnTo>
                    <a:lnTo>
                      <a:pt x="2041" y="327"/>
                    </a:lnTo>
                    <a:lnTo>
                      <a:pt x="2150" y="395"/>
                    </a:lnTo>
                    <a:lnTo>
                      <a:pt x="2245" y="463"/>
                    </a:lnTo>
                    <a:lnTo>
                      <a:pt x="2340" y="545"/>
                    </a:lnTo>
                    <a:lnTo>
                      <a:pt x="2422" y="640"/>
                    </a:lnTo>
                    <a:lnTo>
                      <a:pt x="2490" y="735"/>
                    </a:lnTo>
                    <a:lnTo>
                      <a:pt x="2558" y="830"/>
                    </a:lnTo>
                    <a:lnTo>
                      <a:pt x="2612" y="953"/>
                    </a:lnTo>
                    <a:lnTo>
                      <a:pt x="2653" y="1062"/>
                    </a:lnTo>
                    <a:lnTo>
                      <a:pt x="2680" y="1184"/>
                    </a:lnTo>
                    <a:lnTo>
                      <a:pt x="2707" y="1307"/>
                    </a:lnTo>
                    <a:lnTo>
                      <a:pt x="2707" y="1443"/>
                    </a:lnTo>
                    <a:lnTo>
                      <a:pt x="2707" y="1565"/>
                    </a:lnTo>
                    <a:lnTo>
                      <a:pt x="2680" y="1701"/>
                    </a:lnTo>
                    <a:lnTo>
                      <a:pt x="2653" y="1823"/>
                    </a:lnTo>
                    <a:lnTo>
                      <a:pt x="2612" y="1932"/>
                    </a:lnTo>
                    <a:lnTo>
                      <a:pt x="2558" y="2041"/>
                    </a:lnTo>
                    <a:lnTo>
                      <a:pt x="2490" y="2150"/>
                    </a:lnTo>
                    <a:lnTo>
                      <a:pt x="2422" y="2245"/>
                    </a:lnTo>
                    <a:lnTo>
                      <a:pt x="2340" y="2340"/>
                    </a:lnTo>
                    <a:lnTo>
                      <a:pt x="2245" y="2422"/>
                    </a:lnTo>
                    <a:lnTo>
                      <a:pt x="2150" y="2490"/>
                    </a:lnTo>
                    <a:lnTo>
                      <a:pt x="2041" y="2558"/>
                    </a:lnTo>
                    <a:lnTo>
                      <a:pt x="1932" y="2612"/>
                    </a:lnTo>
                    <a:lnTo>
                      <a:pt x="1823" y="2653"/>
                    </a:lnTo>
                    <a:lnTo>
                      <a:pt x="1701" y="2680"/>
                    </a:lnTo>
                    <a:lnTo>
                      <a:pt x="1565" y="2708"/>
                    </a:lnTo>
                    <a:lnTo>
                      <a:pt x="1306" y="2708"/>
                    </a:lnTo>
                    <a:lnTo>
                      <a:pt x="1184" y="2680"/>
                    </a:lnTo>
                    <a:lnTo>
                      <a:pt x="1061" y="2653"/>
                    </a:lnTo>
                    <a:lnTo>
                      <a:pt x="953" y="2612"/>
                    </a:lnTo>
                    <a:lnTo>
                      <a:pt x="830" y="2558"/>
                    </a:lnTo>
                    <a:lnTo>
                      <a:pt x="735" y="2490"/>
                    </a:lnTo>
                    <a:lnTo>
                      <a:pt x="640" y="2422"/>
                    </a:lnTo>
                    <a:lnTo>
                      <a:pt x="545" y="2340"/>
                    </a:lnTo>
                    <a:lnTo>
                      <a:pt x="463" y="2245"/>
                    </a:lnTo>
                    <a:lnTo>
                      <a:pt x="395" y="2150"/>
                    </a:lnTo>
                    <a:lnTo>
                      <a:pt x="327" y="2041"/>
                    </a:lnTo>
                    <a:lnTo>
                      <a:pt x="272" y="1932"/>
                    </a:lnTo>
                    <a:lnTo>
                      <a:pt x="232" y="1823"/>
                    </a:lnTo>
                    <a:lnTo>
                      <a:pt x="191" y="1701"/>
                    </a:lnTo>
                    <a:lnTo>
                      <a:pt x="177" y="1565"/>
                    </a:lnTo>
                    <a:lnTo>
                      <a:pt x="177" y="1443"/>
                    </a:lnTo>
                    <a:lnTo>
                      <a:pt x="177" y="1307"/>
                    </a:lnTo>
                    <a:lnTo>
                      <a:pt x="191" y="1184"/>
                    </a:lnTo>
                    <a:lnTo>
                      <a:pt x="232" y="1062"/>
                    </a:lnTo>
                    <a:lnTo>
                      <a:pt x="272" y="953"/>
                    </a:lnTo>
                    <a:lnTo>
                      <a:pt x="327" y="830"/>
                    </a:lnTo>
                    <a:lnTo>
                      <a:pt x="395" y="735"/>
                    </a:lnTo>
                    <a:lnTo>
                      <a:pt x="463" y="640"/>
                    </a:lnTo>
                    <a:lnTo>
                      <a:pt x="545" y="545"/>
                    </a:lnTo>
                    <a:lnTo>
                      <a:pt x="640" y="463"/>
                    </a:lnTo>
                    <a:lnTo>
                      <a:pt x="735" y="395"/>
                    </a:lnTo>
                    <a:lnTo>
                      <a:pt x="830" y="327"/>
                    </a:lnTo>
                    <a:lnTo>
                      <a:pt x="953" y="273"/>
                    </a:lnTo>
                    <a:lnTo>
                      <a:pt x="1061" y="232"/>
                    </a:lnTo>
                    <a:lnTo>
                      <a:pt x="1184" y="205"/>
                    </a:lnTo>
                    <a:lnTo>
                      <a:pt x="1306" y="178"/>
                    </a:lnTo>
                    <a:close/>
                    <a:moveTo>
                      <a:pt x="1293" y="1"/>
                    </a:moveTo>
                    <a:lnTo>
                      <a:pt x="1143" y="28"/>
                    </a:lnTo>
                    <a:lnTo>
                      <a:pt x="1007" y="55"/>
                    </a:lnTo>
                    <a:lnTo>
                      <a:pt x="871" y="109"/>
                    </a:lnTo>
                    <a:lnTo>
                      <a:pt x="749" y="164"/>
                    </a:lnTo>
                    <a:lnTo>
                      <a:pt x="626" y="246"/>
                    </a:lnTo>
                    <a:lnTo>
                      <a:pt x="517" y="327"/>
                    </a:lnTo>
                    <a:lnTo>
                      <a:pt x="422" y="422"/>
                    </a:lnTo>
                    <a:lnTo>
                      <a:pt x="327" y="518"/>
                    </a:lnTo>
                    <a:lnTo>
                      <a:pt x="245" y="640"/>
                    </a:lnTo>
                    <a:lnTo>
                      <a:pt x="164" y="749"/>
                    </a:lnTo>
                    <a:lnTo>
                      <a:pt x="109" y="885"/>
                    </a:lnTo>
                    <a:lnTo>
                      <a:pt x="55" y="1007"/>
                    </a:lnTo>
                    <a:lnTo>
                      <a:pt x="28" y="1143"/>
                    </a:lnTo>
                    <a:lnTo>
                      <a:pt x="0" y="1293"/>
                    </a:lnTo>
                    <a:lnTo>
                      <a:pt x="0" y="1443"/>
                    </a:lnTo>
                    <a:lnTo>
                      <a:pt x="0" y="1592"/>
                    </a:lnTo>
                    <a:lnTo>
                      <a:pt x="28" y="1728"/>
                    </a:lnTo>
                    <a:lnTo>
                      <a:pt x="55" y="1864"/>
                    </a:lnTo>
                    <a:lnTo>
                      <a:pt x="109" y="2000"/>
                    </a:lnTo>
                    <a:lnTo>
                      <a:pt x="164" y="2123"/>
                    </a:lnTo>
                    <a:lnTo>
                      <a:pt x="245" y="2245"/>
                    </a:lnTo>
                    <a:lnTo>
                      <a:pt x="327" y="2354"/>
                    </a:lnTo>
                    <a:lnTo>
                      <a:pt x="422" y="2463"/>
                    </a:lnTo>
                    <a:lnTo>
                      <a:pt x="517" y="2558"/>
                    </a:lnTo>
                    <a:lnTo>
                      <a:pt x="626" y="2640"/>
                    </a:lnTo>
                    <a:lnTo>
                      <a:pt x="749" y="2708"/>
                    </a:lnTo>
                    <a:lnTo>
                      <a:pt x="871" y="2776"/>
                    </a:lnTo>
                    <a:lnTo>
                      <a:pt x="1007" y="2816"/>
                    </a:lnTo>
                    <a:lnTo>
                      <a:pt x="1143" y="2857"/>
                    </a:lnTo>
                    <a:lnTo>
                      <a:pt x="1293" y="2884"/>
                    </a:lnTo>
                    <a:lnTo>
                      <a:pt x="1592" y="2884"/>
                    </a:lnTo>
                    <a:lnTo>
                      <a:pt x="1728" y="2857"/>
                    </a:lnTo>
                    <a:lnTo>
                      <a:pt x="1864" y="2816"/>
                    </a:lnTo>
                    <a:lnTo>
                      <a:pt x="2000" y="2776"/>
                    </a:lnTo>
                    <a:lnTo>
                      <a:pt x="2122" y="2708"/>
                    </a:lnTo>
                    <a:lnTo>
                      <a:pt x="2245" y="2640"/>
                    </a:lnTo>
                    <a:lnTo>
                      <a:pt x="2354" y="2558"/>
                    </a:lnTo>
                    <a:lnTo>
                      <a:pt x="2462" y="2463"/>
                    </a:lnTo>
                    <a:lnTo>
                      <a:pt x="2558" y="2354"/>
                    </a:lnTo>
                    <a:lnTo>
                      <a:pt x="2639" y="2245"/>
                    </a:lnTo>
                    <a:lnTo>
                      <a:pt x="2707" y="2123"/>
                    </a:lnTo>
                    <a:lnTo>
                      <a:pt x="2775" y="2000"/>
                    </a:lnTo>
                    <a:lnTo>
                      <a:pt x="2816" y="1864"/>
                    </a:lnTo>
                    <a:lnTo>
                      <a:pt x="2857" y="1728"/>
                    </a:lnTo>
                    <a:lnTo>
                      <a:pt x="2871" y="1592"/>
                    </a:lnTo>
                    <a:lnTo>
                      <a:pt x="2884" y="1443"/>
                    </a:lnTo>
                    <a:lnTo>
                      <a:pt x="2871" y="1293"/>
                    </a:lnTo>
                    <a:lnTo>
                      <a:pt x="2857" y="1143"/>
                    </a:lnTo>
                    <a:lnTo>
                      <a:pt x="2816" y="1007"/>
                    </a:lnTo>
                    <a:lnTo>
                      <a:pt x="2775" y="885"/>
                    </a:lnTo>
                    <a:lnTo>
                      <a:pt x="2707" y="749"/>
                    </a:lnTo>
                    <a:lnTo>
                      <a:pt x="2639" y="640"/>
                    </a:lnTo>
                    <a:lnTo>
                      <a:pt x="2558" y="518"/>
                    </a:lnTo>
                    <a:lnTo>
                      <a:pt x="2462" y="422"/>
                    </a:lnTo>
                    <a:lnTo>
                      <a:pt x="2354" y="327"/>
                    </a:lnTo>
                    <a:lnTo>
                      <a:pt x="2245" y="246"/>
                    </a:lnTo>
                    <a:lnTo>
                      <a:pt x="2122" y="164"/>
                    </a:lnTo>
                    <a:lnTo>
                      <a:pt x="2000" y="109"/>
                    </a:lnTo>
                    <a:lnTo>
                      <a:pt x="1864" y="55"/>
                    </a:lnTo>
                    <a:lnTo>
                      <a:pt x="1728" y="28"/>
                    </a:lnTo>
                    <a:lnTo>
                      <a:pt x="159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28"/>
              <p:cNvSpPr/>
              <p:nvPr/>
            </p:nvSpPr>
            <p:spPr>
              <a:xfrm>
                <a:off x="1356944" y="2988536"/>
                <a:ext cx="84963" cy="84963"/>
              </a:xfrm>
              <a:custGeom>
                <a:avLst/>
                <a:gdLst/>
                <a:ahLst/>
                <a:cxnLst/>
                <a:rect l="l" t="t" r="r" b="b"/>
                <a:pathLst>
                  <a:path w="2885" h="2885" extrusionOk="0">
                    <a:moveTo>
                      <a:pt x="1565" y="178"/>
                    </a:moveTo>
                    <a:lnTo>
                      <a:pt x="1701" y="205"/>
                    </a:lnTo>
                    <a:lnTo>
                      <a:pt x="1823" y="232"/>
                    </a:lnTo>
                    <a:lnTo>
                      <a:pt x="1932" y="273"/>
                    </a:lnTo>
                    <a:lnTo>
                      <a:pt x="2041" y="327"/>
                    </a:lnTo>
                    <a:lnTo>
                      <a:pt x="2150" y="395"/>
                    </a:lnTo>
                    <a:lnTo>
                      <a:pt x="2245" y="463"/>
                    </a:lnTo>
                    <a:lnTo>
                      <a:pt x="2340" y="545"/>
                    </a:lnTo>
                    <a:lnTo>
                      <a:pt x="2422" y="640"/>
                    </a:lnTo>
                    <a:lnTo>
                      <a:pt x="2490" y="735"/>
                    </a:lnTo>
                    <a:lnTo>
                      <a:pt x="2558" y="830"/>
                    </a:lnTo>
                    <a:lnTo>
                      <a:pt x="2612" y="953"/>
                    </a:lnTo>
                    <a:lnTo>
                      <a:pt x="2653" y="1062"/>
                    </a:lnTo>
                    <a:lnTo>
                      <a:pt x="2680" y="1184"/>
                    </a:lnTo>
                    <a:lnTo>
                      <a:pt x="2707" y="1307"/>
                    </a:lnTo>
                    <a:lnTo>
                      <a:pt x="2707" y="1443"/>
                    </a:lnTo>
                    <a:lnTo>
                      <a:pt x="2707" y="1565"/>
                    </a:lnTo>
                    <a:lnTo>
                      <a:pt x="2680" y="1701"/>
                    </a:lnTo>
                    <a:lnTo>
                      <a:pt x="2653" y="1823"/>
                    </a:lnTo>
                    <a:lnTo>
                      <a:pt x="2612" y="1932"/>
                    </a:lnTo>
                    <a:lnTo>
                      <a:pt x="2558" y="2041"/>
                    </a:lnTo>
                    <a:lnTo>
                      <a:pt x="2490" y="2150"/>
                    </a:lnTo>
                    <a:lnTo>
                      <a:pt x="2422" y="2245"/>
                    </a:lnTo>
                    <a:lnTo>
                      <a:pt x="2340" y="2340"/>
                    </a:lnTo>
                    <a:lnTo>
                      <a:pt x="2245" y="2422"/>
                    </a:lnTo>
                    <a:lnTo>
                      <a:pt x="2150" y="2490"/>
                    </a:lnTo>
                    <a:lnTo>
                      <a:pt x="2041" y="2558"/>
                    </a:lnTo>
                    <a:lnTo>
                      <a:pt x="1932" y="2612"/>
                    </a:lnTo>
                    <a:lnTo>
                      <a:pt x="1823" y="2653"/>
                    </a:lnTo>
                    <a:lnTo>
                      <a:pt x="1701" y="2680"/>
                    </a:lnTo>
                    <a:lnTo>
                      <a:pt x="1565" y="2708"/>
                    </a:lnTo>
                    <a:lnTo>
                      <a:pt x="1306" y="2708"/>
                    </a:lnTo>
                    <a:lnTo>
                      <a:pt x="1184" y="2680"/>
                    </a:lnTo>
                    <a:lnTo>
                      <a:pt x="1061" y="2653"/>
                    </a:lnTo>
                    <a:lnTo>
                      <a:pt x="953" y="2612"/>
                    </a:lnTo>
                    <a:lnTo>
                      <a:pt x="844" y="2558"/>
                    </a:lnTo>
                    <a:lnTo>
                      <a:pt x="735" y="2490"/>
                    </a:lnTo>
                    <a:lnTo>
                      <a:pt x="640" y="2422"/>
                    </a:lnTo>
                    <a:lnTo>
                      <a:pt x="545" y="2340"/>
                    </a:lnTo>
                    <a:lnTo>
                      <a:pt x="463" y="2245"/>
                    </a:lnTo>
                    <a:lnTo>
                      <a:pt x="395" y="2150"/>
                    </a:lnTo>
                    <a:lnTo>
                      <a:pt x="327" y="2041"/>
                    </a:lnTo>
                    <a:lnTo>
                      <a:pt x="273" y="1932"/>
                    </a:lnTo>
                    <a:lnTo>
                      <a:pt x="232" y="1823"/>
                    </a:lnTo>
                    <a:lnTo>
                      <a:pt x="205" y="1701"/>
                    </a:lnTo>
                    <a:lnTo>
                      <a:pt x="177" y="1565"/>
                    </a:lnTo>
                    <a:lnTo>
                      <a:pt x="177" y="1443"/>
                    </a:lnTo>
                    <a:lnTo>
                      <a:pt x="177" y="1307"/>
                    </a:lnTo>
                    <a:lnTo>
                      <a:pt x="205" y="1184"/>
                    </a:lnTo>
                    <a:lnTo>
                      <a:pt x="232" y="1062"/>
                    </a:lnTo>
                    <a:lnTo>
                      <a:pt x="273" y="953"/>
                    </a:lnTo>
                    <a:lnTo>
                      <a:pt x="327" y="830"/>
                    </a:lnTo>
                    <a:lnTo>
                      <a:pt x="395" y="735"/>
                    </a:lnTo>
                    <a:lnTo>
                      <a:pt x="463" y="640"/>
                    </a:lnTo>
                    <a:lnTo>
                      <a:pt x="545" y="545"/>
                    </a:lnTo>
                    <a:lnTo>
                      <a:pt x="640" y="463"/>
                    </a:lnTo>
                    <a:lnTo>
                      <a:pt x="735" y="395"/>
                    </a:lnTo>
                    <a:lnTo>
                      <a:pt x="844" y="327"/>
                    </a:lnTo>
                    <a:lnTo>
                      <a:pt x="953" y="273"/>
                    </a:lnTo>
                    <a:lnTo>
                      <a:pt x="1061" y="232"/>
                    </a:lnTo>
                    <a:lnTo>
                      <a:pt x="1184" y="205"/>
                    </a:lnTo>
                    <a:lnTo>
                      <a:pt x="1306" y="178"/>
                    </a:lnTo>
                    <a:close/>
                    <a:moveTo>
                      <a:pt x="1293" y="1"/>
                    </a:moveTo>
                    <a:lnTo>
                      <a:pt x="1157" y="28"/>
                    </a:lnTo>
                    <a:lnTo>
                      <a:pt x="1007" y="55"/>
                    </a:lnTo>
                    <a:lnTo>
                      <a:pt x="885" y="109"/>
                    </a:lnTo>
                    <a:lnTo>
                      <a:pt x="749" y="164"/>
                    </a:lnTo>
                    <a:lnTo>
                      <a:pt x="640" y="246"/>
                    </a:lnTo>
                    <a:lnTo>
                      <a:pt x="517" y="327"/>
                    </a:lnTo>
                    <a:lnTo>
                      <a:pt x="422" y="422"/>
                    </a:lnTo>
                    <a:lnTo>
                      <a:pt x="327" y="518"/>
                    </a:lnTo>
                    <a:lnTo>
                      <a:pt x="245" y="640"/>
                    </a:lnTo>
                    <a:lnTo>
                      <a:pt x="177" y="749"/>
                    </a:lnTo>
                    <a:lnTo>
                      <a:pt x="109" y="885"/>
                    </a:lnTo>
                    <a:lnTo>
                      <a:pt x="55" y="1007"/>
                    </a:lnTo>
                    <a:lnTo>
                      <a:pt x="28" y="1143"/>
                    </a:lnTo>
                    <a:lnTo>
                      <a:pt x="0" y="1293"/>
                    </a:lnTo>
                    <a:lnTo>
                      <a:pt x="0" y="1443"/>
                    </a:lnTo>
                    <a:lnTo>
                      <a:pt x="0" y="1592"/>
                    </a:lnTo>
                    <a:lnTo>
                      <a:pt x="28" y="1728"/>
                    </a:lnTo>
                    <a:lnTo>
                      <a:pt x="55" y="1864"/>
                    </a:lnTo>
                    <a:lnTo>
                      <a:pt x="109" y="2000"/>
                    </a:lnTo>
                    <a:lnTo>
                      <a:pt x="177" y="2123"/>
                    </a:lnTo>
                    <a:lnTo>
                      <a:pt x="245" y="2245"/>
                    </a:lnTo>
                    <a:lnTo>
                      <a:pt x="327" y="2354"/>
                    </a:lnTo>
                    <a:lnTo>
                      <a:pt x="422" y="2463"/>
                    </a:lnTo>
                    <a:lnTo>
                      <a:pt x="517" y="2558"/>
                    </a:lnTo>
                    <a:lnTo>
                      <a:pt x="640" y="2640"/>
                    </a:lnTo>
                    <a:lnTo>
                      <a:pt x="749" y="2708"/>
                    </a:lnTo>
                    <a:lnTo>
                      <a:pt x="885" y="2776"/>
                    </a:lnTo>
                    <a:lnTo>
                      <a:pt x="1007" y="2816"/>
                    </a:lnTo>
                    <a:lnTo>
                      <a:pt x="1157" y="2857"/>
                    </a:lnTo>
                    <a:lnTo>
                      <a:pt x="1293" y="2884"/>
                    </a:lnTo>
                    <a:lnTo>
                      <a:pt x="1592" y="2884"/>
                    </a:lnTo>
                    <a:lnTo>
                      <a:pt x="1728" y="2857"/>
                    </a:lnTo>
                    <a:lnTo>
                      <a:pt x="1864" y="2816"/>
                    </a:lnTo>
                    <a:lnTo>
                      <a:pt x="2000" y="2776"/>
                    </a:lnTo>
                    <a:lnTo>
                      <a:pt x="2136" y="2708"/>
                    </a:lnTo>
                    <a:lnTo>
                      <a:pt x="2245" y="2640"/>
                    </a:lnTo>
                    <a:lnTo>
                      <a:pt x="2354" y="2558"/>
                    </a:lnTo>
                    <a:lnTo>
                      <a:pt x="2463" y="2463"/>
                    </a:lnTo>
                    <a:lnTo>
                      <a:pt x="2558" y="2354"/>
                    </a:lnTo>
                    <a:lnTo>
                      <a:pt x="2639" y="2245"/>
                    </a:lnTo>
                    <a:lnTo>
                      <a:pt x="2707" y="2123"/>
                    </a:lnTo>
                    <a:lnTo>
                      <a:pt x="2775" y="2000"/>
                    </a:lnTo>
                    <a:lnTo>
                      <a:pt x="2816" y="1864"/>
                    </a:lnTo>
                    <a:lnTo>
                      <a:pt x="2857" y="1728"/>
                    </a:lnTo>
                    <a:lnTo>
                      <a:pt x="2884" y="1592"/>
                    </a:lnTo>
                    <a:lnTo>
                      <a:pt x="2884" y="1443"/>
                    </a:lnTo>
                    <a:lnTo>
                      <a:pt x="2884" y="1293"/>
                    </a:lnTo>
                    <a:lnTo>
                      <a:pt x="2857" y="1143"/>
                    </a:lnTo>
                    <a:lnTo>
                      <a:pt x="2816" y="1007"/>
                    </a:lnTo>
                    <a:lnTo>
                      <a:pt x="2775" y="885"/>
                    </a:lnTo>
                    <a:lnTo>
                      <a:pt x="2707" y="749"/>
                    </a:lnTo>
                    <a:lnTo>
                      <a:pt x="2639" y="640"/>
                    </a:lnTo>
                    <a:lnTo>
                      <a:pt x="2558" y="518"/>
                    </a:lnTo>
                    <a:lnTo>
                      <a:pt x="2463" y="422"/>
                    </a:lnTo>
                    <a:lnTo>
                      <a:pt x="2354" y="327"/>
                    </a:lnTo>
                    <a:lnTo>
                      <a:pt x="2245" y="246"/>
                    </a:lnTo>
                    <a:lnTo>
                      <a:pt x="2136" y="164"/>
                    </a:lnTo>
                    <a:lnTo>
                      <a:pt x="2000" y="109"/>
                    </a:lnTo>
                    <a:lnTo>
                      <a:pt x="1864" y="55"/>
                    </a:lnTo>
                    <a:lnTo>
                      <a:pt x="1728" y="28"/>
                    </a:lnTo>
                    <a:lnTo>
                      <a:pt x="159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28"/>
              <p:cNvSpPr/>
              <p:nvPr/>
            </p:nvSpPr>
            <p:spPr>
              <a:xfrm>
                <a:off x="1336918" y="3024995"/>
                <a:ext cx="25268" cy="8452"/>
              </a:xfrm>
              <a:custGeom>
                <a:avLst/>
                <a:gdLst/>
                <a:ahLst/>
                <a:cxnLst/>
                <a:rect l="l" t="t" r="r" b="b"/>
                <a:pathLst>
                  <a:path w="858" h="287" extrusionOk="0">
                    <a:moveTo>
                      <a:pt x="381" y="1"/>
                    </a:moveTo>
                    <a:lnTo>
                      <a:pt x="286" y="14"/>
                    </a:lnTo>
                    <a:lnTo>
                      <a:pt x="191" y="55"/>
                    </a:lnTo>
                    <a:lnTo>
                      <a:pt x="109" y="96"/>
                    </a:lnTo>
                    <a:lnTo>
                      <a:pt x="41" y="137"/>
                    </a:lnTo>
                    <a:lnTo>
                      <a:pt x="14" y="150"/>
                    </a:lnTo>
                    <a:lnTo>
                      <a:pt x="0" y="191"/>
                    </a:lnTo>
                    <a:lnTo>
                      <a:pt x="0" y="218"/>
                    </a:lnTo>
                    <a:lnTo>
                      <a:pt x="14" y="259"/>
                    </a:lnTo>
                    <a:lnTo>
                      <a:pt x="55" y="286"/>
                    </a:lnTo>
                    <a:lnTo>
                      <a:pt x="109" y="286"/>
                    </a:lnTo>
                    <a:lnTo>
                      <a:pt x="136" y="273"/>
                    </a:lnTo>
                    <a:lnTo>
                      <a:pt x="191" y="245"/>
                    </a:lnTo>
                    <a:lnTo>
                      <a:pt x="259" y="218"/>
                    </a:lnTo>
                    <a:lnTo>
                      <a:pt x="340" y="191"/>
                    </a:lnTo>
                    <a:lnTo>
                      <a:pt x="422" y="177"/>
                    </a:lnTo>
                    <a:lnTo>
                      <a:pt x="517" y="177"/>
                    </a:lnTo>
                    <a:lnTo>
                      <a:pt x="612" y="205"/>
                    </a:lnTo>
                    <a:lnTo>
                      <a:pt x="653" y="232"/>
                    </a:lnTo>
                    <a:lnTo>
                      <a:pt x="708" y="273"/>
                    </a:lnTo>
                    <a:lnTo>
                      <a:pt x="735" y="286"/>
                    </a:lnTo>
                    <a:lnTo>
                      <a:pt x="803" y="286"/>
                    </a:lnTo>
                    <a:lnTo>
                      <a:pt x="830" y="259"/>
                    </a:lnTo>
                    <a:lnTo>
                      <a:pt x="844" y="232"/>
                    </a:lnTo>
                    <a:lnTo>
                      <a:pt x="857" y="205"/>
                    </a:lnTo>
                    <a:lnTo>
                      <a:pt x="844" y="164"/>
                    </a:lnTo>
                    <a:lnTo>
                      <a:pt x="830" y="137"/>
                    </a:lnTo>
                    <a:lnTo>
                      <a:pt x="721" y="55"/>
                    </a:lnTo>
                    <a:lnTo>
                      <a:pt x="612" y="14"/>
                    </a:lnTo>
                    <a:lnTo>
                      <a:pt x="50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28"/>
              <p:cNvSpPr/>
              <p:nvPr/>
            </p:nvSpPr>
            <p:spPr>
              <a:xfrm>
                <a:off x="1436667" y="2998166"/>
                <a:ext cx="42496" cy="26446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898" extrusionOk="0">
                    <a:moveTo>
                      <a:pt x="1238" y="0"/>
                    </a:moveTo>
                    <a:lnTo>
                      <a:pt x="1116" y="14"/>
                    </a:lnTo>
                    <a:lnTo>
                      <a:pt x="980" y="41"/>
                    </a:lnTo>
                    <a:lnTo>
                      <a:pt x="871" y="95"/>
                    </a:lnTo>
                    <a:lnTo>
                      <a:pt x="749" y="150"/>
                    </a:lnTo>
                    <a:lnTo>
                      <a:pt x="640" y="204"/>
                    </a:lnTo>
                    <a:lnTo>
                      <a:pt x="436" y="340"/>
                    </a:lnTo>
                    <a:lnTo>
                      <a:pt x="272" y="490"/>
                    </a:lnTo>
                    <a:lnTo>
                      <a:pt x="150" y="612"/>
                    </a:lnTo>
                    <a:lnTo>
                      <a:pt x="28" y="762"/>
                    </a:lnTo>
                    <a:lnTo>
                      <a:pt x="0" y="789"/>
                    </a:lnTo>
                    <a:lnTo>
                      <a:pt x="0" y="816"/>
                    </a:lnTo>
                    <a:lnTo>
                      <a:pt x="14" y="857"/>
                    </a:lnTo>
                    <a:lnTo>
                      <a:pt x="41" y="884"/>
                    </a:lnTo>
                    <a:lnTo>
                      <a:pt x="68" y="898"/>
                    </a:lnTo>
                    <a:lnTo>
                      <a:pt x="123" y="898"/>
                    </a:lnTo>
                    <a:lnTo>
                      <a:pt x="164" y="871"/>
                    </a:lnTo>
                    <a:lnTo>
                      <a:pt x="259" y="748"/>
                    </a:lnTo>
                    <a:lnTo>
                      <a:pt x="381" y="626"/>
                    </a:lnTo>
                    <a:lnTo>
                      <a:pt x="531" y="503"/>
                    </a:lnTo>
                    <a:lnTo>
                      <a:pt x="708" y="367"/>
                    </a:lnTo>
                    <a:lnTo>
                      <a:pt x="803" y="313"/>
                    </a:lnTo>
                    <a:lnTo>
                      <a:pt x="912" y="259"/>
                    </a:lnTo>
                    <a:lnTo>
                      <a:pt x="1021" y="218"/>
                    </a:lnTo>
                    <a:lnTo>
                      <a:pt x="1129" y="191"/>
                    </a:lnTo>
                    <a:lnTo>
                      <a:pt x="1238" y="177"/>
                    </a:lnTo>
                    <a:lnTo>
                      <a:pt x="1388" y="177"/>
                    </a:lnTo>
                    <a:lnTo>
                      <a:pt x="1415" y="163"/>
                    </a:lnTo>
                    <a:lnTo>
                      <a:pt x="1442" y="136"/>
                    </a:lnTo>
                    <a:lnTo>
                      <a:pt x="1442" y="95"/>
                    </a:lnTo>
                    <a:lnTo>
                      <a:pt x="1442" y="68"/>
                    </a:lnTo>
                    <a:lnTo>
                      <a:pt x="1429" y="41"/>
                    </a:lnTo>
                    <a:lnTo>
                      <a:pt x="1401" y="14"/>
                    </a:lnTo>
                    <a:lnTo>
                      <a:pt x="13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28"/>
              <p:cNvSpPr/>
              <p:nvPr/>
            </p:nvSpPr>
            <p:spPr>
              <a:xfrm>
                <a:off x="1212312" y="2998166"/>
                <a:ext cx="50919" cy="26446"/>
              </a:xfrm>
              <a:custGeom>
                <a:avLst/>
                <a:gdLst/>
                <a:ahLst/>
                <a:cxnLst/>
                <a:rect l="l" t="t" r="r" b="b"/>
                <a:pathLst>
                  <a:path w="1729" h="898" extrusionOk="0">
                    <a:moveTo>
                      <a:pt x="55" y="0"/>
                    </a:moveTo>
                    <a:lnTo>
                      <a:pt x="28" y="27"/>
                    </a:lnTo>
                    <a:lnTo>
                      <a:pt x="15" y="55"/>
                    </a:lnTo>
                    <a:lnTo>
                      <a:pt x="1" y="82"/>
                    </a:lnTo>
                    <a:lnTo>
                      <a:pt x="15" y="123"/>
                    </a:lnTo>
                    <a:lnTo>
                      <a:pt x="28" y="150"/>
                    </a:lnTo>
                    <a:lnTo>
                      <a:pt x="55" y="163"/>
                    </a:lnTo>
                    <a:lnTo>
                      <a:pt x="96" y="177"/>
                    </a:lnTo>
                    <a:lnTo>
                      <a:pt x="246" y="191"/>
                    </a:lnTo>
                    <a:lnTo>
                      <a:pt x="395" y="204"/>
                    </a:lnTo>
                    <a:lnTo>
                      <a:pt x="545" y="245"/>
                    </a:lnTo>
                    <a:lnTo>
                      <a:pt x="681" y="286"/>
                    </a:lnTo>
                    <a:lnTo>
                      <a:pt x="803" y="340"/>
                    </a:lnTo>
                    <a:lnTo>
                      <a:pt x="926" y="395"/>
                    </a:lnTo>
                    <a:lnTo>
                      <a:pt x="1144" y="517"/>
                    </a:lnTo>
                    <a:lnTo>
                      <a:pt x="1320" y="653"/>
                    </a:lnTo>
                    <a:lnTo>
                      <a:pt x="1456" y="762"/>
                    </a:lnTo>
                    <a:lnTo>
                      <a:pt x="1579" y="871"/>
                    </a:lnTo>
                    <a:lnTo>
                      <a:pt x="1606" y="898"/>
                    </a:lnTo>
                    <a:lnTo>
                      <a:pt x="1674" y="898"/>
                    </a:lnTo>
                    <a:lnTo>
                      <a:pt x="1701" y="871"/>
                    </a:lnTo>
                    <a:lnTo>
                      <a:pt x="1715" y="843"/>
                    </a:lnTo>
                    <a:lnTo>
                      <a:pt x="1728" y="816"/>
                    </a:lnTo>
                    <a:lnTo>
                      <a:pt x="1728" y="775"/>
                    </a:lnTo>
                    <a:lnTo>
                      <a:pt x="1701" y="748"/>
                    </a:lnTo>
                    <a:lnTo>
                      <a:pt x="1565" y="626"/>
                    </a:lnTo>
                    <a:lnTo>
                      <a:pt x="1416" y="503"/>
                    </a:lnTo>
                    <a:lnTo>
                      <a:pt x="1225" y="367"/>
                    </a:lnTo>
                    <a:lnTo>
                      <a:pt x="994" y="231"/>
                    </a:lnTo>
                    <a:lnTo>
                      <a:pt x="871" y="163"/>
                    </a:lnTo>
                    <a:lnTo>
                      <a:pt x="722" y="109"/>
                    </a:lnTo>
                    <a:lnTo>
                      <a:pt x="586" y="68"/>
                    </a:lnTo>
                    <a:lnTo>
                      <a:pt x="423" y="27"/>
                    </a:lnTo>
                    <a:lnTo>
                      <a:pt x="273" y="14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28"/>
              <p:cNvSpPr/>
              <p:nvPr/>
            </p:nvSpPr>
            <p:spPr>
              <a:xfrm>
                <a:off x="857786" y="3259333"/>
                <a:ext cx="410651" cy="1028365"/>
              </a:xfrm>
              <a:custGeom>
                <a:avLst/>
                <a:gdLst/>
                <a:ahLst/>
                <a:cxnLst/>
                <a:rect l="l" t="t" r="r" b="b"/>
                <a:pathLst>
                  <a:path w="13944" h="34919" extrusionOk="0">
                    <a:moveTo>
                      <a:pt x="8774" y="1"/>
                    </a:moveTo>
                    <a:lnTo>
                      <a:pt x="8597" y="15"/>
                    </a:lnTo>
                    <a:lnTo>
                      <a:pt x="8421" y="42"/>
                    </a:lnTo>
                    <a:lnTo>
                      <a:pt x="8257" y="69"/>
                    </a:lnTo>
                    <a:lnTo>
                      <a:pt x="8081" y="110"/>
                    </a:lnTo>
                    <a:lnTo>
                      <a:pt x="7917" y="151"/>
                    </a:lnTo>
                    <a:lnTo>
                      <a:pt x="7754" y="205"/>
                    </a:lnTo>
                    <a:lnTo>
                      <a:pt x="7591" y="273"/>
                    </a:lnTo>
                    <a:lnTo>
                      <a:pt x="7441" y="341"/>
                    </a:lnTo>
                    <a:lnTo>
                      <a:pt x="7278" y="423"/>
                    </a:lnTo>
                    <a:lnTo>
                      <a:pt x="7128" y="504"/>
                    </a:lnTo>
                    <a:lnTo>
                      <a:pt x="6992" y="599"/>
                    </a:lnTo>
                    <a:lnTo>
                      <a:pt x="6843" y="695"/>
                    </a:lnTo>
                    <a:lnTo>
                      <a:pt x="6707" y="804"/>
                    </a:lnTo>
                    <a:lnTo>
                      <a:pt x="6571" y="912"/>
                    </a:lnTo>
                    <a:lnTo>
                      <a:pt x="6448" y="1035"/>
                    </a:lnTo>
                    <a:lnTo>
                      <a:pt x="6326" y="1157"/>
                    </a:lnTo>
                    <a:lnTo>
                      <a:pt x="6203" y="1293"/>
                    </a:lnTo>
                    <a:lnTo>
                      <a:pt x="6095" y="1429"/>
                    </a:lnTo>
                    <a:lnTo>
                      <a:pt x="5986" y="1579"/>
                    </a:lnTo>
                    <a:lnTo>
                      <a:pt x="5891" y="1728"/>
                    </a:lnTo>
                    <a:lnTo>
                      <a:pt x="5809" y="1878"/>
                    </a:lnTo>
                    <a:lnTo>
                      <a:pt x="5727" y="2041"/>
                    </a:lnTo>
                    <a:lnTo>
                      <a:pt x="5646" y="2218"/>
                    </a:lnTo>
                    <a:lnTo>
                      <a:pt x="5428" y="2735"/>
                    </a:lnTo>
                    <a:lnTo>
                      <a:pt x="5224" y="3238"/>
                    </a:lnTo>
                    <a:lnTo>
                      <a:pt x="4830" y="4245"/>
                    </a:lnTo>
                    <a:lnTo>
                      <a:pt x="4435" y="5238"/>
                    </a:lnTo>
                    <a:lnTo>
                      <a:pt x="4054" y="6245"/>
                    </a:lnTo>
                    <a:lnTo>
                      <a:pt x="3687" y="7251"/>
                    </a:lnTo>
                    <a:lnTo>
                      <a:pt x="3320" y="8271"/>
                    </a:lnTo>
                    <a:lnTo>
                      <a:pt x="2966" y="9278"/>
                    </a:lnTo>
                    <a:lnTo>
                      <a:pt x="2612" y="10298"/>
                    </a:lnTo>
                    <a:lnTo>
                      <a:pt x="2272" y="11332"/>
                    </a:lnTo>
                    <a:lnTo>
                      <a:pt x="1946" y="12366"/>
                    </a:lnTo>
                    <a:lnTo>
                      <a:pt x="1633" y="13399"/>
                    </a:lnTo>
                    <a:lnTo>
                      <a:pt x="1334" y="14460"/>
                    </a:lnTo>
                    <a:lnTo>
                      <a:pt x="1034" y="15521"/>
                    </a:lnTo>
                    <a:lnTo>
                      <a:pt x="762" y="16596"/>
                    </a:lnTo>
                    <a:lnTo>
                      <a:pt x="518" y="17684"/>
                    </a:lnTo>
                    <a:lnTo>
                      <a:pt x="300" y="18800"/>
                    </a:lnTo>
                    <a:lnTo>
                      <a:pt x="191" y="19371"/>
                    </a:lnTo>
                    <a:lnTo>
                      <a:pt x="96" y="19942"/>
                    </a:lnTo>
                    <a:lnTo>
                      <a:pt x="55" y="20337"/>
                    </a:lnTo>
                    <a:lnTo>
                      <a:pt x="14" y="20745"/>
                    </a:lnTo>
                    <a:lnTo>
                      <a:pt x="1" y="21139"/>
                    </a:lnTo>
                    <a:lnTo>
                      <a:pt x="14" y="21534"/>
                    </a:lnTo>
                    <a:lnTo>
                      <a:pt x="28" y="21915"/>
                    </a:lnTo>
                    <a:lnTo>
                      <a:pt x="69" y="22309"/>
                    </a:lnTo>
                    <a:lnTo>
                      <a:pt x="123" y="22676"/>
                    </a:lnTo>
                    <a:lnTo>
                      <a:pt x="191" y="23057"/>
                    </a:lnTo>
                    <a:lnTo>
                      <a:pt x="273" y="23411"/>
                    </a:lnTo>
                    <a:lnTo>
                      <a:pt x="368" y="23765"/>
                    </a:lnTo>
                    <a:lnTo>
                      <a:pt x="477" y="24118"/>
                    </a:lnTo>
                    <a:lnTo>
                      <a:pt x="586" y="24445"/>
                    </a:lnTo>
                    <a:lnTo>
                      <a:pt x="722" y="24771"/>
                    </a:lnTo>
                    <a:lnTo>
                      <a:pt x="858" y="25098"/>
                    </a:lnTo>
                    <a:lnTo>
                      <a:pt x="994" y="25410"/>
                    </a:lnTo>
                    <a:lnTo>
                      <a:pt x="1143" y="25710"/>
                    </a:lnTo>
                    <a:lnTo>
                      <a:pt x="1293" y="26009"/>
                    </a:lnTo>
                    <a:lnTo>
                      <a:pt x="1456" y="26295"/>
                    </a:lnTo>
                    <a:lnTo>
                      <a:pt x="1796" y="26852"/>
                    </a:lnTo>
                    <a:lnTo>
                      <a:pt x="2150" y="27369"/>
                    </a:lnTo>
                    <a:lnTo>
                      <a:pt x="2517" y="27873"/>
                    </a:lnTo>
                    <a:lnTo>
                      <a:pt x="2898" y="28362"/>
                    </a:lnTo>
                    <a:lnTo>
                      <a:pt x="3292" y="28825"/>
                    </a:lnTo>
                    <a:lnTo>
                      <a:pt x="3687" y="29274"/>
                    </a:lnTo>
                    <a:lnTo>
                      <a:pt x="4095" y="29709"/>
                    </a:lnTo>
                    <a:lnTo>
                      <a:pt x="4517" y="30117"/>
                    </a:lnTo>
                    <a:lnTo>
                      <a:pt x="4938" y="30525"/>
                    </a:lnTo>
                    <a:lnTo>
                      <a:pt x="5360" y="30906"/>
                    </a:lnTo>
                    <a:lnTo>
                      <a:pt x="5795" y="31287"/>
                    </a:lnTo>
                    <a:lnTo>
                      <a:pt x="6231" y="31654"/>
                    </a:lnTo>
                    <a:lnTo>
                      <a:pt x="6666" y="32021"/>
                    </a:lnTo>
                    <a:lnTo>
                      <a:pt x="7115" y="32361"/>
                    </a:lnTo>
                    <a:lnTo>
                      <a:pt x="7564" y="32701"/>
                    </a:lnTo>
                    <a:lnTo>
                      <a:pt x="8026" y="33042"/>
                    </a:lnTo>
                    <a:lnTo>
                      <a:pt x="8489" y="33354"/>
                    </a:lnTo>
                    <a:lnTo>
                      <a:pt x="8951" y="33681"/>
                    </a:lnTo>
                    <a:lnTo>
                      <a:pt x="9427" y="33980"/>
                    </a:lnTo>
                    <a:lnTo>
                      <a:pt x="9903" y="34293"/>
                    </a:lnTo>
                    <a:lnTo>
                      <a:pt x="10148" y="34443"/>
                    </a:lnTo>
                    <a:lnTo>
                      <a:pt x="10434" y="34606"/>
                    </a:lnTo>
                    <a:lnTo>
                      <a:pt x="10624" y="34701"/>
                    </a:lnTo>
                    <a:lnTo>
                      <a:pt x="10828" y="34783"/>
                    </a:lnTo>
                    <a:lnTo>
                      <a:pt x="11032" y="34851"/>
                    </a:lnTo>
                    <a:lnTo>
                      <a:pt x="11250" y="34891"/>
                    </a:lnTo>
                    <a:lnTo>
                      <a:pt x="11454" y="34919"/>
                    </a:lnTo>
                    <a:lnTo>
                      <a:pt x="11672" y="34919"/>
                    </a:lnTo>
                    <a:lnTo>
                      <a:pt x="11876" y="34905"/>
                    </a:lnTo>
                    <a:lnTo>
                      <a:pt x="12093" y="34878"/>
                    </a:lnTo>
                    <a:lnTo>
                      <a:pt x="12297" y="34823"/>
                    </a:lnTo>
                    <a:lnTo>
                      <a:pt x="12501" y="34755"/>
                    </a:lnTo>
                    <a:lnTo>
                      <a:pt x="12692" y="34660"/>
                    </a:lnTo>
                    <a:lnTo>
                      <a:pt x="12869" y="34551"/>
                    </a:lnTo>
                    <a:lnTo>
                      <a:pt x="13046" y="34429"/>
                    </a:lnTo>
                    <a:lnTo>
                      <a:pt x="13222" y="34279"/>
                    </a:lnTo>
                    <a:lnTo>
                      <a:pt x="13372" y="34130"/>
                    </a:lnTo>
                    <a:lnTo>
                      <a:pt x="13508" y="33953"/>
                    </a:lnTo>
                    <a:lnTo>
                      <a:pt x="13644" y="33749"/>
                    </a:lnTo>
                    <a:lnTo>
                      <a:pt x="13739" y="33545"/>
                    </a:lnTo>
                    <a:lnTo>
                      <a:pt x="13821" y="33327"/>
                    </a:lnTo>
                    <a:lnTo>
                      <a:pt x="13889" y="33110"/>
                    </a:lnTo>
                    <a:lnTo>
                      <a:pt x="13930" y="32878"/>
                    </a:lnTo>
                    <a:lnTo>
                      <a:pt x="13943" y="32661"/>
                    </a:lnTo>
                    <a:lnTo>
                      <a:pt x="13930" y="32429"/>
                    </a:lnTo>
                    <a:lnTo>
                      <a:pt x="13916" y="32212"/>
                    </a:lnTo>
                    <a:lnTo>
                      <a:pt x="13862" y="31994"/>
                    </a:lnTo>
                    <a:lnTo>
                      <a:pt x="13794" y="31776"/>
                    </a:lnTo>
                    <a:lnTo>
                      <a:pt x="13712" y="31572"/>
                    </a:lnTo>
                    <a:lnTo>
                      <a:pt x="13603" y="31382"/>
                    </a:lnTo>
                    <a:lnTo>
                      <a:pt x="13467" y="31192"/>
                    </a:lnTo>
                    <a:lnTo>
                      <a:pt x="13318" y="31015"/>
                    </a:lnTo>
                    <a:lnTo>
                      <a:pt x="13154" y="30852"/>
                    </a:lnTo>
                    <a:lnTo>
                      <a:pt x="12964" y="30702"/>
                    </a:lnTo>
                    <a:lnTo>
                      <a:pt x="12855" y="30634"/>
                    </a:lnTo>
                    <a:lnTo>
                      <a:pt x="12501" y="30375"/>
                    </a:lnTo>
                    <a:lnTo>
                      <a:pt x="12121" y="30090"/>
                    </a:lnTo>
                    <a:lnTo>
                      <a:pt x="11740" y="29791"/>
                    </a:lnTo>
                    <a:lnTo>
                      <a:pt x="11359" y="29491"/>
                    </a:lnTo>
                    <a:lnTo>
                      <a:pt x="10624" y="28879"/>
                    </a:lnTo>
                    <a:lnTo>
                      <a:pt x="10257" y="28553"/>
                    </a:lnTo>
                    <a:lnTo>
                      <a:pt x="9903" y="28226"/>
                    </a:lnTo>
                    <a:lnTo>
                      <a:pt x="9550" y="27900"/>
                    </a:lnTo>
                    <a:lnTo>
                      <a:pt x="9210" y="27573"/>
                    </a:lnTo>
                    <a:lnTo>
                      <a:pt x="8883" y="27233"/>
                    </a:lnTo>
                    <a:lnTo>
                      <a:pt x="8557" y="26893"/>
                    </a:lnTo>
                    <a:lnTo>
                      <a:pt x="8257" y="26540"/>
                    </a:lnTo>
                    <a:lnTo>
                      <a:pt x="7958" y="26199"/>
                    </a:lnTo>
                    <a:lnTo>
                      <a:pt x="7672" y="25846"/>
                    </a:lnTo>
                    <a:lnTo>
                      <a:pt x="7400" y="25492"/>
                    </a:lnTo>
                    <a:lnTo>
                      <a:pt x="7142" y="25125"/>
                    </a:lnTo>
                    <a:lnTo>
                      <a:pt x="6897" y="24771"/>
                    </a:lnTo>
                    <a:lnTo>
                      <a:pt x="6679" y="24404"/>
                    </a:lnTo>
                    <a:lnTo>
                      <a:pt x="6475" y="24050"/>
                    </a:lnTo>
                    <a:lnTo>
                      <a:pt x="6299" y="23697"/>
                    </a:lnTo>
                    <a:lnTo>
                      <a:pt x="6135" y="23343"/>
                    </a:lnTo>
                    <a:lnTo>
                      <a:pt x="6013" y="23003"/>
                    </a:lnTo>
                    <a:lnTo>
                      <a:pt x="5904" y="22663"/>
                    </a:lnTo>
                    <a:lnTo>
                      <a:pt x="5836" y="22350"/>
                    </a:lnTo>
                    <a:lnTo>
                      <a:pt x="5782" y="22037"/>
                    </a:lnTo>
                    <a:lnTo>
                      <a:pt x="5768" y="21751"/>
                    </a:lnTo>
                    <a:lnTo>
                      <a:pt x="5768" y="21479"/>
                    </a:lnTo>
                    <a:lnTo>
                      <a:pt x="5795" y="21221"/>
                    </a:lnTo>
                    <a:lnTo>
                      <a:pt x="5850" y="20990"/>
                    </a:lnTo>
                    <a:lnTo>
                      <a:pt x="5959" y="20541"/>
                    </a:lnTo>
                    <a:lnTo>
                      <a:pt x="6081" y="20078"/>
                    </a:lnTo>
                    <a:lnTo>
                      <a:pt x="6339" y="19153"/>
                    </a:lnTo>
                    <a:lnTo>
                      <a:pt x="6625" y="18228"/>
                    </a:lnTo>
                    <a:lnTo>
                      <a:pt x="6938" y="17290"/>
                    </a:lnTo>
                    <a:lnTo>
                      <a:pt x="7264" y="16351"/>
                    </a:lnTo>
                    <a:lnTo>
                      <a:pt x="7618" y="15426"/>
                    </a:lnTo>
                    <a:lnTo>
                      <a:pt x="7985" y="14488"/>
                    </a:lnTo>
                    <a:lnTo>
                      <a:pt x="8366" y="13549"/>
                    </a:lnTo>
                    <a:lnTo>
                      <a:pt x="8747" y="12611"/>
                    </a:lnTo>
                    <a:lnTo>
                      <a:pt x="9142" y="11686"/>
                    </a:lnTo>
                    <a:lnTo>
                      <a:pt x="9550" y="10747"/>
                    </a:lnTo>
                    <a:lnTo>
                      <a:pt x="9971" y="9822"/>
                    </a:lnTo>
                    <a:lnTo>
                      <a:pt x="10393" y="8897"/>
                    </a:lnTo>
                    <a:lnTo>
                      <a:pt x="10828" y="7972"/>
                    </a:lnTo>
                    <a:lnTo>
                      <a:pt x="11264" y="7047"/>
                    </a:lnTo>
                    <a:lnTo>
                      <a:pt x="11712" y="6136"/>
                    </a:lnTo>
                    <a:lnTo>
                      <a:pt x="11944" y="5687"/>
                    </a:lnTo>
                    <a:lnTo>
                      <a:pt x="12161" y="5252"/>
                    </a:lnTo>
                    <a:lnTo>
                      <a:pt x="12175" y="5224"/>
                    </a:lnTo>
                    <a:lnTo>
                      <a:pt x="12284" y="4980"/>
                    </a:lnTo>
                    <a:lnTo>
                      <a:pt x="12352" y="4803"/>
                    </a:lnTo>
                    <a:lnTo>
                      <a:pt x="12406" y="4639"/>
                    </a:lnTo>
                    <a:lnTo>
                      <a:pt x="12461" y="4463"/>
                    </a:lnTo>
                    <a:lnTo>
                      <a:pt x="12501" y="4286"/>
                    </a:lnTo>
                    <a:lnTo>
                      <a:pt x="12529" y="4109"/>
                    </a:lnTo>
                    <a:lnTo>
                      <a:pt x="12542" y="3932"/>
                    </a:lnTo>
                    <a:lnTo>
                      <a:pt x="12556" y="3755"/>
                    </a:lnTo>
                    <a:lnTo>
                      <a:pt x="12569" y="3578"/>
                    </a:lnTo>
                    <a:lnTo>
                      <a:pt x="12556" y="3402"/>
                    </a:lnTo>
                    <a:lnTo>
                      <a:pt x="12542" y="3225"/>
                    </a:lnTo>
                    <a:lnTo>
                      <a:pt x="12529" y="3062"/>
                    </a:lnTo>
                    <a:lnTo>
                      <a:pt x="12488" y="2885"/>
                    </a:lnTo>
                    <a:lnTo>
                      <a:pt x="12461" y="2721"/>
                    </a:lnTo>
                    <a:lnTo>
                      <a:pt x="12406" y="2558"/>
                    </a:lnTo>
                    <a:lnTo>
                      <a:pt x="12352" y="2395"/>
                    </a:lnTo>
                    <a:lnTo>
                      <a:pt x="12297" y="2232"/>
                    </a:lnTo>
                    <a:lnTo>
                      <a:pt x="12216" y="2069"/>
                    </a:lnTo>
                    <a:lnTo>
                      <a:pt x="12148" y="1919"/>
                    </a:lnTo>
                    <a:lnTo>
                      <a:pt x="12066" y="1769"/>
                    </a:lnTo>
                    <a:lnTo>
                      <a:pt x="11971" y="1620"/>
                    </a:lnTo>
                    <a:lnTo>
                      <a:pt x="11876" y="1470"/>
                    </a:lnTo>
                    <a:lnTo>
                      <a:pt x="11767" y="1334"/>
                    </a:lnTo>
                    <a:lnTo>
                      <a:pt x="11658" y="1198"/>
                    </a:lnTo>
                    <a:lnTo>
                      <a:pt x="11536" y="1076"/>
                    </a:lnTo>
                    <a:lnTo>
                      <a:pt x="11413" y="953"/>
                    </a:lnTo>
                    <a:lnTo>
                      <a:pt x="11277" y="844"/>
                    </a:lnTo>
                    <a:lnTo>
                      <a:pt x="11141" y="722"/>
                    </a:lnTo>
                    <a:lnTo>
                      <a:pt x="10992" y="627"/>
                    </a:lnTo>
                    <a:lnTo>
                      <a:pt x="10842" y="531"/>
                    </a:lnTo>
                    <a:lnTo>
                      <a:pt x="10679" y="436"/>
                    </a:lnTo>
                    <a:lnTo>
                      <a:pt x="10515" y="355"/>
                    </a:lnTo>
                    <a:lnTo>
                      <a:pt x="10352" y="273"/>
                    </a:lnTo>
                    <a:lnTo>
                      <a:pt x="10175" y="205"/>
                    </a:lnTo>
                    <a:lnTo>
                      <a:pt x="9999" y="151"/>
                    </a:lnTo>
                    <a:lnTo>
                      <a:pt x="9822" y="110"/>
                    </a:lnTo>
                    <a:lnTo>
                      <a:pt x="9645" y="69"/>
                    </a:lnTo>
                    <a:lnTo>
                      <a:pt x="9482" y="42"/>
                    </a:lnTo>
                    <a:lnTo>
                      <a:pt x="9305" y="15"/>
                    </a:lnTo>
                    <a:lnTo>
                      <a:pt x="912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28"/>
              <p:cNvSpPr/>
              <p:nvPr/>
            </p:nvSpPr>
            <p:spPr>
              <a:xfrm>
                <a:off x="1444265" y="3259333"/>
                <a:ext cx="410651" cy="1028365"/>
              </a:xfrm>
              <a:custGeom>
                <a:avLst/>
                <a:gdLst/>
                <a:ahLst/>
                <a:cxnLst/>
                <a:rect l="l" t="t" r="r" b="b"/>
                <a:pathLst>
                  <a:path w="13944" h="34919" extrusionOk="0">
                    <a:moveTo>
                      <a:pt x="4898" y="1"/>
                    </a:moveTo>
                    <a:lnTo>
                      <a:pt x="4721" y="15"/>
                    </a:lnTo>
                    <a:lnTo>
                      <a:pt x="4544" y="28"/>
                    </a:lnTo>
                    <a:lnTo>
                      <a:pt x="4381" y="55"/>
                    </a:lnTo>
                    <a:lnTo>
                      <a:pt x="4204" y="83"/>
                    </a:lnTo>
                    <a:lnTo>
                      <a:pt x="4027" y="123"/>
                    </a:lnTo>
                    <a:lnTo>
                      <a:pt x="3850" y="178"/>
                    </a:lnTo>
                    <a:lnTo>
                      <a:pt x="3687" y="246"/>
                    </a:lnTo>
                    <a:lnTo>
                      <a:pt x="3510" y="314"/>
                    </a:lnTo>
                    <a:lnTo>
                      <a:pt x="3347" y="395"/>
                    </a:lnTo>
                    <a:lnTo>
                      <a:pt x="3184" y="477"/>
                    </a:lnTo>
                    <a:lnTo>
                      <a:pt x="3034" y="572"/>
                    </a:lnTo>
                    <a:lnTo>
                      <a:pt x="2885" y="681"/>
                    </a:lnTo>
                    <a:lnTo>
                      <a:pt x="2735" y="790"/>
                    </a:lnTo>
                    <a:lnTo>
                      <a:pt x="2599" y="899"/>
                    </a:lnTo>
                    <a:lnTo>
                      <a:pt x="2463" y="1021"/>
                    </a:lnTo>
                    <a:lnTo>
                      <a:pt x="2340" y="1144"/>
                    </a:lnTo>
                    <a:lnTo>
                      <a:pt x="2232" y="1280"/>
                    </a:lnTo>
                    <a:lnTo>
                      <a:pt x="2123" y="1416"/>
                    </a:lnTo>
                    <a:lnTo>
                      <a:pt x="2014" y="1552"/>
                    </a:lnTo>
                    <a:lnTo>
                      <a:pt x="1919" y="1701"/>
                    </a:lnTo>
                    <a:lnTo>
                      <a:pt x="1837" y="1851"/>
                    </a:lnTo>
                    <a:lnTo>
                      <a:pt x="1756" y="2001"/>
                    </a:lnTo>
                    <a:lnTo>
                      <a:pt x="1674" y="2164"/>
                    </a:lnTo>
                    <a:lnTo>
                      <a:pt x="1620" y="2313"/>
                    </a:lnTo>
                    <a:lnTo>
                      <a:pt x="1552" y="2477"/>
                    </a:lnTo>
                    <a:lnTo>
                      <a:pt x="1511" y="2653"/>
                    </a:lnTo>
                    <a:lnTo>
                      <a:pt x="1470" y="2817"/>
                    </a:lnTo>
                    <a:lnTo>
                      <a:pt x="1429" y="2980"/>
                    </a:lnTo>
                    <a:lnTo>
                      <a:pt x="1402" y="3157"/>
                    </a:lnTo>
                    <a:lnTo>
                      <a:pt x="1388" y="3334"/>
                    </a:lnTo>
                    <a:lnTo>
                      <a:pt x="1375" y="3497"/>
                    </a:lnTo>
                    <a:lnTo>
                      <a:pt x="1375" y="3674"/>
                    </a:lnTo>
                    <a:lnTo>
                      <a:pt x="1388" y="3850"/>
                    </a:lnTo>
                    <a:lnTo>
                      <a:pt x="1402" y="4027"/>
                    </a:lnTo>
                    <a:lnTo>
                      <a:pt x="1429" y="4204"/>
                    </a:lnTo>
                    <a:lnTo>
                      <a:pt x="1470" y="4381"/>
                    </a:lnTo>
                    <a:lnTo>
                      <a:pt x="1511" y="4544"/>
                    </a:lnTo>
                    <a:lnTo>
                      <a:pt x="1565" y="4721"/>
                    </a:lnTo>
                    <a:lnTo>
                      <a:pt x="1620" y="4884"/>
                    </a:lnTo>
                    <a:lnTo>
                      <a:pt x="1688" y="5061"/>
                    </a:lnTo>
                    <a:lnTo>
                      <a:pt x="1769" y="5224"/>
                    </a:lnTo>
                    <a:lnTo>
                      <a:pt x="1783" y="5252"/>
                    </a:lnTo>
                    <a:lnTo>
                      <a:pt x="2000" y="5687"/>
                    </a:lnTo>
                    <a:lnTo>
                      <a:pt x="2232" y="6136"/>
                    </a:lnTo>
                    <a:lnTo>
                      <a:pt x="2681" y="7047"/>
                    </a:lnTo>
                    <a:lnTo>
                      <a:pt x="3116" y="7972"/>
                    </a:lnTo>
                    <a:lnTo>
                      <a:pt x="3551" y="8897"/>
                    </a:lnTo>
                    <a:lnTo>
                      <a:pt x="3973" y="9822"/>
                    </a:lnTo>
                    <a:lnTo>
                      <a:pt x="4394" y="10747"/>
                    </a:lnTo>
                    <a:lnTo>
                      <a:pt x="4803" y="11686"/>
                    </a:lnTo>
                    <a:lnTo>
                      <a:pt x="5197" y="12611"/>
                    </a:lnTo>
                    <a:lnTo>
                      <a:pt x="5578" y="13549"/>
                    </a:lnTo>
                    <a:lnTo>
                      <a:pt x="5959" y="14488"/>
                    </a:lnTo>
                    <a:lnTo>
                      <a:pt x="6326" y="15426"/>
                    </a:lnTo>
                    <a:lnTo>
                      <a:pt x="6680" y="16351"/>
                    </a:lnTo>
                    <a:lnTo>
                      <a:pt x="7006" y="17290"/>
                    </a:lnTo>
                    <a:lnTo>
                      <a:pt x="7319" y="18228"/>
                    </a:lnTo>
                    <a:lnTo>
                      <a:pt x="7605" y="19153"/>
                    </a:lnTo>
                    <a:lnTo>
                      <a:pt x="7863" y="20078"/>
                    </a:lnTo>
                    <a:lnTo>
                      <a:pt x="7986" y="20541"/>
                    </a:lnTo>
                    <a:lnTo>
                      <a:pt x="8094" y="20990"/>
                    </a:lnTo>
                    <a:lnTo>
                      <a:pt x="8149" y="21221"/>
                    </a:lnTo>
                    <a:lnTo>
                      <a:pt x="8176" y="21479"/>
                    </a:lnTo>
                    <a:lnTo>
                      <a:pt x="8176" y="21751"/>
                    </a:lnTo>
                    <a:lnTo>
                      <a:pt x="8162" y="22037"/>
                    </a:lnTo>
                    <a:lnTo>
                      <a:pt x="8108" y="22350"/>
                    </a:lnTo>
                    <a:lnTo>
                      <a:pt x="8040" y="22663"/>
                    </a:lnTo>
                    <a:lnTo>
                      <a:pt x="7931" y="23003"/>
                    </a:lnTo>
                    <a:lnTo>
                      <a:pt x="7795" y="23343"/>
                    </a:lnTo>
                    <a:lnTo>
                      <a:pt x="7645" y="23697"/>
                    </a:lnTo>
                    <a:lnTo>
                      <a:pt x="7469" y="24050"/>
                    </a:lnTo>
                    <a:lnTo>
                      <a:pt x="7265" y="24404"/>
                    </a:lnTo>
                    <a:lnTo>
                      <a:pt x="7047" y="24771"/>
                    </a:lnTo>
                    <a:lnTo>
                      <a:pt x="6802" y="25125"/>
                    </a:lnTo>
                    <a:lnTo>
                      <a:pt x="6544" y="25492"/>
                    </a:lnTo>
                    <a:lnTo>
                      <a:pt x="6272" y="25846"/>
                    </a:lnTo>
                    <a:lnTo>
                      <a:pt x="5986" y="26199"/>
                    </a:lnTo>
                    <a:lnTo>
                      <a:pt x="5687" y="26540"/>
                    </a:lnTo>
                    <a:lnTo>
                      <a:pt x="5387" y="26893"/>
                    </a:lnTo>
                    <a:lnTo>
                      <a:pt x="5061" y="27233"/>
                    </a:lnTo>
                    <a:lnTo>
                      <a:pt x="4735" y="27573"/>
                    </a:lnTo>
                    <a:lnTo>
                      <a:pt x="4394" y="27900"/>
                    </a:lnTo>
                    <a:lnTo>
                      <a:pt x="4041" y="28226"/>
                    </a:lnTo>
                    <a:lnTo>
                      <a:pt x="3687" y="28553"/>
                    </a:lnTo>
                    <a:lnTo>
                      <a:pt x="3320" y="28879"/>
                    </a:lnTo>
                    <a:lnTo>
                      <a:pt x="2585" y="29491"/>
                    </a:lnTo>
                    <a:lnTo>
                      <a:pt x="2204" y="29791"/>
                    </a:lnTo>
                    <a:lnTo>
                      <a:pt x="1824" y="30090"/>
                    </a:lnTo>
                    <a:lnTo>
                      <a:pt x="1443" y="30375"/>
                    </a:lnTo>
                    <a:lnTo>
                      <a:pt x="1089" y="30634"/>
                    </a:lnTo>
                    <a:lnTo>
                      <a:pt x="967" y="30702"/>
                    </a:lnTo>
                    <a:lnTo>
                      <a:pt x="803" y="30838"/>
                    </a:lnTo>
                    <a:lnTo>
                      <a:pt x="640" y="31001"/>
                    </a:lnTo>
                    <a:lnTo>
                      <a:pt x="504" y="31164"/>
                    </a:lnTo>
                    <a:lnTo>
                      <a:pt x="368" y="31328"/>
                    </a:lnTo>
                    <a:lnTo>
                      <a:pt x="273" y="31518"/>
                    </a:lnTo>
                    <a:lnTo>
                      <a:pt x="178" y="31708"/>
                    </a:lnTo>
                    <a:lnTo>
                      <a:pt x="110" y="31913"/>
                    </a:lnTo>
                    <a:lnTo>
                      <a:pt x="55" y="32117"/>
                    </a:lnTo>
                    <a:lnTo>
                      <a:pt x="14" y="32321"/>
                    </a:lnTo>
                    <a:lnTo>
                      <a:pt x="1" y="32538"/>
                    </a:lnTo>
                    <a:lnTo>
                      <a:pt x="1" y="32742"/>
                    </a:lnTo>
                    <a:lnTo>
                      <a:pt x="28" y="32960"/>
                    </a:lnTo>
                    <a:lnTo>
                      <a:pt x="69" y="33164"/>
                    </a:lnTo>
                    <a:lnTo>
                      <a:pt x="137" y="33382"/>
                    </a:lnTo>
                    <a:lnTo>
                      <a:pt x="218" y="33586"/>
                    </a:lnTo>
                    <a:lnTo>
                      <a:pt x="327" y="33776"/>
                    </a:lnTo>
                    <a:lnTo>
                      <a:pt x="463" y="33980"/>
                    </a:lnTo>
                    <a:lnTo>
                      <a:pt x="599" y="34157"/>
                    </a:lnTo>
                    <a:lnTo>
                      <a:pt x="763" y="34320"/>
                    </a:lnTo>
                    <a:lnTo>
                      <a:pt x="939" y="34470"/>
                    </a:lnTo>
                    <a:lnTo>
                      <a:pt x="1130" y="34592"/>
                    </a:lnTo>
                    <a:lnTo>
                      <a:pt x="1334" y="34701"/>
                    </a:lnTo>
                    <a:lnTo>
                      <a:pt x="1538" y="34783"/>
                    </a:lnTo>
                    <a:lnTo>
                      <a:pt x="1756" y="34851"/>
                    </a:lnTo>
                    <a:lnTo>
                      <a:pt x="1973" y="34891"/>
                    </a:lnTo>
                    <a:lnTo>
                      <a:pt x="2191" y="34919"/>
                    </a:lnTo>
                    <a:lnTo>
                      <a:pt x="2422" y="34919"/>
                    </a:lnTo>
                    <a:lnTo>
                      <a:pt x="2640" y="34905"/>
                    </a:lnTo>
                    <a:lnTo>
                      <a:pt x="2871" y="34864"/>
                    </a:lnTo>
                    <a:lnTo>
                      <a:pt x="3089" y="34796"/>
                    </a:lnTo>
                    <a:lnTo>
                      <a:pt x="3306" y="34715"/>
                    </a:lnTo>
                    <a:lnTo>
                      <a:pt x="3510" y="34606"/>
                    </a:lnTo>
                    <a:lnTo>
                      <a:pt x="3796" y="34443"/>
                    </a:lnTo>
                    <a:lnTo>
                      <a:pt x="4041" y="34293"/>
                    </a:lnTo>
                    <a:lnTo>
                      <a:pt x="4517" y="33980"/>
                    </a:lnTo>
                    <a:lnTo>
                      <a:pt x="4993" y="33681"/>
                    </a:lnTo>
                    <a:lnTo>
                      <a:pt x="5455" y="33354"/>
                    </a:lnTo>
                    <a:lnTo>
                      <a:pt x="5918" y="33042"/>
                    </a:lnTo>
                    <a:lnTo>
                      <a:pt x="6380" y="32701"/>
                    </a:lnTo>
                    <a:lnTo>
                      <a:pt x="6829" y="32361"/>
                    </a:lnTo>
                    <a:lnTo>
                      <a:pt x="7278" y="32021"/>
                    </a:lnTo>
                    <a:lnTo>
                      <a:pt x="7714" y="31654"/>
                    </a:lnTo>
                    <a:lnTo>
                      <a:pt x="8149" y="31287"/>
                    </a:lnTo>
                    <a:lnTo>
                      <a:pt x="8584" y="30906"/>
                    </a:lnTo>
                    <a:lnTo>
                      <a:pt x="9006" y="30525"/>
                    </a:lnTo>
                    <a:lnTo>
                      <a:pt x="9427" y="30117"/>
                    </a:lnTo>
                    <a:lnTo>
                      <a:pt x="9849" y="29709"/>
                    </a:lnTo>
                    <a:lnTo>
                      <a:pt x="10257" y="29274"/>
                    </a:lnTo>
                    <a:lnTo>
                      <a:pt x="10652" y="28825"/>
                    </a:lnTo>
                    <a:lnTo>
                      <a:pt x="11046" y="28362"/>
                    </a:lnTo>
                    <a:lnTo>
                      <a:pt x="11427" y="27873"/>
                    </a:lnTo>
                    <a:lnTo>
                      <a:pt x="11794" y="27369"/>
                    </a:lnTo>
                    <a:lnTo>
                      <a:pt x="12148" y="26852"/>
                    </a:lnTo>
                    <a:lnTo>
                      <a:pt x="12488" y="26295"/>
                    </a:lnTo>
                    <a:lnTo>
                      <a:pt x="12638" y="26009"/>
                    </a:lnTo>
                    <a:lnTo>
                      <a:pt x="12801" y="25710"/>
                    </a:lnTo>
                    <a:lnTo>
                      <a:pt x="12951" y="25410"/>
                    </a:lnTo>
                    <a:lnTo>
                      <a:pt x="13087" y="25098"/>
                    </a:lnTo>
                    <a:lnTo>
                      <a:pt x="13223" y="24771"/>
                    </a:lnTo>
                    <a:lnTo>
                      <a:pt x="13345" y="24445"/>
                    </a:lnTo>
                    <a:lnTo>
                      <a:pt x="13467" y="24118"/>
                    </a:lnTo>
                    <a:lnTo>
                      <a:pt x="13576" y="23765"/>
                    </a:lnTo>
                    <a:lnTo>
                      <a:pt x="13671" y="23411"/>
                    </a:lnTo>
                    <a:lnTo>
                      <a:pt x="13753" y="23057"/>
                    </a:lnTo>
                    <a:lnTo>
                      <a:pt x="13821" y="22676"/>
                    </a:lnTo>
                    <a:lnTo>
                      <a:pt x="13875" y="22309"/>
                    </a:lnTo>
                    <a:lnTo>
                      <a:pt x="13916" y="21915"/>
                    </a:lnTo>
                    <a:lnTo>
                      <a:pt x="13930" y="21534"/>
                    </a:lnTo>
                    <a:lnTo>
                      <a:pt x="13944" y="21139"/>
                    </a:lnTo>
                    <a:lnTo>
                      <a:pt x="13930" y="20745"/>
                    </a:lnTo>
                    <a:lnTo>
                      <a:pt x="13889" y="20337"/>
                    </a:lnTo>
                    <a:lnTo>
                      <a:pt x="13848" y="19942"/>
                    </a:lnTo>
                    <a:lnTo>
                      <a:pt x="13753" y="19371"/>
                    </a:lnTo>
                    <a:lnTo>
                      <a:pt x="13644" y="18800"/>
                    </a:lnTo>
                    <a:lnTo>
                      <a:pt x="13427" y="17684"/>
                    </a:lnTo>
                    <a:lnTo>
                      <a:pt x="13182" y="16596"/>
                    </a:lnTo>
                    <a:lnTo>
                      <a:pt x="12910" y="15521"/>
                    </a:lnTo>
                    <a:lnTo>
                      <a:pt x="12610" y="14460"/>
                    </a:lnTo>
                    <a:lnTo>
                      <a:pt x="12311" y="13399"/>
                    </a:lnTo>
                    <a:lnTo>
                      <a:pt x="11998" y="12366"/>
                    </a:lnTo>
                    <a:lnTo>
                      <a:pt x="11672" y="11332"/>
                    </a:lnTo>
                    <a:lnTo>
                      <a:pt x="11332" y="10298"/>
                    </a:lnTo>
                    <a:lnTo>
                      <a:pt x="10978" y="9278"/>
                    </a:lnTo>
                    <a:lnTo>
                      <a:pt x="10624" y="8271"/>
                    </a:lnTo>
                    <a:lnTo>
                      <a:pt x="10257" y="7251"/>
                    </a:lnTo>
                    <a:lnTo>
                      <a:pt x="9890" y="6245"/>
                    </a:lnTo>
                    <a:lnTo>
                      <a:pt x="9509" y="5238"/>
                    </a:lnTo>
                    <a:lnTo>
                      <a:pt x="9115" y="4245"/>
                    </a:lnTo>
                    <a:lnTo>
                      <a:pt x="8720" y="3238"/>
                    </a:lnTo>
                    <a:lnTo>
                      <a:pt x="8516" y="2735"/>
                    </a:lnTo>
                    <a:lnTo>
                      <a:pt x="8298" y="2218"/>
                    </a:lnTo>
                    <a:lnTo>
                      <a:pt x="8190" y="1973"/>
                    </a:lnTo>
                    <a:lnTo>
                      <a:pt x="8094" y="1810"/>
                    </a:lnTo>
                    <a:lnTo>
                      <a:pt x="7999" y="1647"/>
                    </a:lnTo>
                    <a:lnTo>
                      <a:pt x="7904" y="1497"/>
                    </a:lnTo>
                    <a:lnTo>
                      <a:pt x="7795" y="1361"/>
                    </a:lnTo>
                    <a:lnTo>
                      <a:pt x="7673" y="1212"/>
                    </a:lnTo>
                    <a:lnTo>
                      <a:pt x="7550" y="1089"/>
                    </a:lnTo>
                    <a:lnTo>
                      <a:pt x="7428" y="967"/>
                    </a:lnTo>
                    <a:lnTo>
                      <a:pt x="7292" y="844"/>
                    </a:lnTo>
                    <a:lnTo>
                      <a:pt x="7156" y="736"/>
                    </a:lnTo>
                    <a:lnTo>
                      <a:pt x="7020" y="640"/>
                    </a:lnTo>
                    <a:lnTo>
                      <a:pt x="6870" y="545"/>
                    </a:lnTo>
                    <a:lnTo>
                      <a:pt x="6721" y="450"/>
                    </a:lnTo>
                    <a:lnTo>
                      <a:pt x="6571" y="368"/>
                    </a:lnTo>
                    <a:lnTo>
                      <a:pt x="6421" y="300"/>
                    </a:lnTo>
                    <a:lnTo>
                      <a:pt x="6258" y="232"/>
                    </a:lnTo>
                    <a:lnTo>
                      <a:pt x="6095" y="178"/>
                    </a:lnTo>
                    <a:lnTo>
                      <a:pt x="5932" y="123"/>
                    </a:lnTo>
                    <a:lnTo>
                      <a:pt x="5755" y="83"/>
                    </a:lnTo>
                    <a:lnTo>
                      <a:pt x="5592" y="55"/>
                    </a:lnTo>
                    <a:lnTo>
                      <a:pt x="5415" y="28"/>
                    </a:lnTo>
                    <a:lnTo>
                      <a:pt x="5251" y="15"/>
                    </a:lnTo>
                    <a:lnTo>
                      <a:pt x="507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28"/>
              <p:cNvSpPr/>
              <p:nvPr/>
            </p:nvSpPr>
            <p:spPr>
              <a:xfrm>
                <a:off x="967166" y="3914341"/>
                <a:ext cx="807224" cy="427054"/>
              </a:xfrm>
              <a:custGeom>
                <a:avLst/>
                <a:gdLst/>
                <a:ahLst/>
                <a:cxnLst/>
                <a:rect l="l" t="t" r="r" b="b"/>
                <a:pathLst>
                  <a:path w="27410" h="14501" extrusionOk="0">
                    <a:moveTo>
                      <a:pt x="993" y="0"/>
                    </a:moveTo>
                    <a:lnTo>
                      <a:pt x="857" y="27"/>
                    </a:lnTo>
                    <a:lnTo>
                      <a:pt x="735" y="68"/>
                    </a:lnTo>
                    <a:lnTo>
                      <a:pt x="612" y="123"/>
                    </a:lnTo>
                    <a:lnTo>
                      <a:pt x="503" y="177"/>
                    </a:lnTo>
                    <a:lnTo>
                      <a:pt x="408" y="259"/>
                    </a:lnTo>
                    <a:lnTo>
                      <a:pt x="313" y="340"/>
                    </a:lnTo>
                    <a:lnTo>
                      <a:pt x="231" y="435"/>
                    </a:lnTo>
                    <a:lnTo>
                      <a:pt x="163" y="544"/>
                    </a:lnTo>
                    <a:lnTo>
                      <a:pt x="95" y="653"/>
                    </a:lnTo>
                    <a:lnTo>
                      <a:pt x="55" y="762"/>
                    </a:lnTo>
                    <a:lnTo>
                      <a:pt x="14" y="884"/>
                    </a:lnTo>
                    <a:lnTo>
                      <a:pt x="0" y="1020"/>
                    </a:lnTo>
                    <a:lnTo>
                      <a:pt x="0" y="1143"/>
                    </a:lnTo>
                    <a:lnTo>
                      <a:pt x="0" y="1279"/>
                    </a:lnTo>
                    <a:lnTo>
                      <a:pt x="27" y="1415"/>
                    </a:lnTo>
                    <a:lnTo>
                      <a:pt x="3265" y="13657"/>
                    </a:lnTo>
                    <a:lnTo>
                      <a:pt x="3333" y="13834"/>
                    </a:lnTo>
                    <a:lnTo>
                      <a:pt x="3428" y="13997"/>
                    </a:lnTo>
                    <a:lnTo>
                      <a:pt x="3537" y="14133"/>
                    </a:lnTo>
                    <a:lnTo>
                      <a:pt x="3673" y="14256"/>
                    </a:lnTo>
                    <a:lnTo>
                      <a:pt x="3822" y="14364"/>
                    </a:lnTo>
                    <a:lnTo>
                      <a:pt x="3986" y="14432"/>
                    </a:lnTo>
                    <a:lnTo>
                      <a:pt x="4176" y="14473"/>
                    </a:lnTo>
                    <a:lnTo>
                      <a:pt x="4367" y="14500"/>
                    </a:lnTo>
                    <a:lnTo>
                      <a:pt x="23043" y="14500"/>
                    </a:lnTo>
                    <a:lnTo>
                      <a:pt x="23233" y="14473"/>
                    </a:lnTo>
                    <a:lnTo>
                      <a:pt x="23410" y="14432"/>
                    </a:lnTo>
                    <a:lnTo>
                      <a:pt x="23573" y="14364"/>
                    </a:lnTo>
                    <a:lnTo>
                      <a:pt x="23737" y="14256"/>
                    </a:lnTo>
                    <a:lnTo>
                      <a:pt x="23873" y="14133"/>
                    </a:lnTo>
                    <a:lnTo>
                      <a:pt x="23982" y="13997"/>
                    </a:lnTo>
                    <a:lnTo>
                      <a:pt x="24077" y="13834"/>
                    </a:lnTo>
                    <a:lnTo>
                      <a:pt x="24131" y="13657"/>
                    </a:lnTo>
                    <a:lnTo>
                      <a:pt x="27369" y="1415"/>
                    </a:lnTo>
                    <a:lnTo>
                      <a:pt x="27396" y="1279"/>
                    </a:lnTo>
                    <a:lnTo>
                      <a:pt x="27409" y="1143"/>
                    </a:lnTo>
                    <a:lnTo>
                      <a:pt x="27396" y="1020"/>
                    </a:lnTo>
                    <a:lnTo>
                      <a:pt x="27382" y="884"/>
                    </a:lnTo>
                    <a:lnTo>
                      <a:pt x="27355" y="762"/>
                    </a:lnTo>
                    <a:lnTo>
                      <a:pt x="27301" y="653"/>
                    </a:lnTo>
                    <a:lnTo>
                      <a:pt x="27246" y="544"/>
                    </a:lnTo>
                    <a:lnTo>
                      <a:pt x="27178" y="435"/>
                    </a:lnTo>
                    <a:lnTo>
                      <a:pt x="27097" y="340"/>
                    </a:lnTo>
                    <a:lnTo>
                      <a:pt x="27001" y="259"/>
                    </a:lnTo>
                    <a:lnTo>
                      <a:pt x="26892" y="177"/>
                    </a:lnTo>
                    <a:lnTo>
                      <a:pt x="26784" y="123"/>
                    </a:lnTo>
                    <a:lnTo>
                      <a:pt x="26675" y="68"/>
                    </a:lnTo>
                    <a:lnTo>
                      <a:pt x="26539" y="27"/>
                    </a:lnTo>
                    <a:lnTo>
                      <a:pt x="2641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28"/>
              <p:cNvSpPr/>
              <p:nvPr/>
            </p:nvSpPr>
            <p:spPr>
              <a:xfrm>
                <a:off x="1732704" y="2931667"/>
                <a:ext cx="297268" cy="297268"/>
              </a:xfrm>
              <a:custGeom>
                <a:avLst/>
                <a:gdLst/>
                <a:ahLst/>
                <a:cxnLst/>
                <a:rect l="l" t="t" r="r" b="b"/>
                <a:pathLst>
                  <a:path w="10094" h="10094" extrusionOk="0">
                    <a:moveTo>
                      <a:pt x="9808" y="0"/>
                    </a:moveTo>
                    <a:lnTo>
                      <a:pt x="9767" y="14"/>
                    </a:lnTo>
                    <a:lnTo>
                      <a:pt x="9727" y="27"/>
                    </a:lnTo>
                    <a:lnTo>
                      <a:pt x="9686" y="68"/>
                    </a:lnTo>
                    <a:lnTo>
                      <a:pt x="69" y="9685"/>
                    </a:lnTo>
                    <a:lnTo>
                      <a:pt x="28" y="9726"/>
                    </a:lnTo>
                    <a:lnTo>
                      <a:pt x="14" y="9767"/>
                    </a:lnTo>
                    <a:lnTo>
                      <a:pt x="1" y="9808"/>
                    </a:lnTo>
                    <a:lnTo>
                      <a:pt x="1" y="9848"/>
                    </a:lnTo>
                    <a:lnTo>
                      <a:pt x="1" y="9903"/>
                    </a:lnTo>
                    <a:lnTo>
                      <a:pt x="14" y="9944"/>
                    </a:lnTo>
                    <a:lnTo>
                      <a:pt x="28" y="9984"/>
                    </a:lnTo>
                    <a:lnTo>
                      <a:pt x="69" y="10025"/>
                    </a:lnTo>
                    <a:lnTo>
                      <a:pt x="96" y="10052"/>
                    </a:lnTo>
                    <a:lnTo>
                      <a:pt x="137" y="10066"/>
                    </a:lnTo>
                    <a:lnTo>
                      <a:pt x="191" y="10080"/>
                    </a:lnTo>
                    <a:lnTo>
                      <a:pt x="232" y="10093"/>
                    </a:lnTo>
                    <a:lnTo>
                      <a:pt x="273" y="10080"/>
                    </a:lnTo>
                    <a:lnTo>
                      <a:pt x="327" y="10066"/>
                    </a:lnTo>
                    <a:lnTo>
                      <a:pt x="368" y="10052"/>
                    </a:lnTo>
                    <a:lnTo>
                      <a:pt x="395" y="10025"/>
                    </a:lnTo>
                    <a:lnTo>
                      <a:pt x="10026" y="395"/>
                    </a:lnTo>
                    <a:lnTo>
                      <a:pt x="10053" y="367"/>
                    </a:lnTo>
                    <a:lnTo>
                      <a:pt x="10067" y="327"/>
                    </a:lnTo>
                    <a:lnTo>
                      <a:pt x="10080" y="272"/>
                    </a:lnTo>
                    <a:lnTo>
                      <a:pt x="10094" y="231"/>
                    </a:lnTo>
                    <a:lnTo>
                      <a:pt x="10080" y="191"/>
                    </a:lnTo>
                    <a:lnTo>
                      <a:pt x="10067" y="136"/>
                    </a:lnTo>
                    <a:lnTo>
                      <a:pt x="10053" y="95"/>
                    </a:lnTo>
                    <a:lnTo>
                      <a:pt x="10026" y="68"/>
                    </a:lnTo>
                    <a:lnTo>
                      <a:pt x="9985" y="27"/>
                    </a:lnTo>
                    <a:lnTo>
                      <a:pt x="9944" y="14"/>
                    </a:lnTo>
                    <a:lnTo>
                      <a:pt x="99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28"/>
              <p:cNvSpPr/>
              <p:nvPr/>
            </p:nvSpPr>
            <p:spPr>
              <a:xfrm>
                <a:off x="1833660" y="3070673"/>
                <a:ext cx="54512" cy="54512"/>
              </a:xfrm>
              <a:custGeom>
                <a:avLst/>
                <a:gdLst/>
                <a:ahLst/>
                <a:cxnLst/>
                <a:rect l="l" t="t" r="r" b="b"/>
                <a:pathLst>
                  <a:path w="1851" h="1851" extrusionOk="0">
                    <a:moveTo>
                      <a:pt x="830" y="0"/>
                    </a:moveTo>
                    <a:lnTo>
                      <a:pt x="735" y="14"/>
                    </a:lnTo>
                    <a:lnTo>
                      <a:pt x="640" y="41"/>
                    </a:lnTo>
                    <a:lnTo>
                      <a:pt x="558" y="68"/>
                    </a:lnTo>
                    <a:lnTo>
                      <a:pt x="477" y="109"/>
                    </a:lnTo>
                    <a:lnTo>
                      <a:pt x="409" y="150"/>
                    </a:lnTo>
                    <a:lnTo>
                      <a:pt x="327" y="204"/>
                    </a:lnTo>
                    <a:lnTo>
                      <a:pt x="259" y="259"/>
                    </a:lnTo>
                    <a:lnTo>
                      <a:pt x="205" y="327"/>
                    </a:lnTo>
                    <a:lnTo>
                      <a:pt x="150" y="408"/>
                    </a:lnTo>
                    <a:lnTo>
                      <a:pt x="109" y="476"/>
                    </a:lnTo>
                    <a:lnTo>
                      <a:pt x="69" y="558"/>
                    </a:lnTo>
                    <a:lnTo>
                      <a:pt x="41" y="640"/>
                    </a:lnTo>
                    <a:lnTo>
                      <a:pt x="14" y="735"/>
                    </a:lnTo>
                    <a:lnTo>
                      <a:pt x="1" y="830"/>
                    </a:lnTo>
                    <a:lnTo>
                      <a:pt x="1" y="925"/>
                    </a:lnTo>
                    <a:lnTo>
                      <a:pt x="1" y="1020"/>
                    </a:lnTo>
                    <a:lnTo>
                      <a:pt x="14" y="1102"/>
                    </a:lnTo>
                    <a:lnTo>
                      <a:pt x="41" y="1197"/>
                    </a:lnTo>
                    <a:lnTo>
                      <a:pt x="69" y="1279"/>
                    </a:lnTo>
                    <a:lnTo>
                      <a:pt x="109" y="1360"/>
                    </a:lnTo>
                    <a:lnTo>
                      <a:pt x="150" y="1442"/>
                    </a:lnTo>
                    <a:lnTo>
                      <a:pt x="205" y="1510"/>
                    </a:lnTo>
                    <a:lnTo>
                      <a:pt x="259" y="1578"/>
                    </a:lnTo>
                    <a:lnTo>
                      <a:pt x="327" y="1632"/>
                    </a:lnTo>
                    <a:lnTo>
                      <a:pt x="409" y="1687"/>
                    </a:lnTo>
                    <a:lnTo>
                      <a:pt x="477" y="1728"/>
                    </a:lnTo>
                    <a:lnTo>
                      <a:pt x="558" y="1769"/>
                    </a:lnTo>
                    <a:lnTo>
                      <a:pt x="640" y="1809"/>
                    </a:lnTo>
                    <a:lnTo>
                      <a:pt x="735" y="1823"/>
                    </a:lnTo>
                    <a:lnTo>
                      <a:pt x="830" y="1837"/>
                    </a:lnTo>
                    <a:lnTo>
                      <a:pt x="926" y="1850"/>
                    </a:lnTo>
                    <a:lnTo>
                      <a:pt x="1021" y="1837"/>
                    </a:lnTo>
                    <a:lnTo>
                      <a:pt x="1102" y="1823"/>
                    </a:lnTo>
                    <a:lnTo>
                      <a:pt x="1198" y="1809"/>
                    </a:lnTo>
                    <a:lnTo>
                      <a:pt x="1279" y="1769"/>
                    </a:lnTo>
                    <a:lnTo>
                      <a:pt x="1361" y="1728"/>
                    </a:lnTo>
                    <a:lnTo>
                      <a:pt x="1442" y="1687"/>
                    </a:lnTo>
                    <a:lnTo>
                      <a:pt x="1510" y="1632"/>
                    </a:lnTo>
                    <a:lnTo>
                      <a:pt x="1578" y="1578"/>
                    </a:lnTo>
                    <a:lnTo>
                      <a:pt x="1633" y="1510"/>
                    </a:lnTo>
                    <a:lnTo>
                      <a:pt x="1687" y="1442"/>
                    </a:lnTo>
                    <a:lnTo>
                      <a:pt x="1728" y="1360"/>
                    </a:lnTo>
                    <a:lnTo>
                      <a:pt x="1769" y="1279"/>
                    </a:lnTo>
                    <a:lnTo>
                      <a:pt x="1810" y="1197"/>
                    </a:lnTo>
                    <a:lnTo>
                      <a:pt x="1823" y="1102"/>
                    </a:lnTo>
                    <a:lnTo>
                      <a:pt x="1837" y="1020"/>
                    </a:lnTo>
                    <a:lnTo>
                      <a:pt x="1851" y="925"/>
                    </a:lnTo>
                    <a:lnTo>
                      <a:pt x="1837" y="830"/>
                    </a:lnTo>
                    <a:lnTo>
                      <a:pt x="1823" y="735"/>
                    </a:lnTo>
                    <a:lnTo>
                      <a:pt x="1810" y="640"/>
                    </a:lnTo>
                    <a:lnTo>
                      <a:pt x="1769" y="558"/>
                    </a:lnTo>
                    <a:lnTo>
                      <a:pt x="1728" y="476"/>
                    </a:lnTo>
                    <a:lnTo>
                      <a:pt x="1687" y="408"/>
                    </a:lnTo>
                    <a:lnTo>
                      <a:pt x="1633" y="327"/>
                    </a:lnTo>
                    <a:lnTo>
                      <a:pt x="1578" y="259"/>
                    </a:lnTo>
                    <a:lnTo>
                      <a:pt x="1510" y="204"/>
                    </a:lnTo>
                    <a:lnTo>
                      <a:pt x="1442" y="150"/>
                    </a:lnTo>
                    <a:lnTo>
                      <a:pt x="1361" y="109"/>
                    </a:lnTo>
                    <a:lnTo>
                      <a:pt x="1279" y="68"/>
                    </a:lnTo>
                    <a:lnTo>
                      <a:pt x="1198" y="41"/>
                    </a:lnTo>
                    <a:lnTo>
                      <a:pt x="1102" y="14"/>
                    </a:lnTo>
                    <a:lnTo>
                      <a:pt x="102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28"/>
              <p:cNvSpPr/>
              <p:nvPr/>
            </p:nvSpPr>
            <p:spPr>
              <a:xfrm>
                <a:off x="1907787" y="2710523"/>
                <a:ext cx="330105" cy="330105"/>
              </a:xfrm>
              <a:custGeom>
                <a:avLst/>
                <a:gdLst/>
                <a:ahLst/>
                <a:cxnLst/>
                <a:rect l="l" t="t" r="r" b="b"/>
                <a:pathLst>
                  <a:path w="11209" h="11209" extrusionOk="0">
                    <a:moveTo>
                      <a:pt x="5604" y="1"/>
                    </a:moveTo>
                    <a:lnTo>
                      <a:pt x="5319" y="14"/>
                    </a:lnTo>
                    <a:lnTo>
                      <a:pt x="5033" y="28"/>
                    </a:lnTo>
                    <a:lnTo>
                      <a:pt x="4747" y="69"/>
                    </a:lnTo>
                    <a:lnTo>
                      <a:pt x="4475" y="109"/>
                    </a:lnTo>
                    <a:lnTo>
                      <a:pt x="4203" y="177"/>
                    </a:lnTo>
                    <a:lnTo>
                      <a:pt x="3945" y="259"/>
                    </a:lnTo>
                    <a:lnTo>
                      <a:pt x="3686" y="341"/>
                    </a:lnTo>
                    <a:lnTo>
                      <a:pt x="3428" y="436"/>
                    </a:lnTo>
                    <a:lnTo>
                      <a:pt x="3183" y="558"/>
                    </a:lnTo>
                    <a:lnTo>
                      <a:pt x="2938" y="681"/>
                    </a:lnTo>
                    <a:lnTo>
                      <a:pt x="2707" y="817"/>
                    </a:lnTo>
                    <a:lnTo>
                      <a:pt x="2476" y="953"/>
                    </a:lnTo>
                    <a:lnTo>
                      <a:pt x="2258" y="1116"/>
                    </a:lnTo>
                    <a:lnTo>
                      <a:pt x="2040" y="1279"/>
                    </a:lnTo>
                    <a:lnTo>
                      <a:pt x="1836" y="1456"/>
                    </a:lnTo>
                    <a:lnTo>
                      <a:pt x="1646" y="1646"/>
                    </a:lnTo>
                    <a:lnTo>
                      <a:pt x="1456" y="1837"/>
                    </a:lnTo>
                    <a:lnTo>
                      <a:pt x="1279" y="2041"/>
                    </a:lnTo>
                    <a:lnTo>
                      <a:pt x="1115" y="2245"/>
                    </a:lnTo>
                    <a:lnTo>
                      <a:pt x="966" y="2476"/>
                    </a:lnTo>
                    <a:lnTo>
                      <a:pt x="816" y="2694"/>
                    </a:lnTo>
                    <a:lnTo>
                      <a:pt x="680" y="2939"/>
                    </a:lnTo>
                    <a:lnTo>
                      <a:pt x="558" y="3170"/>
                    </a:lnTo>
                    <a:lnTo>
                      <a:pt x="449" y="3428"/>
                    </a:lnTo>
                    <a:lnTo>
                      <a:pt x="340" y="3673"/>
                    </a:lnTo>
                    <a:lnTo>
                      <a:pt x="258" y="3932"/>
                    </a:lnTo>
                    <a:lnTo>
                      <a:pt x="177" y="4204"/>
                    </a:lnTo>
                    <a:lnTo>
                      <a:pt x="122" y="4476"/>
                    </a:lnTo>
                    <a:lnTo>
                      <a:pt x="68" y="4748"/>
                    </a:lnTo>
                    <a:lnTo>
                      <a:pt x="41" y="5033"/>
                    </a:lnTo>
                    <a:lnTo>
                      <a:pt x="14" y="5319"/>
                    </a:lnTo>
                    <a:lnTo>
                      <a:pt x="0" y="5605"/>
                    </a:lnTo>
                    <a:lnTo>
                      <a:pt x="14" y="5890"/>
                    </a:lnTo>
                    <a:lnTo>
                      <a:pt x="41" y="6176"/>
                    </a:lnTo>
                    <a:lnTo>
                      <a:pt x="68" y="6462"/>
                    </a:lnTo>
                    <a:lnTo>
                      <a:pt x="122" y="6734"/>
                    </a:lnTo>
                    <a:lnTo>
                      <a:pt x="177" y="7006"/>
                    </a:lnTo>
                    <a:lnTo>
                      <a:pt x="258" y="7264"/>
                    </a:lnTo>
                    <a:lnTo>
                      <a:pt x="340" y="7523"/>
                    </a:lnTo>
                    <a:lnTo>
                      <a:pt x="449" y="7781"/>
                    </a:lnTo>
                    <a:lnTo>
                      <a:pt x="558" y="8026"/>
                    </a:lnTo>
                    <a:lnTo>
                      <a:pt x="680" y="8271"/>
                    </a:lnTo>
                    <a:lnTo>
                      <a:pt x="816" y="8502"/>
                    </a:lnTo>
                    <a:lnTo>
                      <a:pt x="966" y="8733"/>
                    </a:lnTo>
                    <a:lnTo>
                      <a:pt x="1115" y="8951"/>
                    </a:lnTo>
                    <a:lnTo>
                      <a:pt x="1279" y="9169"/>
                    </a:lnTo>
                    <a:lnTo>
                      <a:pt x="1456" y="9373"/>
                    </a:lnTo>
                    <a:lnTo>
                      <a:pt x="1646" y="9563"/>
                    </a:lnTo>
                    <a:lnTo>
                      <a:pt x="1836" y="9754"/>
                    </a:lnTo>
                    <a:lnTo>
                      <a:pt x="2040" y="9930"/>
                    </a:lnTo>
                    <a:lnTo>
                      <a:pt x="2258" y="10094"/>
                    </a:lnTo>
                    <a:lnTo>
                      <a:pt x="2476" y="10243"/>
                    </a:lnTo>
                    <a:lnTo>
                      <a:pt x="2707" y="10393"/>
                    </a:lnTo>
                    <a:lnTo>
                      <a:pt x="2938" y="10529"/>
                    </a:lnTo>
                    <a:lnTo>
                      <a:pt x="3183" y="10651"/>
                    </a:lnTo>
                    <a:lnTo>
                      <a:pt x="3428" y="10760"/>
                    </a:lnTo>
                    <a:lnTo>
                      <a:pt x="3686" y="10869"/>
                    </a:lnTo>
                    <a:lnTo>
                      <a:pt x="3945" y="10951"/>
                    </a:lnTo>
                    <a:lnTo>
                      <a:pt x="4203" y="11032"/>
                    </a:lnTo>
                    <a:lnTo>
                      <a:pt x="4475" y="11087"/>
                    </a:lnTo>
                    <a:lnTo>
                      <a:pt x="4747" y="11141"/>
                    </a:lnTo>
                    <a:lnTo>
                      <a:pt x="5033" y="11168"/>
                    </a:lnTo>
                    <a:lnTo>
                      <a:pt x="5319" y="11195"/>
                    </a:lnTo>
                    <a:lnTo>
                      <a:pt x="5604" y="11209"/>
                    </a:lnTo>
                    <a:lnTo>
                      <a:pt x="5890" y="11195"/>
                    </a:lnTo>
                    <a:lnTo>
                      <a:pt x="6176" y="11168"/>
                    </a:lnTo>
                    <a:lnTo>
                      <a:pt x="6461" y="11141"/>
                    </a:lnTo>
                    <a:lnTo>
                      <a:pt x="6733" y="11087"/>
                    </a:lnTo>
                    <a:lnTo>
                      <a:pt x="7005" y="11032"/>
                    </a:lnTo>
                    <a:lnTo>
                      <a:pt x="7277" y="10951"/>
                    </a:lnTo>
                    <a:lnTo>
                      <a:pt x="7536" y="10869"/>
                    </a:lnTo>
                    <a:lnTo>
                      <a:pt x="7781" y="10760"/>
                    </a:lnTo>
                    <a:lnTo>
                      <a:pt x="8039" y="10651"/>
                    </a:lnTo>
                    <a:lnTo>
                      <a:pt x="8270" y="10529"/>
                    </a:lnTo>
                    <a:lnTo>
                      <a:pt x="8515" y="10393"/>
                    </a:lnTo>
                    <a:lnTo>
                      <a:pt x="8733" y="10243"/>
                    </a:lnTo>
                    <a:lnTo>
                      <a:pt x="8951" y="10094"/>
                    </a:lnTo>
                    <a:lnTo>
                      <a:pt x="9168" y="9930"/>
                    </a:lnTo>
                    <a:lnTo>
                      <a:pt x="9372" y="9754"/>
                    </a:lnTo>
                    <a:lnTo>
                      <a:pt x="9563" y="9563"/>
                    </a:lnTo>
                    <a:lnTo>
                      <a:pt x="9753" y="9373"/>
                    </a:lnTo>
                    <a:lnTo>
                      <a:pt x="9930" y="9169"/>
                    </a:lnTo>
                    <a:lnTo>
                      <a:pt x="10093" y="8951"/>
                    </a:lnTo>
                    <a:lnTo>
                      <a:pt x="10256" y="8733"/>
                    </a:lnTo>
                    <a:lnTo>
                      <a:pt x="10392" y="8502"/>
                    </a:lnTo>
                    <a:lnTo>
                      <a:pt x="10528" y="8271"/>
                    </a:lnTo>
                    <a:lnTo>
                      <a:pt x="10651" y="8026"/>
                    </a:lnTo>
                    <a:lnTo>
                      <a:pt x="10773" y="7781"/>
                    </a:lnTo>
                    <a:lnTo>
                      <a:pt x="10869" y="7523"/>
                    </a:lnTo>
                    <a:lnTo>
                      <a:pt x="10950" y="7264"/>
                    </a:lnTo>
                    <a:lnTo>
                      <a:pt x="11032" y="7006"/>
                    </a:lnTo>
                    <a:lnTo>
                      <a:pt x="11100" y="6734"/>
                    </a:lnTo>
                    <a:lnTo>
                      <a:pt x="11141" y="6462"/>
                    </a:lnTo>
                    <a:lnTo>
                      <a:pt x="11181" y="6176"/>
                    </a:lnTo>
                    <a:lnTo>
                      <a:pt x="11195" y="5890"/>
                    </a:lnTo>
                    <a:lnTo>
                      <a:pt x="11209" y="5605"/>
                    </a:lnTo>
                    <a:lnTo>
                      <a:pt x="11195" y="5319"/>
                    </a:lnTo>
                    <a:lnTo>
                      <a:pt x="11181" y="5033"/>
                    </a:lnTo>
                    <a:lnTo>
                      <a:pt x="11141" y="4748"/>
                    </a:lnTo>
                    <a:lnTo>
                      <a:pt x="11100" y="4476"/>
                    </a:lnTo>
                    <a:lnTo>
                      <a:pt x="11032" y="4204"/>
                    </a:lnTo>
                    <a:lnTo>
                      <a:pt x="10950" y="3932"/>
                    </a:lnTo>
                    <a:lnTo>
                      <a:pt x="10869" y="3673"/>
                    </a:lnTo>
                    <a:lnTo>
                      <a:pt x="10773" y="3428"/>
                    </a:lnTo>
                    <a:lnTo>
                      <a:pt x="10651" y="3170"/>
                    </a:lnTo>
                    <a:lnTo>
                      <a:pt x="10528" y="2939"/>
                    </a:lnTo>
                    <a:lnTo>
                      <a:pt x="10392" y="2694"/>
                    </a:lnTo>
                    <a:lnTo>
                      <a:pt x="10256" y="2476"/>
                    </a:lnTo>
                    <a:lnTo>
                      <a:pt x="10093" y="2245"/>
                    </a:lnTo>
                    <a:lnTo>
                      <a:pt x="9930" y="2041"/>
                    </a:lnTo>
                    <a:lnTo>
                      <a:pt x="9753" y="1837"/>
                    </a:lnTo>
                    <a:lnTo>
                      <a:pt x="9563" y="1646"/>
                    </a:lnTo>
                    <a:lnTo>
                      <a:pt x="9372" y="1456"/>
                    </a:lnTo>
                    <a:lnTo>
                      <a:pt x="9168" y="1279"/>
                    </a:lnTo>
                    <a:lnTo>
                      <a:pt x="8951" y="1116"/>
                    </a:lnTo>
                    <a:lnTo>
                      <a:pt x="8733" y="953"/>
                    </a:lnTo>
                    <a:lnTo>
                      <a:pt x="8515" y="817"/>
                    </a:lnTo>
                    <a:lnTo>
                      <a:pt x="8270" y="681"/>
                    </a:lnTo>
                    <a:lnTo>
                      <a:pt x="8039" y="558"/>
                    </a:lnTo>
                    <a:lnTo>
                      <a:pt x="7781" y="436"/>
                    </a:lnTo>
                    <a:lnTo>
                      <a:pt x="7536" y="341"/>
                    </a:lnTo>
                    <a:lnTo>
                      <a:pt x="7277" y="259"/>
                    </a:lnTo>
                    <a:lnTo>
                      <a:pt x="7005" y="177"/>
                    </a:lnTo>
                    <a:lnTo>
                      <a:pt x="6733" y="109"/>
                    </a:lnTo>
                    <a:lnTo>
                      <a:pt x="6461" y="69"/>
                    </a:lnTo>
                    <a:lnTo>
                      <a:pt x="6176" y="28"/>
                    </a:lnTo>
                    <a:lnTo>
                      <a:pt x="5890" y="14"/>
                    </a:lnTo>
                    <a:lnTo>
                      <a:pt x="560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28"/>
              <p:cNvSpPr/>
              <p:nvPr/>
            </p:nvSpPr>
            <p:spPr>
              <a:xfrm>
                <a:off x="1974669" y="2779820"/>
                <a:ext cx="189923" cy="190306"/>
              </a:xfrm>
              <a:custGeom>
                <a:avLst/>
                <a:gdLst/>
                <a:ahLst/>
                <a:cxnLst/>
                <a:rect l="l" t="t" r="r" b="b"/>
                <a:pathLst>
                  <a:path w="6449" h="6462" extrusionOk="0">
                    <a:moveTo>
                      <a:pt x="3320" y="2272"/>
                    </a:moveTo>
                    <a:lnTo>
                      <a:pt x="3415" y="2300"/>
                    </a:lnTo>
                    <a:lnTo>
                      <a:pt x="3510" y="2313"/>
                    </a:lnTo>
                    <a:lnTo>
                      <a:pt x="3592" y="2354"/>
                    </a:lnTo>
                    <a:lnTo>
                      <a:pt x="3687" y="2395"/>
                    </a:lnTo>
                    <a:lnTo>
                      <a:pt x="3755" y="2436"/>
                    </a:lnTo>
                    <a:lnTo>
                      <a:pt x="3837" y="2490"/>
                    </a:lnTo>
                    <a:lnTo>
                      <a:pt x="3905" y="2558"/>
                    </a:lnTo>
                    <a:lnTo>
                      <a:pt x="3959" y="2626"/>
                    </a:lnTo>
                    <a:lnTo>
                      <a:pt x="4027" y="2694"/>
                    </a:lnTo>
                    <a:lnTo>
                      <a:pt x="4068" y="2776"/>
                    </a:lnTo>
                    <a:lnTo>
                      <a:pt x="4109" y="2857"/>
                    </a:lnTo>
                    <a:lnTo>
                      <a:pt x="4136" y="2953"/>
                    </a:lnTo>
                    <a:lnTo>
                      <a:pt x="4163" y="3034"/>
                    </a:lnTo>
                    <a:lnTo>
                      <a:pt x="4177" y="3129"/>
                    </a:lnTo>
                    <a:lnTo>
                      <a:pt x="4190" y="3238"/>
                    </a:lnTo>
                    <a:lnTo>
                      <a:pt x="4177" y="3333"/>
                    </a:lnTo>
                    <a:lnTo>
                      <a:pt x="4163" y="3429"/>
                    </a:lnTo>
                    <a:lnTo>
                      <a:pt x="4136" y="3524"/>
                    </a:lnTo>
                    <a:lnTo>
                      <a:pt x="4109" y="3605"/>
                    </a:lnTo>
                    <a:lnTo>
                      <a:pt x="4068" y="3687"/>
                    </a:lnTo>
                    <a:lnTo>
                      <a:pt x="4027" y="3769"/>
                    </a:lnTo>
                    <a:lnTo>
                      <a:pt x="3959" y="3837"/>
                    </a:lnTo>
                    <a:lnTo>
                      <a:pt x="3905" y="3905"/>
                    </a:lnTo>
                    <a:lnTo>
                      <a:pt x="3837" y="3973"/>
                    </a:lnTo>
                    <a:lnTo>
                      <a:pt x="3755" y="4027"/>
                    </a:lnTo>
                    <a:lnTo>
                      <a:pt x="3687" y="4082"/>
                    </a:lnTo>
                    <a:lnTo>
                      <a:pt x="3592" y="4122"/>
                    </a:lnTo>
                    <a:lnTo>
                      <a:pt x="3510" y="4150"/>
                    </a:lnTo>
                    <a:lnTo>
                      <a:pt x="3415" y="4177"/>
                    </a:lnTo>
                    <a:lnTo>
                      <a:pt x="3320" y="4190"/>
                    </a:lnTo>
                    <a:lnTo>
                      <a:pt x="3129" y="4190"/>
                    </a:lnTo>
                    <a:lnTo>
                      <a:pt x="3034" y="4177"/>
                    </a:lnTo>
                    <a:lnTo>
                      <a:pt x="2939" y="4150"/>
                    </a:lnTo>
                    <a:lnTo>
                      <a:pt x="2857" y="4122"/>
                    </a:lnTo>
                    <a:lnTo>
                      <a:pt x="2762" y="4082"/>
                    </a:lnTo>
                    <a:lnTo>
                      <a:pt x="2694" y="4027"/>
                    </a:lnTo>
                    <a:lnTo>
                      <a:pt x="2612" y="3973"/>
                    </a:lnTo>
                    <a:lnTo>
                      <a:pt x="2544" y="3905"/>
                    </a:lnTo>
                    <a:lnTo>
                      <a:pt x="2490" y="3837"/>
                    </a:lnTo>
                    <a:lnTo>
                      <a:pt x="2436" y="3769"/>
                    </a:lnTo>
                    <a:lnTo>
                      <a:pt x="2381" y="3687"/>
                    </a:lnTo>
                    <a:lnTo>
                      <a:pt x="2340" y="3605"/>
                    </a:lnTo>
                    <a:lnTo>
                      <a:pt x="2313" y="3524"/>
                    </a:lnTo>
                    <a:lnTo>
                      <a:pt x="2286" y="3429"/>
                    </a:lnTo>
                    <a:lnTo>
                      <a:pt x="2272" y="3333"/>
                    </a:lnTo>
                    <a:lnTo>
                      <a:pt x="2259" y="3238"/>
                    </a:lnTo>
                    <a:lnTo>
                      <a:pt x="2272" y="3129"/>
                    </a:lnTo>
                    <a:lnTo>
                      <a:pt x="2286" y="3034"/>
                    </a:lnTo>
                    <a:lnTo>
                      <a:pt x="2313" y="2953"/>
                    </a:lnTo>
                    <a:lnTo>
                      <a:pt x="2340" y="2857"/>
                    </a:lnTo>
                    <a:lnTo>
                      <a:pt x="2381" y="2776"/>
                    </a:lnTo>
                    <a:lnTo>
                      <a:pt x="2436" y="2694"/>
                    </a:lnTo>
                    <a:lnTo>
                      <a:pt x="2490" y="2626"/>
                    </a:lnTo>
                    <a:lnTo>
                      <a:pt x="2544" y="2558"/>
                    </a:lnTo>
                    <a:lnTo>
                      <a:pt x="2612" y="2490"/>
                    </a:lnTo>
                    <a:lnTo>
                      <a:pt x="2694" y="2436"/>
                    </a:lnTo>
                    <a:lnTo>
                      <a:pt x="2762" y="2395"/>
                    </a:lnTo>
                    <a:lnTo>
                      <a:pt x="2857" y="2354"/>
                    </a:lnTo>
                    <a:lnTo>
                      <a:pt x="2939" y="2313"/>
                    </a:lnTo>
                    <a:lnTo>
                      <a:pt x="3034" y="2300"/>
                    </a:lnTo>
                    <a:lnTo>
                      <a:pt x="3129" y="2272"/>
                    </a:lnTo>
                    <a:close/>
                    <a:moveTo>
                      <a:pt x="2612" y="1"/>
                    </a:moveTo>
                    <a:lnTo>
                      <a:pt x="2612" y="967"/>
                    </a:lnTo>
                    <a:lnTo>
                      <a:pt x="2436" y="1021"/>
                    </a:lnTo>
                    <a:lnTo>
                      <a:pt x="2245" y="1089"/>
                    </a:lnTo>
                    <a:lnTo>
                      <a:pt x="2082" y="1171"/>
                    </a:lnTo>
                    <a:lnTo>
                      <a:pt x="1919" y="1279"/>
                    </a:lnTo>
                    <a:lnTo>
                      <a:pt x="1225" y="586"/>
                    </a:lnTo>
                    <a:lnTo>
                      <a:pt x="490" y="1320"/>
                    </a:lnTo>
                    <a:lnTo>
                      <a:pt x="1198" y="2041"/>
                    </a:lnTo>
                    <a:lnTo>
                      <a:pt x="1130" y="2177"/>
                    </a:lnTo>
                    <a:lnTo>
                      <a:pt x="1062" y="2313"/>
                    </a:lnTo>
                    <a:lnTo>
                      <a:pt x="994" y="2463"/>
                    </a:lnTo>
                    <a:lnTo>
                      <a:pt x="953" y="2626"/>
                    </a:lnTo>
                    <a:lnTo>
                      <a:pt x="1" y="2626"/>
                    </a:lnTo>
                    <a:lnTo>
                      <a:pt x="1" y="3673"/>
                    </a:lnTo>
                    <a:lnTo>
                      <a:pt x="912" y="3673"/>
                    </a:lnTo>
                    <a:lnTo>
                      <a:pt x="953" y="3837"/>
                    </a:lnTo>
                    <a:lnTo>
                      <a:pt x="1007" y="4000"/>
                    </a:lnTo>
                    <a:lnTo>
                      <a:pt x="1062" y="4163"/>
                    </a:lnTo>
                    <a:lnTo>
                      <a:pt x="1143" y="4313"/>
                    </a:lnTo>
                    <a:lnTo>
                      <a:pt x="382" y="5074"/>
                    </a:lnTo>
                    <a:lnTo>
                      <a:pt x="1116" y="5823"/>
                    </a:lnTo>
                    <a:lnTo>
                      <a:pt x="1823" y="5115"/>
                    </a:lnTo>
                    <a:lnTo>
                      <a:pt x="2000" y="5238"/>
                    </a:lnTo>
                    <a:lnTo>
                      <a:pt x="2191" y="5347"/>
                    </a:lnTo>
                    <a:lnTo>
                      <a:pt x="2395" y="5442"/>
                    </a:lnTo>
                    <a:lnTo>
                      <a:pt x="2612" y="5510"/>
                    </a:lnTo>
                    <a:lnTo>
                      <a:pt x="2612" y="6462"/>
                    </a:lnTo>
                    <a:lnTo>
                      <a:pt x="3660" y="6462"/>
                    </a:lnTo>
                    <a:lnTo>
                      <a:pt x="3660" y="5551"/>
                    </a:lnTo>
                    <a:lnTo>
                      <a:pt x="3864" y="5496"/>
                    </a:lnTo>
                    <a:lnTo>
                      <a:pt x="4054" y="5428"/>
                    </a:lnTo>
                    <a:lnTo>
                      <a:pt x="4245" y="5360"/>
                    </a:lnTo>
                    <a:lnTo>
                      <a:pt x="4422" y="5251"/>
                    </a:lnTo>
                    <a:lnTo>
                      <a:pt x="5047" y="5891"/>
                    </a:lnTo>
                    <a:lnTo>
                      <a:pt x="5795" y="5143"/>
                    </a:lnTo>
                    <a:lnTo>
                      <a:pt x="5183" y="4544"/>
                    </a:lnTo>
                    <a:lnTo>
                      <a:pt x="5306" y="4340"/>
                    </a:lnTo>
                    <a:lnTo>
                      <a:pt x="5401" y="4122"/>
                    </a:lnTo>
                    <a:lnTo>
                      <a:pt x="5483" y="3905"/>
                    </a:lnTo>
                    <a:lnTo>
                      <a:pt x="5537" y="3673"/>
                    </a:lnTo>
                    <a:lnTo>
                      <a:pt x="6448" y="3673"/>
                    </a:lnTo>
                    <a:lnTo>
                      <a:pt x="6448" y="2626"/>
                    </a:lnTo>
                    <a:lnTo>
                      <a:pt x="5496" y="2626"/>
                    </a:lnTo>
                    <a:lnTo>
                      <a:pt x="5455" y="2463"/>
                    </a:lnTo>
                    <a:lnTo>
                      <a:pt x="5387" y="2313"/>
                    </a:lnTo>
                    <a:lnTo>
                      <a:pt x="5333" y="2177"/>
                    </a:lnTo>
                    <a:lnTo>
                      <a:pt x="5251" y="2041"/>
                    </a:lnTo>
                    <a:lnTo>
                      <a:pt x="5959" y="1320"/>
                    </a:lnTo>
                    <a:lnTo>
                      <a:pt x="5224" y="586"/>
                    </a:lnTo>
                    <a:lnTo>
                      <a:pt x="4530" y="1279"/>
                    </a:lnTo>
                    <a:lnTo>
                      <a:pt x="4326" y="1157"/>
                    </a:lnTo>
                    <a:lnTo>
                      <a:pt x="4122" y="1048"/>
                    </a:lnTo>
                    <a:lnTo>
                      <a:pt x="3891" y="980"/>
                    </a:lnTo>
                    <a:lnTo>
                      <a:pt x="3660" y="926"/>
                    </a:lnTo>
                    <a:lnTo>
                      <a:pt x="366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28"/>
              <p:cNvSpPr/>
              <p:nvPr/>
            </p:nvSpPr>
            <p:spPr>
              <a:xfrm>
                <a:off x="638262" y="2931667"/>
                <a:ext cx="297681" cy="297268"/>
              </a:xfrm>
              <a:custGeom>
                <a:avLst/>
                <a:gdLst/>
                <a:ahLst/>
                <a:cxnLst/>
                <a:rect l="l" t="t" r="r" b="b"/>
                <a:pathLst>
                  <a:path w="10108" h="10094" extrusionOk="0">
                    <a:moveTo>
                      <a:pt x="204" y="0"/>
                    </a:moveTo>
                    <a:lnTo>
                      <a:pt x="150" y="14"/>
                    </a:lnTo>
                    <a:lnTo>
                      <a:pt x="109" y="27"/>
                    </a:lnTo>
                    <a:lnTo>
                      <a:pt x="82" y="68"/>
                    </a:lnTo>
                    <a:lnTo>
                      <a:pt x="41" y="95"/>
                    </a:lnTo>
                    <a:lnTo>
                      <a:pt x="28" y="136"/>
                    </a:lnTo>
                    <a:lnTo>
                      <a:pt x="14" y="191"/>
                    </a:lnTo>
                    <a:lnTo>
                      <a:pt x="0" y="231"/>
                    </a:lnTo>
                    <a:lnTo>
                      <a:pt x="14" y="272"/>
                    </a:lnTo>
                    <a:lnTo>
                      <a:pt x="28" y="327"/>
                    </a:lnTo>
                    <a:lnTo>
                      <a:pt x="41" y="367"/>
                    </a:lnTo>
                    <a:lnTo>
                      <a:pt x="82" y="395"/>
                    </a:lnTo>
                    <a:lnTo>
                      <a:pt x="9699" y="10025"/>
                    </a:lnTo>
                    <a:lnTo>
                      <a:pt x="9740" y="10052"/>
                    </a:lnTo>
                    <a:lnTo>
                      <a:pt x="9781" y="10066"/>
                    </a:lnTo>
                    <a:lnTo>
                      <a:pt x="9821" y="10080"/>
                    </a:lnTo>
                    <a:lnTo>
                      <a:pt x="9862" y="10093"/>
                    </a:lnTo>
                    <a:lnTo>
                      <a:pt x="9903" y="10080"/>
                    </a:lnTo>
                    <a:lnTo>
                      <a:pt x="9957" y="10066"/>
                    </a:lnTo>
                    <a:lnTo>
                      <a:pt x="9998" y="10052"/>
                    </a:lnTo>
                    <a:lnTo>
                      <a:pt x="10026" y="10025"/>
                    </a:lnTo>
                    <a:lnTo>
                      <a:pt x="10066" y="9984"/>
                    </a:lnTo>
                    <a:lnTo>
                      <a:pt x="10080" y="9944"/>
                    </a:lnTo>
                    <a:lnTo>
                      <a:pt x="10094" y="9903"/>
                    </a:lnTo>
                    <a:lnTo>
                      <a:pt x="10107" y="9848"/>
                    </a:lnTo>
                    <a:lnTo>
                      <a:pt x="10094" y="9808"/>
                    </a:lnTo>
                    <a:lnTo>
                      <a:pt x="10080" y="9767"/>
                    </a:lnTo>
                    <a:lnTo>
                      <a:pt x="10066" y="9726"/>
                    </a:lnTo>
                    <a:lnTo>
                      <a:pt x="10026" y="9685"/>
                    </a:lnTo>
                    <a:lnTo>
                      <a:pt x="408" y="68"/>
                    </a:lnTo>
                    <a:lnTo>
                      <a:pt x="368" y="27"/>
                    </a:lnTo>
                    <a:lnTo>
                      <a:pt x="327" y="14"/>
                    </a:lnTo>
                    <a:lnTo>
                      <a:pt x="28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28"/>
              <p:cNvSpPr/>
              <p:nvPr/>
            </p:nvSpPr>
            <p:spPr>
              <a:xfrm>
                <a:off x="780066" y="3070673"/>
                <a:ext cx="54924" cy="54512"/>
              </a:xfrm>
              <a:custGeom>
                <a:avLst/>
                <a:gdLst/>
                <a:ahLst/>
                <a:cxnLst/>
                <a:rect l="l" t="t" r="r" b="b"/>
                <a:pathLst>
                  <a:path w="1865" h="1851" extrusionOk="0">
                    <a:moveTo>
                      <a:pt x="844" y="0"/>
                    </a:moveTo>
                    <a:lnTo>
                      <a:pt x="749" y="14"/>
                    </a:lnTo>
                    <a:lnTo>
                      <a:pt x="654" y="41"/>
                    </a:lnTo>
                    <a:lnTo>
                      <a:pt x="572" y="68"/>
                    </a:lnTo>
                    <a:lnTo>
                      <a:pt x="490" y="109"/>
                    </a:lnTo>
                    <a:lnTo>
                      <a:pt x="409" y="150"/>
                    </a:lnTo>
                    <a:lnTo>
                      <a:pt x="341" y="204"/>
                    </a:lnTo>
                    <a:lnTo>
                      <a:pt x="273" y="259"/>
                    </a:lnTo>
                    <a:lnTo>
                      <a:pt x="218" y="327"/>
                    </a:lnTo>
                    <a:lnTo>
                      <a:pt x="164" y="408"/>
                    </a:lnTo>
                    <a:lnTo>
                      <a:pt x="123" y="476"/>
                    </a:lnTo>
                    <a:lnTo>
                      <a:pt x="82" y="558"/>
                    </a:lnTo>
                    <a:lnTo>
                      <a:pt x="55" y="640"/>
                    </a:lnTo>
                    <a:lnTo>
                      <a:pt x="28" y="735"/>
                    </a:lnTo>
                    <a:lnTo>
                      <a:pt x="14" y="830"/>
                    </a:lnTo>
                    <a:lnTo>
                      <a:pt x="1" y="925"/>
                    </a:lnTo>
                    <a:lnTo>
                      <a:pt x="14" y="1020"/>
                    </a:lnTo>
                    <a:lnTo>
                      <a:pt x="28" y="1102"/>
                    </a:lnTo>
                    <a:lnTo>
                      <a:pt x="55" y="1197"/>
                    </a:lnTo>
                    <a:lnTo>
                      <a:pt x="82" y="1279"/>
                    </a:lnTo>
                    <a:lnTo>
                      <a:pt x="123" y="1360"/>
                    </a:lnTo>
                    <a:lnTo>
                      <a:pt x="164" y="1442"/>
                    </a:lnTo>
                    <a:lnTo>
                      <a:pt x="218" y="1510"/>
                    </a:lnTo>
                    <a:lnTo>
                      <a:pt x="273" y="1578"/>
                    </a:lnTo>
                    <a:lnTo>
                      <a:pt x="341" y="1632"/>
                    </a:lnTo>
                    <a:lnTo>
                      <a:pt x="409" y="1687"/>
                    </a:lnTo>
                    <a:lnTo>
                      <a:pt x="490" y="1728"/>
                    </a:lnTo>
                    <a:lnTo>
                      <a:pt x="572" y="1769"/>
                    </a:lnTo>
                    <a:lnTo>
                      <a:pt x="654" y="1809"/>
                    </a:lnTo>
                    <a:lnTo>
                      <a:pt x="749" y="1823"/>
                    </a:lnTo>
                    <a:lnTo>
                      <a:pt x="844" y="1837"/>
                    </a:lnTo>
                    <a:lnTo>
                      <a:pt x="939" y="1850"/>
                    </a:lnTo>
                    <a:lnTo>
                      <a:pt x="1035" y="1837"/>
                    </a:lnTo>
                    <a:lnTo>
                      <a:pt x="1116" y="1823"/>
                    </a:lnTo>
                    <a:lnTo>
                      <a:pt x="1211" y="1809"/>
                    </a:lnTo>
                    <a:lnTo>
                      <a:pt x="1293" y="1769"/>
                    </a:lnTo>
                    <a:lnTo>
                      <a:pt x="1375" y="1728"/>
                    </a:lnTo>
                    <a:lnTo>
                      <a:pt x="1456" y="1687"/>
                    </a:lnTo>
                    <a:lnTo>
                      <a:pt x="1524" y="1632"/>
                    </a:lnTo>
                    <a:lnTo>
                      <a:pt x="1592" y="1578"/>
                    </a:lnTo>
                    <a:lnTo>
                      <a:pt x="1647" y="1510"/>
                    </a:lnTo>
                    <a:lnTo>
                      <a:pt x="1701" y="1442"/>
                    </a:lnTo>
                    <a:lnTo>
                      <a:pt x="1742" y="1360"/>
                    </a:lnTo>
                    <a:lnTo>
                      <a:pt x="1783" y="1279"/>
                    </a:lnTo>
                    <a:lnTo>
                      <a:pt x="1823" y="1197"/>
                    </a:lnTo>
                    <a:lnTo>
                      <a:pt x="1837" y="1102"/>
                    </a:lnTo>
                    <a:lnTo>
                      <a:pt x="1851" y="1020"/>
                    </a:lnTo>
                    <a:lnTo>
                      <a:pt x="1864" y="925"/>
                    </a:lnTo>
                    <a:lnTo>
                      <a:pt x="1851" y="830"/>
                    </a:lnTo>
                    <a:lnTo>
                      <a:pt x="1837" y="735"/>
                    </a:lnTo>
                    <a:lnTo>
                      <a:pt x="1823" y="640"/>
                    </a:lnTo>
                    <a:lnTo>
                      <a:pt x="1783" y="558"/>
                    </a:lnTo>
                    <a:lnTo>
                      <a:pt x="1742" y="476"/>
                    </a:lnTo>
                    <a:lnTo>
                      <a:pt x="1701" y="408"/>
                    </a:lnTo>
                    <a:lnTo>
                      <a:pt x="1647" y="327"/>
                    </a:lnTo>
                    <a:lnTo>
                      <a:pt x="1592" y="259"/>
                    </a:lnTo>
                    <a:lnTo>
                      <a:pt x="1524" y="204"/>
                    </a:lnTo>
                    <a:lnTo>
                      <a:pt x="1456" y="150"/>
                    </a:lnTo>
                    <a:lnTo>
                      <a:pt x="1375" y="109"/>
                    </a:lnTo>
                    <a:lnTo>
                      <a:pt x="1293" y="68"/>
                    </a:lnTo>
                    <a:lnTo>
                      <a:pt x="1211" y="41"/>
                    </a:lnTo>
                    <a:lnTo>
                      <a:pt x="1116" y="14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28"/>
              <p:cNvSpPr/>
              <p:nvPr/>
            </p:nvSpPr>
            <p:spPr>
              <a:xfrm>
                <a:off x="457200" y="2719329"/>
                <a:ext cx="330105" cy="329722"/>
              </a:xfrm>
              <a:custGeom>
                <a:avLst/>
                <a:gdLst/>
                <a:ahLst/>
                <a:cxnLst/>
                <a:rect l="l" t="t" r="r" b="b"/>
                <a:pathLst>
                  <a:path w="11209" h="11196" extrusionOk="0">
                    <a:moveTo>
                      <a:pt x="5319" y="1"/>
                    </a:moveTo>
                    <a:lnTo>
                      <a:pt x="5033" y="28"/>
                    </a:lnTo>
                    <a:lnTo>
                      <a:pt x="4747" y="55"/>
                    </a:lnTo>
                    <a:lnTo>
                      <a:pt x="4475" y="110"/>
                    </a:lnTo>
                    <a:lnTo>
                      <a:pt x="4203" y="178"/>
                    </a:lnTo>
                    <a:lnTo>
                      <a:pt x="3931" y="246"/>
                    </a:lnTo>
                    <a:lnTo>
                      <a:pt x="3673" y="341"/>
                    </a:lnTo>
                    <a:lnTo>
                      <a:pt x="3428" y="436"/>
                    </a:lnTo>
                    <a:lnTo>
                      <a:pt x="3169" y="545"/>
                    </a:lnTo>
                    <a:lnTo>
                      <a:pt x="2938" y="667"/>
                    </a:lnTo>
                    <a:lnTo>
                      <a:pt x="2693" y="803"/>
                    </a:lnTo>
                    <a:lnTo>
                      <a:pt x="2476" y="953"/>
                    </a:lnTo>
                    <a:lnTo>
                      <a:pt x="2244" y="1103"/>
                    </a:lnTo>
                    <a:lnTo>
                      <a:pt x="2040" y="1279"/>
                    </a:lnTo>
                    <a:lnTo>
                      <a:pt x="1836" y="1456"/>
                    </a:lnTo>
                    <a:lnTo>
                      <a:pt x="1646" y="1633"/>
                    </a:lnTo>
                    <a:lnTo>
                      <a:pt x="1455" y="1837"/>
                    </a:lnTo>
                    <a:lnTo>
                      <a:pt x="1279" y="2041"/>
                    </a:lnTo>
                    <a:lnTo>
                      <a:pt x="1115" y="2245"/>
                    </a:lnTo>
                    <a:lnTo>
                      <a:pt x="952" y="2463"/>
                    </a:lnTo>
                    <a:lnTo>
                      <a:pt x="816" y="2694"/>
                    </a:lnTo>
                    <a:lnTo>
                      <a:pt x="680" y="2925"/>
                    </a:lnTo>
                    <a:lnTo>
                      <a:pt x="558" y="3170"/>
                    </a:lnTo>
                    <a:lnTo>
                      <a:pt x="435" y="3415"/>
                    </a:lnTo>
                    <a:lnTo>
                      <a:pt x="340" y="3673"/>
                    </a:lnTo>
                    <a:lnTo>
                      <a:pt x="258" y="3932"/>
                    </a:lnTo>
                    <a:lnTo>
                      <a:pt x="177" y="4204"/>
                    </a:lnTo>
                    <a:lnTo>
                      <a:pt x="109" y="4462"/>
                    </a:lnTo>
                    <a:lnTo>
                      <a:pt x="68" y="4748"/>
                    </a:lnTo>
                    <a:lnTo>
                      <a:pt x="27" y="5020"/>
                    </a:lnTo>
                    <a:lnTo>
                      <a:pt x="14" y="5306"/>
                    </a:lnTo>
                    <a:lnTo>
                      <a:pt x="0" y="5591"/>
                    </a:lnTo>
                    <a:lnTo>
                      <a:pt x="14" y="5891"/>
                    </a:lnTo>
                    <a:lnTo>
                      <a:pt x="27" y="6176"/>
                    </a:lnTo>
                    <a:lnTo>
                      <a:pt x="68" y="6448"/>
                    </a:lnTo>
                    <a:lnTo>
                      <a:pt x="109" y="6720"/>
                    </a:lnTo>
                    <a:lnTo>
                      <a:pt x="177" y="6992"/>
                    </a:lnTo>
                    <a:lnTo>
                      <a:pt x="258" y="7265"/>
                    </a:lnTo>
                    <a:lnTo>
                      <a:pt x="340" y="7523"/>
                    </a:lnTo>
                    <a:lnTo>
                      <a:pt x="435" y="7781"/>
                    </a:lnTo>
                    <a:lnTo>
                      <a:pt x="558" y="8026"/>
                    </a:lnTo>
                    <a:lnTo>
                      <a:pt x="680" y="8271"/>
                    </a:lnTo>
                    <a:lnTo>
                      <a:pt x="816" y="8502"/>
                    </a:lnTo>
                    <a:lnTo>
                      <a:pt x="952" y="8734"/>
                    </a:lnTo>
                    <a:lnTo>
                      <a:pt x="1115" y="8951"/>
                    </a:lnTo>
                    <a:lnTo>
                      <a:pt x="1279" y="9155"/>
                    </a:lnTo>
                    <a:lnTo>
                      <a:pt x="1455" y="9359"/>
                    </a:lnTo>
                    <a:lnTo>
                      <a:pt x="1646" y="9563"/>
                    </a:lnTo>
                    <a:lnTo>
                      <a:pt x="1836" y="9740"/>
                    </a:lnTo>
                    <a:lnTo>
                      <a:pt x="2040" y="9917"/>
                    </a:lnTo>
                    <a:lnTo>
                      <a:pt x="2244" y="10080"/>
                    </a:lnTo>
                    <a:lnTo>
                      <a:pt x="2476" y="10243"/>
                    </a:lnTo>
                    <a:lnTo>
                      <a:pt x="2693" y="10393"/>
                    </a:lnTo>
                    <a:lnTo>
                      <a:pt x="2938" y="10516"/>
                    </a:lnTo>
                    <a:lnTo>
                      <a:pt x="3169" y="10652"/>
                    </a:lnTo>
                    <a:lnTo>
                      <a:pt x="3428" y="10760"/>
                    </a:lnTo>
                    <a:lnTo>
                      <a:pt x="3673" y="10856"/>
                    </a:lnTo>
                    <a:lnTo>
                      <a:pt x="3931" y="10951"/>
                    </a:lnTo>
                    <a:lnTo>
                      <a:pt x="4203" y="11019"/>
                    </a:lnTo>
                    <a:lnTo>
                      <a:pt x="4475" y="11087"/>
                    </a:lnTo>
                    <a:lnTo>
                      <a:pt x="4747" y="11128"/>
                    </a:lnTo>
                    <a:lnTo>
                      <a:pt x="5033" y="11168"/>
                    </a:lnTo>
                    <a:lnTo>
                      <a:pt x="5319" y="11196"/>
                    </a:lnTo>
                    <a:lnTo>
                      <a:pt x="5890" y="11196"/>
                    </a:lnTo>
                    <a:lnTo>
                      <a:pt x="6176" y="11168"/>
                    </a:lnTo>
                    <a:lnTo>
                      <a:pt x="6448" y="11128"/>
                    </a:lnTo>
                    <a:lnTo>
                      <a:pt x="6733" y="11087"/>
                    </a:lnTo>
                    <a:lnTo>
                      <a:pt x="7005" y="11019"/>
                    </a:lnTo>
                    <a:lnTo>
                      <a:pt x="7264" y="10951"/>
                    </a:lnTo>
                    <a:lnTo>
                      <a:pt x="7522" y="10856"/>
                    </a:lnTo>
                    <a:lnTo>
                      <a:pt x="7781" y="10760"/>
                    </a:lnTo>
                    <a:lnTo>
                      <a:pt x="8026" y="10652"/>
                    </a:lnTo>
                    <a:lnTo>
                      <a:pt x="8270" y="10516"/>
                    </a:lnTo>
                    <a:lnTo>
                      <a:pt x="8502" y="10393"/>
                    </a:lnTo>
                    <a:lnTo>
                      <a:pt x="8733" y="10243"/>
                    </a:lnTo>
                    <a:lnTo>
                      <a:pt x="8951" y="10080"/>
                    </a:lnTo>
                    <a:lnTo>
                      <a:pt x="9168" y="9917"/>
                    </a:lnTo>
                    <a:lnTo>
                      <a:pt x="9372" y="9740"/>
                    </a:lnTo>
                    <a:lnTo>
                      <a:pt x="9563" y="9563"/>
                    </a:lnTo>
                    <a:lnTo>
                      <a:pt x="9753" y="9359"/>
                    </a:lnTo>
                    <a:lnTo>
                      <a:pt x="9916" y="9155"/>
                    </a:lnTo>
                    <a:lnTo>
                      <a:pt x="10093" y="8951"/>
                    </a:lnTo>
                    <a:lnTo>
                      <a:pt x="10243" y="8734"/>
                    </a:lnTo>
                    <a:lnTo>
                      <a:pt x="10392" y="8502"/>
                    </a:lnTo>
                    <a:lnTo>
                      <a:pt x="10528" y="8271"/>
                    </a:lnTo>
                    <a:lnTo>
                      <a:pt x="10651" y="8026"/>
                    </a:lnTo>
                    <a:lnTo>
                      <a:pt x="10760" y="7781"/>
                    </a:lnTo>
                    <a:lnTo>
                      <a:pt x="10868" y="7523"/>
                    </a:lnTo>
                    <a:lnTo>
                      <a:pt x="10950" y="7265"/>
                    </a:lnTo>
                    <a:lnTo>
                      <a:pt x="11032" y="6992"/>
                    </a:lnTo>
                    <a:lnTo>
                      <a:pt x="11086" y="6720"/>
                    </a:lnTo>
                    <a:lnTo>
                      <a:pt x="11141" y="6448"/>
                    </a:lnTo>
                    <a:lnTo>
                      <a:pt x="11168" y="6176"/>
                    </a:lnTo>
                    <a:lnTo>
                      <a:pt x="11195" y="5891"/>
                    </a:lnTo>
                    <a:lnTo>
                      <a:pt x="11209" y="5591"/>
                    </a:lnTo>
                    <a:lnTo>
                      <a:pt x="11195" y="5306"/>
                    </a:lnTo>
                    <a:lnTo>
                      <a:pt x="11168" y="5020"/>
                    </a:lnTo>
                    <a:lnTo>
                      <a:pt x="11141" y="4748"/>
                    </a:lnTo>
                    <a:lnTo>
                      <a:pt x="11086" y="4462"/>
                    </a:lnTo>
                    <a:lnTo>
                      <a:pt x="11032" y="4204"/>
                    </a:lnTo>
                    <a:lnTo>
                      <a:pt x="10950" y="3932"/>
                    </a:lnTo>
                    <a:lnTo>
                      <a:pt x="10868" y="3673"/>
                    </a:lnTo>
                    <a:lnTo>
                      <a:pt x="10760" y="3415"/>
                    </a:lnTo>
                    <a:lnTo>
                      <a:pt x="10651" y="3170"/>
                    </a:lnTo>
                    <a:lnTo>
                      <a:pt x="10528" y="2925"/>
                    </a:lnTo>
                    <a:lnTo>
                      <a:pt x="10392" y="2694"/>
                    </a:lnTo>
                    <a:lnTo>
                      <a:pt x="10243" y="2463"/>
                    </a:lnTo>
                    <a:lnTo>
                      <a:pt x="10093" y="2245"/>
                    </a:lnTo>
                    <a:lnTo>
                      <a:pt x="9916" y="2041"/>
                    </a:lnTo>
                    <a:lnTo>
                      <a:pt x="9753" y="1837"/>
                    </a:lnTo>
                    <a:lnTo>
                      <a:pt x="9563" y="1633"/>
                    </a:lnTo>
                    <a:lnTo>
                      <a:pt x="9372" y="1456"/>
                    </a:lnTo>
                    <a:lnTo>
                      <a:pt x="9168" y="1279"/>
                    </a:lnTo>
                    <a:lnTo>
                      <a:pt x="8951" y="1103"/>
                    </a:lnTo>
                    <a:lnTo>
                      <a:pt x="8733" y="953"/>
                    </a:lnTo>
                    <a:lnTo>
                      <a:pt x="8502" y="803"/>
                    </a:lnTo>
                    <a:lnTo>
                      <a:pt x="8270" y="667"/>
                    </a:lnTo>
                    <a:lnTo>
                      <a:pt x="8026" y="545"/>
                    </a:lnTo>
                    <a:lnTo>
                      <a:pt x="7781" y="436"/>
                    </a:lnTo>
                    <a:lnTo>
                      <a:pt x="7522" y="341"/>
                    </a:lnTo>
                    <a:lnTo>
                      <a:pt x="7264" y="246"/>
                    </a:lnTo>
                    <a:lnTo>
                      <a:pt x="7005" y="178"/>
                    </a:lnTo>
                    <a:lnTo>
                      <a:pt x="6733" y="110"/>
                    </a:lnTo>
                    <a:lnTo>
                      <a:pt x="6448" y="55"/>
                    </a:lnTo>
                    <a:lnTo>
                      <a:pt x="6176" y="28"/>
                    </a:lnTo>
                    <a:lnTo>
                      <a:pt x="589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28"/>
              <p:cNvSpPr/>
              <p:nvPr/>
            </p:nvSpPr>
            <p:spPr>
              <a:xfrm>
                <a:off x="558952" y="2780233"/>
                <a:ext cx="121010" cy="207946"/>
              </a:xfrm>
              <a:custGeom>
                <a:avLst/>
                <a:gdLst/>
                <a:ahLst/>
                <a:cxnLst/>
                <a:rect l="l" t="t" r="r" b="b"/>
                <a:pathLst>
                  <a:path w="4109" h="7061" extrusionOk="0">
                    <a:moveTo>
                      <a:pt x="3305" y="327"/>
                    </a:moveTo>
                    <a:lnTo>
                      <a:pt x="3401" y="354"/>
                    </a:lnTo>
                    <a:lnTo>
                      <a:pt x="3496" y="408"/>
                    </a:lnTo>
                    <a:lnTo>
                      <a:pt x="3578" y="504"/>
                    </a:lnTo>
                    <a:lnTo>
                      <a:pt x="3646" y="612"/>
                    </a:lnTo>
                    <a:lnTo>
                      <a:pt x="3700" y="762"/>
                    </a:lnTo>
                    <a:lnTo>
                      <a:pt x="3741" y="925"/>
                    </a:lnTo>
                    <a:lnTo>
                      <a:pt x="3768" y="1116"/>
                    </a:lnTo>
                    <a:lnTo>
                      <a:pt x="3782" y="1333"/>
                    </a:lnTo>
                    <a:lnTo>
                      <a:pt x="3782" y="1565"/>
                    </a:lnTo>
                    <a:lnTo>
                      <a:pt x="3754" y="1809"/>
                    </a:lnTo>
                    <a:lnTo>
                      <a:pt x="3727" y="2082"/>
                    </a:lnTo>
                    <a:lnTo>
                      <a:pt x="3673" y="2367"/>
                    </a:lnTo>
                    <a:lnTo>
                      <a:pt x="3605" y="2666"/>
                    </a:lnTo>
                    <a:lnTo>
                      <a:pt x="3523" y="2993"/>
                    </a:lnTo>
                    <a:lnTo>
                      <a:pt x="3414" y="3319"/>
                    </a:lnTo>
                    <a:lnTo>
                      <a:pt x="3292" y="3659"/>
                    </a:lnTo>
                    <a:lnTo>
                      <a:pt x="3156" y="4000"/>
                    </a:lnTo>
                    <a:lnTo>
                      <a:pt x="3006" y="4340"/>
                    </a:lnTo>
                    <a:lnTo>
                      <a:pt x="2843" y="4666"/>
                    </a:lnTo>
                    <a:lnTo>
                      <a:pt x="2680" y="4965"/>
                    </a:lnTo>
                    <a:lnTo>
                      <a:pt x="2517" y="5237"/>
                    </a:lnTo>
                    <a:lnTo>
                      <a:pt x="2340" y="5496"/>
                    </a:lnTo>
                    <a:lnTo>
                      <a:pt x="2163" y="5741"/>
                    </a:lnTo>
                    <a:lnTo>
                      <a:pt x="2000" y="5945"/>
                    </a:lnTo>
                    <a:lnTo>
                      <a:pt x="1823" y="6135"/>
                    </a:lnTo>
                    <a:lnTo>
                      <a:pt x="1660" y="6298"/>
                    </a:lnTo>
                    <a:lnTo>
                      <a:pt x="1496" y="6434"/>
                    </a:lnTo>
                    <a:lnTo>
                      <a:pt x="1347" y="6543"/>
                    </a:lnTo>
                    <a:lnTo>
                      <a:pt x="1197" y="6638"/>
                    </a:lnTo>
                    <a:lnTo>
                      <a:pt x="1047" y="6693"/>
                    </a:lnTo>
                    <a:lnTo>
                      <a:pt x="925" y="6720"/>
                    </a:lnTo>
                    <a:lnTo>
                      <a:pt x="803" y="6734"/>
                    </a:lnTo>
                    <a:lnTo>
                      <a:pt x="707" y="6706"/>
                    </a:lnTo>
                    <a:lnTo>
                      <a:pt x="612" y="6638"/>
                    </a:lnTo>
                    <a:lnTo>
                      <a:pt x="531" y="6557"/>
                    </a:lnTo>
                    <a:lnTo>
                      <a:pt x="463" y="6448"/>
                    </a:lnTo>
                    <a:lnTo>
                      <a:pt x="408" y="6298"/>
                    </a:lnTo>
                    <a:lnTo>
                      <a:pt x="367" y="6135"/>
                    </a:lnTo>
                    <a:lnTo>
                      <a:pt x="340" y="5945"/>
                    </a:lnTo>
                    <a:lnTo>
                      <a:pt x="327" y="5727"/>
                    </a:lnTo>
                    <a:lnTo>
                      <a:pt x="327" y="5496"/>
                    </a:lnTo>
                    <a:lnTo>
                      <a:pt x="354" y="5237"/>
                    </a:lnTo>
                    <a:lnTo>
                      <a:pt x="381" y="4979"/>
                    </a:lnTo>
                    <a:lnTo>
                      <a:pt x="435" y="4680"/>
                    </a:lnTo>
                    <a:lnTo>
                      <a:pt x="503" y="4380"/>
                    </a:lnTo>
                    <a:lnTo>
                      <a:pt x="585" y="4068"/>
                    </a:lnTo>
                    <a:lnTo>
                      <a:pt x="694" y="3741"/>
                    </a:lnTo>
                    <a:lnTo>
                      <a:pt x="816" y="3401"/>
                    </a:lnTo>
                    <a:lnTo>
                      <a:pt x="952" y="3061"/>
                    </a:lnTo>
                    <a:lnTo>
                      <a:pt x="1102" y="2721"/>
                    </a:lnTo>
                    <a:lnTo>
                      <a:pt x="1265" y="2394"/>
                    </a:lnTo>
                    <a:lnTo>
                      <a:pt x="1428" y="2095"/>
                    </a:lnTo>
                    <a:lnTo>
                      <a:pt x="1592" y="1809"/>
                    </a:lnTo>
                    <a:lnTo>
                      <a:pt x="1768" y="1565"/>
                    </a:lnTo>
                    <a:lnTo>
                      <a:pt x="1945" y="1320"/>
                    </a:lnTo>
                    <a:lnTo>
                      <a:pt x="2108" y="1116"/>
                    </a:lnTo>
                    <a:lnTo>
                      <a:pt x="2285" y="925"/>
                    </a:lnTo>
                    <a:lnTo>
                      <a:pt x="2449" y="762"/>
                    </a:lnTo>
                    <a:lnTo>
                      <a:pt x="2612" y="626"/>
                    </a:lnTo>
                    <a:lnTo>
                      <a:pt x="2761" y="504"/>
                    </a:lnTo>
                    <a:lnTo>
                      <a:pt x="2911" y="422"/>
                    </a:lnTo>
                    <a:lnTo>
                      <a:pt x="3061" y="368"/>
                    </a:lnTo>
                    <a:lnTo>
                      <a:pt x="3183" y="327"/>
                    </a:lnTo>
                    <a:close/>
                    <a:moveTo>
                      <a:pt x="3129" y="0"/>
                    </a:moveTo>
                    <a:lnTo>
                      <a:pt x="3033" y="28"/>
                    </a:lnTo>
                    <a:lnTo>
                      <a:pt x="2843" y="82"/>
                    </a:lnTo>
                    <a:lnTo>
                      <a:pt x="2653" y="177"/>
                    </a:lnTo>
                    <a:lnTo>
                      <a:pt x="2462" y="313"/>
                    </a:lnTo>
                    <a:lnTo>
                      <a:pt x="2258" y="476"/>
                    </a:lnTo>
                    <a:lnTo>
                      <a:pt x="2040" y="680"/>
                    </a:lnTo>
                    <a:lnTo>
                      <a:pt x="1850" y="898"/>
                    </a:lnTo>
                    <a:lnTo>
                      <a:pt x="1660" y="1129"/>
                    </a:lnTo>
                    <a:lnTo>
                      <a:pt x="1483" y="1388"/>
                    </a:lnTo>
                    <a:lnTo>
                      <a:pt x="1292" y="1673"/>
                    </a:lnTo>
                    <a:lnTo>
                      <a:pt x="1115" y="1959"/>
                    </a:lnTo>
                    <a:lnTo>
                      <a:pt x="952" y="2272"/>
                    </a:lnTo>
                    <a:lnTo>
                      <a:pt x="789" y="2598"/>
                    </a:lnTo>
                    <a:lnTo>
                      <a:pt x="639" y="2925"/>
                    </a:lnTo>
                    <a:lnTo>
                      <a:pt x="503" y="3265"/>
                    </a:lnTo>
                    <a:lnTo>
                      <a:pt x="381" y="3605"/>
                    </a:lnTo>
                    <a:lnTo>
                      <a:pt x="272" y="3945"/>
                    </a:lnTo>
                    <a:lnTo>
                      <a:pt x="190" y="4272"/>
                    </a:lnTo>
                    <a:lnTo>
                      <a:pt x="109" y="4598"/>
                    </a:lnTo>
                    <a:lnTo>
                      <a:pt x="54" y="4911"/>
                    </a:lnTo>
                    <a:lnTo>
                      <a:pt x="14" y="5210"/>
                    </a:lnTo>
                    <a:lnTo>
                      <a:pt x="0" y="5496"/>
                    </a:lnTo>
                    <a:lnTo>
                      <a:pt x="0" y="5781"/>
                    </a:lnTo>
                    <a:lnTo>
                      <a:pt x="14" y="6040"/>
                    </a:lnTo>
                    <a:lnTo>
                      <a:pt x="54" y="6285"/>
                    </a:lnTo>
                    <a:lnTo>
                      <a:pt x="122" y="6489"/>
                    </a:lnTo>
                    <a:lnTo>
                      <a:pt x="204" y="6666"/>
                    </a:lnTo>
                    <a:lnTo>
                      <a:pt x="245" y="6747"/>
                    </a:lnTo>
                    <a:lnTo>
                      <a:pt x="299" y="6815"/>
                    </a:lnTo>
                    <a:lnTo>
                      <a:pt x="367" y="6870"/>
                    </a:lnTo>
                    <a:lnTo>
                      <a:pt x="422" y="6924"/>
                    </a:lnTo>
                    <a:lnTo>
                      <a:pt x="490" y="6965"/>
                    </a:lnTo>
                    <a:lnTo>
                      <a:pt x="571" y="7006"/>
                    </a:lnTo>
                    <a:lnTo>
                      <a:pt x="653" y="7033"/>
                    </a:lnTo>
                    <a:lnTo>
                      <a:pt x="721" y="7060"/>
                    </a:lnTo>
                    <a:lnTo>
                      <a:pt x="979" y="7060"/>
                    </a:lnTo>
                    <a:lnTo>
                      <a:pt x="1075" y="7033"/>
                    </a:lnTo>
                    <a:lnTo>
                      <a:pt x="1252" y="6978"/>
                    </a:lnTo>
                    <a:lnTo>
                      <a:pt x="1456" y="6870"/>
                    </a:lnTo>
                    <a:lnTo>
                      <a:pt x="1646" y="6747"/>
                    </a:lnTo>
                    <a:lnTo>
                      <a:pt x="1850" y="6570"/>
                    </a:lnTo>
                    <a:lnTo>
                      <a:pt x="2054" y="6380"/>
                    </a:lnTo>
                    <a:lnTo>
                      <a:pt x="2258" y="6162"/>
                    </a:lnTo>
                    <a:lnTo>
                      <a:pt x="2449" y="5917"/>
                    </a:lnTo>
                    <a:lnTo>
                      <a:pt x="2625" y="5673"/>
                    </a:lnTo>
                    <a:lnTo>
                      <a:pt x="2816" y="5387"/>
                    </a:lnTo>
                    <a:lnTo>
                      <a:pt x="2993" y="5101"/>
                    </a:lnTo>
                    <a:lnTo>
                      <a:pt x="3156" y="4788"/>
                    </a:lnTo>
                    <a:lnTo>
                      <a:pt x="3319" y="4462"/>
                    </a:lnTo>
                    <a:lnTo>
                      <a:pt x="3469" y="4136"/>
                    </a:lnTo>
                    <a:lnTo>
                      <a:pt x="3605" y="3795"/>
                    </a:lnTo>
                    <a:lnTo>
                      <a:pt x="3727" y="3455"/>
                    </a:lnTo>
                    <a:lnTo>
                      <a:pt x="3836" y="3115"/>
                    </a:lnTo>
                    <a:lnTo>
                      <a:pt x="3918" y="2789"/>
                    </a:lnTo>
                    <a:lnTo>
                      <a:pt x="3999" y="2462"/>
                    </a:lnTo>
                    <a:lnTo>
                      <a:pt x="4054" y="2150"/>
                    </a:lnTo>
                    <a:lnTo>
                      <a:pt x="4094" y="1850"/>
                    </a:lnTo>
                    <a:lnTo>
                      <a:pt x="4108" y="1565"/>
                    </a:lnTo>
                    <a:lnTo>
                      <a:pt x="4108" y="1279"/>
                    </a:lnTo>
                    <a:lnTo>
                      <a:pt x="4094" y="1007"/>
                    </a:lnTo>
                    <a:lnTo>
                      <a:pt x="4054" y="776"/>
                    </a:lnTo>
                    <a:lnTo>
                      <a:pt x="3986" y="572"/>
                    </a:lnTo>
                    <a:lnTo>
                      <a:pt x="3904" y="395"/>
                    </a:lnTo>
                    <a:lnTo>
                      <a:pt x="3863" y="313"/>
                    </a:lnTo>
                    <a:lnTo>
                      <a:pt x="3809" y="245"/>
                    </a:lnTo>
                    <a:lnTo>
                      <a:pt x="3741" y="191"/>
                    </a:lnTo>
                    <a:lnTo>
                      <a:pt x="3686" y="136"/>
                    </a:lnTo>
                    <a:lnTo>
                      <a:pt x="3605" y="82"/>
                    </a:lnTo>
                    <a:lnTo>
                      <a:pt x="3537" y="55"/>
                    </a:lnTo>
                    <a:lnTo>
                      <a:pt x="3455" y="28"/>
                    </a:lnTo>
                    <a:lnTo>
                      <a:pt x="338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28"/>
              <p:cNvSpPr/>
              <p:nvPr/>
            </p:nvSpPr>
            <p:spPr>
              <a:xfrm>
                <a:off x="538513" y="2794663"/>
                <a:ext cx="161857" cy="179085"/>
              </a:xfrm>
              <a:custGeom>
                <a:avLst/>
                <a:gdLst/>
                <a:ahLst/>
                <a:cxnLst/>
                <a:rect l="l" t="t" r="r" b="b"/>
                <a:pathLst>
                  <a:path w="5496" h="6081" extrusionOk="0">
                    <a:moveTo>
                      <a:pt x="871" y="327"/>
                    </a:moveTo>
                    <a:lnTo>
                      <a:pt x="993" y="340"/>
                    </a:lnTo>
                    <a:lnTo>
                      <a:pt x="1129" y="381"/>
                    </a:lnTo>
                    <a:lnTo>
                      <a:pt x="1279" y="422"/>
                    </a:lnTo>
                    <a:lnTo>
                      <a:pt x="1442" y="476"/>
                    </a:lnTo>
                    <a:lnTo>
                      <a:pt x="1728" y="626"/>
                    </a:lnTo>
                    <a:lnTo>
                      <a:pt x="1959" y="762"/>
                    </a:lnTo>
                    <a:lnTo>
                      <a:pt x="2204" y="911"/>
                    </a:lnTo>
                    <a:lnTo>
                      <a:pt x="2449" y="1102"/>
                    </a:lnTo>
                    <a:lnTo>
                      <a:pt x="2694" y="1292"/>
                    </a:lnTo>
                    <a:lnTo>
                      <a:pt x="2938" y="1510"/>
                    </a:lnTo>
                    <a:lnTo>
                      <a:pt x="3183" y="1741"/>
                    </a:lnTo>
                    <a:lnTo>
                      <a:pt x="3415" y="1986"/>
                    </a:lnTo>
                    <a:lnTo>
                      <a:pt x="3659" y="2258"/>
                    </a:lnTo>
                    <a:lnTo>
                      <a:pt x="3891" y="2544"/>
                    </a:lnTo>
                    <a:lnTo>
                      <a:pt x="4108" y="2829"/>
                    </a:lnTo>
                    <a:lnTo>
                      <a:pt x="4312" y="3101"/>
                    </a:lnTo>
                    <a:lnTo>
                      <a:pt x="4489" y="3373"/>
                    </a:lnTo>
                    <a:lnTo>
                      <a:pt x="4639" y="3646"/>
                    </a:lnTo>
                    <a:lnTo>
                      <a:pt x="4775" y="3904"/>
                    </a:lnTo>
                    <a:lnTo>
                      <a:pt x="4897" y="4149"/>
                    </a:lnTo>
                    <a:lnTo>
                      <a:pt x="4992" y="4380"/>
                    </a:lnTo>
                    <a:lnTo>
                      <a:pt x="5061" y="4611"/>
                    </a:lnTo>
                    <a:lnTo>
                      <a:pt x="5115" y="4815"/>
                    </a:lnTo>
                    <a:lnTo>
                      <a:pt x="5156" y="5006"/>
                    </a:lnTo>
                    <a:lnTo>
                      <a:pt x="5169" y="5169"/>
                    </a:lnTo>
                    <a:lnTo>
                      <a:pt x="5156" y="5319"/>
                    </a:lnTo>
                    <a:lnTo>
                      <a:pt x="5129" y="5455"/>
                    </a:lnTo>
                    <a:lnTo>
                      <a:pt x="5074" y="5563"/>
                    </a:lnTo>
                    <a:lnTo>
                      <a:pt x="5006" y="5645"/>
                    </a:lnTo>
                    <a:lnTo>
                      <a:pt x="4911" y="5700"/>
                    </a:lnTo>
                    <a:lnTo>
                      <a:pt x="4802" y="5740"/>
                    </a:lnTo>
                    <a:lnTo>
                      <a:pt x="4666" y="5754"/>
                    </a:lnTo>
                    <a:lnTo>
                      <a:pt x="4516" y="5740"/>
                    </a:lnTo>
                    <a:lnTo>
                      <a:pt x="4353" y="5700"/>
                    </a:lnTo>
                    <a:lnTo>
                      <a:pt x="4176" y="5645"/>
                    </a:lnTo>
                    <a:lnTo>
                      <a:pt x="3972" y="5563"/>
                    </a:lnTo>
                    <a:lnTo>
                      <a:pt x="3768" y="5455"/>
                    </a:lnTo>
                    <a:lnTo>
                      <a:pt x="3537" y="5319"/>
                    </a:lnTo>
                    <a:lnTo>
                      <a:pt x="3292" y="5155"/>
                    </a:lnTo>
                    <a:lnTo>
                      <a:pt x="3047" y="4979"/>
                    </a:lnTo>
                    <a:lnTo>
                      <a:pt x="2802" y="4788"/>
                    </a:lnTo>
                    <a:lnTo>
                      <a:pt x="2558" y="4570"/>
                    </a:lnTo>
                    <a:lnTo>
                      <a:pt x="2313" y="4339"/>
                    </a:lnTo>
                    <a:lnTo>
                      <a:pt x="2082" y="4081"/>
                    </a:lnTo>
                    <a:lnTo>
                      <a:pt x="1837" y="3822"/>
                    </a:lnTo>
                    <a:lnTo>
                      <a:pt x="1619" y="3550"/>
                    </a:lnTo>
                    <a:lnTo>
                      <a:pt x="1401" y="3278"/>
                    </a:lnTo>
                    <a:lnTo>
                      <a:pt x="1211" y="3006"/>
                    </a:lnTo>
                    <a:lnTo>
                      <a:pt x="1034" y="2734"/>
                    </a:lnTo>
                    <a:lnTo>
                      <a:pt x="871" y="2462"/>
                    </a:lnTo>
                    <a:lnTo>
                      <a:pt x="721" y="2204"/>
                    </a:lnTo>
                    <a:lnTo>
                      <a:pt x="599" y="1932"/>
                    </a:lnTo>
                    <a:lnTo>
                      <a:pt x="504" y="1687"/>
                    </a:lnTo>
                    <a:lnTo>
                      <a:pt x="422" y="1469"/>
                    </a:lnTo>
                    <a:lnTo>
                      <a:pt x="368" y="1251"/>
                    </a:lnTo>
                    <a:lnTo>
                      <a:pt x="340" y="1075"/>
                    </a:lnTo>
                    <a:lnTo>
                      <a:pt x="327" y="898"/>
                    </a:lnTo>
                    <a:lnTo>
                      <a:pt x="340" y="748"/>
                    </a:lnTo>
                    <a:lnTo>
                      <a:pt x="368" y="626"/>
                    </a:lnTo>
                    <a:lnTo>
                      <a:pt x="422" y="517"/>
                    </a:lnTo>
                    <a:lnTo>
                      <a:pt x="490" y="435"/>
                    </a:lnTo>
                    <a:lnTo>
                      <a:pt x="558" y="381"/>
                    </a:lnTo>
                    <a:lnTo>
                      <a:pt x="653" y="354"/>
                    </a:lnTo>
                    <a:lnTo>
                      <a:pt x="748" y="327"/>
                    </a:lnTo>
                    <a:close/>
                    <a:moveTo>
                      <a:pt x="735" y="0"/>
                    </a:moveTo>
                    <a:lnTo>
                      <a:pt x="653" y="14"/>
                    </a:lnTo>
                    <a:lnTo>
                      <a:pt x="558" y="27"/>
                    </a:lnTo>
                    <a:lnTo>
                      <a:pt x="476" y="54"/>
                    </a:lnTo>
                    <a:lnTo>
                      <a:pt x="408" y="95"/>
                    </a:lnTo>
                    <a:lnTo>
                      <a:pt x="340" y="136"/>
                    </a:lnTo>
                    <a:lnTo>
                      <a:pt x="272" y="177"/>
                    </a:lnTo>
                    <a:lnTo>
                      <a:pt x="218" y="245"/>
                    </a:lnTo>
                    <a:lnTo>
                      <a:pt x="164" y="299"/>
                    </a:lnTo>
                    <a:lnTo>
                      <a:pt x="109" y="367"/>
                    </a:lnTo>
                    <a:lnTo>
                      <a:pt x="82" y="449"/>
                    </a:lnTo>
                    <a:lnTo>
                      <a:pt x="41" y="531"/>
                    </a:lnTo>
                    <a:lnTo>
                      <a:pt x="28" y="626"/>
                    </a:lnTo>
                    <a:lnTo>
                      <a:pt x="0" y="816"/>
                    </a:lnTo>
                    <a:lnTo>
                      <a:pt x="0" y="1034"/>
                    </a:lnTo>
                    <a:lnTo>
                      <a:pt x="41" y="1265"/>
                    </a:lnTo>
                    <a:lnTo>
                      <a:pt x="96" y="1524"/>
                    </a:lnTo>
                    <a:lnTo>
                      <a:pt x="191" y="1796"/>
                    </a:lnTo>
                    <a:lnTo>
                      <a:pt x="300" y="2068"/>
                    </a:lnTo>
                    <a:lnTo>
                      <a:pt x="422" y="2340"/>
                    </a:lnTo>
                    <a:lnTo>
                      <a:pt x="572" y="2625"/>
                    </a:lnTo>
                    <a:lnTo>
                      <a:pt x="748" y="2911"/>
                    </a:lnTo>
                    <a:lnTo>
                      <a:pt x="925" y="3197"/>
                    </a:lnTo>
                    <a:lnTo>
                      <a:pt x="1129" y="3482"/>
                    </a:lnTo>
                    <a:lnTo>
                      <a:pt x="1347" y="3768"/>
                    </a:lnTo>
                    <a:lnTo>
                      <a:pt x="1592" y="4040"/>
                    </a:lnTo>
                    <a:lnTo>
                      <a:pt x="1837" y="4312"/>
                    </a:lnTo>
                    <a:lnTo>
                      <a:pt x="2082" y="4570"/>
                    </a:lnTo>
                    <a:lnTo>
                      <a:pt x="2340" y="4815"/>
                    </a:lnTo>
                    <a:lnTo>
                      <a:pt x="2598" y="5047"/>
                    </a:lnTo>
                    <a:lnTo>
                      <a:pt x="2857" y="5251"/>
                    </a:lnTo>
                    <a:lnTo>
                      <a:pt x="3115" y="5441"/>
                    </a:lnTo>
                    <a:lnTo>
                      <a:pt x="3360" y="5604"/>
                    </a:lnTo>
                    <a:lnTo>
                      <a:pt x="3619" y="5754"/>
                    </a:lnTo>
                    <a:lnTo>
                      <a:pt x="3918" y="5904"/>
                    </a:lnTo>
                    <a:lnTo>
                      <a:pt x="4122" y="5972"/>
                    </a:lnTo>
                    <a:lnTo>
                      <a:pt x="4326" y="6040"/>
                    </a:lnTo>
                    <a:lnTo>
                      <a:pt x="4503" y="6067"/>
                    </a:lnTo>
                    <a:lnTo>
                      <a:pt x="4680" y="6080"/>
                    </a:lnTo>
                    <a:lnTo>
                      <a:pt x="4843" y="6067"/>
                    </a:lnTo>
                    <a:lnTo>
                      <a:pt x="4979" y="6040"/>
                    </a:lnTo>
                    <a:lnTo>
                      <a:pt x="5115" y="5972"/>
                    </a:lnTo>
                    <a:lnTo>
                      <a:pt x="5224" y="5890"/>
                    </a:lnTo>
                    <a:lnTo>
                      <a:pt x="5278" y="5836"/>
                    </a:lnTo>
                    <a:lnTo>
                      <a:pt x="5333" y="5781"/>
                    </a:lnTo>
                    <a:lnTo>
                      <a:pt x="5387" y="5700"/>
                    </a:lnTo>
                    <a:lnTo>
                      <a:pt x="5414" y="5631"/>
                    </a:lnTo>
                    <a:lnTo>
                      <a:pt x="5441" y="5550"/>
                    </a:lnTo>
                    <a:lnTo>
                      <a:pt x="5469" y="5455"/>
                    </a:lnTo>
                    <a:lnTo>
                      <a:pt x="5496" y="5264"/>
                    </a:lnTo>
                    <a:lnTo>
                      <a:pt x="5496" y="5047"/>
                    </a:lnTo>
                    <a:lnTo>
                      <a:pt x="5455" y="4815"/>
                    </a:lnTo>
                    <a:lnTo>
                      <a:pt x="5401" y="4557"/>
                    </a:lnTo>
                    <a:lnTo>
                      <a:pt x="5305" y="4285"/>
                    </a:lnTo>
                    <a:lnTo>
                      <a:pt x="5197" y="4013"/>
                    </a:lnTo>
                    <a:lnTo>
                      <a:pt x="5074" y="3741"/>
                    </a:lnTo>
                    <a:lnTo>
                      <a:pt x="4924" y="3455"/>
                    </a:lnTo>
                    <a:lnTo>
                      <a:pt x="4748" y="3169"/>
                    </a:lnTo>
                    <a:lnTo>
                      <a:pt x="4571" y="2884"/>
                    </a:lnTo>
                    <a:lnTo>
                      <a:pt x="4367" y="2598"/>
                    </a:lnTo>
                    <a:lnTo>
                      <a:pt x="4136" y="2312"/>
                    </a:lnTo>
                    <a:lnTo>
                      <a:pt x="3904" y="2040"/>
                    </a:lnTo>
                    <a:lnTo>
                      <a:pt x="3659" y="1755"/>
                    </a:lnTo>
                    <a:lnTo>
                      <a:pt x="3415" y="1510"/>
                    </a:lnTo>
                    <a:lnTo>
                      <a:pt x="3156" y="1265"/>
                    </a:lnTo>
                    <a:lnTo>
                      <a:pt x="2898" y="1034"/>
                    </a:lnTo>
                    <a:lnTo>
                      <a:pt x="2639" y="830"/>
                    </a:lnTo>
                    <a:lnTo>
                      <a:pt x="2381" y="639"/>
                    </a:lnTo>
                    <a:lnTo>
                      <a:pt x="2136" y="476"/>
                    </a:lnTo>
                    <a:lnTo>
                      <a:pt x="1877" y="327"/>
                    </a:lnTo>
                    <a:lnTo>
                      <a:pt x="1619" y="204"/>
                    </a:lnTo>
                    <a:lnTo>
                      <a:pt x="1374" y="109"/>
                    </a:lnTo>
                    <a:lnTo>
                      <a:pt x="1143" y="41"/>
                    </a:lnTo>
                    <a:lnTo>
                      <a:pt x="9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28"/>
              <p:cNvSpPr/>
              <p:nvPr/>
            </p:nvSpPr>
            <p:spPr>
              <a:xfrm>
                <a:off x="508061" y="2838721"/>
                <a:ext cx="222760" cy="90971"/>
              </a:xfrm>
              <a:custGeom>
                <a:avLst/>
                <a:gdLst/>
                <a:ahLst/>
                <a:cxnLst/>
                <a:rect l="l" t="t" r="r" b="b"/>
                <a:pathLst>
                  <a:path w="7564" h="3089" extrusionOk="0">
                    <a:moveTo>
                      <a:pt x="4068" y="327"/>
                    </a:moveTo>
                    <a:lnTo>
                      <a:pt x="4421" y="340"/>
                    </a:lnTo>
                    <a:lnTo>
                      <a:pt x="4748" y="354"/>
                    </a:lnTo>
                    <a:lnTo>
                      <a:pt x="5074" y="381"/>
                    </a:lnTo>
                    <a:lnTo>
                      <a:pt x="5387" y="422"/>
                    </a:lnTo>
                    <a:lnTo>
                      <a:pt x="5686" y="463"/>
                    </a:lnTo>
                    <a:lnTo>
                      <a:pt x="5972" y="531"/>
                    </a:lnTo>
                    <a:lnTo>
                      <a:pt x="6231" y="612"/>
                    </a:lnTo>
                    <a:lnTo>
                      <a:pt x="6530" y="721"/>
                    </a:lnTo>
                    <a:lnTo>
                      <a:pt x="6679" y="789"/>
                    </a:lnTo>
                    <a:lnTo>
                      <a:pt x="6815" y="871"/>
                    </a:lnTo>
                    <a:lnTo>
                      <a:pt x="6938" y="939"/>
                    </a:lnTo>
                    <a:lnTo>
                      <a:pt x="7033" y="1021"/>
                    </a:lnTo>
                    <a:lnTo>
                      <a:pt x="7115" y="1102"/>
                    </a:lnTo>
                    <a:lnTo>
                      <a:pt x="7169" y="1197"/>
                    </a:lnTo>
                    <a:lnTo>
                      <a:pt x="7210" y="1279"/>
                    </a:lnTo>
                    <a:lnTo>
                      <a:pt x="7224" y="1374"/>
                    </a:lnTo>
                    <a:lnTo>
                      <a:pt x="7210" y="1483"/>
                    </a:lnTo>
                    <a:lnTo>
                      <a:pt x="7169" y="1592"/>
                    </a:lnTo>
                    <a:lnTo>
                      <a:pt x="7101" y="1701"/>
                    </a:lnTo>
                    <a:lnTo>
                      <a:pt x="6992" y="1809"/>
                    </a:lnTo>
                    <a:lnTo>
                      <a:pt x="6856" y="1918"/>
                    </a:lnTo>
                    <a:lnTo>
                      <a:pt x="6707" y="2027"/>
                    </a:lnTo>
                    <a:lnTo>
                      <a:pt x="6516" y="2136"/>
                    </a:lnTo>
                    <a:lnTo>
                      <a:pt x="6312" y="2231"/>
                    </a:lnTo>
                    <a:lnTo>
                      <a:pt x="6067" y="2326"/>
                    </a:lnTo>
                    <a:lnTo>
                      <a:pt x="5809" y="2408"/>
                    </a:lnTo>
                    <a:lnTo>
                      <a:pt x="5537" y="2490"/>
                    </a:lnTo>
                    <a:lnTo>
                      <a:pt x="5238" y="2558"/>
                    </a:lnTo>
                    <a:lnTo>
                      <a:pt x="4911" y="2626"/>
                    </a:lnTo>
                    <a:lnTo>
                      <a:pt x="4571" y="2680"/>
                    </a:lnTo>
                    <a:lnTo>
                      <a:pt x="4217" y="2721"/>
                    </a:lnTo>
                    <a:lnTo>
                      <a:pt x="3836" y="2748"/>
                    </a:lnTo>
                    <a:lnTo>
                      <a:pt x="3143" y="2748"/>
                    </a:lnTo>
                    <a:lnTo>
                      <a:pt x="2816" y="2734"/>
                    </a:lnTo>
                    <a:lnTo>
                      <a:pt x="2490" y="2707"/>
                    </a:lnTo>
                    <a:lnTo>
                      <a:pt x="2177" y="2666"/>
                    </a:lnTo>
                    <a:lnTo>
                      <a:pt x="1878" y="2612"/>
                    </a:lnTo>
                    <a:lnTo>
                      <a:pt x="1592" y="2558"/>
                    </a:lnTo>
                    <a:lnTo>
                      <a:pt x="1334" y="2476"/>
                    </a:lnTo>
                    <a:lnTo>
                      <a:pt x="1116" y="2394"/>
                    </a:lnTo>
                    <a:lnTo>
                      <a:pt x="912" y="2313"/>
                    </a:lnTo>
                    <a:lnTo>
                      <a:pt x="749" y="2231"/>
                    </a:lnTo>
                    <a:lnTo>
                      <a:pt x="613" y="2136"/>
                    </a:lnTo>
                    <a:lnTo>
                      <a:pt x="490" y="2027"/>
                    </a:lnTo>
                    <a:lnTo>
                      <a:pt x="409" y="1932"/>
                    </a:lnTo>
                    <a:lnTo>
                      <a:pt x="354" y="1823"/>
                    </a:lnTo>
                    <a:lnTo>
                      <a:pt x="341" y="1714"/>
                    </a:lnTo>
                    <a:lnTo>
                      <a:pt x="354" y="1605"/>
                    </a:lnTo>
                    <a:lnTo>
                      <a:pt x="395" y="1497"/>
                    </a:lnTo>
                    <a:lnTo>
                      <a:pt x="463" y="1388"/>
                    </a:lnTo>
                    <a:lnTo>
                      <a:pt x="558" y="1279"/>
                    </a:lnTo>
                    <a:lnTo>
                      <a:pt x="694" y="1170"/>
                    </a:lnTo>
                    <a:lnTo>
                      <a:pt x="857" y="1061"/>
                    </a:lnTo>
                    <a:lnTo>
                      <a:pt x="1034" y="953"/>
                    </a:lnTo>
                    <a:lnTo>
                      <a:pt x="1252" y="857"/>
                    </a:lnTo>
                    <a:lnTo>
                      <a:pt x="1497" y="762"/>
                    </a:lnTo>
                    <a:lnTo>
                      <a:pt x="1769" y="667"/>
                    </a:lnTo>
                    <a:lnTo>
                      <a:pt x="2068" y="585"/>
                    </a:lnTo>
                    <a:lnTo>
                      <a:pt x="2367" y="517"/>
                    </a:lnTo>
                    <a:lnTo>
                      <a:pt x="2694" y="449"/>
                    </a:lnTo>
                    <a:lnTo>
                      <a:pt x="3034" y="408"/>
                    </a:lnTo>
                    <a:lnTo>
                      <a:pt x="3374" y="368"/>
                    </a:lnTo>
                    <a:lnTo>
                      <a:pt x="3728" y="340"/>
                    </a:lnTo>
                    <a:lnTo>
                      <a:pt x="4068" y="327"/>
                    </a:lnTo>
                    <a:close/>
                    <a:moveTo>
                      <a:pt x="4068" y="0"/>
                    </a:moveTo>
                    <a:lnTo>
                      <a:pt x="3700" y="14"/>
                    </a:lnTo>
                    <a:lnTo>
                      <a:pt x="3333" y="41"/>
                    </a:lnTo>
                    <a:lnTo>
                      <a:pt x="2980" y="68"/>
                    </a:lnTo>
                    <a:lnTo>
                      <a:pt x="2639" y="123"/>
                    </a:lnTo>
                    <a:lnTo>
                      <a:pt x="2299" y="191"/>
                    </a:lnTo>
                    <a:lnTo>
                      <a:pt x="1973" y="259"/>
                    </a:lnTo>
                    <a:lnTo>
                      <a:pt x="1674" y="354"/>
                    </a:lnTo>
                    <a:lnTo>
                      <a:pt x="1388" y="449"/>
                    </a:lnTo>
                    <a:lnTo>
                      <a:pt x="1116" y="558"/>
                    </a:lnTo>
                    <a:lnTo>
                      <a:pt x="857" y="680"/>
                    </a:lnTo>
                    <a:lnTo>
                      <a:pt x="626" y="816"/>
                    </a:lnTo>
                    <a:lnTo>
                      <a:pt x="436" y="953"/>
                    </a:lnTo>
                    <a:lnTo>
                      <a:pt x="273" y="1102"/>
                    </a:lnTo>
                    <a:lnTo>
                      <a:pt x="150" y="1252"/>
                    </a:lnTo>
                    <a:lnTo>
                      <a:pt x="109" y="1333"/>
                    </a:lnTo>
                    <a:lnTo>
                      <a:pt x="69" y="1401"/>
                    </a:lnTo>
                    <a:lnTo>
                      <a:pt x="41" y="1483"/>
                    </a:lnTo>
                    <a:lnTo>
                      <a:pt x="14" y="1565"/>
                    </a:lnTo>
                    <a:lnTo>
                      <a:pt x="1" y="1646"/>
                    </a:lnTo>
                    <a:lnTo>
                      <a:pt x="1" y="1728"/>
                    </a:lnTo>
                    <a:lnTo>
                      <a:pt x="28" y="1864"/>
                    </a:lnTo>
                    <a:lnTo>
                      <a:pt x="69" y="2000"/>
                    </a:lnTo>
                    <a:lnTo>
                      <a:pt x="150" y="2136"/>
                    </a:lnTo>
                    <a:lnTo>
                      <a:pt x="245" y="2258"/>
                    </a:lnTo>
                    <a:lnTo>
                      <a:pt x="381" y="2367"/>
                    </a:lnTo>
                    <a:lnTo>
                      <a:pt x="531" y="2476"/>
                    </a:lnTo>
                    <a:lnTo>
                      <a:pt x="708" y="2585"/>
                    </a:lnTo>
                    <a:lnTo>
                      <a:pt x="912" y="2680"/>
                    </a:lnTo>
                    <a:lnTo>
                      <a:pt x="1225" y="2789"/>
                    </a:lnTo>
                    <a:lnTo>
                      <a:pt x="1497" y="2870"/>
                    </a:lnTo>
                    <a:lnTo>
                      <a:pt x="1796" y="2938"/>
                    </a:lnTo>
                    <a:lnTo>
                      <a:pt x="2109" y="2993"/>
                    </a:lnTo>
                    <a:lnTo>
                      <a:pt x="2435" y="3034"/>
                    </a:lnTo>
                    <a:lnTo>
                      <a:pt x="2775" y="3074"/>
                    </a:lnTo>
                    <a:lnTo>
                      <a:pt x="3129" y="3088"/>
                    </a:lnTo>
                    <a:lnTo>
                      <a:pt x="3496" y="3088"/>
                    </a:lnTo>
                    <a:lnTo>
                      <a:pt x="3864" y="3074"/>
                    </a:lnTo>
                    <a:lnTo>
                      <a:pt x="4231" y="3047"/>
                    </a:lnTo>
                    <a:lnTo>
                      <a:pt x="4585" y="3006"/>
                    </a:lnTo>
                    <a:lnTo>
                      <a:pt x="4925" y="2966"/>
                    </a:lnTo>
                    <a:lnTo>
                      <a:pt x="5265" y="2898"/>
                    </a:lnTo>
                    <a:lnTo>
                      <a:pt x="5591" y="2830"/>
                    </a:lnTo>
                    <a:lnTo>
                      <a:pt x="5890" y="2734"/>
                    </a:lnTo>
                    <a:lnTo>
                      <a:pt x="6176" y="2639"/>
                    </a:lnTo>
                    <a:lnTo>
                      <a:pt x="6448" y="2530"/>
                    </a:lnTo>
                    <a:lnTo>
                      <a:pt x="6707" y="2408"/>
                    </a:lnTo>
                    <a:lnTo>
                      <a:pt x="6938" y="2272"/>
                    </a:lnTo>
                    <a:lnTo>
                      <a:pt x="7128" y="2136"/>
                    </a:lnTo>
                    <a:lnTo>
                      <a:pt x="7292" y="1986"/>
                    </a:lnTo>
                    <a:lnTo>
                      <a:pt x="7414" y="1837"/>
                    </a:lnTo>
                    <a:lnTo>
                      <a:pt x="7455" y="1755"/>
                    </a:lnTo>
                    <a:lnTo>
                      <a:pt x="7496" y="1673"/>
                    </a:lnTo>
                    <a:lnTo>
                      <a:pt x="7523" y="1592"/>
                    </a:lnTo>
                    <a:lnTo>
                      <a:pt x="7550" y="1510"/>
                    </a:lnTo>
                    <a:lnTo>
                      <a:pt x="7564" y="1429"/>
                    </a:lnTo>
                    <a:lnTo>
                      <a:pt x="7564" y="1347"/>
                    </a:lnTo>
                    <a:lnTo>
                      <a:pt x="7550" y="1265"/>
                    </a:lnTo>
                    <a:lnTo>
                      <a:pt x="7536" y="1197"/>
                    </a:lnTo>
                    <a:lnTo>
                      <a:pt x="7509" y="1116"/>
                    </a:lnTo>
                    <a:lnTo>
                      <a:pt x="7468" y="1034"/>
                    </a:lnTo>
                    <a:lnTo>
                      <a:pt x="7414" y="966"/>
                    </a:lnTo>
                    <a:lnTo>
                      <a:pt x="7360" y="884"/>
                    </a:lnTo>
                    <a:lnTo>
                      <a:pt x="7224" y="748"/>
                    </a:lnTo>
                    <a:lnTo>
                      <a:pt x="7060" y="612"/>
                    </a:lnTo>
                    <a:lnTo>
                      <a:pt x="6843" y="504"/>
                    </a:lnTo>
                    <a:lnTo>
                      <a:pt x="6611" y="395"/>
                    </a:lnTo>
                    <a:lnTo>
                      <a:pt x="6339" y="286"/>
                    </a:lnTo>
                    <a:lnTo>
                      <a:pt x="6054" y="204"/>
                    </a:lnTo>
                    <a:lnTo>
                      <a:pt x="5768" y="136"/>
                    </a:lnTo>
                    <a:lnTo>
                      <a:pt x="5455" y="82"/>
                    </a:lnTo>
                    <a:lnTo>
                      <a:pt x="5129" y="41"/>
                    </a:lnTo>
                    <a:lnTo>
                      <a:pt x="4789" y="14"/>
                    </a:lnTo>
                    <a:lnTo>
                      <a:pt x="44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28"/>
              <p:cNvSpPr/>
              <p:nvPr/>
            </p:nvSpPr>
            <p:spPr>
              <a:xfrm>
                <a:off x="594999" y="2859543"/>
                <a:ext cx="48887" cy="48916"/>
              </a:xfrm>
              <a:custGeom>
                <a:avLst/>
                <a:gdLst/>
                <a:ahLst/>
                <a:cxnLst/>
                <a:rect l="l" t="t" r="r" b="b"/>
                <a:pathLst>
                  <a:path w="1660" h="1661" extrusionOk="0">
                    <a:moveTo>
                      <a:pt x="830" y="1"/>
                    </a:moveTo>
                    <a:lnTo>
                      <a:pt x="667" y="28"/>
                    </a:lnTo>
                    <a:lnTo>
                      <a:pt x="517" y="69"/>
                    </a:lnTo>
                    <a:lnTo>
                      <a:pt x="381" y="137"/>
                    </a:lnTo>
                    <a:lnTo>
                      <a:pt x="259" y="246"/>
                    </a:lnTo>
                    <a:lnTo>
                      <a:pt x="191" y="300"/>
                    </a:lnTo>
                    <a:lnTo>
                      <a:pt x="150" y="368"/>
                    </a:lnTo>
                    <a:lnTo>
                      <a:pt x="109" y="436"/>
                    </a:lnTo>
                    <a:lnTo>
                      <a:pt x="68" y="504"/>
                    </a:lnTo>
                    <a:lnTo>
                      <a:pt x="41" y="586"/>
                    </a:lnTo>
                    <a:lnTo>
                      <a:pt x="14" y="667"/>
                    </a:lnTo>
                    <a:lnTo>
                      <a:pt x="0" y="749"/>
                    </a:lnTo>
                    <a:lnTo>
                      <a:pt x="0" y="830"/>
                    </a:lnTo>
                    <a:lnTo>
                      <a:pt x="14" y="994"/>
                    </a:lnTo>
                    <a:lnTo>
                      <a:pt x="55" y="1143"/>
                    </a:lnTo>
                    <a:lnTo>
                      <a:pt x="136" y="1293"/>
                    </a:lnTo>
                    <a:lnTo>
                      <a:pt x="232" y="1415"/>
                    </a:lnTo>
                    <a:lnTo>
                      <a:pt x="286" y="1470"/>
                    </a:lnTo>
                    <a:lnTo>
                      <a:pt x="354" y="1511"/>
                    </a:lnTo>
                    <a:lnTo>
                      <a:pt x="422" y="1565"/>
                    </a:lnTo>
                    <a:lnTo>
                      <a:pt x="504" y="1592"/>
                    </a:lnTo>
                    <a:lnTo>
                      <a:pt x="585" y="1633"/>
                    </a:lnTo>
                    <a:lnTo>
                      <a:pt x="667" y="1647"/>
                    </a:lnTo>
                    <a:lnTo>
                      <a:pt x="748" y="1660"/>
                    </a:lnTo>
                    <a:lnTo>
                      <a:pt x="830" y="1660"/>
                    </a:lnTo>
                    <a:lnTo>
                      <a:pt x="980" y="1647"/>
                    </a:lnTo>
                    <a:lnTo>
                      <a:pt x="1143" y="1606"/>
                    </a:lnTo>
                    <a:lnTo>
                      <a:pt x="1279" y="1538"/>
                    </a:lnTo>
                    <a:lnTo>
                      <a:pt x="1401" y="1429"/>
                    </a:lnTo>
                    <a:lnTo>
                      <a:pt x="1456" y="1375"/>
                    </a:lnTo>
                    <a:lnTo>
                      <a:pt x="1510" y="1307"/>
                    </a:lnTo>
                    <a:lnTo>
                      <a:pt x="1551" y="1238"/>
                    </a:lnTo>
                    <a:lnTo>
                      <a:pt x="1592" y="1157"/>
                    </a:lnTo>
                    <a:lnTo>
                      <a:pt x="1619" y="1075"/>
                    </a:lnTo>
                    <a:lnTo>
                      <a:pt x="1646" y="1007"/>
                    </a:lnTo>
                    <a:lnTo>
                      <a:pt x="1660" y="926"/>
                    </a:lnTo>
                    <a:lnTo>
                      <a:pt x="1660" y="844"/>
                    </a:lnTo>
                    <a:lnTo>
                      <a:pt x="1646" y="681"/>
                    </a:lnTo>
                    <a:lnTo>
                      <a:pt x="1592" y="531"/>
                    </a:lnTo>
                    <a:lnTo>
                      <a:pt x="1524" y="382"/>
                    </a:lnTo>
                    <a:lnTo>
                      <a:pt x="1429" y="259"/>
                    </a:lnTo>
                    <a:lnTo>
                      <a:pt x="1361" y="205"/>
                    </a:lnTo>
                    <a:lnTo>
                      <a:pt x="1306" y="150"/>
                    </a:lnTo>
                    <a:lnTo>
                      <a:pt x="1225" y="109"/>
                    </a:lnTo>
                    <a:lnTo>
                      <a:pt x="1157" y="69"/>
                    </a:lnTo>
                    <a:lnTo>
                      <a:pt x="1075" y="41"/>
                    </a:lnTo>
                    <a:lnTo>
                      <a:pt x="993" y="28"/>
                    </a:lnTo>
                    <a:lnTo>
                      <a:pt x="912" y="14"/>
                    </a:lnTo>
                    <a:lnTo>
                      <a:pt x="83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28"/>
              <p:cNvSpPr/>
              <p:nvPr/>
            </p:nvSpPr>
            <p:spPr>
              <a:xfrm>
                <a:off x="661086" y="2790658"/>
                <a:ext cx="28890" cy="28449"/>
              </a:xfrm>
              <a:custGeom>
                <a:avLst/>
                <a:gdLst/>
                <a:ahLst/>
                <a:cxnLst/>
                <a:rect l="l" t="t" r="r" b="b"/>
                <a:pathLst>
                  <a:path w="981" h="966" extrusionOk="0">
                    <a:moveTo>
                      <a:pt x="395" y="0"/>
                    </a:moveTo>
                    <a:lnTo>
                      <a:pt x="314" y="27"/>
                    </a:lnTo>
                    <a:lnTo>
                      <a:pt x="232" y="68"/>
                    </a:lnTo>
                    <a:lnTo>
                      <a:pt x="150" y="136"/>
                    </a:lnTo>
                    <a:lnTo>
                      <a:pt x="96" y="204"/>
                    </a:lnTo>
                    <a:lnTo>
                      <a:pt x="42" y="286"/>
                    </a:lnTo>
                    <a:lnTo>
                      <a:pt x="14" y="381"/>
                    </a:lnTo>
                    <a:lnTo>
                      <a:pt x="1" y="476"/>
                    </a:lnTo>
                    <a:lnTo>
                      <a:pt x="14" y="571"/>
                    </a:lnTo>
                    <a:lnTo>
                      <a:pt x="42" y="667"/>
                    </a:lnTo>
                    <a:lnTo>
                      <a:pt x="82" y="748"/>
                    </a:lnTo>
                    <a:lnTo>
                      <a:pt x="137" y="816"/>
                    </a:lnTo>
                    <a:lnTo>
                      <a:pt x="218" y="884"/>
                    </a:lnTo>
                    <a:lnTo>
                      <a:pt x="300" y="925"/>
                    </a:lnTo>
                    <a:lnTo>
                      <a:pt x="395" y="966"/>
                    </a:lnTo>
                    <a:lnTo>
                      <a:pt x="586" y="966"/>
                    </a:lnTo>
                    <a:lnTo>
                      <a:pt x="681" y="939"/>
                    </a:lnTo>
                    <a:lnTo>
                      <a:pt x="762" y="884"/>
                    </a:lnTo>
                    <a:lnTo>
                      <a:pt x="830" y="830"/>
                    </a:lnTo>
                    <a:lnTo>
                      <a:pt x="899" y="762"/>
                    </a:lnTo>
                    <a:lnTo>
                      <a:pt x="939" y="667"/>
                    </a:lnTo>
                    <a:lnTo>
                      <a:pt x="967" y="585"/>
                    </a:lnTo>
                    <a:lnTo>
                      <a:pt x="980" y="490"/>
                    </a:lnTo>
                    <a:lnTo>
                      <a:pt x="967" y="394"/>
                    </a:lnTo>
                    <a:lnTo>
                      <a:pt x="939" y="299"/>
                    </a:lnTo>
                    <a:lnTo>
                      <a:pt x="899" y="218"/>
                    </a:lnTo>
                    <a:lnTo>
                      <a:pt x="844" y="150"/>
                    </a:lnTo>
                    <a:lnTo>
                      <a:pt x="776" y="82"/>
                    </a:lnTo>
                    <a:lnTo>
                      <a:pt x="681" y="27"/>
                    </a:lnTo>
                    <a:lnTo>
                      <a:pt x="58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28"/>
              <p:cNvSpPr/>
              <p:nvPr/>
            </p:nvSpPr>
            <p:spPr>
              <a:xfrm>
                <a:off x="506471" y="2860750"/>
                <a:ext cx="28449" cy="28861"/>
              </a:xfrm>
              <a:custGeom>
                <a:avLst/>
                <a:gdLst/>
                <a:ahLst/>
                <a:cxnLst/>
                <a:rect l="l" t="t" r="r" b="b"/>
                <a:pathLst>
                  <a:path w="966" h="980" extrusionOk="0">
                    <a:moveTo>
                      <a:pt x="490" y="0"/>
                    </a:moveTo>
                    <a:lnTo>
                      <a:pt x="395" y="14"/>
                    </a:lnTo>
                    <a:lnTo>
                      <a:pt x="299" y="41"/>
                    </a:lnTo>
                    <a:lnTo>
                      <a:pt x="218" y="82"/>
                    </a:lnTo>
                    <a:lnTo>
                      <a:pt x="150" y="136"/>
                    </a:lnTo>
                    <a:lnTo>
                      <a:pt x="82" y="218"/>
                    </a:lnTo>
                    <a:lnTo>
                      <a:pt x="27" y="300"/>
                    </a:lnTo>
                    <a:lnTo>
                      <a:pt x="0" y="395"/>
                    </a:lnTo>
                    <a:lnTo>
                      <a:pt x="0" y="490"/>
                    </a:lnTo>
                    <a:lnTo>
                      <a:pt x="0" y="585"/>
                    </a:lnTo>
                    <a:lnTo>
                      <a:pt x="27" y="667"/>
                    </a:lnTo>
                    <a:lnTo>
                      <a:pt x="68" y="762"/>
                    </a:lnTo>
                    <a:lnTo>
                      <a:pt x="136" y="830"/>
                    </a:lnTo>
                    <a:lnTo>
                      <a:pt x="204" y="898"/>
                    </a:lnTo>
                    <a:lnTo>
                      <a:pt x="286" y="939"/>
                    </a:lnTo>
                    <a:lnTo>
                      <a:pt x="381" y="966"/>
                    </a:lnTo>
                    <a:lnTo>
                      <a:pt x="476" y="980"/>
                    </a:lnTo>
                    <a:lnTo>
                      <a:pt x="571" y="966"/>
                    </a:lnTo>
                    <a:lnTo>
                      <a:pt x="667" y="939"/>
                    </a:lnTo>
                    <a:lnTo>
                      <a:pt x="748" y="898"/>
                    </a:lnTo>
                    <a:lnTo>
                      <a:pt x="816" y="844"/>
                    </a:lnTo>
                    <a:lnTo>
                      <a:pt x="884" y="762"/>
                    </a:lnTo>
                    <a:lnTo>
                      <a:pt x="925" y="681"/>
                    </a:lnTo>
                    <a:lnTo>
                      <a:pt x="966" y="585"/>
                    </a:lnTo>
                    <a:lnTo>
                      <a:pt x="966" y="490"/>
                    </a:lnTo>
                    <a:lnTo>
                      <a:pt x="966" y="395"/>
                    </a:lnTo>
                    <a:lnTo>
                      <a:pt x="939" y="313"/>
                    </a:lnTo>
                    <a:lnTo>
                      <a:pt x="898" y="232"/>
                    </a:lnTo>
                    <a:lnTo>
                      <a:pt x="830" y="150"/>
                    </a:lnTo>
                    <a:lnTo>
                      <a:pt x="762" y="96"/>
                    </a:lnTo>
                    <a:lnTo>
                      <a:pt x="667" y="41"/>
                    </a:lnTo>
                    <a:lnTo>
                      <a:pt x="585" y="14"/>
                    </a:lnTo>
                    <a:lnTo>
                      <a:pt x="4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28"/>
              <p:cNvSpPr/>
              <p:nvPr/>
            </p:nvSpPr>
            <p:spPr>
              <a:xfrm>
                <a:off x="678315" y="2916441"/>
                <a:ext cx="28478" cy="28861"/>
              </a:xfrm>
              <a:custGeom>
                <a:avLst/>
                <a:gdLst/>
                <a:ahLst/>
                <a:cxnLst/>
                <a:rect l="l" t="t" r="r" b="b"/>
                <a:pathLst>
                  <a:path w="967" h="980" extrusionOk="0">
                    <a:moveTo>
                      <a:pt x="490" y="0"/>
                    </a:moveTo>
                    <a:lnTo>
                      <a:pt x="395" y="14"/>
                    </a:lnTo>
                    <a:lnTo>
                      <a:pt x="300" y="41"/>
                    </a:lnTo>
                    <a:lnTo>
                      <a:pt x="218" y="82"/>
                    </a:lnTo>
                    <a:lnTo>
                      <a:pt x="150" y="136"/>
                    </a:lnTo>
                    <a:lnTo>
                      <a:pt x="82" y="218"/>
                    </a:lnTo>
                    <a:lnTo>
                      <a:pt x="41" y="299"/>
                    </a:lnTo>
                    <a:lnTo>
                      <a:pt x="1" y="395"/>
                    </a:lnTo>
                    <a:lnTo>
                      <a:pt x="1" y="490"/>
                    </a:lnTo>
                    <a:lnTo>
                      <a:pt x="1" y="585"/>
                    </a:lnTo>
                    <a:lnTo>
                      <a:pt x="28" y="680"/>
                    </a:lnTo>
                    <a:lnTo>
                      <a:pt x="82" y="762"/>
                    </a:lnTo>
                    <a:lnTo>
                      <a:pt x="137" y="830"/>
                    </a:lnTo>
                    <a:lnTo>
                      <a:pt x="205" y="898"/>
                    </a:lnTo>
                    <a:lnTo>
                      <a:pt x="300" y="939"/>
                    </a:lnTo>
                    <a:lnTo>
                      <a:pt x="382" y="966"/>
                    </a:lnTo>
                    <a:lnTo>
                      <a:pt x="477" y="980"/>
                    </a:lnTo>
                    <a:lnTo>
                      <a:pt x="572" y="966"/>
                    </a:lnTo>
                    <a:lnTo>
                      <a:pt x="667" y="939"/>
                    </a:lnTo>
                    <a:lnTo>
                      <a:pt x="749" y="898"/>
                    </a:lnTo>
                    <a:lnTo>
                      <a:pt x="817" y="844"/>
                    </a:lnTo>
                    <a:lnTo>
                      <a:pt x="885" y="776"/>
                    </a:lnTo>
                    <a:lnTo>
                      <a:pt x="939" y="680"/>
                    </a:lnTo>
                    <a:lnTo>
                      <a:pt x="966" y="585"/>
                    </a:lnTo>
                    <a:lnTo>
                      <a:pt x="966" y="490"/>
                    </a:lnTo>
                    <a:lnTo>
                      <a:pt x="966" y="395"/>
                    </a:lnTo>
                    <a:lnTo>
                      <a:pt x="939" y="313"/>
                    </a:lnTo>
                    <a:lnTo>
                      <a:pt x="898" y="231"/>
                    </a:lnTo>
                    <a:lnTo>
                      <a:pt x="830" y="150"/>
                    </a:lnTo>
                    <a:lnTo>
                      <a:pt x="762" y="95"/>
                    </a:lnTo>
                    <a:lnTo>
                      <a:pt x="681" y="41"/>
                    </a:lnTo>
                    <a:lnTo>
                      <a:pt x="586" y="14"/>
                    </a:lnTo>
                    <a:lnTo>
                      <a:pt x="4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99" name="Google Shape;1099;p28"/>
            <p:cNvSpPr/>
            <p:nvPr/>
          </p:nvSpPr>
          <p:spPr>
            <a:xfrm>
              <a:off x="3542850" y="2749725"/>
              <a:ext cx="126000" cy="1260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8"/>
            <p:cNvSpPr/>
            <p:nvPr/>
          </p:nvSpPr>
          <p:spPr>
            <a:xfrm>
              <a:off x="5475175" y="2749725"/>
              <a:ext cx="126000" cy="1260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8"/>
            <p:cNvSpPr/>
            <p:nvPr/>
          </p:nvSpPr>
          <p:spPr>
            <a:xfrm>
              <a:off x="5160850" y="1646150"/>
              <a:ext cx="126000" cy="1260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79" name="Google Shape;1179;p28"/>
          <p:cNvCxnSpPr>
            <a:stCxn id="1083" idx="1"/>
            <a:endCxn id="1178" idx="6"/>
          </p:cNvCxnSpPr>
          <p:nvPr/>
        </p:nvCxnSpPr>
        <p:spPr>
          <a:xfrm flipH="1">
            <a:off x="5286925" y="1709150"/>
            <a:ext cx="771000" cy="600"/>
          </a:xfrm>
          <a:prstGeom prst="curvedConnector3">
            <a:avLst>
              <a:gd name="adj1" fmla="val 5000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9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graphicFrame>
        <p:nvGraphicFramePr>
          <p:cNvPr id="1185" name="Google Shape;1185;p29"/>
          <p:cNvGraphicFramePr/>
          <p:nvPr/>
        </p:nvGraphicFramePr>
        <p:xfrm>
          <a:off x="457200" y="922263"/>
          <a:ext cx="4586325" cy="3809700"/>
        </p:xfrm>
        <a:graphic>
          <a:graphicData uri="http://schemas.openxmlformats.org/drawingml/2006/table">
            <a:tbl>
              <a:tblPr>
                <a:noFill/>
                <a:tableStyleId>{644D1850-89B5-4CF9-B093-DA9D37C3230B}</a:tableStyleId>
              </a:tblPr>
              <a:tblGrid>
                <a:gridCol w="44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4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accen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01</a:t>
                      </a:r>
                      <a:endParaRPr b="1">
                        <a:solidFill>
                          <a:schemeClr val="accen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Supervised learning</a:t>
                      </a:r>
                      <a:endParaRPr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Venus has a beautiful name, but it’s hot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accent4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02</a:t>
                      </a:r>
                      <a:endParaRPr b="1">
                        <a:solidFill>
                          <a:schemeClr val="accent4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Unsupervised learning</a:t>
                      </a:r>
                      <a:endParaRPr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Despite being red, Mars is a cold place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accent5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03</a:t>
                      </a:r>
                      <a:endParaRPr b="1">
                        <a:solidFill>
                          <a:schemeClr val="accent5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Semi-supervised learning</a:t>
                      </a:r>
                      <a:endParaRPr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Earth is the third planet from the Sun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accent6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04</a:t>
                      </a:r>
                      <a:endParaRPr b="1">
                        <a:solidFill>
                          <a:schemeClr val="accent6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Reinforcement learning</a:t>
                      </a:r>
                      <a:endParaRPr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Mercury is the closest planet to the Sun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4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accent3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05</a:t>
                      </a:r>
                      <a:endParaRPr b="1">
                        <a:solidFill>
                          <a:schemeClr val="accent3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Dimensionality reduction</a:t>
                      </a:r>
                      <a:endParaRPr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6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Pluto is considered a dwarf planet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186" name="Google Shape;1186;p29"/>
          <p:cNvGrpSpPr/>
          <p:nvPr/>
        </p:nvGrpSpPr>
        <p:grpSpPr>
          <a:xfrm>
            <a:off x="4572000" y="997018"/>
            <a:ext cx="4114785" cy="3734967"/>
            <a:chOff x="457200" y="997005"/>
            <a:chExt cx="4114785" cy="3734967"/>
          </a:xfrm>
        </p:grpSpPr>
        <p:sp>
          <p:nvSpPr>
            <p:cNvPr id="1187" name="Google Shape;1187;p29"/>
            <p:cNvSpPr/>
            <p:nvPr/>
          </p:nvSpPr>
          <p:spPr>
            <a:xfrm>
              <a:off x="457200" y="4475703"/>
              <a:ext cx="3036451" cy="256268"/>
            </a:xfrm>
            <a:custGeom>
              <a:avLst/>
              <a:gdLst/>
              <a:ahLst/>
              <a:cxnLst/>
              <a:rect l="l" t="t" r="r" b="b"/>
              <a:pathLst>
                <a:path w="85915" h="7251" extrusionOk="0">
                  <a:moveTo>
                    <a:pt x="40754" y="1"/>
                  </a:moveTo>
                  <a:lnTo>
                    <a:pt x="38564" y="14"/>
                  </a:lnTo>
                  <a:lnTo>
                    <a:pt x="36414" y="42"/>
                  </a:lnTo>
                  <a:lnTo>
                    <a:pt x="34306" y="69"/>
                  </a:lnTo>
                  <a:lnTo>
                    <a:pt x="32225" y="110"/>
                  </a:lnTo>
                  <a:lnTo>
                    <a:pt x="30184" y="164"/>
                  </a:lnTo>
                  <a:lnTo>
                    <a:pt x="28185" y="219"/>
                  </a:lnTo>
                  <a:lnTo>
                    <a:pt x="26240" y="287"/>
                  </a:lnTo>
                  <a:lnTo>
                    <a:pt x="24335" y="355"/>
                  </a:lnTo>
                  <a:lnTo>
                    <a:pt x="22485" y="436"/>
                  </a:lnTo>
                  <a:lnTo>
                    <a:pt x="20690" y="518"/>
                  </a:lnTo>
                  <a:lnTo>
                    <a:pt x="18935" y="613"/>
                  </a:lnTo>
                  <a:lnTo>
                    <a:pt x="17262" y="722"/>
                  </a:lnTo>
                  <a:lnTo>
                    <a:pt x="15630" y="831"/>
                  </a:lnTo>
                  <a:lnTo>
                    <a:pt x="14079" y="939"/>
                  </a:lnTo>
                  <a:lnTo>
                    <a:pt x="12583" y="1062"/>
                  </a:lnTo>
                  <a:lnTo>
                    <a:pt x="11168" y="1184"/>
                  </a:lnTo>
                  <a:lnTo>
                    <a:pt x="9808" y="1320"/>
                  </a:lnTo>
                  <a:lnTo>
                    <a:pt x="8543" y="1456"/>
                  </a:lnTo>
                  <a:lnTo>
                    <a:pt x="7332" y="1592"/>
                  </a:lnTo>
                  <a:lnTo>
                    <a:pt x="6217" y="1742"/>
                  </a:lnTo>
                  <a:lnTo>
                    <a:pt x="5183" y="1892"/>
                  </a:lnTo>
                  <a:lnTo>
                    <a:pt x="4244" y="2055"/>
                  </a:lnTo>
                  <a:lnTo>
                    <a:pt x="3374" y="2218"/>
                  </a:lnTo>
                  <a:lnTo>
                    <a:pt x="2612" y="2381"/>
                  </a:lnTo>
                  <a:lnTo>
                    <a:pt x="1932" y="2545"/>
                  </a:lnTo>
                  <a:lnTo>
                    <a:pt x="1361" y="2721"/>
                  </a:lnTo>
                  <a:lnTo>
                    <a:pt x="1102" y="2803"/>
                  </a:lnTo>
                  <a:lnTo>
                    <a:pt x="871" y="2898"/>
                  </a:lnTo>
                  <a:lnTo>
                    <a:pt x="667" y="2980"/>
                  </a:lnTo>
                  <a:lnTo>
                    <a:pt x="504" y="3075"/>
                  </a:lnTo>
                  <a:lnTo>
                    <a:pt x="354" y="3157"/>
                  </a:lnTo>
                  <a:lnTo>
                    <a:pt x="218" y="3252"/>
                  </a:lnTo>
                  <a:lnTo>
                    <a:pt x="123" y="3347"/>
                  </a:lnTo>
                  <a:lnTo>
                    <a:pt x="55" y="3442"/>
                  </a:lnTo>
                  <a:lnTo>
                    <a:pt x="14" y="3538"/>
                  </a:lnTo>
                  <a:lnTo>
                    <a:pt x="0" y="3619"/>
                  </a:lnTo>
                  <a:lnTo>
                    <a:pt x="14" y="3714"/>
                  </a:lnTo>
                  <a:lnTo>
                    <a:pt x="55" y="3810"/>
                  </a:lnTo>
                  <a:lnTo>
                    <a:pt x="123" y="3905"/>
                  </a:lnTo>
                  <a:lnTo>
                    <a:pt x="218" y="4000"/>
                  </a:lnTo>
                  <a:lnTo>
                    <a:pt x="354" y="4082"/>
                  </a:lnTo>
                  <a:lnTo>
                    <a:pt x="504" y="4177"/>
                  </a:lnTo>
                  <a:lnTo>
                    <a:pt x="667" y="4272"/>
                  </a:lnTo>
                  <a:lnTo>
                    <a:pt x="871" y="4354"/>
                  </a:lnTo>
                  <a:lnTo>
                    <a:pt x="1102" y="4449"/>
                  </a:lnTo>
                  <a:lnTo>
                    <a:pt x="1361" y="4531"/>
                  </a:lnTo>
                  <a:lnTo>
                    <a:pt x="1932" y="4707"/>
                  </a:lnTo>
                  <a:lnTo>
                    <a:pt x="2612" y="4871"/>
                  </a:lnTo>
                  <a:lnTo>
                    <a:pt x="3374" y="5034"/>
                  </a:lnTo>
                  <a:lnTo>
                    <a:pt x="4244" y="5197"/>
                  </a:lnTo>
                  <a:lnTo>
                    <a:pt x="5183" y="5360"/>
                  </a:lnTo>
                  <a:lnTo>
                    <a:pt x="6217" y="5510"/>
                  </a:lnTo>
                  <a:lnTo>
                    <a:pt x="7332" y="5646"/>
                  </a:lnTo>
                  <a:lnTo>
                    <a:pt x="8543" y="5796"/>
                  </a:lnTo>
                  <a:lnTo>
                    <a:pt x="9808" y="5932"/>
                  </a:lnTo>
                  <a:lnTo>
                    <a:pt x="11168" y="6068"/>
                  </a:lnTo>
                  <a:lnTo>
                    <a:pt x="12583" y="6190"/>
                  </a:lnTo>
                  <a:lnTo>
                    <a:pt x="14079" y="6312"/>
                  </a:lnTo>
                  <a:lnTo>
                    <a:pt x="15630" y="6421"/>
                  </a:lnTo>
                  <a:lnTo>
                    <a:pt x="17262" y="6530"/>
                  </a:lnTo>
                  <a:lnTo>
                    <a:pt x="18935" y="6639"/>
                  </a:lnTo>
                  <a:lnTo>
                    <a:pt x="20690" y="6721"/>
                  </a:lnTo>
                  <a:lnTo>
                    <a:pt x="22485" y="6816"/>
                  </a:lnTo>
                  <a:lnTo>
                    <a:pt x="24335" y="6897"/>
                  </a:lnTo>
                  <a:lnTo>
                    <a:pt x="26240" y="6965"/>
                  </a:lnTo>
                  <a:lnTo>
                    <a:pt x="28185" y="7033"/>
                  </a:lnTo>
                  <a:lnTo>
                    <a:pt x="30184" y="7088"/>
                  </a:lnTo>
                  <a:lnTo>
                    <a:pt x="32225" y="7142"/>
                  </a:lnTo>
                  <a:lnTo>
                    <a:pt x="34306" y="7183"/>
                  </a:lnTo>
                  <a:lnTo>
                    <a:pt x="36414" y="7210"/>
                  </a:lnTo>
                  <a:lnTo>
                    <a:pt x="38564" y="7237"/>
                  </a:lnTo>
                  <a:lnTo>
                    <a:pt x="40754" y="7251"/>
                  </a:lnTo>
                  <a:lnTo>
                    <a:pt x="45175" y="7251"/>
                  </a:lnTo>
                  <a:lnTo>
                    <a:pt x="47351" y="7237"/>
                  </a:lnTo>
                  <a:lnTo>
                    <a:pt x="49500" y="7210"/>
                  </a:lnTo>
                  <a:lnTo>
                    <a:pt x="51622" y="7183"/>
                  </a:lnTo>
                  <a:lnTo>
                    <a:pt x="53690" y="7142"/>
                  </a:lnTo>
                  <a:lnTo>
                    <a:pt x="55730" y="7088"/>
                  </a:lnTo>
                  <a:lnTo>
                    <a:pt x="57730" y="7033"/>
                  </a:lnTo>
                  <a:lnTo>
                    <a:pt x="59675" y="6965"/>
                  </a:lnTo>
                  <a:lnTo>
                    <a:pt x="61579" y="6897"/>
                  </a:lnTo>
                  <a:lnTo>
                    <a:pt x="63429" y="6816"/>
                  </a:lnTo>
                  <a:lnTo>
                    <a:pt x="65238" y="6721"/>
                  </a:lnTo>
                  <a:lnTo>
                    <a:pt x="66980" y="6639"/>
                  </a:lnTo>
                  <a:lnTo>
                    <a:pt x="68666" y="6530"/>
                  </a:lnTo>
                  <a:lnTo>
                    <a:pt x="70285" y="6421"/>
                  </a:lnTo>
                  <a:lnTo>
                    <a:pt x="71836" y="6312"/>
                  </a:lnTo>
                  <a:lnTo>
                    <a:pt x="73332" y="6190"/>
                  </a:lnTo>
                  <a:lnTo>
                    <a:pt x="74760" y="6068"/>
                  </a:lnTo>
                  <a:lnTo>
                    <a:pt x="76107" y="5932"/>
                  </a:lnTo>
                  <a:lnTo>
                    <a:pt x="77386" y="5796"/>
                  </a:lnTo>
                  <a:lnTo>
                    <a:pt x="78583" y="5646"/>
                  </a:lnTo>
                  <a:lnTo>
                    <a:pt x="79698" y="5510"/>
                  </a:lnTo>
                  <a:lnTo>
                    <a:pt x="80732" y="5360"/>
                  </a:lnTo>
                  <a:lnTo>
                    <a:pt x="81684" y="5197"/>
                  </a:lnTo>
                  <a:lnTo>
                    <a:pt x="82541" y="5034"/>
                  </a:lnTo>
                  <a:lnTo>
                    <a:pt x="83303" y="4871"/>
                  </a:lnTo>
                  <a:lnTo>
                    <a:pt x="83983" y="4707"/>
                  </a:lnTo>
                  <a:lnTo>
                    <a:pt x="84568" y="4531"/>
                  </a:lnTo>
                  <a:lnTo>
                    <a:pt x="84813" y="4449"/>
                  </a:lnTo>
                  <a:lnTo>
                    <a:pt x="85044" y="4354"/>
                  </a:lnTo>
                  <a:lnTo>
                    <a:pt x="85248" y="4272"/>
                  </a:lnTo>
                  <a:lnTo>
                    <a:pt x="85425" y="4177"/>
                  </a:lnTo>
                  <a:lnTo>
                    <a:pt x="85574" y="4082"/>
                  </a:lnTo>
                  <a:lnTo>
                    <a:pt x="85697" y="4000"/>
                  </a:lnTo>
                  <a:lnTo>
                    <a:pt x="85792" y="3905"/>
                  </a:lnTo>
                  <a:lnTo>
                    <a:pt x="85860" y="3810"/>
                  </a:lnTo>
                  <a:lnTo>
                    <a:pt x="85901" y="3714"/>
                  </a:lnTo>
                  <a:lnTo>
                    <a:pt x="85914" y="3619"/>
                  </a:lnTo>
                  <a:lnTo>
                    <a:pt x="85901" y="3538"/>
                  </a:lnTo>
                  <a:lnTo>
                    <a:pt x="85860" y="3442"/>
                  </a:lnTo>
                  <a:lnTo>
                    <a:pt x="85792" y="3347"/>
                  </a:lnTo>
                  <a:lnTo>
                    <a:pt x="85697" y="3252"/>
                  </a:lnTo>
                  <a:lnTo>
                    <a:pt x="85574" y="3157"/>
                  </a:lnTo>
                  <a:lnTo>
                    <a:pt x="85425" y="3075"/>
                  </a:lnTo>
                  <a:lnTo>
                    <a:pt x="85248" y="2980"/>
                  </a:lnTo>
                  <a:lnTo>
                    <a:pt x="85044" y="2898"/>
                  </a:lnTo>
                  <a:lnTo>
                    <a:pt x="84813" y="2803"/>
                  </a:lnTo>
                  <a:lnTo>
                    <a:pt x="84568" y="2721"/>
                  </a:lnTo>
                  <a:lnTo>
                    <a:pt x="83983" y="2545"/>
                  </a:lnTo>
                  <a:lnTo>
                    <a:pt x="83303" y="2381"/>
                  </a:lnTo>
                  <a:lnTo>
                    <a:pt x="82541" y="2218"/>
                  </a:lnTo>
                  <a:lnTo>
                    <a:pt x="81684" y="2055"/>
                  </a:lnTo>
                  <a:lnTo>
                    <a:pt x="80732" y="1892"/>
                  </a:lnTo>
                  <a:lnTo>
                    <a:pt x="79698" y="1742"/>
                  </a:lnTo>
                  <a:lnTo>
                    <a:pt x="78583" y="1592"/>
                  </a:lnTo>
                  <a:lnTo>
                    <a:pt x="77386" y="1456"/>
                  </a:lnTo>
                  <a:lnTo>
                    <a:pt x="76107" y="1320"/>
                  </a:lnTo>
                  <a:lnTo>
                    <a:pt x="74760" y="1184"/>
                  </a:lnTo>
                  <a:lnTo>
                    <a:pt x="73332" y="1062"/>
                  </a:lnTo>
                  <a:lnTo>
                    <a:pt x="71836" y="939"/>
                  </a:lnTo>
                  <a:lnTo>
                    <a:pt x="70285" y="831"/>
                  </a:lnTo>
                  <a:lnTo>
                    <a:pt x="68666" y="722"/>
                  </a:lnTo>
                  <a:lnTo>
                    <a:pt x="66980" y="613"/>
                  </a:lnTo>
                  <a:lnTo>
                    <a:pt x="65238" y="518"/>
                  </a:lnTo>
                  <a:lnTo>
                    <a:pt x="63429" y="436"/>
                  </a:lnTo>
                  <a:lnTo>
                    <a:pt x="61579" y="355"/>
                  </a:lnTo>
                  <a:lnTo>
                    <a:pt x="59675" y="287"/>
                  </a:lnTo>
                  <a:lnTo>
                    <a:pt x="57730" y="219"/>
                  </a:lnTo>
                  <a:lnTo>
                    <a:pt x="55730" y="164"/>
                  </a:lnTo>
                  <a:lnTo>
                    <a:pt x="53690" y="110"/>
                  </a:lnTo>
                  <a:lnTo>
                    <a:pt x="51622" y="69"/>
                  </a:lnTo>
                  <a:lnTo>
                    <a:pt x="49500" y="42"/>
                  </a:lnTo>
                  <a:lnTo>
                    <a:pt x="47351" y="14"/>
                  </a:lnTo>
                  <a:lnTo>
                    <a:pt x="45175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29"/>
            <p:cNvSpPr/>
            <p:nvPr/>
          </p:nvSpPr>
          <p:spPr>
            <a:xfrm>
              <a:off x="1125429" y="3092593"/>
              <a:ext cx="204386" cy="1191325"/>
            </a:xfrm>
            <a:custGeom>
              <a:avLst/>
              <a:gdLst/>
              <a:ahLst/>
              <a:cxnLst/>
              <a:rect l="l" t="t" r="r" b="b"/>
              <a:pathLst>
                <a:path w="5783" h="33708" extrusionOk="0">
                  <a:moveTo>
                    <a:pt x="531" y="0"/>
                  </a:moveTo>
                  <a:lnTo>
                    <a:pt x="423" y="14"/>
                  </a:lnTo>
                  <a:lnTo>
                    <a:pt x="327" y="41"/>
                  </a:lnTo>
                  <a:lnTo>
                    <a:pt x="232" y="96"/>
                  </a:lnTo>
                  <a:lnTo>
                    <a:pt x="151" y="164"/>
                  </a:lnTo>
                  <a:lnTo>
                    <a:pt x="96" y="245"/>
                  </a:lnTo>
                  <a:lnTo>
                    <a:pt x="42" y="327"/>
                  </a:lnTo>
                  <a:lnTo>
                    <a:pt x="15" y="422"/>
                  </a:lnTo>
                  <a:lnTo>
                    <a:pt x="1" y="531"/>
                  </a:lnTo>
                  <a:lnTo>
                    <a:pt x="1" y="10420"/>
                  </a:lnTo>
                  <a:lnTo>
                    <a:pt x="15" y="10529"/>
                  </a:lnTo>
                  <a:lnTo>
                    <a:pt x="42" y="10624"/>
                  </a:lnTo>
                  <a:lnTo>
                    <a:pt x="83" y="10719"/>
                  </a:lnTo>
                  <a:lnTo>
                    <a:pt x="151" y="10801"/>
                  </a:lnTo>
                  <a:lnTo>
                    <a:pt x="4721" y="15371"/>
                  </a:lnTo>
                  <a:lnTo>
                    <a:pt x="4721" y="19983"/>
                  </a:lnTo>
                  <a:lnTo>
                    <a:pt x="341" y="24376"/>
                  </a:lnTo>
                  <a:lnTo>
                    <a:pt x="273" y="24444"/>
                  </a:lnTo>
                  <a:lnTo>
                    <a:pt x="219" y="24539"/>
                  </a:lnTo>
                  <a:lnTo>
                    <a:pt x="191" y="24635"/>
                  </a:lnTo>
                  <a:lnTo>
                    <a:pt x="178" y="24743"/>
                  </a:lnTo>
                  <a:lnTo>
                    <a:pt x="178" y="33177"/>
                  </a:lnTo>
                  <a:lnTo>
                    <a:pt x="191" y="33286"/>
                  </a:lnTo>
                  <a:lnTo>
                    <a:pt x="219" y="33395"/>
                  </a:lnTo>
                  <a:lnTo>
                    <a:pt x="273" y="33476"/>
                  </a:lnTo>
                  <a:lnTo>
                    <a:pt x="341" y="33558"/>
                  </a:lnTo>
                  <a:lnTo>
                    <a:pt x="409" y="33626"/>
                  </a:lnTo>
                  <a:lnTo>
                    <a:pt x="504" y="33667"/>
                  </a:lnTo>
                  <a:lnTo>
                    <a:pt x="599" y="33707"/>
                  </a:lnTo>
                  <a:lnTo>
                    <a:pt x="817" y="33707"/>
                  </a:lnTo>
                  <a:lnTo>
                    <a:pt x="912" y="33667"/>
                  </a:lnTo>
                  <a:lnTo>
                    <a:pt x="1007" y="33626"/>
                  </a:lnTo>
                  <a:lnTo>
                    <a:pt x="1089" y="33558"/>
                  </a:lnTo>
                  <a:lnTo>
                    <a:pt x="1144" y="33476"/>
                  </a:lnTo>
                  <a:lnTo>
                    <a:pt x="1198" y="33395"/>
                  </a:lnTo>
                  <a:lnTo>
                    <a:pt x="1225" y="33286"/>
                  </a:lnTo>
                  <a:lnTo>
                    <a:pt x="1239" y="33177"/>
                  </a:lnTo>
                  <a:lnTo>
                    <a:pt x="1239" y="24961"/>
                  </a:lnTo>
                  <a:lnTo>
                    <a:pt x="5632" y="20581"/>
                  </a:lnTo>
                  <a:lnTo>
                    <a:pt x="5700" y="20499"/>
                  </a:lnTo>
                  <a:lnTo>
                    <a:pt x="5741" y="20404"/>
                  </a:lnTo>
                  <a:lnTo>
                    <a:pt x="5768" y="20309"/>
                  </a:lnTo>
                  <a:lnTo>
                    <a:pt x="5782" y="20200"/>
                  </a:lnTo>
                  <a:lnTo>
                    <a:pt x="5782" y="15154"/>
                  </a:lnTo>
                  <a:lnTo>
                    <a:pt x="5768" y="15045"/>
                  </a:lnTo>
                  <a:lnTo>
                    <a:pt x="5741" y="14950"/>
                  </a:lnTo>
                  <a:lnTo>
                    <a:pt x="5700" y="14854"/>
                  </a:lnTo>
                  <a:lnTo>
                    <a:pt x="5632" y="14773"/>
                  </a:lnTo>
                  <a:lnTo>
                    <a:pt x="1062" y="10202"/>
                  </a:lnTo>
                  <a:lnTo>
                    <a:pt x="1062" y="531"/>
                  </a:lnTo>
                  <a:lnTo>
                    <a:pt x="1048" y="422"/>
                  </a:lnTo>
                  <a:lnTo>
                    <a:pt x="1021" y="327"/>
                  </a:lnTo>
                  <a:lnTo>
                    <a:pt x="967" y="245"/>
                  </a:lnTo>
                  <a:lnTo>
                    <a:pt x="899" y="164"/>
                  </a:lnTo>
                  <a:lnTo>
                    <a:pt x="831" y="96"/>
                  </a:lnTo>
                  <a:lnTo>
                    <a:pt x="735" y="41"/>
                  </a:lnTo>
                  <a:lnTo>
                    <a:pt x="640" y="14"/>
                  </a:lnTo>
                  <a:lnTo>
                    <a:pt x="53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9"/>
            <p:cNvSpPr/>
            <p:nvPr/>
          </p:nvSpPr>
          <p:spPr>
            <a:xfrm>
              <a:off x="1484583" y="3638253"/>
              <a:ext cx="111541" cy="667302"/>
            </a:xfrm>
            <a:custGeom>
              <a:avLst/>
              <a:gdLst/>
              <a:ahLst/>
              <a:cxnLst/>
              <a:rect l="l" t="t" r="r" b="b"/>
              <a:pathLst>
                <a:path w="3156" h="18881" extrusionOk="0">
                  <a:moveTo>
                    <a:pt x="2517" y="0"/>
                  </a:moveTo>
                  <a:lnTo>
                    <a:pt x="2421" y="41"/>
                  </a:lnTo>
                  <a:lnTo>
                    <a:pt x="2326" y="82"/>
                  </a:lnTo>
                  <a:lnTo>
                    <a:pt x="2244" y="150"/>
                  </a:lnTo>
                  <a:lnTo>
                    <a:pt x="2176" y="232"/>
                  </a:lnTo>
                  <a:lnTo>
                    <a:pt x="2136" y="313"/>
                  </a:lnTo>
                  <a:lnTo>
                    <a:pt x="2108" y="422"/>
                  </a:lnTo>
                  <a:lnTo>
                    <a:pt x="2095" y="531"/>
                  </a:lnTo>
                  <a:lnTo>
                    <a:pt x="2095" y="6489"/>
                  </a:lnTo>
                  <a:lnTo>
                    <a:pt x="163" y="8420"/>
                  </a:lnTo>
                  <a:lnTo>
                    <a:pt x="95" y="8502"/>
                  </a:lnTo>
                  <a:lnTo>
                    <a:pt x="41" y="8583"/>
                  </a:lnTo>
                  <a:lnTo>
                    <a:pt x="14" y="8692"/>
                  </a:lnTo>
                  <a:lnTo>
                    <a:pt x="0" y="8787"/>
                  </a:lnTo>
                  <a:lnTo>
                    <a:pt x="0" y="18350"/>
                  </a:lnTo>
                  <a:lnTo>
                    <a:pt x="14" y="18459"/>
                  </a:lnTo>
                  <a:lnTo>
                    <a:pt x="41" y="18568"/>
                  </a:lnTo>
                  <a:lnTo>
                    <a:pt x="95" y="18649"/>
                  </a:lnTo>
                  <a:lnTo>
                    <a:pt x="163" y="18731"/>
                  </a:lnTo>
                  <a:lnTo>
                    <a:pt x="245" y="18799"/>
                  </a:lnTo>
                  <a:lnTo>
                    <a:pt x="327" y="18840"/>
                  </a:lnTo>
                  <a:lnTo>
                    <a:pt x="422" y="18881"/>
                  </a:lnTo>
                  <a:lnTo>
                    <a:pt x="639" y="18881"/>
                  </a:lnTo>
                  <a:lnTo>
                    <a:pt x="735" y="18840"/>
                  </a:lnTo>
                  <a:lnTo>
                    <a:pt x="830" y="18799"/>
                  </a:lnTo>
                  <a:lnTo>
                    <a:pt x="911" y="18731"/>
                  </a:lnTo>
                  <a:lnTo>
                    <a:pt x="979" y="18649"/>
                  </a:lnTo>
                  <a:lnTo>
                    <a:pt x="1020" y="18568"/>
                  </a:lnTo>
                  <a:lnTo>
                    <a:pt x="1047" y="18459"/>
                  </a:lnTo>
                  <a:lnTo>
                    <a:pt x="1061" y="18350"/>
                  </a:lnTo>
                  <a:lnTo>
                    <a:pt x="1061" y="9005"/>
                  </a:lnTo>
                  <a:lnTo>
                    <a:pt x="2993" y="7074"/>
                  </a:lnTo>
                  <a:lnTo>
                    <a:pt x="3061" y="6992"/>
                  </a:lnTo>
                  <a:lnTo>
                    <a:pt x="3115" y="6910"/>
                  </a:lnTo>
                  <a:lnTo>
                    <a:pt x="3142" y="6802"/>
                  </a:lnTo>
                  <a:lnTo>
                    <a:pt x="3156" y="6706"/>
                  </a:lnTo>
                  <a:lnTo>
                    <a:pt x="3156" y="531"/>
                  </a:lnTo>
                  <a:lnTo>
                    <a:pt x="3142" y="422"/>
                  </a:lnTo>
                  <a:lnTo>
                    <a:pt x="3115" y="313"/>
                  </a:lnTo>
                  <a:lnTo>
                    <a:pt x="3061" y="232"/>
                  </a:lnTo>
                  <a:lnTo>
                    <a:pt x="2993" y="150"/>
                  </a:lnTo>
                  <a:lnTo>
                    <a:pt x="2925" y="82"/>
                  </a:lnTo>
                  <a:lnTo>
                    <a:pt x="2829" y="41"/>
                  </a:lnTo>
                  <a:lnTo>
                    <a:pt x="27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9"/>
            <p:cNvSpPr/>
            <p:nvPr/>
          </p:nvSpPr>
          <p:spPr>
            <a:xfrm>
              <a:off x="1689360" y="3070009"/>
              <a:ext cx="205799" cy="1235538"/>
            </a:xfrm>
            <a:custGeom>
              <a:avLst/>
              <a:gdLst/>
              <a:ahLst/>
              <a:cxnLst/>
              <a:rect l="l" t="t" r="r" b="b"/>
              <a:pathLst>
                <a:path w="5823" h="34959" extrusionOk="0">
                  <a:moveTo>
                    <a:pt x="531" y="0"/>
                  </a:moveTo>
                  <a:lnTo>
                    <a:pt x="422" y="14"/>
                  </a:lnTo>
                  <a:lnTo>
                    <a:pt x="327" y="41"/>
                  </a:lnTo>
                  <a:lnTo>
                    <a:pt x="232" y="95"/>
                  </a:lnTo>
                  <a:lnTo>
                    <a:pt x="164" y="150"/>
                  </a:lnTo>
                  <a:lnTo>
                    <a:pt x="96" y="231"/>
                  </a:lnTo>
                  <a:lnTo>
                    <a:pt x="42" y="327"/>
                  </a:lnTo>
                  <a:lnTo>
                    <a:pt x="14" y="422"/>
                  </a:lnTo>
                  <a:lnTo>
                    <a:pt x="1" y="531"/>
                  </a:lnTo>
                  <a:lnTo>
                    <a:pt x="1" y="7726"/>
                  </a:lnTo>
                  <a:lnTo>
                    <a:pt x="14" y="7835"/>
                  </a:lnTo>
                  <a:lnTo>
                    <a:pt x="42" y="7930"/>
                  </a:lnTo>
                  <a:lnTo>
                    <a:pt x="96" y="8026"/>
                  </a:lnTo>
                  <a:lnTo>
                    <a:pt x="164" y="8107"/>
                  </a:lnTo>
                  <a:lnTo>
                    <a:pt x="4762" y="12705"/>
                  </a:lnTo>
                  <a:lnTo>
                    <a:pt x="4762" y="34428"/>
                  </a:lnTo>
                  <a:lnTo>
                    <a:pt x="4775" y="34537"/>
                  </a:lnTo>
                  <a:lnTo>
                    <a:pt x="4802" y="34646"/>
                  </a:lnTo>
                  <a:lnTo>
                    <a:pt x="4857" y="34727"/>
                  </a:lnTo>
                  <a:lnTo>
                    <a:pt x="4911" y="34809"/>
                  </a:lnTo>
                  <a:lnTo>
                    <a:pt x="4993" y="34877"/>
                  </a:lnTo>
                  <a:lnTo>
                    <a:pt x="5088" y="34918"/>
                  </a:lnTo>
                  <a:lnTo>
                    <a:pt x="5183" y="34959"/>
                  </a:lnTo>
                  <a:lnTo>
                    <a:pt x="5401" y="34959"/>
                  </a:lnTo>
                  <a:lnTo>
                    <a:pt x="5496" y="34918"/>
                  </a:lnTo>
                  <a:lnTo>
                    <a:pt x="5591" y="34877"/>
                  </a:lnTo>
                  <a:lnTo>
                    <a:pt x="5673" y="34809"/>
                  </a:lnTo>
                  <a:lnTo>
                    <a:pt x="5727" y="34727"/>
                  </a:lnTo>
                  <a:lnTo>
                    <a:pt x="5782" y="34646"/>
                  </a:lnTo>
                  <a:lnTo>
                    <a:pt x="5809" y="34537"/>
                  </a:lnTo>
                  <a:lnTo>
                    <a:pt x="5823" y="34428"/>
                  </a:lnTo>
                  <a:lnTo>
                    <a:pt x="5823" y="12487"/>
                  </a:lnTo>
                  <a:lnTo>
                    <a:pt x="5809" y="12392"/>
                  </a:lnTo>
                  <a:lnTo>
                    <a:pt x="5782" y="12283"/>
                  </a:lnTo>
                  <a:lnTo>
                    <a:pt x="5727" y="12202"/>
                  </a:lnTo>
                  <a:lnTo>
                    <a:pt x="5673" y="12120"/>
                  </a:lnTo>
                  <a:lnTo>
                    <a:pt x="1062" y="7509"/>
                  </a:lnTo>
                  <a:lnTo>
                    <a:pt x="1062" y="531"/>
                  </a:lnTo>
                  <a:lnTo>
                    <a:pt x="1048" y="422"/>
                  </a:lnTo>
                  <a:lnTo>
                    <a:pt x="1021" y="327"/>
                  </a:lnTo>
                  <a:lnTo>
                    <a:pt x="967" y="231"/>
                  </a:lnTo>
                  <a:lnTo>
                    <a:pt x="912" y="150"/>
                  </a:lnTo>
                  <a:lnTo>
                    <a:pt x="831" y="95"/>
                  </a:lnTo>
                  <a:lnTo>
                    <a:pt x="735" y="41"/>
                  </a:lnTo>
                  <a:lnTo>
                    <a:pt x="640" y="14"/>
                  </a:lnTo>
                  <a:lnTo>
                    <a:pt x="53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9"/>
            <p:cNvSpPr/>
            <p:nvPr/>
          </p:nvSpPr>
          <p:spPr>
            <a:xfrm>
              <a:off x="2097995" y="3230077"/>
              <a:ext cx="167842" cy="1103852"/>
            </a:xfrm>
            <a:custGeom>
              <a:avLst/>
              <a:gdLst/>
              <a:ahLst/>
              <a:cxnLst/>
              <a:rect l="l" t="t" r="r" b="b"/>
              <a:pathLst>
                <a:path w="4749" h="31233" extrusionOk="0">
                  <a:moveTo>
                    <a:pt x="4041" y="1"/>
                  </a:moveTo>
                  <a:lnTo>
                    <a:pt x="3932" y="14"/>
                  </a:lnTo>
                  <a:lnTo>
                    <a:pt x="3823" y="42"/>
                  </a:lnTo>
                  <a:lnTo>
                    <a:pt x="3742" y="96"/>
                  </a:lnTo>
                  <a:lnTo>
                    <a:pt x="3660" y="150"/>
                  </a:lnTo>
                  <a:lnTo>
                    <a:pt x="3592" y="232"/>
                  </a:lnTo>
                  <a:lnTo>
                    <a:pt x="3551" y="327"/>
                  </a:lnTo>
                  <a:lnTo>
                    <a:pt x="3510" y="422"/>
                  </a:lnTo>
                  <a:lnTo>
                    <a:pt x="3510" y="531"/>
                  </a:lnTo>
                  <a:lnTo>
                    <a:pt x="3510" y="6856"/>
                  </a:lnTo>
                  <a:lnTo>
                    <a:pt x="151" y="10203"/>
                  </a:lnTo>
                  <a:lnTo>
                    <a:pt x="96" y="10284"/>
                  </a:lnTo>
                  <a:lnTo>
                    <a:pt x="42" y="10379"/>
                  </a:lnTo>
                  <a:lnTo>
                    <a:pt x="15" y="10475"/>
                  </a:lnTo>
                  <a:lnTo>
                    <a:pt x="1" y="10570"/>
                  </a:lnTo>
                  <a:lnTo>
                    <a:pt x="1" y="20731"/>
                  </a:lnTo>
                  <a:lnTo>
                    <a:pt x="15" y="20826"/>
                  </a:lnTo>
                  <a:lnTo>
                    <a:pt x="42" y="20921"/>
                  </a:lnTo>
                  <a:lnTo>
                    <a:pt x="96" y="21017"/>
                  </a:lnTo>
                  <a:lnTo>
                    <a:pt x="151" y="21098"/>
                  </a:lnTo>
                  <a:lnTo>
                    <a:pt x="3701" y="24635"/>
                  </a:lnTo>
                  <a:lnTo>
                    <a:pt x="3701" y="30702"/>
                  </a:lnTo>
                  <a:lnTo>
                    <a:pt x="3701" y="30810"/>
                  </a:lnTo>
                  <a:lnTo>
                    <a:pt x="3742" y="30919"/>
                  </a:lnTo>
                  <a:lnTo>
                    <a:pt x="3783" y="31001"/>
                  </a:lnTo>
                  <a:lnTo>
                    <a:pt x="3851" y="31082"/>
                  </a:lnTo>
                  <a:lnTo>
                    <a:pt x="3932" y="31151"/>
                  </a:lnTo>
                  <a:lnTo>
                    <a:pt x="4014" y="31191"/>
                  </a:lnTo>
                  <a:lnTo>
                    <a:pt x="4123" y="31232"/>
                  </a:lnTo>
                  <a:lnTo>
                    <a:pt x="4327" y="31232"/>
                  </a:lnTo>
                  <a:lnTo>
                    <a:pt x="4435" y="31191"/>
                  </a:lnTo>
                  <a:lnTo>
                    <a:pt x="4517" y="31151"/>
                  </a:lnTo>
                  <a:lnTo>
                    <a:pt x="4599" y="31082"/>
                  </a:lnTo>
                  <a:lnTo>
                    <a:pt x="4667" y="31001"/>
                  </a:lnTo>
                  <a:lnTo>
                    <a:pt x="4707" y="30919"/>
                  </a:lnTo>
                  <a:lnTo>
                    <a:pt x="4748" y="30810"/>
                  </a:lnTo>
                  <a:lnTo>
                    <a:pt x="4748" y="30702"/>
                  </a:lnTo>
                  <a:lnTo>
                    <a:pt x="4748" y="24417"/>
                  </a:lnTo>
                  <a:lnTo>
                    <a:pt x="4748" y="24308"/>
                  </a:lnTo>
                  <a:lnTo>
                    <a:pt x="4721" y="24213"/>
                  </a:lnTo>
                  <a:lnTo>
                    <a:pt x="4667" y="24118"/>
                  </a:lnTo>
                  <a:lnTo>
                    <a:pt x="4599" y="24050"/>
                  </a:lnTo>
                  <a:lnTo>
                    <a:pt x="1062" y="20500"/>
                  </a:lnTo>
                  <a:lnTo>
                    <a:pt x="1062" y="10801"/>
                  </a:lnTo>
                  <a:lnTo>
                    <a:pt x="4408" y="7441"/>
                  </a:lnTo>
                  <a:lnTo>
                    <a:pt x="4476" y="7360"/>
                  </a:lnTo>
                  <a:lnTo>
                    <a:pt x="4531" y="7278"/>
                  </a:lnTo>
                  <a:lnTo>
                    <a:pt x="4558" y="7183"/>
                  </a:lnTo>
                  <a:lnTo>
                    <a:pt x="4558" y="7074"/>
                  </a:lnTo>
                  <a:lnTo>
                    <a:pt x="4558" y="531"/>
                  </a:lnTo>
                  <a:lnTo>
                    <a:pt x="4558" y="422"/>
                  </a:lnTo>
                  <a:lnTo>
                    <a:pt x="4517" y="327"/>
                  </a:lnTo>
                  <a:lnTo>
                    <a:pt x="4476" y="232"/>
                  </a:lnTo>
                  <a:lnTo>
                    <a:pt x="4408" y="150"/>
                  </a:lnTo>
                  <a:lnTo>
                    <a:pt x="4327" y="96"/>
                  </a:lnTo>
                  <a:lnTo>
                    <a:pt x="4245" y="42"/>
                  </a:lnTo>
                  <a:lnTo>
                    <a:pt x="4136" y="14"/>
                  </a:lnTo>
                  <a:lnTo>
                    <a:pt x="404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29"/>
            <p:cNvSpPr/>
            <p:nvPr/>
          </p:nvSpPr>
          <p:spPr>
            <a:xfrm>
              <a:off x="2493659" y="3432946"/>
              <a:ext cx="163989" cy="913003"/>
            </a:xfrm>
            <a:custGeom>
              <a:avLst/>
              <a:gdLst/>
              <a:ahLst/>
              <a:cxnLst/>
              <a:rect l="l" t="t" r="r" b="b"/>
              <a:pathLst>
                <a:path w="4640" h="25833" extrusionOk="0">
                  <a:moveTo>
                    <a:pt x="599" y="1"/>
                  </a:moveTo>
                  <a:lnTo>
                    <a:pt x="504" y="42"/>
                  </a:lnTo>
                  <a:lnTo>
                    <a:pt x="423" y="83"/>
                  </a:lnTo>
                  <a:lnTo>
                    <a:pt x="341" y="151"/>
                  </a:lnTo>
                  <a:lnTo>
                    <a:pt x="273" y="232"/>
                  </a:lnTo>
                  <a:lnTo>
                    <a:pt x="219" y="314"/>
                  </a:lnTo>
                  <a:lnTo>
                    <a:pt x="191" y="423"/>
                  </a:lnTo>
                  <a:lnTo>
                    <a:pt x="178" y="531"/>
                  </a:lnTo>
                  <a:lnTo>
                    <a:pt x="178" y="9577"/>
                  </a:lnTo>
                  <a:lnTo>
                    <a:pt x="191" y="9672"/>
                  </a:lnTo>
                  <a:lnTo>
                    <a:pt x="219" y="9768"/>
                  </a:lnTo>
                  <a:lnTo>
                    <a:pt x="273" y="9863"/>
                  </a:lnTo>
                  <a:lnTo>
                    <a:pt x="341" y="9944"/>
                  </a:lnTo>
                  <a:lnTo>
                    <a:pt x="3578" y="13182"/>
                  </a:lnTo>
                  <a:lnTo>
                    <a:pt x="3578" y="18473"/>
                  </a:lnTo>
                  <a:lnTo>
                    <a:pt x="151" y="21901"/>
                  </a:lnTo>
                  <a:lnTo>
                    <a:pt x="83" y="21983"/>
                  </a:lnTo>
                  <a:lnTo>
                    <a:pt x="42" y="22064"/>
                  </a:lnTo>
                  <a:lnTo>
                    <a:pt x="1" y="22173"/>
                  </a:lnTo>
                  <a:lnTo>
                    <a:pt x="1" y="22268"/>
                  </a:lnTo>
                  <a:lnTo>
                    <a:pt x="1" y="25302"/>
                  </a:lnTo>
                  <a:lnTo>
                    <a:pt x="1" y="25411"/>
                  </a:lnTo>
                  <a:lnTo>
                    <a:pt x="42" y="25506"/>
                  </a:lnTo>
                  <a:lnTo>
                    <a:pt x="83" y="25601"/>
                  </a:lnTo>
                  <a:lnTo>
                    <a:pt x="151" y="25669"/>
                  </a:lnTo>
                  <a:lnTo>
                    <a:pt x="232" y="25737"/>
                  </a:lnTo>
                  <a:lnTo>
                    <a:pt x="314" y="25791"/>
                  </a:lnTo>
                  <a:lnTo>
                    <a:pt x="423" y="25819"/>
                  </a:lnTo>
                  <a:lnTo>
                    <a:pt x="531" y="25832"/>
                  </a:lnTo>
                  <a:lnTo>
                    <a:pt x="627" y="25819"/>
                  </a:lnTo>
                  <a:lnTo>
                    <a:pt x="735" y="25791"/>
                  </a:lnTo>
                  <a:lnTo>
                    <a:pt x="817" y="25737"/>
                  </a:lnTo>
                  <a:lnTo>
                    <a:pt x="899" y="25669"/>
                  </a:lnTo>
                  <a:lnTo>
                    <a:pt x="967" y="25601"/>
                  </a:lnTo>
                  <a:lnTo>
                    <a:pt x="1021" y="25506"/>
                  </a:lnTo>
                  <a:lnTo>
                    <a:pt x="1048" y="25411"/>
                  </a:lnTo>
                  <a:lnTo>
                    <a:pt x="1062" y="25302"/>
                  </a:lnTo>
                  <a:lnTo>
                    <a:pt x="1062" y="22486"/>
                  </a:lnTo>
                  <a:lnTo>
                    <a:pt x="4476" y="19072"/>
                  </a:lnTo>
                  <a:lnTo>
                    <a:pt x="4544" y="18990"/>
                  </a:lnTo>
                  <a:lnTo>
                    <a:pt x="4599" y="18895"/>
                  </a:lnTo>
                  <a:lnTo>
                    <a:pt x="4626" y="18800"/>
                  </a:lnTo>
                  <a:lnTo>
                    <a:pt x="4639" y="18691"/>
                  </a:lnTo>
                  <a:lnTo>
                    <a:pt x="4639" y="12964"/>
                  </a:lnTo>
                  <a:lnTo>
                    <a:pt x="4626" y="12855"/>
                  </a:lnTo>
                  <a:lnTo>
                    <a:pt x="4599" y="12760"/>
                  </a:lnTo>
                  <a:lnTo>
                    <a:pt x="4544" y="12665"/>
                  </a:lnTo>
                  <a:lnTo>
                    <a:pt x="4476" y="12597"/>
                  </a:lnTo>
                  <a:lnTo>
                    <a:pt x="1239" y="9346"/>
                  </a:lnTo>
                  <a:lnTo>
                    <a:pt x="1239" y="531"/>
                  </a:lnTo>
                  <a:lnTo>
                    <a:pt x="1225" y="423"/>
                  </a:lnTo>
                  <a:lnTo>
                    <a:pt x="1198" y="314"/>
                  </a:lnTo>
                  <a:lnTo>
                    <a:pt x="1157" y="232"/>
                  </a:lnTo>
                  <a:lnTo>
                    <a:pt x="1089" y="151"/>
                  </a:lnTo>
                  <a:lnTo>
                    <a:pt x="1008" y="83"/>
                  </a:lnTo>
                  <a:lnTo>
                    <a:pt x="912" y="42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29"/>
            <p:cNvSpPr/>
            <p:nvPr/>
          </p:nvSpPr>
          <p:spPr>
            <a:xfrm>
              <a:off x="2641251" y="3274786"/>
              <a:ext cx="118786" cy="1009134"/>
            </a:xfrm>
            <a:custGeom>
              <a:avLst/>
              <a:gdLst/>
              <a:ahLst/>
              <a:cxnLst/>
              <a:rect l="l" t="t" r="r" b="b"/>
              <a:pathLst>
                <a:path w="3361" h="28553" extrusionOk="0">
                  <a:moveTo>
                    <a:pt x="2545" y="1"/>
                  </a:moveTo>
                  <a:lnTo>
                    <a:pt x="2449" y="14"/>
                  </a:lnTo>
                  <a:lnTo>
                    <a:pt x="2341" y="42"/>
                  </a:lnTo>
                  <a:lnTo>
                    <a:pt x="2259" y="96"/>
                  </a:lnTo>
                  <a:lnTo>
                    <a:pt x="2177" y="150"/>
                  </a:lnTo>
                  <a:lnTo>
                    <a:pt x="2109" y="232"/>
                  </a:lnTo>
                  <a:lnTo>
                    <a:pt x="2069" y="327"/>
                  </a:lnTo>
                  <a:lnTo>
                    <a:pt x="2028" y="422"/>
                  </a:lnTo>
                  <a:lnTo>
                    <a:pt x="2028" y="531"/>
                  </a:lnTo>
                  <a:lnTo>
                    <a:pt x="2028" y="7441"/>
                  </a:lnTo>
                  <a:lnTo>
                    <a:pt x="151" y="9318"/>
                  </a:lnTo>
                  <a:lnTo>
                    <a:pt x="83" y="9400"/>
                  </a:lnTo>
                  <a:lnTo>
                    <a:pt x="42" y="9482"/>
                  </a:lnTo>
                  <a:lnTo>
                    <a:pt x="15" y="9591"/>
                  </a:lnTo>
                  <a:lnTo>
                    <a:pt x="1" y="9686"/>
                  </a:lnTo>
                  <a:lnTo>
                    <a:pt x="1" y="12284"/>
                  </a:lnTo>
                  <a:lnTo>
                    <a:pt x="15" y="12379"/>
                  </a:lnTo>
                  <a:lnTo>
                    <a:pt x="42" y="12488"/>
                  </a:lnTo>
                  <a:lnTo>
                    <a:pt x="83" y="12569"/>
                  </a:lnTo>
                  <a:lnTo>
                    <a:pt x="151" y="12651"/>
                  </a:lnTo>
                  <a:lnTo>
                    <a:pt x="2300" y="14800"/>
                  </a:lnTo>
                  <a:lnTo>
                    <a:pt x="2300" y="28022"/>
                  </a:lnTo>
                  <a:lnTo>
                    <a:pt x="2313" y="28131"/>
                  </a:lnTo>
                  <a:lnTo>
                    <a:pt x="2341" y="28240"/>
                  </a:lnTo>
                  <a:lnTo>
                    <a:pt x="2395" y="28321"/>
                  </a:lnTo>
                  <a:lnTo>
                    <a:pt x="2463" y="28403"/>
                  </a:lnTo>
                  <a:lnTo>
                    <a:pt x="2545" y="28471"/>
                  </a:lnTo>
                  <a:lnTo>
                    <a:pt x="2626" y="28512"/>
                  </a:lnTo>
                  <a:lnTo>
                    <a:pt x="2721" y="28552"/>
                  </a:lnTo>
                  <a:lnTo>
                    <a:pt x="2939" y="28552"/>
                  </a:lnTo>
                  <a:lnTo>
                    <a:pt x="3034" y="28512"/>
                  </a:lnTo>
                  <a:lnTo>
                    <a:pt x="3130" y="28471"/>
                  </a:lnTo>
                  <a:lnTo>
                    <a:pt x="3211" y="28403"/>
                  </a:lnTo>
                  <a:lnTo>
                    <a:pt x="3279" y="28321"/>
                  </a:lnTo>
                  <a:lnTo>
                    <a:pt x="3320" y="28240"/>
                  </a:lnTo>
                  <a:lnTo>
                    <a:pt x="3347" y="28131"/>
                  </a:lnTo>
                  <a:lnTo>
                    <a:pt x="3361" y="28022"/>
                  </a:lnTo>
                  <a:lnTo>
                    <a:pt x="3361" y="14583"/>
                  </a:lnTo>
                  <a:lnTo>
                    <a:pt x="3361" y="14487"/>
                  </a:lnTo>
                  <a:lnTo>
                    <a:pt x="3320" y="14379"/>
                  </a:lnTo>
                  <a:lnTo>
                    <a:pt x="3279" y="14297"/>
                  </a:lnTo>
                  <a:lnTo>
                    <a:pt x="3211" y="14215"/>
                  </a:lnTo>
                  <a:lnTo>
                    <a:pt x="1062" y="12066"/>
                  </a:lnTo>
                  <a:lnTo>
                    <a:pt x="1062" y="9903"/>
                  </a:lnTo>
                  <a:lnTo>
                    <a:pt x="2925" y="8040"/>
                  </a:lnTo>
                  <a:lnTo>
                    <a:pt x="2994" y="7958"/>
                  </a:lnTo>
                  <a:lnTo>
                    <a:pt x="3034" y="7877"/>
                  </a:lnTo>
                  <a:lnTo>
                    <a:pt x="3075" y="7768"/>
                  </a:lnTo>
                  <a:lnTo>
                    <a:pt x="3075" y="7673"/>
                  </a:lnTo>
                  <a:lnTo>
                    <a:pt x="3075" y="531"/>
                  </a:lnTo>
                  <a:lnTo>
                    <a:pt x="3075" y="422"/>
                  </a:lnTo>
                  <a:lnTo>
                    <a:pt x="3034" y="327"/>
                  </a:lnTo>
                  <a:lnTo>
                    <a:pt x="2994" y="232"/>
                  </a:lnTo>
                  <a:lnTo>
                    <a:pt x="2925" y="150"/>
                  </a:lnTo>
                  <a:lnTo>
                    <a:pt x="2844" y="96"/>
                  </a:lnTo>
                  <a:lnTo>
                    <a:pt x="2762" y="42"/>
                  </a:lnTo>
                  <a:lnTo>
                    <a:pt x="2653" y="14"/>
                  </a:lnTo>
                  <a:lnTo>
                    <a:pt x="25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9"/>
            <p:cNvSpPr/>
            <p:nvPr/>
          </p:nvSpPr>
          <p:spPr>
            <a:xfrm>
              <a:off x="1060539" y="3002222"/>
              <a:ext cx="166852" cy="166852"/>
            </a:xfrm>
            <a:custGeom>
              <a:avLst/>
              <a:gdLst/>
              <a:ahLst/>
              <a:cxnLst/>
              <a:rect l="l" t="t" r="r" b="b"/>
              <a:pathLst>
                <a:path w="4721" h="4721" extrusionOk="0">
                  <a:moveTo>
                    <a:pt x="2367" y="0"/>
                  </a:moveTo>
                  <a:lnTo>
                    <a:pt x="2123" y="14"/>
                  </a:lnTo>
                  <a:lnTo>
                    <a:pt x="1891" y="41"/>
                  </a:lnTo>
                  <a:lnTo>
                    <a:pt x="1660" y="109"/>
                  </a:lnTo>
                  <a:lnTo>
                    <a:pt x="1442" y="177"/>
                  </a:lnTo>
                  <a:lnTo>
                    <a:pt x="1238" y="286"/>
                  </a:lnTo>
                  <a:lnTo>
                    <a:pt x="1048" y="395"/>
                  </a:lnTo>
                  <a:lnTo>
                    <a:pt x="858" y="531"/>
                  </a:lnTo>
                  <a:lnTo>
                    <a:pt x="694" y="694"/>
                  </a:lnTo>
                  <a:lnTo>
                    <a:pt x="545" y="857"/>
                  </a:lnTo>
                  <a:lnTo>
                    <a:pt x="409" y="1034"/>
                  </a:lnTo>
                  <a:lnTo>
                    <a:pt x="286" y="1238"/>
                  </a:lnTo>
                  <a:lnTo>
                    <a:pt x="191" y="1442"/>
                  </a:lnTo>
                  <a:lnTo>
                    <a:pt x="109" y="1660"/>
                  </a:lnTo>
                  <a:lnTo>
                    <a:pt x="55" y="1877"/>
                  </a:lnTo>
                  <a:lnTo>
                    <a:pt x="14" y="2122"/>
                  </a:lnTo>
                  <a:lnTo>
                    <a:pt x="1" y="2353"/>
                  </a:lnTo>
                  <a:lnTo>
                    <a:pt x="14" y="2598"/>
                  </a:lnTo>
                  <a:lnTo>
                    <a:pt x="55" y="2829"/>
                  </a:lnTo>
                  <a:lnTo>
                    <a:pt x="109" y="3061"/>
                  </a:lnTo>
                  <a:lnTo>
                    <a:pt x="191" y="3278"/>
                  </a:lnTo>
                  <a:lnTo>
                    <a:pt x="286" y="3482"/>
                  </a:lnTo>
                  <a:lnTo>
                    <a:pt x="409" y="3673"/>
                  </a:lnTo>
                  <a:lnTo>
                    <a:pt x="545" y="3863"/>
                  </a:lnTo>
                  <a:lnTo>
                    <a:pt x="694" y="4026"/>
                  </a:lnTo>
                  <a:lnTo>
                    <a:pt x="858" y="4176"/>
                  </a:lnTo>
                  <a:lnTo>
                    <a:pt x="1048" y="4312"/>
                  </a:lnTo>
                  <a:lnTo>
                    <a:pt x="1238" y="4435"/>
                  </a:lnTo>
                  <a:lnTo>
                    <a:pt x="1442" y="4530"/>
                  </a:lnTo>
                  <a:lnTo>
                    <a:pt x="1660" y="4611"/>
                  </a:lnTo>
                  <a:lnTo>
                    <a:pt x="1891" y="4666"/>
                  </a:lnTo>
                  <a:lnTo>
                    <a:pt x="2123" y="4707"/>
                  </a:lnTo>
                  <a:lnTo>
                    <a:pt x="2367" y="4720"/>
                  </a:lnTo>
                  <a:lnTo>
                    <a:pt x="2612" y="4707"/>
                  </a:lnTo>
                  <a:lnTo>
                    <a:pt x="2843" y="4666"/>
                  </a:lnTo>
                  <a:lnTo>
                    <a:pt x="3061" y="4611"/>
                  </a:lnTo>
                  <a:lnTo>
                    <a:pt x="3279" y="4530"/>
                  </a:lnTo>
                  <a:lnTo>
                    <a:pt x="3483" y="4435"/>
                  </a:lnTo>
                  <a:lnTo>
                    <a:pt x="3687" y="4312"/>
                  </a:lnTo>
                  <a:lnTo>
                    <a:pt x="3864" y="4176"/>
                  </a:lnTo>
                  <a:lnTo>
                    <a:pt x="4027" y="4026"/>
                  </a:lnTo>
                  <a:lnTo>
                    <a:pt x="4190" y="3863"/>
                  </a:lnTo>
                  <a:lnTo>
                    <a:pt x="4326" y="3673"/>
                  </a:lnTo>
                  <a:lnTo>
                    <a:pt x="4435" y="3482"/>
                  </a:lnTo>
                  <a:lnTo>
                    <a:pt x="4544" y="3278"/>
                  </a:lnTo>
                  <a:lnTo>
                    <a:pt x="4612" y="3061"/>
                  </a:lnTo>
                  <a:lnTo>
                    <a:pt x="4680" y="2829"/>
                  </a:lnTo>
                  <a:lnTo>
                    <a:pt x="4707" y="2598"/>
                  </a:lnTo>
                  <a:lnTo>
                    <a:pt x="4721" y="2353"/>
                  </a:lnTo>
                  <a:lnTo>
                    <a:pt x="4707" y="2122"/>
                  </a:lnTo>
                  <a:lnTo>
                    <a:pt x="4680" y="1877"/>
                  </a:lnTo>
                  <a:lnTo>
                    <a:pt x="4612" y="1660"/>
                  </a:lnTo>
                  <a:lnTo>
                    <a:pt x="4544" y="1442"/>
                  </a:lnTo>
                  <a:lnTo>
                    <a:pt x="4435" y="1238"/>
                  </a:lnTo>
                  <a:lnTo>
                    <a:pt x="4326" y="1034"/>
                  </a:lnTo>
                  <a:lnTo>
                    <a:pt x="4190" y="857"/>
                  </a:lnTo>
                  <a:lnTo>
                    <a:pt x="4027" y="694"/>
                  </a:lnTo>
                  <a:lnTo>
                    <a:pt x="3864" y="531"/>
                  </a:lnTo>
                  <a:lnTo>
                    <a:pt x="3687" y="395"/>
                  </a:lnTo>
                  <a:lnTo>
                    <a:pt x="3483" y="286"/>
                  </a:lnTo>
                  <a:lnTo>
                    <a:pt x="3279" y="177"/>
                  </a:lnTo>
                  <a:lnTo>
                    <a:pt x="3061" y="109"/>
                  </a:lnTo>
                  <a:lnTo>
                    <a:pt x="2843" y="41"/>
                  </a:lnTo>
                  <a:lnTo>
                    <a:pt x="2612" y="14"/>
                  </a:lnTo>
                  <a:lnTo>
                    <a:pt x="2367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9"/>
            <p:cNvSpPr/>
            <p:nvPr/>
          </p:nvSpPr>
          <p:spPr>
            <a:xfrm>
              <a:off x="1493702" y="3526711"/>
              <a:ext cx="166852" cy="166852"/>
            </a:xfrm>
            <a:custGeom>
              <a:avLst/>
              <a:gdLst/>
              <a:ahLst/>
              <a:cxnLst/>
              <a:rect l="l" t="t" r="r" b="b"/>
              <a:pathLst>
                <a:path w="4721" h="4721" extrusionOk="0">
                  <a:moveTo>
                    <a:pt x="2367" y="0"/>
                  </a:moveTo>
                  <a:lnTo>
                    <a:pt x="2123" y="14"/>
                  </a:lnTo>
                  <a:lnTo>
                    <a:pt x="1891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38" y="286"/>
                  </a:lnTo>
                  <a:lnTo>
                    <a:pt x="1048" y="409"/>
                  </a:lnTo>
                  <a:lnTo>
                    <a:pt x="857" y="545"/>
                  </a:lnTo>
                  <a:lnTo>
                    <a:pt x="694" y="694"/>
                  </a:lnTo>
                  <a:lnTo>
                    <a:pt x="545" y="857"/>
                  </a:lnTo>
                  <a:lnTo>
                    <a:pt x="409" y="1048"/>
                  </a:lnTo>
                  <a:lnTo>
                    <a:pt x="286" y="1238"/>
                  </a:lnTo>
                  <a:lnTo>
                    <a:pt x="191" y="1442"/>
                  </a:lnTo>
                  <a:lnTo>
                    <a:pt x="109" y="1660"/>
                  </a:lnTo>
                  <a:lnTo>
                    <a:pt x="55" y="1891"/>
                  </a:lnTo>
                  <a:lnTo>
                    <a:pt x="14" y="2122"/>
                  </a:lnTo>
                  <a:lnTo>
                    <a:pt x="1" y="2354"/>
                  </a:lnTo>
                  <a:lnTo>
                    <a:pt x="14" y="2599"/>
                  </a:lnTo>
                  <a:lnTo>
                    <a:pt x="55" y="2830"/>
                  </a:lnTo>
                  <a:lnTo>
                    <a:pt x="109" y="3061"/>
                  </a:lnTo>
                  <a:lnTo>
                    <a:pt x="191" y="3279"/>
                  </a:lnTo>
                  <a:lnTo>
                    <a:pt x="286" y="3483"/>
                  </a:lnTo>
                  <a:lnTo>
                    <a:pt x="409" y="3673"/>
                  </a:lnTo>
                  <a:lnTo>
                    <a:pt x="545" y="3864"/>
                  </a:lnTo>
                  <a:lnTo>
                    <a:pt x="694" y="4027"/>
                  </a:lnTo>
                  <a:lnTo>
                    <a:pt x="857" y="4176"/>
                  </a:lnTo>
                  <a:lnTo>
                    <a:pt x="1048" y="4312"/>
                  </a:lnTo>
                  <a:lnTo>
                    <a:pt x="1238" y="4435"/>
                  </a:lnTo>
                  <a:lnTo>
                    <a:pt x="1442" y="4530"/>
                  </a:lnTo>
                  <a:lnTo>
                    <a:pt x="1660" y="4612"/>
                  </a:lnTo>
                  <a:lnTo>
                    <a:pt x="1891" y="4666"/>
                  </a:lnTo>
                  <a:lnTo>
                    <a:pt x="2123" y="4707"/>
                  </a:lnTo>
                  <a:lnTo>
                    <a:pt x="2367" y="4721"/>
                  </a:lnTo>
                  <a:lnTo>
                    <a:pt x="2599" y="4707"/>
                  </a:lnTo>
                  <a:lnTo>
                    <a:pt x="2843" y="4666"/>
                  </a:lnTo>
                  <a:lnTo>
                    <a:pt x="3061" y="4612"/>
                  </a:lnTo>
                  <a:lnTo>
                    <a:pt x="3279" y="4530"/>
                  </a:lnTo>
                  <a:lnTo>
                    <a:pt x="3483" y="4435"/>
                  </a:lnTo>
                  <a:lnTo>
                    <a:pt x="3687" y="4312"/>
                  </a:lnTo>
                  <a:lnTo>
                    <a:pt x="3864" y="4176"/>
                  </a:lnTo>
                  <a:lnTo>
                    <a:pt x="4027" y="4027"/>
                  </a:lnTo>
                  <a:lnTo>
                    <a:pt x="4190" y="3864"/>
                  </a:lnTo>
                  <a:lnTo>
                    <a:pt x="4326" y="3673"/>
                  </a:lnTo>
                  <a:lnTo>
                    <a:pt x="4435" y="3483"/>
                  </a:lnTo>
                  <a:lnTo>
                    <a:pt x="4544" y="3279"/>
                  </a:lnTo>
                  <a:lnTo>
                    <a:pt x="4612" y="3061"/>
                  </a:lnTo>
                  <a:lnTo>
                    <a:pt x="4680" y="2830"/>
                  </a:lnTo>
                  <a:lnTo>
                    <a:pt x="4707" y="2599"/>
                  </a:lnTo>
                  <a:lnTo>
                    <a:pt x="4721" y="2354"/>
                  </a:lnTo>
                  <a:lnTo>
                    <a:pt x="4707" y="2122"/>
                  </a:lnTo>
                  <a:lnTo>
                    <a:pt x="4680" y="1891"/>
                  </a:lnTo>
                  <a:lnTo>
                    <a:pt x="4612" y="1660"/>
                  </a:lnTo>
                  <a:lnTo>
                    <a:pt x="4544" y="1442"/>
                  </a:lnTo>
                  <a:lnTo>
                    <a:pt x="4435" y="1238"/>
                  </a:lnTo>
                  <a:lnTo>
                    <a:pt x="4326" y="1048"/>
                  </a:lnTo>
                  <a:lnTo>
                    <a:pt x="4190" y="857"/>
                  </a:lnTo>
                  <a:lnTo>
                    <a:pt x="4027" y="694"/>
                  </a:lnTo>
                  <a:lnTo>
                    <a:pt x="3864" y="545"/>
                  </a:lnTo>
                  <a:lnTo>
                    <a:pt x="3687" y="409"/>
                  </a:lnTo>
                  <a:lnTo>
                    <a:pt x="3483" y="286"/>
                  </a:lnTo>
                  <a:lnTo>
                    <a:pt x="3279" y="191"/>
                  </a:lnTo>
                  <a:lnTo>
                    <a:pt x="3061" y="109"/>
                  </a:lnTo>
                  <a:lnTo>
                    <a:pt x="2843" y="55"/>
                  </a:lnTo>
                  <a:lnTo>
                    <a:pt x="2599" y="14"/>
                  </a:lnTo>
                  <a:lnTo>
                    <a:pt x="2367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9"/>
            <p:cNvSpPr/>
            <p:nvPr/>
          </p:nvSpPr>
          <p:spPr>
            <a:xfrm>
              <a:off x="1624966" y="2976245"/>
              <a:ext cx="166852" cy="166852"/>
            </a:xfrm>
            <a:custGeom>
              <a:avLst/>
              <a:gdLst/>
              <a:ahLst/>
              <a:cxnLst/>
              <a:rect l="l" t="t" r="r" b="b"/>
              <a:pathLst>
                <a:path w="4721" h="4721" extrusionOk="0">
                  <a:moveTo>
                    <a:pt x="2353" y="1"/>
                  </a:moveTo>
                  <a:lnTo>
                    <a:pt x="2108" y="14"/>
                  </a:lnTo>
                  <a:lnTo>
                    <a:pt x="1877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24" y="286"/>
                  </a:lnTo>
                  <a:lnTo>
                    <a:pt x="1034" y="409"/>
                  </a:lnTo>
                  <a:lnTo>
                    <a:pt x="857" y="545"/>
                  </a:lnTo>
                  <a:lnTo>
                    <a:pt x="680" y="694"/>
                  </a:lnTo>
                  <a:lnTo>
                    <a:pt x="531" y="858"/>
                  </a:lnTo>
                  <a:lnTo>
                    <a:pt x="394" y="1048"/>
                  </a:lnTo>
                  <a:lnTo>
                    <a:pt x="286" y="1238"/>
                  </a:lnTo>
                  <a:lnTo>
                    <a:pt x="177" y="1442"/>
                  </a:lnTo>
                  <a:lnTo>
                    <a:pt x="95" y="1660"/>
                  </a:lnTo>
                  <a:lnTo>
                    <a:pt x="41" y="1891"/>
                  </a:lnTo>
                  <a:lnTo>
                    <a:pt x="14" y="2123"/>
                  </a:lnTo>
                  <a:lnTo>
                    <a:pt x="0" y="2367"/>
                  </a:lnTo>
                  <a:lnTo>
                    <a:pt x="14" y="2612"/>
                  </a:lnTo>
                  <a:lnTo>
                    <a:pt x="41" y="2844"/>
                  </a:lnTo>
                  <a:lnTo>
                    <a:pt x="95" y="3061"/>
                  </a:lnTo>
                  <a:lnTo>
                    <a:pt x="177" y="3279"/>
                  </a:lnTo>
                  <a:lnTo>
                    <a:pt x="286" y="3483"/>
                  </a:lnTo>
                  <a:lnTo>
                    <a:pt x="394" y="3687"/>
                  </a:lnTo>
                  <a:lnTo>
                    <a:pt x="531" y="3864"/>
                  </a:lnTo>
                  <a:lnTo>
                    <a:pt x="680" y="4027"/>
                  </a:lnTo>
                  <a:lnTo>
                    <a:pt x="857" y="4190"/>
                  </a:lnTo>
                  <a:lnTo>
                    <a:pt x="1034" y="4326"/>
                  </a:lnTo>
                  <a:lnTo>
                    <a:pt x="1224" y="4435"/>
                  </a:lnTo>
                  <a:lnTo>
                    <a:pt x="1442" y="4544"/>
                  </a:lnTo>
                  <a:lnTo>
                    <a:pt x="1660" y="4612"/>
                  </a:lnTo>
                  <a:lnTo>
                    <a:pt x="1877" y="4680"/>
                  </a:lnTo>
                  <a:lnTo>
                    <a:pt x="2108" y="4707"/>
                  </a:lnTo>
                  <a:lnTo>
                    <a:pt x="2353" y="4721"/>
                  </a:lnTo>
                  <a:lnTo>
                    <a:pt x="2598" y="4707"/>
                  </a:lnTo>
                  <a:lnTo>
                    <a:pt x="2829" y="4680"/>
                  </a:lnTo>
                  <a:lnTo>
                    <a:pt x="3061" y="4612"/>
                  </a:lnTo>
                  <a:lnTo>
                    <a:pt x="3278" y="4544"/>
                  </a:lnTo>
                  <a:lnTo>
                    <a:pt x="3482" y="4435"/>
                  </a:lnTo>
                  <a:lnTo>
                    <a:pt x="3673" y="4326"/>
                  </a:lnTo>
                  <a:lnTo>
                    <a:pt x="3850" y="4190"/>
                  </a:lnTo>
                  <a:lnTo>
                    <a:pt x="4026" y="4027"/>
                  </a:lnTo>
                  <a:lnTo>
                    <a:pt x="4176" y="3864"/>
                  </a:lnTo>
                  <a:lnTo>
                    <a:pt x="4312" y="3687"/>
                  </a:lnTo>
                  <a:lnTo>
                    <a:pt x="4434" y="3483"/>
                  </a:lnTo>
                  <a:lnTo>
                    <a:pt x="4530" y="3279"/>
                  </a:lnTo>
                  <a:lnTo>
                    <a:pt x="4611" y="3061"/>
                  </a:lnTo>
                  <a:lnTo>
                    <a:pt x="4666" y="2844"/>
                  </a:lnTo>
                  <a:lnTo>
                    <a:pt x="4707" y="2612"/>
                  </a:lnTo>
                  <a:lnTo>
                    <a:pt x="4720" y="2367"/>
                  </a:lnTo>
                  <a:lnTo>
                    <a:pt x="4707" y="2123"/>
                  </a:lnTo>
                  <a:lnTo>
                    <a:pt x="4666" y="1891"/>
                  </a:lnTo>
                  <a:lnTo>
                    <a:pt x="4611" y="1660"/>
                  </a:lnTo>
                  <a:lnTo>
                    <a:pt x="4530" y="1442"/>
                  </a:lnTo>
                  <a:lnTo>
                    <a:pt x="4434" y="1238"/>
                  </a:lnTo>
                  <a:lnTo>
                    <a:pt x="4312" y="1048"/>
                  </a:lnTo>
                  <a:lnTo>
                    <a:pt x="4176" y="858"/>
                  </a:lnTo>
                  <a:lnTo>
                    <a:pt x="4026" y="694"/>
                  </a:lnTo>
                  <a:lnTo>
                    <a:pt x="3850" y="545"/>
                  </a:lnTo>
                  <a:lnTo>
                    <a:pt x="3673" y="409"/>
                  </a:lnTo>
                  <a:lnTo>
                    <a:pt x="3482" y="286"/>
                  </a:lnTo>
                  <a:lnTo>
                    <a:pt x="3278" y="191"/>
                  </a:lnTo>
                  <a:lnTo>
                    <a:pt x="3061" y="109"/>
                  </a:lnTo>
                  <a:lnTo>
                    <a:pt x="2829" y="55"/>
                  </a:lnTo>
                  <a:lnTo>
                    <a:pt x="2598" y="14"/>
                  </a:lnTo>
                  <a:lnTo>
                    <a:pt x="235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9"/>
            <p:cNvSpPr/>
            <p:nvPr/>
          </p:nvSpPr>
          <p:spPr>
            <a:xfrm>
              <a:off x="2157159" y="3143063"/>
              <a:ext cx="166852" cy="166852"/>
            </a:xfrm>
            <a:custGeom>
              <a:avLst/>
              <a:gdLst/>
              <a:ahLst/>
              <a:cxnLst/>
              <a:rect l="l" t="t" r="r" b="b"/>
              <a:pathLst>
                <a:path w="4721" h="4721" extrusionOk="0">
                  <a:moveTo>
                    <a:pt x="2367" y="1"/>
                  </a:moveTo>
                  <a:lnTo>
                    <a:pt x="2122" y="14"/>
                  </a:lnTo>
                  <a:lnTo>
                    <a:pt x="1891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38" y="286"/>
                  </a:lnTo>
                  <a:lnTo>
                    <a:pt x="1048" y="409"/>
                  </a:lnTo>
                  <a:lnTo>
                    <a:pt x="857" y="545"/>
                  </a:lnTo>
                  <a:lnTo>
                    <a:pt x="694" y="694"/>
                  </a:lnTo>
                  <a:lnTo>
                    <a:pt x="544" y="858"/>
                  </a:lnTo>
                  <a:lnTo>
                    <a:pt x="408" y="1048"/>
                  </a:lnTo>
                  <a:lnTo>
                    <a:pt x="286" y="1238"/>
                  </a:lnTo>
                  <a:lnTo>
                    <a:pt x="191" y="1443"/>
                  </a:lnTo>
                  <a:lnTo>
                    <a:pt x="109" y="1660"/>
                  </a:lnTo>
                  <a:lnTo>
                    <a:pt x="55" y="1891"/>
                  </a:lnTo>
                  <a:lnTo>
                    <a:pt x="14" y="2123"/>
                  </a:lnTo>
                  <a:lnTo>
                    <a:pt x="0" y="2368"/>
                  </a:lnTo>
                  <a:lnTo>
                    <a:pt x="14" y="2599"/>
                  </a:lnTo>
                  <a:lnTo>
                    <a:pt x="55" y="2844"/>
                  </a:lnTo>
                  <a:lnTo>
                    <a:pt x="109" y="3061"/>
                  </a:lnTo>
                  <a:lnTo>
                    <a:pt x="191" y="3279"/>
                  </a:lnTo>
                  <a:lnTo>
                    <a:pt x="286" y="3483"/>
                  </a:lnTo>
                  <a:lnTo>
                    <a:pt x="408" y="3687"/>
                  </a:lnTo>
                  <a:lnTo>
                    <a:pt x="544" y="3864"/>
                  </a:lnTo>
                  <a:lnTo>
                    <a:pt x="694" y="4027"/>
                  </a:lnTo>
                  <a:lnTo>
                    <a:pt x="857" y="4190"/>
                  </a:lnTo>
                  <a:lnTo>
                    <a:pt x="1048" y="4326"/>
                  </a:lnTo>
                  <a:lnTo>
                    <a:pt x="1238" y="4435"/>
                  </a:lnTo>
                  <a:lnTo>
                    <a:pt x="1442" y="4530"/>
                  </a:lnTo>
                  <a:lnTo>
                    <a:pt x="1660" y="4612"/>
                  </a:lnTo>
                  <a:lnTo>
                    <a:pt x="1891" y="4680"/>
                  </a:lnTo>
                  <a:lnTo>
                    <a:pt x="2122" y="4707"/>
                  </a:lnTo>
                  <a:lnTo>
                    <a:pt x="2367" y="4721"/>
                  </a:lnTo>
                  <a:lnTo>
                    <a:pt x="2598" y="4707"/>
                  </a:lnTo>
                  <a:lnTo>
                    <a:pt x="2843" y="4680"/>
                  </a:lnTo>
                  <a:lnTo>
                    <a:pt x="3061" y="4612"/>
                  </a:lnTo>
                  <a:lnTo>
                    <a:pt x="3278" y="4530"/>
                  </a:lnTo>
                  <a:lnTo>
                    <a:pt x="3482" y="4435"/>
                  </a:lnTo>
                  <a:lnTo>
                    <a:pt x="3686" y="4326"/>
                  </a:lnTo>
                  <a:lnTo>
                    <a:pt x="3863" y="4190"/>
                  </a:lnTo>
                  <a:lnTo>
                    <a:pt x="4026" y="4027"/>
                  </a:lnTo>
                  <a:lnTo>
                    <a:pt x="4176" y="3864"/>
                  </a:lnTo>
                  <a:lnTo>
                    <a:pt x="4312" y="3687"/>
                  </a:lnTo>
                  <a:lnTo>
                    <a:pt x="4435" y="3483"/>
                  </a:lnTo>
                  <a:lnTo>
                    <a:pt x="4530" y="3279"/>
                  </a:lnTo>
                  <a:lnTo>
                    <a:pt x="4611" y="3061"/>
                  </a:lnTo>
                  <a:lnTo>
                    <a:pt x="4666" y="2844"/>
                  </a:lnTo>
                  <a:lnTo>
                    <a:pt x="4707" y="2599"/>
                  </a:lnTo>
                  <a:lnTo>
                    <a:pt x="4720" y="2368"/>
                  </a:lnTo>
                  <a:lnTo>
                    <a:pt x="4707" y="2123"/>
                  </a:lnTo>
                  <a:lnTo>
                    <a:pt x="4666" y="1891"/>
                  </a:lnTo>
                  <a:lnTo>
                    <a:pt x="4611" y="1660"/>
                  </a:lnTo>
                  <a:lnTo>
                    <a:pt x="4530" y="1443"/>
                  </a:lnTo>
                  <a:lnTo>
                    <a:pt x="4435" y="1238"/>
                  </a:lnTo>
                  <a:lnTo>
                    <a:pt x="4312" y="1048"/>
                  </a:lnTo>
                  <a:lnTo>
                    <a:pt x="4176" y="858"/>
                  </a:lnTo>
                  <a:lnTo>
                    <a:pt x="4026" y="694"/>
                  </a:lnTo>
                  <a:lnTo>
                    <a:pt x="3863" y="545"/>
                  </a:lnTo>
                  <a:lnTo>
                    <a:pt x="3686" y="409"/>
                  </a:lnTo>
                  <a:lnTo>
                    <a:pt x="3482" y="286"/>
                  </a:lnTo>
                  <a:lnTo>
                    <a:pt x="3278" y="191"/>
                  </a:lnTo>
                  <a:lnTo>
                    <a:pt x="3061" y="109"/>
                  </a:lnTo>
                  <a:lnTo>
                    <a:pt x="2843" y="55"/>
                  </a:lnTo>
                  <a:lnTo>
                    <a:pt x="2598" y="14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9"/>
            <p:cNvSpPr/>
            <p:nvPr/>
          </p:nvSpPr>
          <p:spPr>
            <a:xfrm>
              <a:off x="2435520" y="3343069"/>
              <a:ext cx="166852" cy="166852"/>
            </a:xfrm>
            <a:custGeom>
              <a:avLst/>
              <a:gdLst/>
              <a:ahLst/>
              <a:cxnLst/>
              <a:rect l="l" t="t" r="r" b="b"/>
              <a:pathLst>
                <a:path w="4721" h="4721" extrusionOk="0">
                  <a:moveTo>
                    <a:pt x="2353" y="0"/>
                  </a:moveTo>
                  <a:lnTo>
                    <a:pt x="2122" y="14"/>
                  </a:lnTo>
                  <a:lnTo>
                    <a:pt x="1877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38" y="286"/>
                  </a:lnTo>
                  <a:lnTo>
                    <a:pt x="1034" y="408"/>
                  </a:lnTo>
                  <a:lnTo>
                    <a:pt x="857" y="544"/>
                  </a:lnTo>
                  <a:lnTo>
                    <a:pt x="694" y="694"/>
                  </a:lnTo>
                  <a:lnTo>
                    <a:pt x="531" y="871"/>
                  </a:lnTo>
                  <a:lnTo>
                    <a:pt x="394" y="1048"/>
                  </a:lnTo>
                  <a:lnTo>
                    <a:pt x="286" y="1238"/>
                  </a:lnTo>
                  <a:lnTo>
                    <a:pt x="177" y="1442"/>
                  </a:lnTo>
                  <a:lnTo>
                    <a:pt x="109" y="1660"/>
                  </a:lnTo>
                  <a:lnTo>
                    <a:pt x="41" y="1891"/>
                  </a:lnTo>
                  <a:lnTo>
                    <a:pt x="14" y="2122"/>
                  </a:lnTo>
                  <a:lnTo>
                    <a:pt x="0" y="2367"/>
                  </a:lnTo>
                  <a:lnTo>
                    <a:pt x="14" y="2612"/>
                  </a:lnTo>
                  <a:lnTo>
                    <a:pt x="41" y="2843"/>
                  </a:lnTo>
                  <a:lnTo>
                    <a:pt x="109" y="3074"/>
                  </a:lnTo>
                  <a:lnTo>
                    <a:pt x="177" y="3279"/>
                  </a:lnTo>
                  <a:lnTo>
                    <a:pt x="286" y="3496"/>
                  </a:lnTo>
                  <a:lnTo>
                    <a:pt x="394" y="3687"/>
                  </a:lnTo>
                  <a:lnTo>
                    <a:pt x="531" y="3863"/>
                  </a:lnTo>
                  <a:lnTo>
                    <a:pt x="694" y="4040"/>
                  </a:lnTo>
                  <a:lnTo>
                    <a:pt x="857" y="4190"/>
                  </a:lnTo>
                  <a:lnTo>
                    <a:pt x="1034" y="4326"/>
                  </a:lnTo>
                  <a:lnTo>
                    <a:pt x="1238" y="4435"/>
                  </a:lnTo>
                  <a:lnTo>
                    <a:pt x="1442" y="4544"/>
                  </a:lnTo>
                  <a:lnTo>
                    <a:pt x="1660" y="4625"/>
                  </a:lnTo>
                  <a:lnTo>
                    <a:pt x="1877" y="4680"/>
                  </a:lnTo>
                  <a:lnTo>
                    <a:pt x="2122" y="4707"/>
                  </a:lnTo>
                  <a:lnTo>
                    <a:pt x="2353" y="4720"/>
                  </a:lnTo>
                  <a:lnTo>
                    <a:pt x="2598" y="4707"/>
                  </a:lnTo>
                  <a:lnTo>
                    <a:pt x="2829" y="4680"/>
                  </a:lnTo>
                  <a:lnTo>
                    <a:pt x="3061" y="4625"/>
                  </a:lnTo>
                  <a:lnTo>
                    <a:pt x="3278" y="4544"/>
                  </a:lnTo>
                  <a:lnTo>
                    <a:pt x="3482" y="4435"/>
                  </a:lnTo>
                  <a:lnTo>
                    <a:pt x="3673" y="4326"/>
                  </a:lnTo>
                  <a:lnTo>
                    <a:pt x="3863" y="4190"/>
                  </a:lnTo>
                  <a:lnTo>
                    <a:pt x="4026" y="4040"/>
                  </a:lnTo>
                  <a:lnTo>
                    <a:pt x="4176" y="3863"/>
                  </a:lnTo>
                  <a:lnTo>
                    <a:pt x="4312" y="3687"/>
                  </a:lnTo>
                  <a:lnTo>
                    <a:pt x="4434" y="3496"/>
                  </a:lnTo>
                  <a:lnTo>
                    <a:pt x="4530" y="3279"/>
                  </a:lnTo>
                  <a:lnTo>
                    <a:pt x="4611" y="3074"/>
                  </a:lnTo>
                  <a:lnTo>
                    <a:pt x="4666" y="2843"/>
                  </a:lnTo>
                  <a:lnTo>
                    <a:pt x="4707" y="2612"/>
                  </a:lnTo>
                  <a:lnTo>
                    <a:pt x="4720" y="2367"/>
                  </a:lnTo>
                  <a:lnTo>
                    <a:pt x="4707" y="2122"/>
                  </a:lnTo>
                  <a:lnTo>
                    <a:pt x="4666" y="1891"/>
                  </a:lnTo>
                  <a:lnTo>
                    <a:pt x="4611" y="1660"/>
                  </a:lnTo>
                  <a:lnTo>
                    <a:pt x="4530" y="1442"/>
                  </a:lnTo>
                  <a:lnTo>
                    <a:pt x="4434" y="1238"/>
                  </a:lnTo>
                  <a:lnTo>
                    <a:pt x="4312" y="1048"/>
                  </a:lnTo>
                  <a:lnTo>
                    <a:pt x="4176" y="871"/>
                  </a:lnTo>
                  <a:lnTo>
                    <a:pt x="4026" y="694"/>
                  </a:lnTo>
                  <a:lnTo>
                    <a:pt x="3863" y="544"/>
                  </a:lnTo>
                  <a:lnTo>
                    <a:pt x="3673" y="408"/>
                  </a:lnTo>
                  <a:lnTo>
                    <a:pt x="3482" y="286"/>
                  </a:lnTo>
                  <a:lnTo>
                    <a:pt x="3278" y="191"/>
                  </a:lnTo>
                  <a:lnTo>
                    <a:pt x="3061" y="109"/>
                  </a:lnTo>
                  <a:lnTo>
                    <a:pt x="2829" y="55"/>
                  </a:lnTo>
                  <a:lnTo>
                    <a:pt x="2598" y="14"/>
                  </a:lnTo>
                  <a:lnTo>
                    <a:pt x="235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29"/>
            <p:cNvSpPr/>
            <p:nvPr/>
          </p:nvSpPr>
          <p:spPr>
            <a:xfrm>
              <a:off x="2648002" y="3165188"/>
              <a:ext cx="166852" cy="166852"/>
            </a:xfrm>
            <a:custGeom>
              <a:avLst/>
              <a:gdLst/>
              <a:ahLst/>
              <a:cxnLst/>
              <a:rect l="l" t="t" r="r" b="b"/>
              <a:pathLst>
                <a:path w="4721" h="4721" extrusionOk="0">
                  <a:moveTo>
                    <a:pt x="2354" y="0"/>
                  </a:moveTo>
                  <a:lnTo>
                    <a:pt x="2122" y="14"/>
                  </a:lnTo>
                  <a:lnTo>
                    <a:pt x="1891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38" y="286"/>
                  </a:lnTo>
                  <a:lnTo>
                    <a:pt x="1034" y="408"/>
                  </a:lnTo>
                  <a:lnTo>
                    <a:pt x="857" y="544"/>
                  </a:lnTo>
                  <a:lnTo>
                    <a:pt x="694" y="694"/>
                  </a:lnTo>
                  <a:lnTo>
                    <a:pt x="544" y="871"/>
                  </a:lnTo>
                  <a:lnTo>
                    <a:pt x="408" y="1048"/>
                  </a:lnTo>
                  <a:lnTo>
                    <a:pt x="286" y="1238"/>
                  </a:lnTo>
                  <a:lnTo>
                    <a:pt x="191" y="1442"/>
                  </a:lnTo>
                  <a:lnTo>
                    <a:pt x="109" y="1660"/>
                  </a:lnTo>
                  <a:lnTo>
                    <a:pt x="55" y="1891"/>
                  </a:lnTo>
                  <a:lnTo>
                    <a:pt x="14" y="2122"/>
                  </a:lnTo>
                  <a:lnTo>
                    <a:pt x="0" y="2367"/>
                  </a:lnTo>
                  <a:lnTo>
                    <a:pt x="14" y="2612"/>
                  </a:lnTo>
                  <a:lnTo>
                    <a:pt x="55" y="2843"/>
                  </a:lnTo>
                  <a:lnTo>
                    <a:pt x="109" y="3075"/>
                  </a:lnTo>
                  <a:lnTo>
                    <a:pt x="191" y="3279"/>
                  </a:lnTo>
                  <a:lnTo>
                    <a:pt x="286" y="3496"/>
                  </a:lnTo>
                  <a:lnTo>
                    <a:pt x="408" y="3687"/>
                  </a:lnTo>
                  <a:lnTo>
                    <a:pt x="544" y="3864"/>
                  </a:lnTo>
                  <a:lnTo>
                    <a:pt x="694" y="4040"/>
                  </a:lnTo>
                  <a:lnTo>
                    <a:pt x="857" y="4190"/>
                  </a:lnTo>
                  <a:lnTo>
                    <a:pt x="1034" y="4326"/>
                  </a:lnTo>
                  <a:lnTo>
                    <a:pt x="1238" y="4435"/>
                  </a:lnTo>
                  <a:lnTo>
                    <a:pt x="1442" y="4544"/>
                  </a:lnTo>
                  <a:lnTo>
                    <a:pt x="1660" y="4625"/>
                  </a:lnTo>
                  <a:lnTo>
                    <a:pt x="1891" y="4680"/>
                  </a:lnTo>
                  <a:lnTo>
                    <a:pt x="2122" y="4707"/>
                  </a:lnTo>
                  <a:lnTo>
                    <a:pt x="2354" y="4720"/>
                  </a:lnTo>
                  <a:lnTo>
                    <a:pt x="2598" y="4707"/>
                  </a:lnTo>
                  <a:lnTo>
                    <a:pt x="2830" y="4680"/>
                  </a:lnTo>
                  <a:lnTo>
                    <a:pt x="3061" y="4625"/>
                  </a:lnTo>
                  <a:lnTo>
                    <a:pt x="3279" y="4544"/>
                  </a:lnTo>
                  <a:lnTo>
                    <a:pt x="3483" y="4435"/>
                  </a:lnTo>
                  <a:lnTo>
                    <a:pt x="3673" y="4326"/>
                  </a:lnTo>
                  <a:lnTo>
                    <a:pt x="3864" y="4190"/>
                  </a:lnTo>
                  <a:lnTo>
                    <a:pt x="4027" y="4040"/>
                  </a:lnTo>
                  <a:lnTo>
                    <a:pt x="4176" y="3864"/>
                  </a:lnTo>
                  <a:lnTo>
                    <a:pt x="4312" y="3687"/>
                  </a:lnTo>
                  <a:lnTo>
                    <a:pt x="4435" y="3496"/>
                  </a:lnTo>
                  <a:lnTo>
                    <a:pt x="4530" y="3279"/>
                  </a:lnTo>
                  <a:lnTo>
                    <a:pt x="4612" y="3075"/>
                  </a:lnTo>
                  <a:lnTo>
                    <a:pt x="4666" y="2843"/>
                  </a:lnTo>
                  <a:lnTo>
                    <a:pt x="4707" y="2612"/>
                  </a:lnTo>
                  <a:lnTo>
                    <a:pt x="4720" y="2367"/>
                  </a:lnTo>
                  <a:lnTo>
                    <a:pt x="4707" y="2122"/>
                  </a:lnTo>
                  <a:lnTo>
                    <a:pt x="4666" y="1891"/>
                  </a:lnTo>
                  <a:lnTo>
                    <a:pt x="4612" y="1660"/>
                  </a:lnTo>
                  <a:lnTo>
                    <a:pt x="4530" y="1442"/>
                  </a:lnTo>
                  <a:lnTo>
                    <a:pt x="4435" y="1238"/>
                  </a:lnTo>
                  <a:lnTo>
                    <a:pt x="4312" y="1048"/>
                  </a:lnTo>
                  <a:lnTo>
                    <a:pt x="4176" y="871"/>
                  </a:lnTo>
                  <a:lnTo>
                    <a:pt x="4027" y="694"/>
                  </a:lnTo>
                  <a:lnTo>
                    <a:pt x="3864" y="544"/>
                  </a:lnTo>
                  <a:lnTo>
                    <a:pt x="3673" y="408"/>
                  </a:lnTo>
                  <a:lnTo>
                    <a:pt x="3483" y="286"/>
                  </a:lnTo>
                  <a:lnTo>
                    <a:pt x="3279" y="191"/>
                  </a:lnTo>
                  <a:lnTo>
                    <a:pt x="3061" y="109"/>
                  </a:lnTo>
                  <a:lnTo>
                    <a:pt x="2830" y="55"/>
                  </a:lnTo>
                  <a:lnTo>
                    <a:pt x="2598" y="14"/>
                  </a:lnTo>
                  <a:lnTo>
                    <a:pt x="235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29"/>
            <p:cNvSpPr/>
            <p:nvPr/>
          </p:nvSpPr>
          <p:spPr>
            <a:xfrm>
              <a:off x="658160" y="4315141"/>
              <a:ext cx="2634536" cy="317340"/>
            </a:xfrm>
            <a:custGeom>
              <a:avLst/>
              <a:gdLst/>
              <a:ahLst/>
              <a:cxnLst/>
              <a:rect l="l" t="t" r="r" b="b"/>
              <a:pathLst>
                <a:path w="74543" h="8979" extrusionOk="0">
                  <a:moveTo>
                    <a:pt x="2830" y="1"/>
                  </a:moveTo>
                  <a:lnTo>
                    <a:pt x="2544" y="28"/>
                  </a:lnTo>
                  <a:lnTo>
                    <a:pt x="2258" y="69"/>
                  </a:lnTo>
                  <a:lnTo>
                    <a:pt x="1986" y="137"/>
                  </a:lnTo>
                  <a:lnTo>
                    <a:pt x="1728" y="232"/>
                  </a:lnTo>
                  <a:lnTo>
                    <a:pt x="1483" y="354"/>
                  </a:lnTo>
                  <a:lnTo>
                    <a:pt x="1252" y="490"/>
                  </a:lnTo>
                  <a:lnTo>
                    <a:pt x="1034" y="654"/>
                  </a:lnTo>
                  <a:lnTo>
                    <a:pt x="830" y="844"/>
                  </a:lnTo>
                  <a:lnTo>
                    <a:pt x="639" y="1034"/>
                  </a:lnTo>
                  <a:lnTo>
                    <a:pt x="476" y="1252"/>
                  </a:lnTo>
                  <a:lnTo>
                    <a:pt x="340" y="1497"/>
                  </a:lnTo>
                  <a:lnTo>
                    <a:pt x="218" y="1742"/>
                  </a:lnTo>
                  <a:lnTo>
                    <a:pt x="123" y="2000"/>
                  </a:lnTo>
                  <a:lnTo>
                    <a:pt x="55" y="2272"/>
                  </a:lnTo>
                  <a:lnTo>
                    <a:pt x="14" y="2544"/>
                  </a:lnTo>
                  <a:lnTo>
                    <a:pt x="0" y="2844"/>
                  </a:lnTo>
                  <a:lnTo>
                    <a:pt x="0" y="6135"/>
                  </a:lnTo>
                  <a:lnTo>
                    <a:pt x="14" y="6435"/>
                  </a:lnTo>
                  <a:lnTo>
                    <a:pt x="55" y="6707"/>
                  </a:lnTo>
                  <a:lnTo>
                    <a:pt x="123" y="6979"/>
                  </a:lnTo>
                  <a:lnTo>
                    <a:pt x="218" y="7237"/>
                  </a:lnTo>
                  <a:lnTo>
                    <a:pt x="340" y="7482"/>
                  </a:lnTo>
                  <a:lnTo>
                    <a:pt x="476" y="7727"/>
                  </a:lnTo>
                  <a:lnTo>
                    <a:pt x="639" y="7944"/>
                  </a:lnTo>
                  <a:lnTo>
                    <a:pt x="830" y="8135"/>
                  </a:lnTo>
                  <a:lnTo>
                    <a:pt x="1034" y="8325"/>
                  </a:lnTo>
                  <a:lnTo>
                    <a:pt x="1252" y="8489"/>
                  </a:lnTo>
                  <a:lnTo>
                    <a:pt x="1483" y="8625"/>
                  </a:lnTo>
                  <a:lnTo>
                    <a:pt x="1728" y="8747"/>
                  </a:lnTo>
                  <a:lnTo>
                    <a:pt x="1986" y="8842"/>
                  </a:lnTo>
                  <a:lnTo>
                    <a:pt x="2258" y="8910"/>
                  </a:lnTo>
                  <a:lnTo>
                    <a:pt x="2544" y="8951"/>
                  </a:lnTo>
                  <a:lnTo>
                    <a:pt x="2830" y="8978"/>
                  </a:lnTo>
                  <a:lnTo>
                    <a:pt x="71713" y="8978"/>
                  </a:lnTo>
                  <a:lnTo>
                    <a:pt x="72012" y="8951"/>
                  </a:lnTo>
                  <a:lnTo>
                    <a:pt x="72284" y="8910"/>
                  </a:lnTo>
                  <a:lnTo>
                    <a:pt x="72556" y="8842"/>
                  </a:lnTo>
                  <a:lnTo>
                    <a:pt x="72815" y="8747"/>
                  </a:lnTo>
                  <a:lnTo>
                    <a:pt x="73060" y="8625"/>
                  </a:lnTo>
                  <a:lnTo>
                    <a:pt x="73291" y="8489"/>
                  </a:lnTo>
                  <a:lnTo>
                    <a:pt x="73509" y="8325"/>
                  </a:lnTo>
                  <a:lnTo>
                    <a:pt x="73713" y="8135"/>
                  </a:lnTo>
                  <a:lnTo>
                    <a:pt x="73903" y="7944"/>
                  </a:lnTo>
                  <a:lnTo>
                    <a:pt x="74066" y="7727"/>
                  </a:lnTo>
                  <a:lnTo>
                    <a:pt x="74202" y="7482"/>
                  </a:lnTo>
                  <a:lnTo>
                    <a:pt x="74325" y="7237"/>
                  </a:lnTo>
                  <a:lnTo>
                    <a:pt x="74420" y="6979"/>
                  </a:lnTo>
                  <a:lnTo>
                    <a:pt x="74488" y="6707"/>
                  </a:lnTo>
                  <a:lnTo>
                    <a:pt x="74529" y="6435"/>
                  </a:lnTo>
                  <a:lnTo>
                    <a:pt x="74542" y="6135"/>
                  </a:lnTo>
                  <a:lnTo>
                    <a:pt x="74542" y="2844"/>
                  </a:lnTo>
                  <a:lnTo>
                    <a:pt x="74529" y="2544"/>
                  </a:lnTo>
                  <a:lnTo>
                    <a:pt x="74488" y="2272"/>
                  </a:lnTo>
                  <a:lnTo>
                    <a:pt x="74420" y="2000"/>
                  </a:lnTo>
                  <a:lnTo>
                    <a:pt x="74325" y="1742"/>
                  </a:lnTo>
                  <a:lnTo>
                    <a:pt x="74202" y="1497"/>
                  </a:lnTo>
                  <a:lnTo>
                    <a:pt x="74066" y="1252"/>
                  </a:lnTo>
                  <a:lnTo>
                    <a:pt x="73903" y="1034"/>
                  </a:lnTo>
                  <a:lnTo>
                    <a:pt x="73713" y="844"/>
                  </a:lnTo>
                  <a:lnTo>
                    <a:pt x="73509" y="654"/>
                  </a:lnTo>
                  <a:lnTo>
                    <a:pt x="73291" y="490"/>
                  </a:lnTo>
                  <a:lnTo>
                    <a:pt x="73060" y="354"/>
                  </a:lnTo>
                  <a:lnTo>
                    <a:pt x="72815" y="232"/>
                  </a:lnTo>
                  <a:lnTo>
                    <a:pt x="72556" y="137"/>
                  </a:lnTo>
                  <a:lnTo>
                    <a:pt x="72284" y="69"/>
                  </a:lnTo>
                  <a:lnTo>
                    <a:pt x="72012" y="28"/>
                  </a:lnTo>
                  <a:lnTo>
                    <a:pt x="717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29"/>
            <p:cNvSpPr/>
            <p:nvPr/>
          </p:nvSpPr>
          <p:spPr>
            <a:xfrm>
              <a:off x="658160" y="4469483"/>
              <a:ext cx="2634536" cy="163000"/>
            </a:xfrm>
            <a:custGeom>
              <a:avLst/>
              <a:gdLst/>
              <a:ahLst/>
              <a:cxnLst/>
              <a:rect l="l" t="t" r="r" b="b"/>
              <a:pathLst>
                <a:path w="74543" h="4612" extrusionOk="0">
                  <a:moveTo>
                    <a:pt x="0" y="0"/>
                  </a:moveTo>
                  <a:lnTo>
                    <a:pt x="0" y="1768"/>
                  </a:lnTo>
                  <a:lnTo>
                    <a:pt x="14" y="2068"/>
                  </a:lnTo>
                  <a:lnTo>
                    <a:pt x="55" y="2340"/>
                  </a:lnTo>
                  <a:lnTo>
                    <a:pt x="123" y="2612"/>
                  </a:lnTo>
                  <a:lnTo>
                    <a:pt x="218" y="2870"/>
                  </a:lnTo>
                  <a:lnTo>
                    <a:pt x="340" y="3115"/>
                  </a:lnTo>
                  <a:lnTo>
                    <a:pt x="476" y="3360"/>
                  </a:lnTo>
                  <a:lnTo>
                    <a:pt x="639" y="3577"/>
                  </a:lnTo>
                  <a:lnTo>
                    <a:pt x="830" y="3768"/>
                  </a:lnTo>
                  <a:lnTo>
                    <a:pt x="1034" y="3958"/>
                  </a:lnTo>
                  <a:lnTo>
                    <a:pt x="1252" y="4122"/>
                  </a:lnTo>
                  <a:lnTo>
                    <a:pt x="1483" y="4258"/>
                  </a:lnTo>
                  <a:lnTo>
                    <a:pt x="1728" y="4380"/>
                  </a:lnTo>
                  <a:lnTo>
                    <a:pt x="1986" y="4475"/>
                  </a:lnTo>
                  <a:lnTo>
                    <a:pt x="2258" y="4543"/>
                  </a:lnTo>
                  <a:lnTo>
                    <a:pt x="2544" y="4584"/>
                  </a:lnTo>
                  <a:lnTo>
                    <a:pt x="2830" y="4611"/>
                  </a:lnTo>
                  <a:lnTo>
                    <a:pt x="71713" y="4611"/>
                  </a:lnTo>
                  <a:lnTo>
                    <a:pt x="72012" y="4584"/>
                  </a:lnTo>
                  <a:lnTo>
                    <a:pt x="72284" y="4543"/>
                  </a:lnTo>
                  <a:lnTo>
                    <a:pt x="72556" y="4475"/>
                  </a:lnTo>
                  <a:lnTo>
                    <a:pt x="72815" y="4380"/>
                  </a:lnTo>
                  <a:lnTo>
                    <a:pt x="73060" y="4258"/>
                  </a:lnTo>
                  <a:lnTo>
                    <a:pt x="73291" y="4122"/>
                  </a:lnTo>
                  <a:lnTo>
                    <a:pt x="73509" y="3958"/>
                  </a:lnTo>
                  <a:lnTo>
                    <a:pt x="73713" y="3768"/>
                  </a:lnTo>
                  <a:lnTo>
                    <a:pt x="73903" y="3577"/>
                  </a:lnTo>
                  <a:lnTo>
                    <a:pt x="74066" y="3360"/>
                  </a:lnTo>
                  <a:lnTo>
                    <a:pt x="74202" y="3115"/>
                  </a:lnTo>
                  <a:lnTo>
                    <a:pt x="74325" y="2870"/>
                  </a:lnTo>
                  <a:lnTo>
                    <a:pt x="74420" y="2612"/>
                  </a:lnTo>
                  <a:lnTo>
                    <a:pt x="74488" y="2340"/>
                  </a:lnTo>
                  <a:lnTo>
                    <a:pt x="74529" y="2068"/>
                  </a:lnTo>
                  <a:lnTo>
                    <a:pt x="74542" y="1768"/>
                  </a:lnTo>
                  <a:lnTo>
                    <a:pt x="7454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29"/>
            <p:cNvSpPr/>
            <p:nvPr/>
          </p:nvSpPr>
          <p:spPr>
            <a:xfrm>
              <a:off x="883153" y="997005"/>
              <a:ext cx="2198975" cy="3376799"/>
            </a:xfrm>
            <a:custGeom>
              <a:avLst/>
              <a:gdLst/>
              <a:ahLst/>
              <a:cxnLst/>
              <a:rect l="l" t="t" r="r" b="b"/>
              <a:pathLst>
                <a:path w="62219" h="95545" extrusionOk="0">
                  <a:moveTo>
                    <a:pt x="31273" y="3061"/>
                  </a:moveTo>
                  <a:lnTo>
                    <a:pt x="31994" y="3074"/>
                  </a:lnTo>
                  <a:lnTo>
                    <a:pt x="32714" y="3101"/>
                  </a:lnTo>
                  <a:lnTo>
                    <a:pt x="33435" y="3156"/>
                  </a:lnTo>
                  <a:lnTo>
                    <a:pt x="34143" y="3224"/>
                  </a:lnTo>
                  <a:lnTo>
                    <a:pt x="34836" y="3305"/>
                  </a:lnTo>
                  <a:lnTo>
                    <a:pt x="35544" y="3414"/>
                  </a:lnTo>
                  <a:lnTo>
                    <a:pt x="36238" y="3537"/>
                  </a:lnTo>
                  <a:lnTo>
                    <a:pt x="36918" y="3673"/>
                  </a:lnTo>
                  <a:lnTo>
                    <a:pt x="37598" y="3822"/>
                  </a:lnTo>
                  <a:lnTo>
                    <a:pt x="38264" y="3999"/>
                  </a:lnTo>
                  <a:lnTo>
                    <a:pt x="38931" y="4190"/>
                  </a:lnTo>
                  <a:lnTo>
                    <a:pt x="39597" y="4380"/>
                  </a:lnTo>
                  <a:lnTo>
                    <a:pt x="40250" y="4611"/>
                  </a:lnTo>
                  <a:lnTo>
                    <a:pt x="40890" y="4842"/>
                  </a:lnTo>
                  <a:lnTo>
                    <a:pt x="41529" y="5087"/>
                  </a:lnTo>
                  <a:lnTo>
                    <a:pt x="42155" y="5359"/>
                  </a:lnTo>
                  <a:lnTo>
                    <a:pt x="42780" y="5631"/>
                  </a:lnTo>
                  <a:lnTo>
                    <a:pt x="43393" y="5931"/>
                  </a:lnTo>
                  <a:lnTo>
                    <a:pt x="44005" y="6244"/>
                  </a:lnTo>
                  <a:lnTo>
                    <a:pt x="44603" y="6556"/>
                  </a:lnTo>
                  <a:lnTo>
                    <a:pt x="45188" y="6896"/>
                  </a:lnTo>
                  <a:lnTo>
                    <a:pt x="45773" y="7250"/>
                  </a:lnTo>
                  <a:lnTo>
                    <a:pt x="46331" y="7617"/>
                  </a:lnTo>
                  <a:lnTo>
                    <a:pt x="46902" y="7998"/>
                  </a:lnTo>
                  <a:lnTo>
                    <a:pt x="47446" y="8379"/>
                  </a:lnTo>
                  <a:lnTo>
                    <a:pt x="47990" y="8787"/>
                  </a:lnTo>
                  <a:lnTo>
                    <a:pt x="48521" y="9209"/>
                  </a:lnTo>
                  <a:lnTo>
                    <a:pt x="49038" y="9631"/>
                  </a:lnTo>
                  <a:lnTo>
                    <a:pt x="49554" y="10079"/>
                  </a:lnTo>
                  <a:lnTo>
                    <a:pt x="50058" y="10528"/>
                  </a:lnTo>
                  <a:lnTo>
                    <a:pt x="50547" y="10991"/>
                  </a:lnTo>
                  <a:lnTo>
                    <a:pt x="51024" y="11467"/>
                  </a:lnTo>
                  <a:lnTo>
                    <a:pt x="51486" y="11957"/>
                  </a:lnTo>
                  <a:lnTo>
                    <a:pt x="51935" y="12460"/>
                  </a:lnTo>
                  <a:lnTo>
                    <a:pt x="52384" y="12963"/>
                  </a:lnTo>
                  <a:lnTo>
                    <a:pt x="52819" y="13480"/>
                  </a:lnTo>
                  <a:lnTo>
                    <a:pt x="53227" y="14011"/>
                  </a:lnTo>
                  <a:lnTo>
                    <a:pt x="53635" y="14555"/>
                  </a:lnTo>
                  <a:lnTo>
                    <a:pt x="54030" y="15112"/>
                  </a:lnTo>
                  <a:lnTo>
                    <a:pt x="54411" y="15670"/>
                  </a:lnTo>
                  <a:lnTo>
                    <a:pt x="54778" y="16241"/>
                  </a:lnTo>
                  <a:lnTo>
                    <a:pt x="55132" y="16813"/>
                  </a:lnTo>
                  <a:lnTo>
                    <a:pt x="55485" y="17398"/>
                  </a:lnTo>
                  <a:lnTo>
                    <a:pt x="55812" y="17996"/>
                  </a:lnTo>
                  <a:lnTo>
                    <a:pt x="56125" y="18608"/>
                  </a:lnTo>
                  <a:lnTo>
                    <a:pt x="56424" y="19220"/>
                  </a:lnTo>
                  <a:lnTo>
                    <a:pt x="56709" y="19832"/>
                  </a:lnTo>
                  <a:lnTo>
                    <a:pt x="56982" y="20472"/>
                  </a:lnTo>
                  <a:lnTo>
                    <a:pt x="57226" y="21111"/>
                  </a:lnTo>
                  <a:lnTo>
                    <a:pt x="57471" y="21750"/>
                  </a:lnTo>
                  <a:lnTo>
                    <a:pt x="57702" y="22403"/>
                  </a:lnTo>
                  <a:lnTo>
                    <a:pt x="57906" y="23056"/>
                  </a:lnTo>
                  <a:lnTo>
                    <a:pt x="58097" y="23723"/>
                  </a:lnTo>
                  <a:lnTo>
                    <a:pt x="58287" y="24389"/>
                  </a:lnTo>
                  <a:lnTo>
                    <a:pt x="58451" y="25069"/>
                  </a:lnTo>
                  <a:lnTo>
                    <a:pt x="58587" y="25763"/>
                  </a:lnTo>
                  <a:lnTo>
                    <a:pt x="58723" y="26443"/>
                  </a:lnTo>
                  <a:lnTo>
                    <a:pt x="58831" y="27137"/>
                  </a:lnTo>
                  <a:lnTo>
                    <a:pt x="58927" y="27844"/>
                  </a:lnTo>
                  <a:lnTo>
                    <a:pt x="59008" y="28552"/>
                  </a:lnTo>
                  <a:lnTo>
                    <a:pt x="59076" y="29259"/>
                  </a:lnTo>
                  <a:lnTo>
                    <a:pt x="59117" y="29966"/>
                  </a:lnTo>
                  <a:lnTo>
                    <a:pt x="59144" y="30687"/>
                  </a:lnTo>
                  <a:lnTo>
                    <a:pt x="59158" y="31408"/>
                  </a:lnTo>
                  <a:lnTo>
                    <a:pt x="59158" y="90634"/>
                  </a:lnTo>
                  <a:lnTo>
                    <a:pt x="59144" y="90810"/>
                  </a:lnTo>
                  <a:lnTo>
                    <a:pt x="59117" y="91001"/>
                  </a:lnTo>
                  <a:lnTo>
                    <a:pt x="59076" y="91178"/>
                  </a:lnTo>
                  <a:lnTo>
                    <a:pt x="59008" y="91341"/>
                  </a:lnTo>
                  <a:lnTo>
                    <a:pt x="58927" y="91504"/>
                  </a:lnTo>
                  <a:lnTo>
                    <a:pt x="58845" y="91667"/>
                  </a:lnTo>
                  <a:lnTo>
                    <a:pt x="58736" y="91803"/>
                  </a:lnTo>
                  <a:lnTo>
                    <a:pt x="58614" y="91939"/>
                  </a:lnTo>
                  <a:lnTo>
                    <a:pt x="58478" y="92048"/>
                  </a:lnTo>
                  <a:lnTo>
                    <a:pt x="58342" y="92157"/>
                  </a:lnTo>
                  <a:lnTo>
                    <a:pt x="58192" y="92252"/>
                  </a:lnTo>
                  <a:lnTo>
                    <a:pt x="58029" y="92334"/>
                  </a:lnTo>
                  <a:lnTo>
                    <a:pt x="57852" y="92388"/>
                  </a:lnTo>
                  <a:lnTo>
                    <a:pt x="57675" y="92443"/>
                  </a:lnTo>
                  <a:lnTo>
                    <a:pt x="57498" y="92470"/>
                  </a:lnTo>
                  <a:lnTo>
                    <a:pt x="4720" y="92470"/>
                  </a:lnTo>
                  <a:lnTo>
                    <a:pt x="4543" y="92443"/>
                  </a:lnTo>
                  <a:lnTo>
                    <a:pt x="4367" y="92388"/>
                  </a:lnTo>
                  <a:lnTo>
                    <a:pt x="4203" y="92334"/>
                  </a:lnTo>
                  <a:lnTo>
                    <a:pt x="4040" y="92252"/>
                  </a:lnTo>
                  <a:lnTo>
                    <a:pt x="3877" y="92157"/>
                  </a:lnTo>
                  <a:lnTo>
                    <a:pt x="3741" y="92048"/>
                  </a:lnTo>
                  <a:lnTo>
                    <a:pt x="3605" y="91939"/>
                  </a:lnTo>
                  <a:lnTo>
                    <a:pt x="3496" y="91803"/>
                  </a:lnTo>
                  <a:lnTo>
                    <a:pt x="3387" y="91667"/>
                  </a:lnTo>
                  <a:lnTo>
                    <a:pt x="3292" y="91504"/>
                  </a:lnTo>
                  <a:lnTo>
                    <a:pt x="3210" y="91341"/>
                  </a:lnTo>
                  <a:lnTo>
                    <a:pt x="3156" y="91178"/>
                  </a:lnTo>
                  <a:lnTo>
                    <a:pt x="3102" y="91001"/>
                  </a:lnTo>
                  <a:lnTo>
                    <a:pt x="3074" y="90810"/>
                  </a:lnTo>
                  <a:lnTo>
                    <a:pt x="3074" y="90634"/>
                  </a:lnTo>
                  <a:lnTo>
                    <a:pt x="3074" y="31109"/>
                  </a:lnTo>
                  <a:lnTo>
                    <a:pt x="3074" y="30374"/>
                  </a:lnTo>
                  <a:lnTo>
                    <a:pt x="3102" y="29654"/>
                  </a:lnTo>
                  <a:lnTo>
                    <a:pt x="3156" y="28946"/>
                  </a:lnTo>
                  <a:lnTo>
                    <a:pt x="3210" y="28239"/>
                  </a:lnTo>
                  <a:lnTo>
                    <a:pt x="3292" y="27532"/>
                  </a:lnTo>
                  <a:lnTo>
                    <a:pt x="3387" y="26824"/>
                  </a:lnTo>
                  <a:lnTo>
                    <a:pt x="3510" y="26130"/>
                  </a:lnTo>
                  <a:lnTo>
                    <a:pt x="3646" y="25437"/>
                  </a:lnTo>
                  <a:lnTo>
                    <a:pt x="3795" y="24757"/>
                  </a:lnTo>
                  <a:lnTo>
                    <a:pt x="3959" y="24076"/>
                  </a:lnTo>
                  <a:lnTo>
                    <a:pt x="4135" y="23410"/>
                  </a:lnTo>
                  <a:lnTo>
                    <a:pt x="4339" y="22743"/>
                  </a:lnTo>
                  <a:lnTo>
                    <a:pt x="4557" y="22090"/>
                  </a:lnTo>
                  <a:lnTo>
                    <a:pt x="4788" y="21438"/>
                  </a:lnTo>
                  <a:lnTo>
                    <a:pt x="5033" y="20798"/>
                  </a:lnTo>
                  <a:lnTo>
                    <a:pt x="5292" y="20159"/>
                  </a:lnTo>
                  <a:lnTo>
                    <a:pt x="5564" y="19533"/>
                  </a:lnTo>
                  <a:lnTo>
                    <a:pt x="5863" y="18921"/>
                  </a:lnTo>
                  <a:lnTo>
                    <a:pt x="6162" y="18309"/>
                  </a:lnTo>
                  <a:lnTo>
                    <a:pt x="6475" y="17710"/>
                  </a:lnTo>
                  <a:lnTo>
                    <a:pt x="6815" y="17112"/>
                  </a:lnTo>
                  <a:lnTo>
                    <a:pt x="7155" y="16527"/>
                  </a:lnTo>
                  <a:lnTo>
                    <a:pt x="7522" y="15956"/>
                  </a:lnTo>
                  <a:lnTo>
                    <a:pt x="7890" y="15384"/>
                  </a:lnTo>
                  <a:lnTo>
                    <a:pt x="8284" y="14840"/>
                  </a:lnTo>
                  <a:lnTo>
                    <a:pt x="8679" y="14283"/>
                  </a:lnTo>
                  <a:lnTo>
                    <a:pt x="9100" y="13752"/>
                  </a:lnTo>
                  <a:lnTo>
                    <a:pt x="9522" y="13222"/>
                  </a:lnTo>
                  <a:lnTo>
                    <a:pt x="9957" y="12705"/>
                  </a:lnTo>
                  <a:lnTo>
                    <a:pt x="10406" y="12201"/>
                  </a:lnTo>
                  <a:lnTo>
                    <a:pt x="10869" y="11712"/>
                  </a:lnTo>
                  <a:lnTo>
                    <a:pt x="11345" y="11236"/>
                  </a:lnTo>
                  <a:lnTo>
                    <a:pt x="11834" y="10760"/>
                  </a:lnTo>
                  <a:lnTo>
                    <a:pt x="12324" y="10297"/>
                  </a:lnTo>
                  <a:lnTo>
                    <a:pt x="12827" y="9848"/>
                  </a:lnTo>
                  <a:lnTo>
                    <a:pt x="13344" y="9413"/>
                  </a:lnTo>
                  <a:lnTo>
                    <a:pt x="13875" y="8991"/>
                  </a:lnTo>
                  <a:lnTo>
                    <a:pt x="14419" y="8583"/>
                  </a:lnTo>
                  <a:lnTo>
                    <a:pt x="14963" y="8189"/>
                  </a:lnTo>
                  <a:lnTo>
                    <a:pt x="15521" y="7808"/>
                  </a:lnTo>
                  <a:lnTo>
                    <a:pt x="16092" y="7427"/>
                  </a:lnTo>
                  <a:lnTo>
                    <a:pt x="16663" y="7073"/>
                  </a:lnTo>
                  <a:lnTo>
                    <a:pt x="17248" y="6733"/>
                  </a:lnTo>
                  <a:lnTo>
                    <a:pt x="17847" y="6407"/>
                  </a:lnTo>
                  <a:lnTo>
                    <a:pt x="18445" y="6080"/>
                  </a:lnTo>
                  <a:lnTo>
                    <a:pt x="19057" y="5781"/>
                  </a:lnTo>
                  <a:lnTo>
                    <a:pt x="19683" y="5495"/>
                  </a:lnTo>
                  <a:lnTo>
                    <a:pt x="20309" y="5223"/>
                  </a:lnTo>
                  <a:lnTo>
                    <a:pt x="20948" y="4965"/>
                  </a:lnTo>
                  <a:lnTo>
                    <a:pt x="21588" y="4720"/>
                  </a:lnTo>
                  <a:lnTo>
                    <a:pt x="22240" y="4502"/>
                  </a:lnTo>
                  <a:lnTo>
                    <a:pt x="22907" y="4285"/>
                  </a:lnTo>
                  <a:lnTo>
                    <a:pt x="23574" y="4094"/>
                  </a:lnTo>
                  <a:lnTo>
                    <a:pt x="24240" y="3918"/>
                  </a:lnTo>
                  <a:lnTo>
                    <a:pt x="24920" y="3754"/>
                  </a:lnTo>
                  <a:lnTo>
                    <a:pt x="25600" y="3605"/>
                  </a:lnTo>
                  <a:lnTo>
                    <a:pt x="26294" y="3482"/>
                  </a:lnTo>
                  <a:lnTo>
                    <a:pt x="26988" y="3360"/>
                  </a:lnTo>
                  <a:lnTo>
                    <a:pt x="27695" y="3265"/>
                  </a:lnTo>
                  <a:lnTo>
                    <a:pt x="28402" y="3197"/>
                  </a:lnTo>
                  <a:lnTo>
                    <a:pt x="29110" y="3129"/>
                  </a:lnTo>
                  <a:lnTo>
                    <a:pt x="29831" y="3088"/>
                  </a:lnTo>
                  <a:lnTo>
                    <a:pt x="30552" y="3074"/>
                  </a:lnTo>
                  <a:lnTo>
                    <a:pt x="31273" y="3061"/>
                  </a:lnTo>
                  <a:close/>
                  <a:moveTo>
                    <a:pt x="30933" y="0"/>
                  </a:moveTo>
                  <a:lnTo>
                    <a:pt x="30130" y="14"/>
                  </a:lnTo>
                  <a:lnTo>
                    <a:pt x="29327" y="41"/>
                  </a:lnTo>
                  <a:lnTo>
                    <a:pt x="28538" y="95"/>
                  </a:lnTo>
                  <a:lnTo>
                    <a:pt x="27750" y="177"/>
                  </a:lnTo>
                  <a:lnTo>
                    <a:pt x="26974" y="272"/>
                  </a:lnTo>
                  <a:lnTo>
                    <a:pt x="26199" y="381"/>
                  </a:lnTo>
                  <a:lnTo>
                    <a:pt x="25437" y="517"/>
                  </a:lnTo>
                  <a:lnTo>
                    <a:pt x="24675" y="667"/>
                  </a:lnTo>
                  <a:lnTo>
                    <a:pt x="23914" y="843"/>
                  </a:lnTo>
                  <a:lnTo>
                    <a:pt x="23165" y="1034"/>
                  </a:lnTo>
                  <a:lnTo>
                    <a:pt x="22431" y="1238"/>
                  </a:lnTo>
                  <a:lnTo>
                    <a:pt x="21696" y="1469"/>
                  </a:lnTo>
                  <a:lnTo>
                    <a:pt x="20975" y="1700"/>
                  </a:lnTo>
                  <a:lnTo>
                    <a:pt x="20268" y="1972"/>
                  </a:lnTo>
                  <a:lnTo>
                    <a:pt x="19547" y="2244"/>
                  </a:lnTo>
                  <a:lnTo>
                    <a:pt x="18853" y="2544"/>
                  </a:lnTo>
                  <a:lnTo>
                    <a:pt x="18160" y="2843"/>
                  </a:lnTo>
                  <a:lnTo>
                    <a:pt x="17480" y="3169"/>
                  </a:lnTo>
                  <a:lnTo>
                    <a:pt x="16813" y="3523"/>
                  </a:lnTo>
                  <a:lnTo>
                    <a:pt x="16146" y="3877"/>
                  </a:lnTo>
                  <a:lnTo>
                    <a:pt x="15494" y="4258"/>
                  </a:lnTo>
                  <a:lnTo>
                    <a:pt x="14854" y="4638"/>
                  </a:lnTo>
                  <a:lnTo>
                    <a:pt x="14229" y="5047"/>
                  </a:lnTo>
                  <a:lnTo>
                    <a:pt x="13603" y="5468"/>
                  </a:lnTo>
                  <a:lnTo>
                    <a:pt x="12991" y="5903"/>
                  </a:lnTo>
                  <a:lnTo>
                    <a:pt x="12392" y="6352"/>
                  </a:lnTo>
                  <a:lnTo>
                    <a:pt x="11794" y="6815"/>
                  </a:lnTo>
                  <a:lnTo>
                    <a:pt x="11222" y="7291"/>
                  </a:lnTo>
                  <a:lnTo>
                    <a:pt x="10651" y="7781"/>
                  </a:lnTo>
                  <a:lnTo>
                    <a:pt x="10107" y="8270"/>
                  </a:lnTo>
                  <a:lnTo>
                    <a:pt x="9563" y="8787"/>
                  </a:lnTo>
                  <a:lnTo>
                    <a:pt x="9032" y="9318"/>
                  </a:lnTo>
                  <a:lnTo>
                    <a:pt x="8515" y="9862"/>
                  </a:lnTo>
                  <a:lnTo>
                    <a:pt x="8012" y="10420"/>
                  </a:lnTo>
                  <a:lnTo>
                    <a:pt x="7509" y="10977"/>
                  </a:lnTo>
                  <a:lnTo>
                    <a:pt x="7033" y="11562"/>
                  </a:lnTo>
                  <a:lnTo>
                    <a:pt x="6570" y="12147"/>
                  </a:lnTo>
                  <a:lnTo>
                    <a:pt x="6121" y="12746"/>
                  </a:lnTo>
                  <a:lnTo>
                    <a:pt x="5686" y="13358"/>
                  </a:lnTo>
                  <a:lnTo>
                    <a:pt x="5264" y="13983"/>
                  </a:lnTo>
                  <a:lnTo>
                    <a:pt x="4856" y="14609"/>
                  </a:lnTo>
                  <a:lnTo>
                    <a:pt x="4462" y="15248"/>
                  </a:lnTo>
                  <a:lnTo>
                    <a:pt x="4081" y="15901"/>
                  </a:lnTo>
                  <a:lnTo>
                    <a:pt x="3714" y="16568"/>
                  </a:lnTo>
                  <a:lnTo>
                    <a:pt x="3374" y="17234"/>
                  </a:lnTo>
                  <a:lnTo>
                    <a:pt x="3034" y="17915"/>
                  </a:lnTo>
                  <a:lnTo>
                    <a:pt x="2721" y="18608"/>
                  </a:lnTo>
                  <a:lnTo>
                    <a:pt x="2421" y="19302"/>
                  </a:lnTo>
                  <a:lnTo>
                    <a:pt x="2136" y="20009"/>
                  </a:lnTo>
                  <a:lnTo>
                    <a:pt x="1864" y="20730"/>
                  </a:lnTo>
                  <a:lnTo>
                    <a:pt x="1619" y="21451"/>
                  </a:lnTo>
                  <a:lnTo>
                    <a:pt x="1388" y="22186"/>
                  </a:lnTo>
                  <a:lnTo>
                    <a:pt x="1170" y="22920"/>
                  </a:lnTo>
                  <a:lnTo>
                    <a:pt x="966" y="23668"/>
                  </a:lnTo>
                  <a:lnTo>
                    <a:pt x="789" y="24417"/>
                  </a:lnTo>
                  <a:lnTo>
                    <a:pt x="626" y="25178"/>
                  </a:lnTo>
                  <a:lnTo>
                    <a:pt x="476" y="25940"/>
                  </a:lnTo>
                  <a:lnTo>
                    <a:pt x="354" y="26702"/>
                  </a:lnTo>
                  <a:lnTo>
                    <a:pt x="245" y="27491"/>
                  </a:lnTo>
                  <a:lnTo>
                    <a:pt x="163" y="28266"/>
                  </a:lnTo>
                  <a:lnTo>
                    <a:pt x="95" y="29055"/>
                  </a:lnTo>
                  <a:lnTo>
                    <a:pt x="41" y="29844"/>
                  </a:lnTo>
                  <a:lnTo>
                    <a:pt x="14" y="30646"/>
                  </a:lnTo>
                  <a:lnTo>
                    <a:pt x="0" y="31449"/>
                  </a:lnTo>
                  <a:lnTo>
                    <a:pt x="0" y="92048"/>
                  </a:lnTo>
                  <a:lnTo>
                    <a:pt x="0" y="92225"/>
                  </a:lnTo>
                  <a:lnTo>
                    <a:pt x="14" y="92402"/>
                  </a:lnTo>
                  <a:lnTo>
                    <a:pt x="41" y="92579"/>
                  </a:lnTo>
                  <a:lnTo>
                    <a:pt x="68" y="92742"/>
                  </a:lnTo>
                  <a:lnTo>
                    <a:pt x="109" y="92919"/>
                  </a:lnTo>
                  <a:lnTo>
                    <a:pt x="163" y="93082"/>
                  </a:lnTo>
                  <a:lnTo>
                    <a:pt x="218" y="93245"/>
                  </a:lnTo>
                  <a:lnTo>
                    <a:pt x="272" y="93409"/>
                  </a:lnTo>
                  <a:lnTo>
                    <a:pt x="340" y="93558"/>
                  </a:lnTo>
                  <a:lnTo>
                    <a:pt x="422" y="93708"/>
                  </a:lnTo>
                  <a:lnTo>
                    <a:pt x="503" y="93857"/>
                  </a:lnTo>
                  <a:lnTo>
                    <a:pt x="599" y="93993"/>
                  </a:lnTo>
                  <a:lnTo>
                    <a:pt x="803" y="94265"/>
                  </a:lnTo>
                  <a:lnTo>
                    <a:pt x="1020" y="94524"/>
                  </a:lnTo>
                  <a:lnTo>
                    <a:pt x="1279" y="94742"/>
                  </a:lnTo>
                  <a:lnTo>
                    <a:pt x="1537" y="94946"/>
                  </a:lnTo>
                  <a:lnTo>
                    <a:pt x="1687" y="95041"/>
                  </a:lnTo>
                  <a:lnTo>
                    <a:pt x="1837" y="95122"/>
                  </a:lnTo>
                  <a:lnTo>
                    <a:pt x="1986" y="95204"/>
                  </a:lnTo>
                  <a:lnTo>
                    <a:pt x="2136" y="95272"/>
                  </a:lnTo>
                  <a:lnTo>
                    <a:pt x="2299" y="95326"/>
                  </a:lnTo>
                  <a:lnTo>
                    <a:pt x="2462" y="95381"/>
                  </a:lnTo>
                  <a:lnTo>
                    <a:pt x="2625" y="95435"/>
                  </a:lnTo>
                  <a:lnTo>
                    <a:pt x="2789" y="95476"/>
                  </a:lnTo>
                  <a:lnTo>
                    <a:pt x="2966" y="95503"/>
                  </a:lnTo>
                  <a:lnTo>
                    <a:pt x="3142" y="95531"/>
                  </a:lnTo>
                  <a:lnTo>
                    <a:pt x="3319" y="95544"/>
                  </a:lnTo>
                  <a:lnTo>
                    <a:pt x="58899" y="95544"/>
                  </a:lnTo>
                  <a:lnTo>
                    <a:pt x="59076" y="95531"/>
                  </a:lnTo>
                  <a:lnTo>
                    <a:pt x="59253" y="95503"/>
                  </a:lnTo>
                  <a:lnTo>
                    <a:pt x="59430" y="95476"/>
                  </a:lnTo>
                  <a:lnTo>
                    <a:pt x="59593" y="95435"/>
                  </a:lnTo>
                  <a:lnTo>
                    <a:pt x="59770" y="95381"/>
                  </a:lnTo>
                  <a:lnTo>
                    <a:pt x="59920" y="95326"/>
                  </a:lnTo>
                  <a:lnTo>
                    <a:pt x="60083" y="95272"/>
                  </a:lnTo>
                  <a:lnTo>
                    <a:pt x="60246" y="95204"/>
                  </a:lnTo>
                  <a:lnTo>
                    <a:pt x="60396" y="95122"/>
                  </a:lnTo>
                  <a:lnTo>
                    <a:pt x="60532" y="95041"/>
                  </a:lnTo>
                  <a:lnTo>
                    <a:pt x="60681" y="94946"/>
                  </a:lnTo>
                  <a:lnTo>
                    <a:pt x="60953" y="94742"/>
                  </a:lnTo>
                  <a:lnTo>
                    <a:pt x="61198" y="94524"/>
                  </a:lnTo>
                  <a:lnTo>
                    <a:pt x="61430" y="94265"/>
                  </a:lnTo>
                  <a:lnTo>
                    <a:pt x="61620" y="93993"/>
                  </a:lnTo>
                  <a:lnTo>
                    <a:pt x="61715" y="93857"/>
                  </a:lnTo>
                  <a:lnTo>
                    <a:pt x="61797" y="93708"/>
                  </a:lnTo>
                  <a:lnTo>
                    <a:pt x="61878" y="93558"/>
                  </a:lnTo>
                  <a:lnTo>
                    <a:pt x="61946" y="93409"/>
                  </a:lnTo>
                  <a:lnTo>
                    <a:pt x="62014" y="93245"/>
                  </a:lnTo>
                  <a:lnTo>
                    <a:pt x="62069" y="93082"/>
                  </a:lnTo>
                  <a:lnTo>
                    <a:pt x="62110" y="92919"/>
                  </a:lnTo>
                  <a:lnTo>
                    <a:pt x="62151" y="92742"/>
                  </a:lnTo>
                  <a:lnTo>
                    <a:pt x="62178" y="92579"/>
                  </a:lnTo>
                  <a:lnTo>
                    <a:pt x="62205" y="92402"/>
                  </a:lnTo>
                  <a:lnTo>
                    <a:pt x="62219" y="92225"/>
                  </a:lnTo>
                  <a:lnTo>
                    <a:pt x="62219" y="92048"/>
                  </a:lnTo>
                  <a:lnTo>
                    <a:pt x="62219" y="31109"/>
                  </a:lnTo>
                  <a:lnTo>
                    <a:pt x="62219" y="30306"/>
                  </a:lnTo>
                  <a:lnTo>
                    <a:pt x="62178" y="29504"/>
                  </a:lnTo>
                  <a:lnTo>
                    <a:pt x="62137" y="28701"/>
                  </a:lnTo>
                  <a:lnTo>
                    <a:pt x="62055" y="27912"/>
                  </a:lnTo>
                  <a:lnTo>
                    <a:pt x="61974" y="27137"/>
                  </a:lnTo>
                  <a:lnTo>
                    <a:pt x="61865" y="26362"/>
                  </a:lnTo>
                  <a:lnTo>
                    <a:pt x="61729" y="25586"/>
                  </a:lnTo>
                  <a:lnTo>
                    <a:pt x="61579" y="24825"/>
                  </a:lnTo>
                  <a:lnTo>
                    <a:pt x="61416" y="24063"/>
                  </a:lnTo>
                  <a:lnTo>
                    <a:pt x="61239" y="23315"/>
                  </a:lnTo>
                  <a:lnTo>
                    <a:pt x="61035" y="22567"/>
                  </a:lnTo>
                  <a:lnTo>
                    <a:pt x="60817" y="21832"/>
                  </a:lnTo>
                  <a:lnTo>
                    <a:pt x="60573" y="21111"/>
                  </a:lnTo>
                  <a:lnTo>
                    <a:pt x="60314" y="20390"/>
                  </a:lnTo>
                  <a:lnTo>
                    <a:pt x="60042" y="19669"/>
                  </a:lnTo>
                  <a:lnTo>
                    <a:pt x="59756" y="18962"/>
                  </a:lnTo>
                  <a:lnTo>
                    <a:pt x="59457" y="18268"/>
                  </a:lnTo>
                  <a:lnTo>
                    <a:pt x="59131" y="17588"/>
                  </a:lnTo>
                  <a:lnTo>
                    <a:pt x="58791" y="16908"/>
                  </a:lnTo>
                  <a:lnTo>
                    <a:pt x="58437" y="16241"/>
                  </a:lnTo>
                  <a:lnTo>
                    <a:pt x="58070" y="15588"/>
                  </a:lnTo>
                  <a:lnTo>
                    <a:pt x="57675" y="14936"/>
                  </a:lnTo>
                  <a:lnTo>
                    <a:pt x="57281" y="14296"/>
                  </a:lnTo>
                  <a:lnTo>
                    <a:pt x="56873" y="13671"/>
                  </a:lnTo>
                  <a:lnTo>
                    <a:pt x="56437" y="13058"/>
                  </a:lnTo>
                  <a:lnTo>
                    <a:pt x="55989" y="12446"/>
                  </a:lnTo>
                  <a:lnTo>
                    <a:pt x="55540" y="11848"/>
                  </a:lnTo>
                  <a:lnTo>
                    <a:pt x="55064" y="11276"/>
                  </a:lnTo>
                  <a:lnTo>
                    <a:pt x="54574" y="10705"/>
                  </a:lnTo>
                  <a:lnTo>
                    <a:pt x="54084" y="10134"/>
                  </a:lnTo>
                  <a:lnTo>
                    <a:pt x="53567" y="9590"/>
                  </a:lnTo>
                  <a:lnTo>
                    <a:pt x="53037" y="9059"/>
                  </a:lnTo>
                  <a:lnTo>
                    <a:pt x="52506" y="8542"/>
                  </a:lnTo>
                  <a:lnTo>
                    <a:pt x="51949" y="8025"/>
                  </a:lnTo>
                  <a:lnTo>
                    <a:pt x="51391" y="7536"/>
                  </a:lnTo>
                  <a:lnTo>
                    <a:pt x="50820" y="7046"/>
                  </a:lnTo>
                  <a:lnTo>
                    <a:pt x="50235" y="6584"/>
                  </a:lnTo>
                  <a:lnTo>
                    <a:pt x="49636" y="6121"/>
                  </a:lnTo>
                  <a:lnTo>
                    <a:pt x="49024" y="5686"/>
                  </a:lnTo>
                  <a:lnTo>
                    <a:pt x="48412" y="5251"/>
                  </a:lnTo>
                  <a:lnTo>
                    <a:pt x="47773" y="4842"/>
                  </a:lnTo>
                  <a:lnTo>
                    <a:pt x="47133" y="4448"/>
                  </a:lnTo>
                  <a:lnTo>
                    <a:pt x="46480" y="4067"/>
                  </a:lnTo>
                  <a:lnTo>
                    <a:pt x="45827" y="3700"/>
                  </a:lnTo>
                  <a:lnTo>
                    <a:pt x="45161" y="3346"/>
                  </a:lnTo>
                  <a:lnTo>
                    <a:pt x="44481" y="3020"/>
                  </a:lnTo>
                  <a:lnTo>
                    <a:pt x="43787" y="2693"/>
                  </a:lnTo>
                  <a:lnTo>
                    <a:pt x="43093" y="2394"/>
                  </a:lnTo>
                  <a:lnTo>
                    <a:pt x="42386" y="2108"/>
                  </a:lnTo>
                  <a:lnTo>
                    <a:pt x="41665" y="1836"/>
                  </a:lnTo>
                  <a:lnTo>
                    <a:pt x="40944" y="1591"/>
                  </a:lnTo>
                  <a:lnTo>
                    <a:pt x="40223" y="1360"/>
                  </a:lnTo>
                  <a:lnTo>
                    <a:pt x="39475" y="1143"/>
                  </a:lnTo>
                  <a:lnTo>
                    <a:pt x="38740" y="939"/>
                  </a:lnTo>
                  <a:lnTo>
                    <a:pt x="37979" y="762"/>
                  </a:lnTo>
                  <a:lnTo>
                    <a:pt x="37217" y="599"/>
                  </a:lnTo>
                  <a:lnTo>
                    <a:pt x="36455" y="449"/>
                  </a:lnTo>
                  <a:lnTo>
                    <a:pt x="35680" y="326"/>
                  </a:lnTo>
                  <a:lnTo>
                    <a:pt x="34904" y="231"/>
                  </a:lnTo>
                  <a:lnTo>
                    <a:pt x="34116" y="136"/>
                  </a:lnTo>
                  <a:lnTo>
                    <a:pt x="33327" y="68"/>
                  </a:lnTo>
                  <a:lnTo>
                    <a:pt x="32538" y="27"/>
                  </a:lnTo>
                  <a:lnTo>
                    <a:pt x="317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9"/>
            <p:cNvSpPr/>
            <p:nvPr/>
          </p:nvSpPr>
          <p:spPr>
            <a:xfrm>
              <a:off x="1217285" y="1476291"/>
              <a:ext cx="1552843" cy="922581"/>
            </a:xfrm>
            <a:custGeom>
              <a:avLst/>
              <a:gdLst/>
              <a:ahLst/>
              <a:cxnLst/>
              <a:rect l="l" t="t" r="r" b="b"/>
              <a:pathLst>
                <a:path w="43937" h="26104" extrusionOk="0">
                  <a:moveTo>
                    <a:pt x="19778" y="1"/>
                  </a:moveTo>
                  <a:lnTo>
                    <a:pt x="19207" y="28"/>
                  </a:lnTo>
                  <a:lnTo>
                    <a:pt x="18636" y="69"/>
                  </a:lnTo>
                  <a:lnTo>
                    <a:pt x="18078" y="123"/>
                  </a:lnTo>
                  <a:lnTo>
                    <a:pt x="17507" y="191"/>
                  </a:lnTo>
                  <a:lnTo>
                    <a:pt x="16935" y="273"/>
                  </a:lnTo>
                  <a:lnTo>
                    <a:pt x="16214" y="409"/>
                  </a:lnTo>
                  <a:lnTo>
                    <a:pt x="15507" y="572"/>
                  </a:lnTo>
                  <a:lnTo>
                    <a:pt x="14800" y="762"/>
                  </a:lnTo>
                  <a:lnTo>
                    <a:pt x="14120" y="966"/>
                  </a:lnTo>
                  <a:lnTo>
                    <a:pt x="13439" y="1198"/>
                  </a:lnTo>
                  <a:lnTo>
                    <a:pt x="12759" y="1456"/>
                  </a:lnTo>
                  <a:lnTo>
                    <a:pt x="12106" y="1728"/>
                  </a:lnTo>
                  <a:lnTo>
                    <a:pt x="11467" y="2027"/>
                  </a:lnTo>
                  <a:lnTo>
                    <a:pt x="10937" y="2300"/>
                  </a:lnTo>
                  <a:lnTo>
                    <a:pt x="10433" y="2572"/>
                  </a:lnTo>
                  <a:lnTo>
                    <a:pt x="9930" y="2871"/>
                  </a:lnTo>
                  <a:lnTo>
                    <a:pt x="9427" y="3170"/>
                  </a:lnTo>
                  <a:lnTo>
                    <a:pt x="8991" y="3456"/>
                  </a:lnTo>
                  <a:lnTo>
                    <a:pt x="8556" y="3755"/>
                  </a:lnTo>
                  <a:lnTo>
                    <a:pt x="8121" y="4068"/>
                  </a:lnTo>
                  <a:lnTo>
                    <a:pt x="7713" y="4394"/>
                  </a:lnTo>
                  <a:lnTo>
                    <a:pt x="7209" y="4802"/>
                  </a:lnTo>
                  <a:lnTo>
                    <a:pt x="6720" y="5238"/>
                  </a:lnTo>
                  <a:lnTo>
                    <a:pt x="6257" y="5673"/>
                  </a:lnTo>
                  <a:lnTo>
                    <a:pt x="5795" y="6135"/>
                  </a:lnTo>
                  <a:lnTo>
                    <a:pt x="5523" y="6408"/>
                  </a:lnTo>
                  <a:lnTo>
                    <a:pt x="5264" y="6693"/>
                  </a:lnTo>
                  <a:lnTo>
                    <a:pt x="4761" y="7264"/>
                  </a:lnTo>
                  <a:lnTo>
                    <a:pt x="4394" y="7713"/>
                  </a:lnTo>
                  <a:lnTo>
                    <a:pt x="4040" y="8176"/>
                  </a:lnTo>
                  <a:lnTo>
                    <a:pt x="3700" y="8638"/>
                  </a:lnTo>
                  <a:lnTo>
                    <a:pt x="3373" y="9114"/>
                  </a:lnTo>
                  <a:lnTo>
                    <a:pt x="3061" y="9604"/>
                  </a:lnTo>
                  <a:lnTo>
                    <a:pt x="2761" y="10107"/>
                  </a:lnTo>
                  <a:lnTo>
                    <a:pt x="2476" y="10611"/>
                  </a:lnTo>
                  <a:lnTo>
                    <a:pt x="2217" y="11128"/>
                  </a:lnTo>
                  <a:lnTo>
                    <a:pt x="1932" y="11685"/>
                  </a:lnTo>
                  <a:lnTo>
                    <a:pt x="1673" y="12257"/>
                  </a:lnTo>
                  <a:lnTo>
                    <a:pt x="1510" y="12665"/>
                  </a:lnTo>
                  <a:lnTo>
                    <a:pt x="1347" y="13059"/>
                  </a:lnTo>
                  <a:lnTo>
                    <a:pt x="1197" y="13467"/>
                  </a:lnTo>
                  <a:lnTo>
                    <a:pt x="1047" y="13889"/>
                  </a:lnTo>
                  <a:lnTo>
                    <a:pt x="911" y="14297"/>
                  </a:lnTo>
                  <a:lnTo>
                    <a:pt x="789" y="14719"/>
                  </a:lnTo>
                  <a:lnTo>
                    <a:pt x="680" y="15140"/>
                  </a:lnTo>
                  <a:lnTo>
                    <a:pt x="571" y="15576"/>
                  </a:lnTo>
                  <a:lnTo>
                    <a:pt x="435" y="16133"/>
                  </a:lnTo>
                  <a:lnTo>
                    <a:pt x="326" y="16705"/>
                  </a:lnTo>
                  <a:lnTo>
                    <a:pt x="245" y="17222"/>
                  </a:lnTo>
                  <a:lnTo>
                    <a:pt x="163" y="17752"/>
                  </a:lnTo>
                  <a:lnTo>
                    <a:pt x="109" y="18269"/>
                  </a:lnTo>
                  <a:lnTo>
                    <a:pt x="68" y="18799"/>
                  </a:lnTo>
                  <a:lnTo>
                    <a:pt x="27" y="19357"/>
                  </a:lnTo>
                  <a:lnTo>
                    <a:pt x="14" y="19928"/>
                  </a:lnTo>
                  <a:lnTo>
                    <a:pt x="0" y="20336"/>
                  </a:lnTo>
                  <a:lnTo>
                    <a:pt x="0" y="22690"/>
                  </a:lnTo>
                  <a:lnTo>
                    <a:pt x="14" y="22867"/>
                  </a:lnTo>
                  <a:lnTo>
                    <a:pt x="27" y="23043"/>
                  </a:lnTo>
                  <a:lnTo>
                    <a:pt x="41" y="23207"/>
                  </a:lnTo>
                  <a:lnTo>
                    <a:pt x="82" y="23383"/>
                  </a:lnTo>
                  <a:lnTo>
                    <a:pt x="109" y="23547"/>
                  </a:lnTo>
                  <a:lnTo>
                    <a:pt x="163" y="23710"/>
                  </a:lnTo>
                  <a:lnTo>
                    <a:pt x="218" y="23860"/>
                  </a:lnTo>
                  <a:lnTo>
                    <a:pt x="272" y="24023"/>
                  </a:lnTo>
                  <a:lnTo>
                    <a:pt x="422" y="24322"/>
                  </a:lnTo>
                  <a:lnTo>
                    <a:pt x="585" y="24594"/>
                  </a:lnTo>
                  <a:lnTo>
                    <a:pt x="789" y="24866"/>
                  </a:lnTo>
                  <a:lnTo>
                    <a:pt x="1007" y="25097"/>
                  </a:lnTo>
                  <a:lnTo>
                    <a:pt x="1251" y="25329"/>
                  </a:lnTo>
                  <a:lnTo>
                    <a:pt x="1510" y="25519"/>
                  </a:lnTo>
                  <a:lnTo>
                    <a:pt x="1796" y="25696"/>
                  </a:lnTo>
                  <a:lnTo>
                    <a:pt x="2095" y="25832"/>
                  </a:lnTo>
                  <a:lnTo>
                    <a:pt x="2244" y="25900"/>
                  </a:lnTo>
                  <a:lnTo>
                    <a:pt x="2408" y="25954"/>
                  </a:lnTo>
                  <a:lnTo>
                    <a:pt x="2571" y="25995"/>
                  </a:lnTo>
                  <a:lnTo>
                    <a:pt x="2734" y="26036"/>
                  </a:lnTo>
                  <a:lnTo>
                    <a:pt x="2897" y="26063"/>
                  </a:lnTo>
                  <a:lnTo>
                    <a:pt x="3074" y="26090"/>
                  </a:lnTo>
                  <a:lnTo>
                    <a:pt x="3237" y="26104"/>
                  </a:lnTo>
                  <a:lnTo>
                    <a:pt x="43936" y="26104"/>
                  </a:lnTo>
                  <a:lnTo>
                    <a:pt x="43936" y="18772"/>
                  </a:lnTo>
                  <a:lnTo>
                    <a:pt x="43936" y="18459"/>
                  </a:lnTo>
                  <a:lnTo>
                    <a:pt x="43909" y="17888"/>
                  </a:lnTo>
                  <a:lnTo>
                    <a:pt x="43882" y="17317"/>
                  </a:lnTo>
                  <a:lnTo>
                    <a:pt x="43841" y="16922"/>
                  </a:lnTo>
                  <a:lnTo>
                    <a:pt x="43800" y="16528"/>
                  </a:lnTo>
                  <a:lnTo>
                    <a:pt x="43760" y="16133"/>
                  </a:lnTo>
                  <a:lnTo>
                    <a:pt x="43692" y="15752"/>
                  </a:lnTo>
                  <a:lnTo>
                    <a:pt x="43624" y="15358"/>
                  </a:lnTo>
                  <a:lnTo>
                    <a:pt x="43556" y="14977"/>
                  </a:lnTo>
                  <a:lnTo>
                    <a:pt x="43474" y="14596"/>
                  </a:lnTo>
                  <a:lnTo>
                    <a:pt x="43379" y="14215"/>
                  </a:lnTo>
                  <a:lnTo>
                    <a:pt x="43175" y="13467"/>
                  </a:lnTo>
                  <a:lnTo>
                    <a:pt x="42943" y="12733"/>
                  </a:lnTo>
                  <a:lnTo>
                    <a:pt x="42685" y="12012"/>
                  </a:lnTo>
                  <a:lnTo>
                    <a:pt x="42399" y="11318"/>
                  </a:lnTo>
                  <a:lnTo>
                    <a:pt x="42141" y="10733"/>
                  </a:lnTo>
                  <a:lnTo>
                    <a:pt x="41855" y="10175"/>
                  </a:lnTo>
                  <a:lnTo>
                    <a:pt x="41651" y="9795"/>
                  </a:lnTo>
                  <a:lnTo>
                    <a:pt x="41447" y="9414"/>
                  </a:lnTo>
                  <a:lnTo>
                    <a:pt x="41230" y="9046"/>
                  </a:lnTo>
                  <a:lnTo>
                    <a:pt x="40998" y="8679"/>
                  </a:lnTo>
                  <a:lnTo>
                    <a:pt x="40753" y="8312"/>
                  </a:lnTo>
                  <a:lnTo>
                    <a:pt x="40509" y="7958"/>
                  </a:lnTo>
                  <a:lnTo>
                    <a:pt x="40264" y="7605"/>
                  </a:lnTo>
                  <a:lnTo>
                    <a:pt x="40005" y="7264"/>
                  </a:lnTo>
                  <a:lnTo>
                    <a:pt x="39774" y="6979"/>
                  </a:lnTo>
                  <a:lnTo>
                    <a:pt x="39529" y="6693"/>
                  </a:lnTo>
                  <a:lnTo>
                    <a:pt x="39298" y="6408"/>
                  </a:lnTo>
                  <a:lnTo>
                    <a:pt x="39039" y="6135"/>
                  </a:lnTo>
                  <a:lnTo>
                    <a:pt x="38767" y="5836"/>
                  </a:lnTo>
                  <a:lnTo>
                    <a:pt x="38495" y="5551"/>
                  </a:lnTo>
                  <a:lnTo>
                    <a:pt x="38210" y="5278"/>
                  </a:lnTo>
                  <a:lnTo>
                    <a:pt x="37924" y="5006"/>
                  </a:lnTo>
                  <a:lnTo>
                    <a:pt x="37638" y="4734"/>
                  </a:lnTo>
                  <a:lnTo>
                    <a:pt x="37339" y="4476"/>
                  </a:lnTo>
                  <a:lnTo>
                    <a:pt x="37026" y="4217"/>
                  </a:lnTo>
                  <a:lnTo>
                    <a:pt x="36713" y="3973"/>
                  </a:lnTo>
                  <a:lnTo>
                    <a:pt x="36401" y="3728"/>
                  </a:lnTo>
                  <a:lnTo>
                    <a:pt x="36088" y="3497"/>
                  </a:lnTo>
                  <a:lnTo>
                    <a:pt x="35761" y="3265"/>
                  </a:lnTo>
                  <a:lnTo>
                    <a:pt x="35421" y="3048"/>
                  </a:lnTo>
                  <a:lnTo>
                    <a:pt x="35095" y="2830"/>
                  </a:lnTo>
                  <a:lnTo>
                    <a:pt x="34755" y="2626"/>
                  </a:lnTo>
                  <a:lnTo>
                    <a:pt x="34401" y="2422"/>
                  </a:lnTo>
                  <a:lnTo>
                    <a:pt x="34061" y="2232"/>
                  </a:lnTo>
                  <a:lnTo>
                    <a:pt x="33707" y="2041"/>
                  </a:lnTo>
                  <a:lnTo>
                    <a:pt x="33340" y="1864"/>
                  </a:lnTo>
                  <a:lnTo>
                    <a:pt x="32986" y="1687"/>
                  </a:lnTo>
                  <a:lnTo>
                    <a:pt x="32619" y="1524"/>
                  </a:lnTo>
                  <a:lnTo>
                    <a:pt x="32238" y="1375"/>
                  </a:lnTo>
                  <a:lnTo>
                    <a:pt x="31871" y="1225"/>
                  </a:lnTo>
                  <a:lnTo>
                    <a:pt x="31490" y="1089"/>
                  </a:lnTo>
                  <a:lnTo>
                    <a:pt x="31109" y="953"/>
                  </a:lnTo>
                  <a:lnTo>
                    <a:pt x="30715" y="830"/>
                  </a:lnTo>
                  <a:lnTo>
                    <a:pt x="30334" y="708"/>
                  </a:lnTo>
                  <a:lnTo>
                    <a:pt x="29939" y="599"/>
                  </a:lnTo>
                  <a:lnTo>
                    <a:pt x="29531" y="504"/>
                  </a:lnTo>
                  <a:lnTo>
                    <a:pt x="29137" y="409"/>
                  </a:lnTo>
                  <a:lnTo>
                    <a:pt x="28729" y="327"/>
                  </a:lnTo>
                  <a:lnTo>
                    <a:pt x="28321" y="259"/>
                  </a:lnTo>
                  <a:lnTo>
                    <a:pt x="27913" y="191"/>
                  </a:lnTo>
                  <a:lnTo>
                    <a:pt x="27355" y="123"/>
                  </a:lnTo>
                  <a:lnTo>
                    <a:pt x="26784" y="69"/>
                  </a:lnTo>
                  <a:lnTo>
                    <a:pt x="26389" y="42"/>
                  </a:lnTo>
                  <a:lnTo>
                    <a:pt x="25981" y="14"/>
                  </a:lnTo>
                  <a:lnTo>
                    <a:pt x="2557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9"/>
            <p:cNvSpPr/>
            <p:nvPr/>
          </p:nvSpPr>
          <p:spPr>
            <a:xfrm>
              <a:off x="1751882" y="2398847"/>
              <a:ext cx="1018253" cy="340914"/>
            </a:xfrm>
            <a:custGeom>
              <a:avLst/>
              <a:gdLst/>
              <a:ahLst/>
              <a:cxnLst/>
              <a:rect l="l" t="t" r="r" b="b"/>
              <a:pathLst>
                <a:path w="28811" h="9646" extrusionOk="0">
                  <a:moveTo>
                    <a:pt x="0" y="1"/>
                  </a:moveTo>
                  <a:lnTo>
                    <a:pt x="14" y="395"/>
                  </a:lnTo>
                  <a:lnTo>
                    <a:pt x="68" y="790"/>
                  </a:lnTo>
                  <a:lnTo>
                    <a:pt x="136" y="1171"/>
                  </a:lnTo>
                  <a:lnTo>
                    <a:pt x="231" y="1538"/>
                  </a:lnTo>
                  <a:lnTo>
                    <a:pt x="367" y="1905"/>
                  </a:lnTo>
                  <a:lnTo>
                    <a:pt x="517" y="2245"/>
                  </a:lnTo>
                  <a:lnTo>
                    <a:pt x="694" y="2585"/>
                  </a:lnTo>
                  <a:lnTo>
                    <a:pt x="884" y="2912"/>
                  </a:lnTo>
                  <a:lnTo>
                    <a:pt x="1075" y="3157"/>
                  </a:lnTo>
                  <a:lnTo>
                    <a:pt x="1265" y="3415"/>
                  </a:lnTo>
                  <a:lnTo>
                    <a:pt x="1483" y="3646"/>
                  </a:lnTo>
                  <a:lnTo>
                    <a:pt x="1714" y="3864"/>
                  </a:lnTo>
                  <a:lnTo>
                    <a:pt x="1945" y="4068"/>
                  </a:lnTo>
                  <a:lnTo>
                    <a:pt x="2204" y="4259"/>
                  </a:lnTo>
                  <a:lnTo>
                    <a:pt x="2462" y="4435"/>
                  </a:lnTo>
                  <a:lnTo>
                    <a:pt x="2734" y="4599"/>
                  </a:lnTo>
                  <a:lnTo>
                    <a:pt x="3020" y="4735"/>
                  </a:lnTo>
                  <a:lnTo>
                    <a:pt x="3319" y="4871"/>
                  </a:lnTo>
                  <a:lnTo>
                    <a:pt x="3618" y="4979"/>
                  </a:lnTo>
                  <a:lnTo>
                    <a:pt x="3931" y="5061"/>
                  </a:lnTo>
                  <a:lnTo>
                    <a:pt x="4244" y="5143"/>
                  </a:lnTo>
                  <a:lnTo>
                    <a:pt x="4571" y="5184"/>
                  </a:lnTo>
                  <a:lnTo>
                    <a:pt x="4897" y="5224"/>
                  </a:lnTo>
                  <a:lnTo>
                    <a:pt x="5237" y="5238"/>
                  </a:lnTo>
                  <a:lnTo>
                    <a:pt x="9155" y="5238"/>
                  </a:lnTo>
                  <a:lnTo>
                    <a:pt x="9345" y="5428"/>
                  </a:lnTo>
                  <a:lnTo>
                    <a:pt x="10120" y="6217"/>
                  </a:lnTo>
                  <a:lnTo>
                    <a:pt x="10501" y="6598"/>
                  </a:lnTo>
                  <a:lnTo>
                    <a:pt x="10882" y="6979"/>
                  </a:lnTo>
                  <a:lnTo>
                    <a:pt x="11263" y="7333"/>
                  </a:lnTo>
                  <a:lnTo>
                    <a:pt x="11658" y="7686"/>
                  </a:lnTo>
                  <a:lnTo>
                    <a:pt x="12066" y="8013"/>
                  </a:lnTo>
                  <a:lnTo>
                    <a:pt x="12501" y="8326"/>
                  </a:lnTo>
                  <a:lnTo>
                    <a:pt x="12719" y="8475"/>
                  </a:lnTo>
                  <a:lnTo>
                    <a:pt x="12936" y="8611"/>
                  </a:lnTo>
                  <a:lnTo>
                    <a:pt x="13167" y="8734"/>
                  </a:lnTo>
                  <a:lnTo>
                    <a:pt x="13412" y="8870"/>
                  </a:lnTo>
                  <a:lnTo>
                    <a:pt x="13657" y="8979"/>
                  </a:lnTo>
                  <a:lnTo>
                    <a:pt x="13902" y="9087"/>
                  </a:lnTo>
                  <a:lnTo>
                    <a:pt x="14174" y="9183"/>
                  </a:lnTo>
                  <a:lnTo>
                    <a:pt x="14432" y="9278"/>
                  </a:lnTo>
                  <a:lnTo>
                    <a:pt x="14718" y="9359"/>
                  </a:lnTo>
                  <a:lnTo>
                    <a:pt x="15004" y="9428"/>
                  </a:lnTo>
                  <a:lnTo>
                    <a:pt x="15303" y="9496"/>
                  </a:lnTo>
                  <a:lnTo>
                    <a:pt x="15602" y="9550"/>
                  </a:lnTo>
                  <a:lnTo>
                    <a:pt x="15929" y="9591"/>
                  </a:lnTo>
                  <a:lnTo>
                    <a:pt x="16255" y="9618"/>
                  </a:lnTo>
                  <a:lnTo>
                    <a:pt x="16595" y="9632"/>
                  </a:lnTo>
                  <a:lnTo>
                    <a:pt x="16949" y="9645"/>
                  </a:lnTo>
                  <a:lnTo>
                    <a:pt x="17425" y="9632"/>
                  </a:lnTo>
                  <a:lnTo>
                    <a:pt x="17901" y="9591"/>
                  </a:lnTo>
                  <a:lnTo>
                    <a:pt x="18377" y="9536"/>
                  </a:lnTo>
                  <a:lnTo>
                    <a:pt x="18840" y="9455"/>
                  </a:lnTo>
                  <a:lnTo>
                    <a:pt x="19302" y="9346"/>
                  </a:lnTo>
                  <a:lnTo>
                    <a:pt x="19765" y="9223"/>
                  </a:lnTo>
                  <a:lnTo>
                    <a:pt x="20214" y="9074"/>
                  </a:lnTo>
                  <a:lnTo>
                    <a:pt x="20649" y="8897"/>
                  </a:lnTo>
                  <a:lnTo>
                    <a:pt x="21084" y="8707"/>
                  </a:lnTo>
                  <a:lnTo>
                    <a:pt x="21506" y="8503"/>
                  </a:lnTo>
                  <a:lnTo>
                    <a:pt x="21914" y="8271"/>
                  </a:lnTo>
                  <a:lnTo>
                    <a:pt x="22322" y="8013"/>
                  </a:lnTo>
                  <a:lnTo>
                    <a:pt x="22703" y="7741"/>
                  </a:lnTo>
                  <a:lnTo>
                    <a:pt x="23084" y="7442"/>
                  </a:lnTo>
                  <a:lnTo>
                    <a:pt x="23437" y="7142"/>
                  </a:lnTo>
                  <a:lnTo>
                    <a:pt x="23791" y="6802"/>
                  </a:lnTo>
                  <a:lnTo>
                    <a:pt x="27545" y="3048"/>
                  </a:lnTo>
                  <a:lnTo>
                    <a:pt x="27654" y="2912"/>
                  </a:lnTo>
                  <a:lnTo>
                    <a:pt x="27913" y="2531"/>
                  </a:lnTo>
                  <a:lnTo>
                    <a:pt x="28130" y="2177"/>
                  </a:lnTo>
                  <a:lnTo>
                    <a:pt x="28334" y="1837"/>
                  </a:lnTo>
                  <a:lnTo>
                    <a:pt x="28498" y="1484"/>
                  </a:lnTo>
                  <a:lnTo>
                    <a:pt x="28579" y="1307"/>
                  </a:lnTo>
                  <a:lnTo>
                    <a:pt x="28634" y="1130"/>
                  </a:lnTo>
                  <a:lnTo>
                    <a:pt x="28688" y="953"/>
                  </a:lnTo>
                  <a:lnTo>
                    <a:pt x="28729" y="776"/>
                  </a:lnTo>
                  <a:lnTo>
                    <a:pt x="28770" y="586"/>
                  </a:lnTo>
                  <a:lnTo>
                    <a:pt x="28797" y="395"/>
                  </a:lnTo>
                  <a:lnTo>
                    <a:pt x="28810" y="205"/>
                  </a:lnTo>
                  <a:lnTo>
                    <a:pt x="28810" y="1"/>
                  </a:lnTo>
                  <a:close/>
                </a:path>
              </a:pathLst>
            </a:custGeom>
            <a:solidFill>
              <a:srgbClr val="FF53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9"/>
            <p:cNvSpPr/>
            <p:nvPr/>
          </p:nvSpPr>
          <p:spPr>
            <a:xfrm>
              <a:off x="1751882" y="2398847"/>
              <a:ext cx="1018253" cy="340914"/>
            </a:xfrm>
            <a:custGeom>
              <a:avLst/>
              <a:gdLst/>
              <a:ahLst/>
              <a:cxnLst/>
              <a:rect l="l" t="t" r="r" b="b"/>
              <a:pathLst>
                <a:path w="28811" h="9646" extrusionOk="0">
                  <a:moveTo>
                    <a:pt x="0" y="1"/>
                  </a:moveTo>
                  <a:lnTo>
                    <a:pt x="14" y="395"/>
                  </a:lnTo>
                  <a:lnTo>
                    <a:pt x="68" y="790"/>
                  </a:lnTo>
                  <a:lnTo>
                    <a:pt x="136" y="1171"/>
                  </a:lnTo>
                  <a:lnTo>
                    <a:pt x="231" y="1538"/>
                  </a:lnTo>
                  <a:lnTo>
                    <a:pt x="367" y="1905"/>
                  </a:lnTo>
                  <a:lnTo>
                    <a:pt x="517" y="2245"/>
                  </a:lnTo>
                  <a:lnTo>
                    <a:pt x="694" y="2585"/>
                  </a:lnTo>
                  <a:lnTo>
                    <a:pt x="884" y="2912"/>
                  </a:lnTo>
                  <a:lnTo>
                    <a:pt x="1075" y="3157"/>
                  </a:lnTo>
                  <a:lnTo>
                    <a:pt x="1265" y="3415"/>
                  </a:lnTo>
                  <a:lnTo>
                    <a:pt x="1483" y="3646"/>
                  </a:lnTo>
                  <a:lnTo>
                    <a:pt x="1714" y="3864"/>
                  </a:lnTo>
                  <a:lnTo>
                    <a:pt x="1945" y="4068"/>
                  </a:lnTo>
                  <a:lnTo>
                    <a:pt x="2204" y="4259"/>
                  </a:lnTo>
                  <a:lnTo>
                    <a:pt x="2462" y="4435"/>
                  </a:lnTo>
                  <a:lnTo>
                    <a:pt x="2734" y="4599"/>
                  </a:lnTo>
                  <a:lnTo>
                    <a:pt x="3020" y="4735"/>
                  </a:lnTo>
                  <a:lnTo>
                    <a:pt x="3319" y="4871"/>
                  </a:lnTo>
                  <a:lnTo>
                    <a:pt x="3618" y="4979"/>
                  </a:lnTo>
                  <a:lnTo>
                    <a:pt x="3931" y="5061"/>
                  </a:lnTo>
                  <a:lnTo>
                    <a:pt x="4244" y="5143"/>
                  </a:lnTo>
                  <a:lnTo>
                    <a:pt x="4571" y="5184"/>
                  </a:lnTo>
                  <a:lnTo>
                    <a:pt x="4897" y="5224"/>
                  </a:lnTo>
                  <a:lnTo>
                    <a:pt x="5237" y="5238"/>
                  </a:lnTo>
                  <a:lnTo>
                    <a:pt x="9155" y="5238"/>
                  </a:lnTo>
                  <a:lnTo>
                    <a:pt x="9345" y="5428"/>
                  </a:lnTo>
                  <a:lnTo>
                    <a:pt x="10120" y="6217"/>
                  </a:lnTo>
                  <a:lnTo>
                    <a:pt x="10501" y="6598"/>
                  </a:lnTo>
                  <a:lnTo>
                    <a:pt x="10882" y="6979"/>
                  </a:lnTo>
                  <a:lnTo>
                    <a:pt x="11263" y="7333"/>
                  </a:lnTo>
                  <a:lnTo>
                    <a:pt x="11658" y="7686"/>
                  </a:lnTo>
                  <a:lnTo>
                    <a:pt x="12066" y="8013"/>
                  </a:lnTo>
                  <a:lnTo>
                    <a:pt x="12501" y="8326"/>
                  </a:lnTo>
                  <a:lnTo>
                    <a:pt x="12719" y="8475"/>
                  </a:lnTo>
                  <a:lnTo>
                    <a:pt x="12936" y="8611"/>
                  </a:lnTo>
                  <a:lnTo>
                    <a:pt x="13167" y="8734"/>
                  </a:lnTo>
                  <a:lnTo>
                    <a:pt x="13412" y="8870"/>
                  </a:lnTo>
                  <a:lnTo>
                    <a:pt x="13657" y="8979"/>
                  </a:lnTo>
                  <a:lnTo>
                    <a:pt x="13902" y="9087"/>
                  </a:lnTo>
                  <a:lnTo>
                    <a:pt x="14174" y="9183"/>
                  </a:lnTo>
                  <a:lnTo>
                    <a:pt x="14432" y="9278"/>
                  </a:lnTo>
                  <a:lnTo>
                    <a:pt x="14718" y="9359"/>
                  </a:lnTo>
                  <a:lnTo>
                    <a:pt x="15004" y="9428"/>
                  </a:lnTo>
                  <a:lnTo>
                    <a:pt x="15303" y="9496"/>
                  </a:lnTo>
                  <a:lnTo>
                    <a:pt x="15602" y="9550"/>
                  </a:lnTo>
                  <a:lnTo>
                    <a:pt x="15929" y="9591"/>
                  </a:lnTo>
                  <a:lnTo>
                    <a:pt x="16255" y="9618"/>
                  </a:lnTo>
                  <a:lnTo>
                    <a:pt x="16595" y="9632"/>
                  </a:lnTo>
                  <a:lnTo>
                    <a:pt x="16949" y="9645"/>
                  </a:lnTo>
                  <a:lnTo>
                    <a:pt x="17425" y="9632"/>
                  </a:lnTo>
                  <a:lnTo>
                    <a:pt x="17901" y="9591"/>
                  </a:lnTo>
                  <a:lnTo>
                    <a:pt x="18377" y="9536"/>
                  </a:lnTo>
                  <a:lnTo>
                    <a:pt x="18840" y="9455"/>
                  </a:lnTo>
                  <a:lnTo>
                    <a:pt x="19302" y="9346"/>
                  </a:lnTo>
                  <a:lnTo>
                    <a:pt x="19765" y="9223"/>
                  </a:lnTo>
                  <a:lnTo>
                    <a:pt x="20214" y="9074"/>
                  </a:lnTo>
                  <a:lnTo>
                    <a:pt x="20649" y="8897"/>
                  </a:lnTo>
                  <a:lnTo>
                    <a:pt x="21084" y="8707"/>
                  </a:lnTo>
                  <a:lnTo>
                    <a:pt x="21506" y="8503"/>
                  </a:lnTo>
                  <a:lnTo>
                    <a:pt x="21914" y="8271"/>
                  </a:lnTo>
                  <a:lnTo>
                    <a:pt x="22322" y="8013"/>
                  </a:lnTo>
                  <a:lnTo>
                    <a:pt x="22703" y="7741"/>
                  </a:lnTo>
                  <a:lnTo>
                    <a:pt x="23084" y="7442"/>
                  </a:lnTo>
                  <a:lnTo>
                    <a:pt x="23437" y="7142"/>
                  </a:lnTo>
                  <a:lnTo>
                    <a:pt x="23791" y="6802"/>
                  </a:lnTo>
                  <a:lnTo>
                    <a:pt x="27545" y="3048"/>
                  </a:lnTo>
                  <a:lnTo>
                    <a:pt x="27654" y="2912"/>
                  </a:lnTo>
                  <a:lnTo>
                    <a:pt x="27913" y="2531"/>
                  </a:lnTo>
                  <a:lnTo>
                    <a:pt x="28130" y="2177"/>
                  </a:lnTo>
                  <a:lnTo>
                    <a:pt x="28334" y="1837"/>
                  </a:lnTo>
                  <a:lnTo>
                    <a:pt x="28498" y="1484"/>
                  </a:lnTo>
                  <a:lnTo>
                    <a:pt x="28579" y="1307"/>
                  </a:lnTo>
                  <a:lnTo>
                    <a:pt x="28634" y="1130"/>
                  </a:lnTo>
                  <a:lnTo>
                    <a:pt x="28688" y="953"/>
                  </a:lnTo>
                  <a:lnTo>
                    <a:pt x="28729" y="776"/>
                  </a:lnTo>
                  <a:lnTo>
                    <a:pt x="28770" y="586"/>
                  </a:lnTo>
                  <a:lnTo>
                    <a:pt x="28797" y="395"/>
                  </a:lnTo>
                  <a:lnTo>
                    <a:pt x="28810" y="205"/>
                  </a:lnTo>
                  <a:lnTo>
                    <a:pt x="28810" y="1"/>
                  </a:lnTo>
                  <a:close/>
                </a:path>
              </a:pathLst>
            </a:custGeom>
            <a:solidFill>
              <a:srgbClr val="E33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9"/>
            <p:cNvSpPr/>
            <p:nvPr/>
          </p:nvSpPr>
          <p:spPr>
            <a:xfrm>
              <a:off x="2075411" y="2583938"/>
              <a:ext cx="573079" cy="155825"/>
            </a:xfrm>
            <a:custGeom>
              <a:avLst/>
              <a:gdLst/>
              <a:ahLst/>
              <a:cxnLst/>
              <a:rect l="l" t="t" r="r" b="b"/>
              <a:pathLst>
                <a:path w="16215" h="4409" extrusionOk="0">
                  <a:moveTo>
                    <a:pt x="1" y="1"/>
                  </a:moveTo>
                  <a:lnTo>
                    <a:pt x="191" y="191"/>
                  </a:lnTo>
                  <a:lnTo>
                    <a:pt x="966" y="980"/>
                  </a:lnTo>
                  <a:lnTo>
                    <a:pt x="1347" y="1361"/>
                  </a:lnTo>
                  <a:lnTo>
                    <a:pt x="1728" y="1742"/>
                  </a:lnTo>
                  <a:lnTo>
                    <a:pt x="2109" y="2096"/>
                  </a:lnTo>
                  <a:lnTo>
                    <a:pt x="2504" y="2449"/>
                  </a:lnTo>
                  <a:lnTo>
                    <a:pt x="2912" y="2776"/>
                  </a:lnTo>
                  <a:lnTo>
                    <a:pt x="3347" y="3089"/>
                  </a:lnTo>
                  <a:lnTo>
                    <a:pt x="3565" y="3238"/>
                  </a:lnTo>
                  <a:lnTo>
                    <a:pt x="3782" y="3374"/>
                  </a:lnTo>
                  <a:lnTo>
                    <a:pt x="4013" y="3497"/>
                  </a:lnTo>
                  <a:lnTo>
                    <a:pt x="4258" y="3633"/>
                  </a:lnTo>
                  <a:lnTo>
                    <a:pt x="4503" y="3742"/>
                  </a:lnTo>
                  <a:lnTo>
                    <a:pt x="4748" y="3850"/>
                  </a:lnTo>
                  <a:lnTo>
                    <a:pt x="5020" y="3946"/>
                  </a:lnTo>
                  <a:lnTo>
                    <a:pt x="5278" y="4041"/>
                  </a:lnTo>
                  <a:lnTo>
                    <a:pt x="5564" y="4122"/>
                  </a:lnTo>
                  <a:lnTo>
                    <a:pt x="5850" y="4191"/>
                  </a:lnTo>
                  <a:lnTo>
                    <a:pt x="6149" y="4259"/>
                  </a:lnTo>
                  <a:lnTo>
                    <a:pt x="6448" y="4313"/>
                  </a:lnTo>
                  <a:lnTo>
                    <a:pt x="6775" y="4354"/>
                  </a:lnTo>
                  <a:lnTo>
                    <a:pt x="7101" y="4381"/>
                  </a:lnTo>
                  <a:lnTo>
                    <a:pt x="7441" y="4395"/>
                  </a:lnTo>
                  <a:lnTo>
                    <a:pt x="7795" y="4408"/>
                  </a:lnTo>
                  <a:lnTo>
                    <a:pt x="8271" y="4395"/>
                  </a:lnTo>
                  <a:lnTo>
                    <a:pt x="8747" y="4354"/>
                  </a:lnTo>
                  <a:lnTo>
                    <a:pt x="9223" y="4299"/>
                  </a:lnTo>
                  <a:lnTo>
                    <a:pt x="9686" y="4218"/>
                  </a:lnTo>
                  <a:lnTo>
                    <a:pt x="10148" y="4109"/>
                  </a:lnTo>
                  <a:lnTo>
                    <a:pt x="10611" y="3986"/>
                  </a:lnTo>
                  <a:lnTo>
                    <a:pt x="11060" y="3837"/>
                  </a:lnTo>
                  <a:lnTo>
                    <a:pt x="11495" y="3660"/>
                  </a:lnTo>
                  <a:lnTo>
                    <a:pt x="11930" y="3470"/>
                  </a:lnTo>
                  <a:lnTo>
                    <a:pt x="12352" y="3266"/>
                  </a:lnTo>
                  <a:lnTo>
                    <a:pt x="12760" y="3034"/>
                  </a:lnTo>
                  <a:lnTo>
                    <a:pt x="13168" y="2776"/>
                  </a:lnTo>
                  <a:lnTo>
                    <a:pt x="13549" y="2504"/>
                  </a:lnTo>
                  <a:lnTo>
                    <a:pt x="13930" y="2205"/>
                  </a:lnTo>
                  <a:lnTo>
                    <a:pt x="14283" y="1905"/>
                  </a:lnTo>
                  <a:lnTo>
                    <a:pt x="14637" y="1565"/>
                  </a:lnTo>
                  <a:lnTo>
                    <a:pt x="16215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9"/>
            <p:cNvSpPr/>
            <p:nvPr/>
          </p:nvSpPr>
          <p:spPr>
            <a:xfrm>
              <a:off x="1217744" y="2140702"/>
              <a:ext cx="235593" cy="133665"/>
            </a:xfrm>
            <a:custGeom>
              <a:avLst/>
              <a:gdLst/>
              <a:ahLst/>
              <a:cxnLst/>
              <a:rect l="l" t="t" r="r" b="b"/>
              <a:pathLst>
                <a:path w="6666" h="3782" extrusionOk="0">
                  <a:moveTo>
                    <a:pt x="55" y="0"/>
                  </a:moveTo>
                  <a:lnTo>
                    <a:pt x="14" y="558"/>
                  </a:lnTo>
                  <a:lnTo>
                    <a:pt x="1" y="1129"/>
                  </a:lnTo>
                  <a:lnTo>
                    <a:pt x="2884" y="1129"/>
                  </a:lnTo>
                  <a:lnTo>
                    <a:pt x="3156" y="1143"/>
                  </a:lnTo>
                  <a:lnTo>
                    <a:pt x="3415" y="1184"/>
                  </a:lnTo>
                  <a:lnTo>
                    <a:pt x="3673" y="1252"/>
                  </a:lnTo>
                  <a:lnTo>
                    <a:pt x="3918" y="1347"/>
                  </a:lnTo>
                  <a:lnTo>
                    <a:pt x="4149" y="1456"/>
                  </a:lnTo>
                  <a:lnTo>
                    <a:pt x="4367" y="1592"/>
                  </a:lnTo>
                  <a:lnTo>
                    <a:pt x="4571" y="1742"/>
                  </a:lnTo>
                  <a:lnTo>
                    <a:pt x="4762" y="1905"/>
                  </a:lnTo>
                  <a:lnTo>
                    <a:pt x="4925" y="2095"/>
                  </a:lnTo>
                  <a:lnTo>
                    <a:pt x="5074" y="2299"/>
                  </a:lnTo>
                  <a:lnTo>
                    <a:pt x="5210" y="2517"/>
                  </a:lnTo>
                  <a:lnTo>
                    <a:pt x="5319" y="2748"/>
                  </a:lnTo>
                  <a:lnTo>
                    <a:pt x="5414" y="2993"/>
                  </a:lnTo>
                  <a:lnTo>
                    <a:pt x="5482" y="3251"/>
                  </a:lnTo>
                  <a:lnTo>
                    <a:pt x="5523" y="3510"/>
                  </a:lnTo>
                  <a:lnTo>
                    <a:pt x="5537" y="3782"/>
                  </a:lnTo>
                  <a:lnTo>
                    <a:pt x="6666" y="3782"/>
                  </a:lnTo>
                  <a:lnTo>
                    <a:pt x="6666" y="3591"/>
                  </a:lnTo>
                  <a:lnTo>
                    <a:pt x="6652" y="3387"/>
                  </a:lnTo>
                  <a:lnTo>
                    <a:pt x="6625" y="3211"/>
                  </a:lnTo>
                  <a:lnTo>
                    <a:pt x="6598" y="3020"/>
                  </a:lnTo>
                  <a:lnTo>
                    <a:pt x="6543" y="2830"/>
                  </a:lnTo>
                  <a:lnTo>
                    <a:pt x="6503" y="2653"/>
                  </a:lnTo>
                  <a:lnTo>
                    <a:pt x="6435" y="2476"/>
                  </a:lnTo>
                  <a:lnTo>
                    <a:pt x="6367" y="2313"/>
                  </a:lnTo>
                  <a:lnTo>
                    <a:pt x="6299" y="2136"/>
                  </a:lnTo>
                  <a:lnTo>
                    <a:pt x="6217" y="1973"/>
                  </a:lnTo>
                  <a:lnTo>
                    <a:pt x="6122" y="1823"/>
                  </a:lnTo>
                  <a:lnTo>
                    <a:pt x="6027" y="1660"/>
                  </a:lnTo>
                  <a:lnTo>
                    <a:pt x="5918" y="1524"/>
                  </a:lnTo>
                  <a:lnTo>
                    <a:pt x="5809" y="1374"/>
                  </a:lnTo>
                  <a:lnTo>
                    <a:pt x="5686" y="1238"/>
                  </a:lnTo>
                  <a:lnTo>
                    <a:pt x="5564" y="1102"/>
                  </a:lnTo>
                  <a:lnTo>
                    <a:pt x="5428" y="980"/>
                  </a:lnTo>
                  <a:lnTo>
                    <a:pt x="5292" y="857"/>
                  </a:lnTo>
                  <a:lnTo>
                    <a:pt x="5142" y="749"/>
                  </a:lnTo>
                  <a:lnTo>
                    <a:pt x="4993" y="640"/>
                  </a:lnTo>
                  <a:lnTo>
                    <a:pt x="4843" y="545"/>
                  </a:lnTo>
                  <a:lnTo>
                    <a:pt x="4694" y="449"/>
                  </a:lnTo>
                  <a:lnTo>
                    <a:pt x="4530" y="368"/>
                  </a:lnTo>
                  <a:lnTo>
                    <a:pt x="4353" y="300"/>
                  </a:lnTo>
                  <a:lnTo>
                    <a:pt x="4190" y="232"/>
                  </a:lnTo>
                  <a:lnTo>
                    <a:pt x="4013" y="164"/>
                  </a:lnTo>
                  <a:lnTo>
                    <a:pt x="3823" y="109"/>
                  </a:lnTo>
                  <a:lnTo>
                    <a:pt x="3646" y="68"/>
                  </a:lnTo>
                  <a:lnTo>
                    <a:pt x="3456" y="41"/>
                  </a:lnTo>
                  <a:lnTo>
                    <a:pt x="3265" y="14"/>
                  </a:lnTo>
                  <a:lnTo>
                    <a:pt x="307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29"/>
            <p:cNvSpPr/>
            <p:nvPr/>
          </p:nvSpPr>
          <p:spPr>
            <a:xfrm>
              <a:off x="1228807" y="1835905"/>
              <a:ext cx="411069" cy="230787"/>
            </a:xfrm>
            <a:custGeom>
              <a:avLst/>
              <a:gdLst/>
              <a:ahLst/>
              <a:cxnLst/>
              <a:rect l="l" t="t" r="r" b="b"/>
              <a:pathLst>
                <a:path w="11631" h="6530" extrusionOk="0">
                  <a:moveTo>
                    <a:pt x="10502" y="0"/>
                  </a:moveTo>
                  <a:lnTo>
                    <a:pt x="10488" y="272"/>
                  </a:lnTo>
                  <a:lnTo>
                    <a:pt x="10474" y="558"/>
                  </a:lnTo>
                  <a:lnTo>
                    <a:pt x="10434" y="817"/>
                  </a:lnTo>
                  <a:lnTo>
                    <a:pt x="10393" y="1089"/>
                  </a:lnTo>
                  <a:lnTo>
                    <a:pt x="10325" y="1347"/>
                  </a:lnTo>
                  <a:lnTo>
                    <a:pt x="10257" y="1606"/>
                  </a:lnTo>
                  <a:lnTo>
                    <a:pt x="10175" y="1850"/>
                  </a:lnTo>
                  <a:lnTo>
                    <a:pt x="10080" y="2095"/>
                  </a:lnTo>
                  <a:lnTo>
                    <a:pt x="9971" y="2340"/>
                  </a:lnTo>
                  <a:lnTo>
                    <a:pt x="9849" y="2571"/>
                  </a:lnTo>
                  <a:lnTo>
                    <a:pt x="9713" y="2803"/>
                  </a:lnTo>
                  <a:lnTo>
                    <a:pt x="9577" y="3020"/>
                  </a:lnTo>
                  <a:lnTo>
                    <a:pt x="9427" y="3224"/>
                  </a:lnTo>
                  <a:lnTo>
                    <a:pt x="9264" y="3428"/>
                  </a:lnTo>
                  <a:lnTo>
                    <a:pt x="9101" y="3632"/>
                  </a:lnTo>
                  <a:lnTo>
                    <a:pt x="8910" y="3823"/>
                  </a:lnTo>
                  <a:lnTo>
                    <a:pt x="8733" y="4000"/>
                  </a:lnTo>
                  <a:lnTo>
                    <a:pt x="8529" y="4163"/>
                  </a:lnTo>
                  <a:lnTo>
                    <a:pt x="8325" y="4326"/>
                  </a:lnTo>
                  <a:lnTo>
                    <a:pt x="8121" y="4476"/>
                  </a:lnTo>
                  <a:lnTo>
                    <a:pt x="7904" y="4612"/>
                  </a:lnTo>
                  <a:lnTo>
                    <a:pt x="7672" y="4748"/>
                  </a:lnTo>
                  <a:lnTo>
                    <a:pt x="7441" y="4870"/>
                  </a:lnTo>
                  <a:lnTo>
                    <a:pt x="7196" y="4979"/>
                  </a:lnTo>
                  <a:lnTo>
                    <a:pt x="6951" y="5074"/>
                  </a:lnTo>
                  <a:lnTo>
                    <a:pt x="6707" y="5156"/>
                  </a:lnTo>
                  <a:lnTo>
                    <a:pt x="6448" y="5224"/>
                  </a:lnTo>
                  <a:lnTo>
                    <a:pt x="6190" y="5292"/>
                  </a:lnTo>
                  <a:lnTo>
                    <a:pt x="5918" y="5333"/>
                  </a:lnTo>
                  <a:lnTo>
                    <a:pt x="5646" y="5373"/>
                  </a:lnTo>
                  <a:lnTo>
                    <a:pt x="5373" y="5387"/>
                  </a:lnTo>
                  <a:lnTo>
                    <a:pt x="5101" y="5401"/>
                  </a:lnTo>
                  <a:lnTo>
                    <a:pt x="245" y="5401"/>
                  </a:lnTo>
                  <a:lnTo>
                    <a:pt x="109" y="5958"/>
                  </a:lnTo>
                  <a:lnTo>
                    <a:pt x="0" y="6530"/>
                  </a:lnTo>
                  <a:lnTo>
                    <a:pt x="5101" y="6530"/>
                  </a:lnTo>
                  <a:lnTo>
                    <a:pt x="5523" y="6516"/>
                  </a:lnTo>
                  <a:lnTo>
                    <a:pt x="5945" y="6475"/>
                  </a:lnTo>
                  <a:lnTo>
                    <a:pt x="6353" y="6407"/>
                  </a:lnTo>
                  <a:lnTo>
                    <a:pt x="6761" y="6326"/>
                  </a:lnTo>
                  <a:lnTo>
                    <a:pt x="7155" y="6203"/>
                  </a:lnTo>
                  <a:lnTo>
                    <a:pt x="7536" y="6067"/>
                  </a:lnTo>
                  <a:lnTo>
                    <a:pt x="7904" y="5904"/>
                  </a:lnTo>
                  <a:lnTo>
                    <a:pt x="8271" y="5713"/>
                  </a:lnTo>
                  <a:lnTo>
                    <a:pt x="8611" y="5509"/>
                  </a:lnTo>
                  <a:lnTo>
                    <a:pt x="8937" y="5278"/>
                  </a:lnTo>
                  <a:lnTo>
                    <a:pt x="9250" y="5033"/>
                  </a:lnTo>
                  <a:lnTo>
                    <a:pt x="9549" y="4775"/>
                  </a:lnTo>
                  <a:lnTo>
                    <a:pt x="9835" y="4489"/>
                  </a:lnTo>
                  <a:lnTo>
                    <a:pt x="10107" y="4190"/>
                  </a:lnTo>
                  <a:lnTo>
                    <a:pt x="10352" y="3877"/>
                  </a:lnTo>
                  <a:lnTo>
                    <a:pt x="10583" y="3551"/>
                  </a:lnTo>
                  <a:lnTo>
                    <a:pt x="10747" y="3279"/>
                  </a:lnTo>
                  <a:lnTo>
                    <a:pt x="10910" y="2993"/>
                  </a:lnTo>
                  <a:lnTo>
                    <a:pt x="11046" y="2707"/>
                  </a:lnTo>
                  <a:lnTo>
                    <a:pt x="11168" y="2422"/>
                  </a:lnTo>
                  <a:lnTo>
                    <a:pt x="11277" y="2136"/>
                  </a:lnTo>
                  <a:lnTo>
                    <a:pt x="11372" y="1850"/>
                  </a:lnTo>
                  <a:lnTo>
                    <a:pt x="11454" y="1551"/>
                  </a:lnTo>
                  <a:lnTo>
                    <a:pt x="11508" y="1252"/>
                  </a:lnTo>
                  <a:lnTo>
                    <a:pt x="11563" y="939"/>
                  </a:lnTo>
                  <a:lnTo>
                    <a:pt x="11603" y="640"/>
                  </a:lnTo>
                  <a:lnTo>
                    <a:pt x="11631" y="313"/>
                  </a:lnTo>
                  <a:lnTo>
                    <a:pt x="1163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29"/>
            <p:cNvSpPr/>
            <p:nvPr/>
          </p:nvSpPr>
          <p:spPr>
            <a:xfrm>
              <a:off x="2330234" y="2121935"/>
              <a:ext cx="439908" cy="172648"/>
            </a:xfrm>
            <a:custGeom>
              <a:avLst/>
              <a:gdLst/>
              <a:ahLst/>
              <a:cxnLst/>
              <a:rect l="l" t="t" r="r" b="b"/>
              <a:pathLst>
                <a:path w="12447" h="4885" extrusionOk="0">
                  <a:moveTo>
                    <a:pt x="0" y="1"/>
                  </a:moveTo>
                  <a:lnTo>
                    <a:pt x="14" y="246"/>
                  </a:lnTo>
                  <a:lnTo>
                    <a:pt x="27" y="491"/>
                  </a:lnTo>
                  <a:lnTo>
                    <a:pt x="54" y="735"/>
                  </a:lnTo>
                  <a:lnTo>
                    <a:pt x="109" y="980"/>
                  </a:lnTo>
                  <a:lnTo>
                    <a:pt x="150" y="1212"/>
                  </a:lnTo>
                  <a:lnTo>
                    <a:pt x="218" y="1443"/>
                  </a:lnTo>
                  <a:lnTo>
                    <a:pt x="299" y="1660"/>
                  </a:lnTo>
                  <a:lnTo>
                    <a:pt x="381" y="1878"/>
                  </a:lnTo>
                  <a:lnTo>
                    <a:pt x="476" y="2096"/>
                  </a:lnTo>
                  <a:lnTo>
                    <a:pt x="585" y="2300"/>
                  </a:lnTo>
                  <a:lnTo>
                    <a:pt x="694" y="2504"/>
                  </a:lnTo>
                  <a:lnTo>
                    <a:pt x="816" y="2708"/>
                  </a:lnTo>
                  <a:lnTo>
                    <a:pt x="952" y="2898"/>
                  </a:lnTo>
                  <a:lnTo>
                    <a:pt x="1102" y="3075"/>
                  </a:lnTo>
                  <a:lnTo>
                    <a:pt x="1251" y="3252"/>
                  </a:lnTo>
                  <a:lnTo>
                    <a:pt x="1401" y="3415"/>
                  </a:lnTo>
                  <a:lnTo>
                    <a:pt x="1564" y="3578"/>
                  </a:lnTo>
                  <a:lnTo>
                    <a:pt x="1741" y="3728"/>
                  </a:lnTo>
                  <a:lnTo>
                    <a:pt x="1918" y="3878"/>
                  </a:lnTo>
                  <a:lnTo>
                    <a:pt x="2108" y="4014"/>
                  </a:lnTo>
                  <a:lnTo>
                    <a:pt x="2312" y="4150"/>
                  </a:lnTo>
                  <a:lnTo>
                    <a:pt x="2503" y="4258"/>
                  </a:lnTo>
                  <a:lnTo>
                    <a:pt x="2707" y="4367"/>
                  </a:lnTo>
                  <a:lnTo>
                    <a:pt x="2925" y="4476"/>
                  </a:lnTo>
                  <a:lnTo>
                    <a:pt x="3142" y="4558"/>
                  </a:lnTo>
                  <a:lnTo>
                    <a:pt x="3360" y="4639"/>
                  </a:lnTo>
                  <a:lnTo>
                    <a:pt x="3591" y="4707"/>
                  </a:lnTo>
                  <a:lnTo>
                    <a:pt x="3822" y="4762"/>
                  </a:lnTo>
                  <a:lnTo>
                    <a:pt x="4054" y="4816"/>
                  </a:lnTo>
                  <a:lnTo>
                    <a:pt x="4298" y="4843"/>
                  </a:lnTo>
                  <a:lnTo>
                    <a:pt x="4543" y="4871"/>
                  </a:lnTo>
                  <a:lnTo>
                    <a:pt x="4788" y="4884"/>
                  </a:lnTo>
                  <a:lnTo>
                    <a:pt x="12446" y="4884"/>
                  </a:lnTo>
                  <a:lnTo>
                    <a:pt x="12446" y="3742"/>
                  </a:lnTo>
                  <a:lnTo>
                    <a:pt x="4693" y="3742"/>
                  </a:lnTo>
                  <a:lnTo>
                    <a:pt x="4503" y="3728"/>
                  </a:lnTo>
                  <a:lnTo>
                    <a:pt x="4312" y="3701"/>
                  </a:lnTo>
                  <a:lnTo>
                    <a:pt x="4122" y="3674"/>
                  </a:lnTo>
                  <a:lnTo>
                    <a:pt x="3945" y="3619"/>
                  </a:lnTo>
                  <a:lnTo>
                    <a:pt x="3768" y="3578"/>
                  </a:lnTo>
                  <a:lnTo>
                    <a:pt x="3591" y="3510"/>
                  </a:lnTo>
                  <a:lnTo>
                    <a:pt x="3428" y="3442"/>
                  </a:lnTo>
                  <a:lnTo>
                    <a:pt x="3265" y="3374"/>
                  </a:lnTo>
                  <a:lnTo>
                    <a:pt x="3101" y="3293"/>
                  </a:lnTo>
                  <a:lnTo>
                    <a:pt x="2938" y="3197"/>
                  </a:lnTo>
                  <a:lnTo>
                    <a:pt x="2789" y="3102"/>
                  </a:lnTo>
                  <a:lnTo>
                    <a:pt x="2639" y="2993"/>
                  </a:lnTo>
                  <a:lnTo>
                    <a:pt x="2503" y="2885"/>
                  </a:lnTo>
                  <a:lnTo>
                    <a:pt x="2367" y="2776"/>
                  </a:lnTo>
                  <a:lnTo>
                    <a:pt x="2231" y="2653"/>
                  </a:lnTo>
                  <a:lnTo>
                    <a:pt x="2108" y="2517"/>
                  </a:lnTo>
                  <a:lnTo>
                    <a:pt x="2000" y="2381"/>
                  </a:lnTo>
                  <a:lnTo>
                    <a:pt x="1891" y="2245"/>
                  </a:lnTo>
                  <a:lnTo>
                    <a:pt x="1782" y="2096"/>
                  </a:lnTo>
                  <a:lnTo>
                    <a:pt x="1687" y="1946"/>
                  </a:lnTo>
                  <a:lnTo>
                    <a:pt x="1592" y="1783"/>
                  </a:lnTo>
                  <a:lnTo>
                    <a:pt x="1510" y="1620"/>
                  </a:lnTo>
                  <a:lnTo>
                    <a:pt x="1442" y="1456"/>
                  </a:lnTo>
                  <a:lnTo>
                    <a:pt x="1374" y="1293"/>
                  </a:lnTo>
                  <a:lnTo>
                    <a:pt x="1306" y="1116"/>
                  </a:lnTo>
                  <a:lnTo>
                    <a:pt x="1265" y="939"/>
                  </a:lnTo>
                  <a:lnTo>
                    <a:pt x="1224" y="763"/>
                  </a:lnTo>
                  <a:lnTo>
                    <a:pt x="1183" y="572"/>
                  </a:lnTo>
                  <a:lnTo>
                    <a:pt x="1156" y="382"/>
                  </a:lnTo>
                  <a:lnTo>
                    <a:pt x="1143" y="191"/>
                  </a:lnTo>
                  <a:lnTo>
                    <a:pt x="114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29"/>
            <p:cNvSpPr/>
            <p:nvPr/>
          </p:nvSpPr>
          <p:spPr>
            <a:xfrm>
              <a:off x="1276414" y="1869552"/>
              <a:ext cx="189931" cy="39937"/>
            </a:xfrm>
            <a:custGeom>
              <a:avLst/>
              <a:gdLst/>
              <a:ahLst/>
              <a:cxnLst/>
              <a:rect l="l" t="t" r="r" b="b"/>
              <a:pathLst>
                <a:path w="5374" h="1130" extrusionOk="0">
                  <a:moveTo>
                    <a:pt x="544" y="1"/>
                  </a:moveTo>
                  <a:lnTo>
                    <a:pt x="259" y="558"/>
                  </a:lnTo>
                  <a:lnTo>
                    <a:pt x="0" y="1130"/>
                  </a:lnTo>
                  <a:lnTo>
                    <a:pt x="5373" y="1130"/>
                  </a:lnTo>
                  <a:lnTo>
                    <a:pt x="537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29"/>
            <p:cNvSpPr/>
            <p:nvPr/>
          </p:nvSpPr>
          <p:spPr>
            <a:xfrm>
              <a:off x="2151858" y="1693120"/>
              <a:ext cx="479350" cy="223117"/>
            </a:xfrm>
            <a:custGeom>
              <a:avLst/>
              <a:gdLst/>
              <a:ahLst/>
              <a:cxnLst/>
              <a:rect l="l" t="t" r="r" b="b"/>
              <a:pathLst>
                <a:path w="13563" h="6313" extrusionOk="0">
                  <a:moveTo>
                    <a:pt x="5972" y="0"/>
                  </a:moveTo>
                  <a:lnTo>
                    <a:pt x="5618" y="41"/>
                  </a:lnTo>
                  <a:lnTo>
                    <a:pt x="5265" y="82"/>
                  </a:lnTo>
                  <a:lnTo>
                    <a:pt x="4925" y="150"/>
                  </a:lnTo>
                  <a:lnTo>
                    <a:pt x="4598" y="232"/>
                  </a:lnTo>
                  <a:lnTo>
                    <a:pt x="4272" y="341"/>
                  </a:lnTo>
                  <a:lnTo>
                    <a:pt x="3945" y="463"/>
                  </a:lnTo>
                  <a:lnTo>
                    <a:pt x="3632" y="599"/>
                  </a:lnTo>
                  <a:lnTo>
                    <a:pt x="3333" y="749"/>
                  </a:lnTo>
                  <a:lnTo>
                    <a:pt x="3047" y="925"/>
                  </a:lnTo>
                  <a:lnTo>
                    <a:pt x="2762" y="1102"/>
                  </a:lnTo>
                  <a:lnTo>
                    <a:pt x="2490" y="1293"/>
                  </a:lnTo>
                  <a:lnTo>
                    <a:pt x="2231" y="1510"/>
                  </a:lnTo>
                  <a:lnTo>
                    <a:pt x="1986" y="1742"/>
                  </a:lnTo>
                  <a:lnTo>
                    <a:pt x="1742" y="1973"/>
                  </a:lnTo>
                  <a:lnTo>
                    <a:pt x="1524" y="2218"/>
                  </a:lnTo>
                  <a:lnTo>
                    <a:pt x="1320" y="2463"/>
                  </a:lnTo>
                  <a:lnTo>
                    <a:pt x="1129" y="2721"/>
                  </a:lnTo>
                  <a:lnTo>
                    <a:pt x="966" y="2979"/>
                  </a:lnTo>
                  <a:lnTo>
                    <a:pt x="803" y="3251"/>
                  </a:lnTo>
                  <a:lnTo>
                    <a:pt x="626" y="3605"/>
                  </a:lnTo>
                  <a:lnTo>
                    <a:pt x="463" y="3959"/>
                  </a:lnTo>
                  <a:lnTo>
                    <a:pt x="327" y="4326"/>
                  </a:lnTo>
                  <a:lnTo>
                    <a:pt x="218" y="4707"/>
                  </a:lnTo>
                  <a:lnTo>
                    <a:pt x="123" y="5101"/>
                  </a:lnTo>
                  <a:lnTo>
                    <a:pt x="55" y="5496"/>
                  </a:lnTo>
                  <a:lnTo>
                    <a:pt x="14" y="5904"/>
                  </a:lnTo>
                  <a:lnTo>
                    <a:pt x="0" y="6312"/>
                  </a:lnTo>
                  <a:lnTo>
                    <a:pt x="1143" y="6312"/>
                  </a:lnTo>
                  <a:lnTo>
                    <a:pt x="1157" y="6054"/>
                  </a:lnTo>
                  <a:lnTo>
                    <a:pt x="1170" y="5782"/>
                  </a:lnTo>
                  <a:lnTo>
                    <a:pt x="1198" y="5523"/>
                  </a:lnTo>
                  <a:lnTo>
                    <a:pt x="1252" y="5265"/>
                  </a:lnTo>
                  <a:lnTo>
                    <a:pt x="1306" y="5020"/>
                  </a:lnTo>
                  <a:lnTo>
                    <a:pt x="1374" y="4775"/>
                  </a:lnTo>
                  <a:lnTo>
                    <a:pt x="1456" y="4530"/>
                  </a:lnTo>
                  <a:lnTo>
                    <a:pt x="1551" y="4299"/>
                  </a:lnTo>
                  <a:lnTo>
                    <a:pt x="1660" y="4068"/>
                  </a:lnTo>
                  <a:lnTo>
                    <a:pt x="1769" y="3850"/>
                  </a:lnTo>
                  <a:lnTo>
                    <a:pt x="1891" y="3632"/>
                  </a:lnTo>
                  <a:lnTo>
                    <a:pt x="2027" y="3415"/>
                  </a:lnTo>
                  <a:lnTo>
                    <a:pt x="2177" y="3211"/>
                  </a:lnTo>
                  <a:lnTo>
                    <a:pt x="2327" y="3020"/>
                  </a:lnTo>
                  <a:lnTo>
                    <a:pt x="2490" y="2830"/>
                  </a:lnTo>
                  <a:lnTo>
                    <a:pt x="2667" y="2653"/>
                  </a:lnTo>
                  <a:lnTo>
                    <a:pt x="2843" y="2476"/>
                  </a:lnTo>
                  <a:lnTo>
                    <a:pt x="3034" y="2313"/>
                  </a:lnTo>
                  <a:lnTo>
                    <a:pt x="3224" y="2163"/>
                  </a:lnTo>
                  <a:lnTo>
                    <a:pt x="3428" y="2014"/>
                  </a:lnTo>
                  <a:lnTo>
                    <a:pt x="3646" y="1878"/>
                  </a:lnTo>
                  <a:lnTo>
                    <a:pt x="3864" y="1755"/>
                  </a:lnTo>
                  <a:lnTo>
                    <a:pt x="4081" y="1646"/>
                  </a:lnTo>
                  <a:lnTo>
                    <a:pt x="4313" y="1538"/>
                  </a:lnTo>
                  <a:lnTo>
                    <a:pt x="4544" y="1442"/>
                  </a:lnTo>
                  <a:lnTo>
                    <a:pt x="4789" y="1361"/>
                  </a:lnTo>
                  <a:lnTo>
                    <a:pt x="5033" y="1293"/>
                  </a:lnTo>
                  <a:lnTo>
                    <a:pt x="5292" y="1238"/>
                  </a:lnTo>
                  <a:lnTo>
                    <a:pt x="5537" y="1197"/>
                  </a:lnTo>
                  <a:lnTo>
                    <a:pt x="5795" y="1157"/>
                  </a:lnTo>
                  <a:lnTo>
                    <a:pt x="6067" y="1143"/>
                  </a:lnTo>
                  <a:lnTo>
                    <a:pt x="6326" y="1129"/>
                  </a:lnTo>
                  <a:lnTo>
                    <a:pt x="13562" y="1129"/>
                  </a:lnTo>
                  <a:lnTo>
                    <a:pt x="13331" y="844"/>
                  </a:lnTo>
                  <a:lnTo>
                    <a:pt x="13086" y="558"/>
                  </a:lnTo>
                  <a:lnTo>
                    <a:pt x="12855" y="273"/>
                  </a:lnTo>
                  <a:lnTo>
                    <a:pt x="1259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29"/>
            <p:cNvSpPr/>
            <p:nvPr/>
          </p:nvSpPr>
          <p:spPr>
            <a:xfrm>
              <a:off x="2424458" y="1835905"/>
              <a:ext cx="291364" cy="40432"/>
            </a:xfrm>
            <a:custGeom>
              <a:avLst/>
              <a:gdLst/>
              <a:ahLst/>
              <a:cxnLst/>
              <a:rect l="l" t="t" r="r" b="b"/>
              <a:pathLst>
                <a:path w="8244" h="1144" extrusionOk="0">
                  <a:moveTo>
                    <a:pt x="0" y="0"/>
                  </a:moveTo>
                  <a:lnTo>
                    <a:pt x="0" y="1143"/>
                  </a:lnTo>
                  <a:lnTo>
                    <a:pt x="8243" y="1143"/>
                  </a:lnTo>
                  <a:lnTo>
                    <a:pt x="7985" y="558"/>
                  </a:lnTo>
                  <a:lnTo>
                    <a:pt x="769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29"/>
            <p:cNvSpPr/>
            <p:nvPr/>
          </p:nvSpPr>
          <p:spPr>
            <a:xfrm>
              <a:off x="1711485" y="2101755"/>
              <a:ext cx="144728" cy="297124"/>
            </a:xfrm>
            <a:custGeom>
              <a:avLst/>
              <a:gdLst/>
              <a:ahLst/>
              <a:cxnLst/>
              <a:rect l="l" t="t" r="r" b="b"/>
              <a:pathLst>
                <a:path w="4095" h="8407" extrusionOk="0">
                  <a:moveTo>
                    <a:pt x="4095" y="1"/>
                  </a:moveTo>
                  <a:lnTo>
                    <a:pt x="3755" y="28"/>
                  </a:lnTo>
                  <a:lnTo>
                    <a:pt x="3428" y="69"/>
                  </a:lnTo>
                  <a:lnTo>
                    <a:pt x="3102" y="123"/>
                  </a:lnTo>
                  <a:lnTo>
                    <a:pt x="2789" y="218"/>
                  </a:lnTo>
                  <a:lnTo>
                    <a:pt x="2490" y="341"/>
                  </a:lnTo>
                  <a:lnTo>
                    <a:pt x="2204" y="477"/>
                  </a:lnTo>
                  <a:lnTo>
                    <a:pt x="1932" y="626"/>
                  </a:lnTo>
                  <a:lnTo>
                    <a:pt x="1660" y="817"/>
                  </a:lnTo>
                  <a:lnTo>
                    <a:pt x="1415" y="1007"/>
                  </a:lnTo>
                  <a:lnTo>
                    <a:pt x="1184" y="1225"/>
                  </a:lnTo>
                  <a:lnTo>
                    <a:pt x="966" y="1470"/>
                  </a:lnTo>
                  <a:lnTo>
                    <a:pt x="776" y="1715"/>
                  </a:lnTo>
                  <a:lnTo>
                    <a:pt x="599" y="1973"/>
                  </a:lnTo>
                  <a:lnTo>
                    <a:pt x="449" y="2259"/>
                  </a:lnTo>
                  <a:lnTo>
                    <a:pt x="313" y="2544"/>
                  </a:lnTo>
                  <a:lnTo>
                    <a:pt x="205" y="2857"/>
                  </a:lnTo>
                  <a:lnTo>
                    <a:pt x="123" y="3116"/>
                  </a:lnTo>
                  <a:lnTo>
                    <a:pt x="68" y="3401"/>
                  </a:lnTo>
                  <a:lnTo>
                    <a:pt x="28" y="3687"/>
                  </a:lnTo>
                  <a:lnTo>
                    <a:pt x="14" y="3973"/>
                  </a:lnTo>
                  <a:lnTo>
                    <a:pt x="0" y="4095"/>
                  </a:lnTo>
                  <a:lnTo>
                    <a:pt x="0" y="8407"/>
                  </a:lnTo>
                  <a:lnTo>
                    <a:pt x="1143" y="8407"/>
                  </a:lnTo>
                  <a:lnTo>
                    <a:pt x="1143" y="4095"/>
                  </a:lnTo>
                  <a:lnTo>
                    <a:pt x="1157" y="3796"/>
                  </a:lnTo>
                  <a:lnTo>
                    <a:pt x="1198" y="3496"/>
                  </a:lnTo>
                  <a:lnTo>
                    <a:pt x="1279" y="3224"/>
                  </a:lnTo>
                  <a:lnTo>
                    <a:pt x="1374" y="2952"/>
                  </a:lnTo>
                  <a:lnTo>
                    <a:pt x="1497" y="2694"/>
                  </a:lnTo>
                  <a:lnTo>
                    <a:pt x="1646" y="2449"/>
                  </a:lnTo>
                  <a:lnTo>
                    <a:pt x="1823" y="2218"/>
                  </a:lnTo>
                  <a:lnTo>
                    <a:pt x="2014" y="2014"/>
                  </a:lnTo>
                  <a:lnTo>
                    <a:pt x="2218" y="1823"/>
                  </a:lnTo>
                  <a:lnTo>
                    <a:pt x="2449" y="1647"/>
                  </a:lnTo>
                  <a:lnTo>
                    <a:pt x="2694" y="1497"/>
                  </a:lnTo>
                  <a:lnTo>
                    <a:pt x="2952" y="1374"/>
                  </a:lnTo>
                  <a:lnTo>
                    <a:pt x="3224" y="1279"/>
                  </a:lnTo>
                  <a:lnTo>
                    <a:pt x="3496" y="1198"/>
                  </a:lnTo>
                  <a:lnTo>
                    <a:pt x="3796" y="1157"/>
                  </a:lnTo>
                  <a:lnTo>
                    <a:pt x="4095" y="1143"/>
                  </a:lnTo>
                  <a:lnTo>
                    <a:pt x="4095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29"/>
            <p:cNvSpPr/>
            <p:nvPr/>
          </p:nvSpPr>
          <p:spPr>
            <a:xfrm>
              <a:off x="1815817" y="1480638"/>
              <a:ext cx="163000" cy="267331"/>
            </a:xfrm>
            <a:custGeom>
              <a:avLst/>
              <a:gdLst/>
              <a:ahLst/>
              <a:cxnLst/>
              <a:rect l="l" t="t" r="r" b="b"/>
              <a:pathLst>
                <a:path w="4612" h="7564" extrusionOk="0">
                  <a:moveTo>
                    <a:pt x="1143" y="0"/>
                  </a:moveTo>
                  <a:lnTo>
                    <a:pt x="572" y="68"/>
                  </a:lnTo>
                  <a:lnTo>
                    <a:pt x="0" y="150"/>
                  </a:lnTo>
                  <a:lnTo>
                    <a:pt x="0" y="2952"/>
                  </a:lnTo>
                  <a:lnTo>
                    <a:pt x="14" y="3183"/>
                  </a:lnTo>
                  <a:lnTo>
                    <a:pt x="27" y="3428"/>
                  </a:lnTo>
                  <a:lnTo>
                    <a:pt x="55" y="3659"/>
                  </a:lnTo>
                  <a:lnTo>
                    <a:pt x="95" y="3877"/>
                  </a:lnTo>
                  <a:lnTo>
                    <a:pt x="150" y="4108"/>
                  </a:lnTo>
                  <a:lnTo>
                    <a:pt x="204" y="4326"/>
                  </a:lnTo>
                  <a:lnTo>
                    <a:pt x="286" y="4530"/>
                  </a:lnTo>
                  <a:lnTo>
                    <a:pt x="368" y="4747"/>
                  </a:lnTo>
                  <a:lnTo>
                    <a:pt x="463" y="4951"/>
                  </a:lnTo>
                  <a:lnTo>
                    <a:pt x="558" y="5142"/>
                  </a:lnTo>
                  <a:lnTo>
                    <a:pt x="667" y="5346"/>
                  </a:lnTo>
                  <a:lnTo>
                    <a:pt x="789" y="5523"/>
                  </a:lnTo>
                  <a:lnTo>
                    <a:pt x="925" y="5713"/>
                  </a:lnTo>
                  <a:lnTo>
                    <a:pt x="1061" y="5890"/>
                  </a:lnTo>
                  <a:lnTo>
                    <a:pt x="1197" y="6053"/>
                  </a:lnTo>
                  <a:lnTo>
                    <a:pt x="1361" y="6216"/>
                  </a:lnTo>
                  <a:lnTo>
                    <a:pt x="1510" y="6366"/>
                  </a:lnTo>
                  <a:lnTo>
                    <a:pt x="1687" y="6516"/>
                  </a:lnTo>
                  <a:lnTo>
                    <a:pt x="1864" y="6652"/>
                  </a:lnTo>
                  <a:lnTo>
                    <a:pt x="2041" y="6774"/>
                  </a:lnTo>
                  <a:lnTo>
                    <a:pt x="2231" y="6897"/>
                  </a:lnTo>
                  <a:lnTo>
                    <a:pt x="2422" y="7005"/>
                  </a:lnTo>
                  <a:lnTo>
                    <a:pt x="2612" y="7114"/>
                  </a:lnTo>
                  <a:lnTo>
                    <a:pt x="2816" y="7196"/>
                  </a:lnTo>
                  <a:lnTo>
                    <a:pt x="3034" y="7277"/>
                  </a:lnTo>
                  <a:lnTo>
                    <a:pt x="3251" y="7359"/>
                  </a:lnTo>
                  <a:lnTo>
                    <a:pt x="3469" y="7414"/>
                  </a:lnTo>
                  <a:lnTo>
                    <a:pt x="3687" y="7468"/>
                  </a:lnTo>
                  <a:lnTo>
                    <a:pt x="3918" y="7509"/>
                  </a:lnTo>
                  <a:lnTo>
                    <a:pt x="4149" y="7536"/>
                  </a:lnTo>
                  <a:lnTo>
                    <a:pt x="4380" y="7563"/>
                  </a:lnTo>
                  <a:lnTo>
                    <a:pt x="4612" y="7563"/>
                  </a:lnTo>
                  <a:lnTo>
                    <a:pt x="4612" y="6434"/>
                  </a:lnTo>
                  <a:lnTo>
                    <a:pt x="4435" y="6421"/>
                  </a:lnTo>
                  <a:lnTo>
                    <a:pt x="4258" y="6407"/>
                  </a:lnTo>
                  <a:lnTo>
                    <a:pt x="4081" y="6393"/>
                  </a:lnTo>
                  <a:lnTo>
                    <a:pt x="3918" y="6353"/>
                  </a:lnTo>
                  <a:lnTo>
                    <a:pt x="3755" y="6312"/>
                  </a:lnTo>
                  <a:lnTo>
                    <a:pt x="3578" y="6271"/>
                  </a:lnTo>
                  <a:lnTo>
                    <a:pt x="3428" y="6216"/>
                  </a:lnTo>
                  <a:lnTo>
                    <a:pt x="3265" y="6148"/>
                  </a:lnTo>
                  <a:lnTo>
                    <a:pt x="3115" y="6080"/>
                  </a:lnTo>
                  <a:lnTo>
                    <a:pt x="2966" y="6012"/>
                  </a:lnTo>
                  <a:lnTo>
                    <a:pt x="2666" y="5836"/>
                  </a:lnTo>
                  <a:lnTo>
                    <a:pt x="2408" y="5632"/>
                  </a:lnTo>
                  <a:lnTo>
                    <a:pt x="2163" y="5414"/>
                  </a:lnTo>
                  <a:lnTo>
                    <a:pt x="1932" y="5169"/>
                  </a:lnTo>
                  <a:lnTo>
                    <a:pt x="1728" y="4897"/>
                  </a:lnTo>
                  <a:lnTo>
                    <a:pt x="1565" y="4611"/>
                  </a:lnTo>
                  <a:lnTo>
                    <a:pt x="1483" y="4462"/>
                  </a:lnTo>
                  <a:lnTo>
                    <a:pt x="1415" y="4299"/>
                  </a:lnTo>
                  <a:lnTo>
                    <a:pt x="1347" y="4149"/>
                  </a:lnTo>
                  <a:lnTo>
                    <a:pt x="1293" y="3986"/>
                  </a:lnTo>
                  <a:lnTo>
                    <a:pt x="1252" y="3822"/>
                  </a:lnTo>
                  <a:lnTo>
                    <a:pt x="1211" y="3646"/>
                  </a:lnTo>
                  <a:lnTo>
                    <a:pt x="1184" y="3482"/>
                  </a:lnTo>
                  <a:lnTo>
                    <a:pt x="1156" y="3306"/>
                  </a:lnTo>
                  <a:lnTo>
                    <a:pt x="1143" y="3129"/>
                  </a:lnTo>
                  <a:lnTo>
                    <a:pt x="1143" y="2952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29"/>
            <p:cNvSpPr/>
            <p:nvPr/>
          </p:nvSpPr>
          <p:spPr>
            <a:xfrm>
              <a:off x="2041765" y="1478694"/>
              <a:ext cx="162045" cy="151973"/>
            </a:xfrm>
            <a:custGeom>
              <a:avLst/>
              <a:gdLst/>
              <a:ahLst/>
              <a:cxnLst/>
              <a:rect l="l" t="t" r="r" b="b"/>
              <a:pathLst>
                <a:path w="4585" h="4300" extrusionOk="0">
                  <a:moveTo>
                    <a:pt x="3456" y="1"/>
                  </a:moveTo>
                  <a:lnTo>
                    <a:pt x="3415" y="327"/>
                  </a:lnTo>
                  <a:lnTo>
                    <a:pt x="3333" y="640"/>
                  </a:lnTo>
                  <a:lnTo>
                    <a:pt x="3238" y="953"/>
                  </a:lnTo>
                  <a:lnTo>
                    <a:pt x="3102" y="1239"/>
                  </a:lnTo>
                  <a:lnTo>
                    <a:pt x="2952" y="1511"/>
                  </a:lnTo>
                  <a:lnTo>
                    <a:pt x="2775" y="1783"/>
                  </a:lnTo>
                  <a:lnTo>
                    <a:pt x="2571" y="2014"/>
                  </a:lnTo>
                  <a:lnTo>
                    <a:pt x="2340" y="2245"/>
                  </a:lnTo>
                  <a:lnTo>
                    <a:pt x="2109" y="2449"/>
                  </a:lnTo>
                  <a:lnTo>
                    <a:pt x="1850" y="2626"/>
                  </a:lnTo>
                  <a:lnTo>
                    <a:pt x="1565" y="2776"/>
                  </a:lnTo>
                  <a:lnTo>
                    <a:pt x="1279" y="2912"/>
                  </a:lnTo>
                  <a:lnTo>
                    <a:pt x="980" y="3020"/>
                  </a:lnTo>
                  <a:lnTo>
                    <a:pt x="653" y="3102"/>
                  </a:lnTo>
                  <a:lnTo>
                    <a:pt x="327" y="3143"/>
                  </a:lnTo>
                  <a:lnTo>
                    <a:pt x="0" y="3157"/>
                  </a:lnTo>
                  <a:lnTo>
                    <a:pt x="0" y="4299"/>
                  </a:lnTo>
                  <a:lnTo>
                    <a:pt x="218" y="4286"/>
                  </a:lnTo>
                  <a:lnTo>
                    <a:pt x="436" y="4272"/>
                  </a:lnTo>
                  <a:lnTo>
                    <a:pt x="653" y="4245"/>
                  </a:lnTo>
                  <a:lnTo>
                    <a:pt x="871" y="4218"/>
                  </a:lnTo>
                  <a:lnTo>
                    <a:pt x="1089" y="4163"/>
                  </a:lnTo>
                  <a:lnTo>
                    <a:pt x="1293" y="4109"/>
                  </a:lnTo>
                  <a:lnTo>
                    <a:pt x="1497" y="4041"/>
                  </a:lnTo>
                  <a:lnTo>
                    <a:pt x="1701" y="3973"/>
                  </a:lnTo>
                  <a:lnTo>
                    <a:pt x="1891" y="3891"/>
                  </a:lnTo>
                  <a:lnTo>
                    <a:pt x="2082" y="3796"/>
                  </a:lnTo>
                  <a:lnTo>
                    <a:pt x="2259" y="3701"/>
                  </a:lnTo>
                  <a:lnTo>
                    <a:pt x="2449" y="3592"/>
                  </a:lnTo>
                  <a:lnTo>
                    <a:pt x="2626" y="3483"/>
                  </a:lnTo>
                  <a:lnTo>
                    <a:pt x="2789" y="3347"/>
                  </a:lnTo>
                  <a:lnTo>
                    <a:pt x="2952" y="3225"/>
                  </a:lnTo>
                  <a:lnTo>
                    <a:pt x="3102" y="3089"/>
                  </a:lnTo>
                  <a:lnTo>
                    <a:pt x="3265" y="2939"/>
                  </a:lnTo>
                  <a:lnTo>
                    <a:pt x="3401" y="2789"/>
                  </a:lnTo>
                  <a:lnTo>
                    <a:pt x="3537" y="2640"/>
                  </a:lnTo>
                  <a:lnTo>
                    <a:pt x="3673" y="2476"/>
                  </a:lnTo>
                  <a:lnTo>
                    <a:pt x="3796" y="2300"/>
                  </a:lnTo>
                  <a:lnTo>
                    <a:pt x="3904" y="2123"/>
                  </a:lnTo>
                  <a:lnTo>
                    <a:pt x="4013" y="1946"/>
                  </a:lnTo>
                  <a:lnTo>
                    <a:pt x="4108" y="1755"/>
                  </a:lnTo>
                  <a:lnTo>
                    <a:pt x="4204" y="1565"/>
                  </a:lnTo>
                  <a:lnTo>
                    <a:pt x="4285" y="1375"/>
                  </a:lnTo>
                  <a:lnTo>
                    <a:pt x="4367" y="1184"/>
                  </a:lnTo>
                  <a:lnTo>
                    <a:pt x="4421" y="980"/>
                  </a:lnTo>
                  <a:lnTo>
                    <a:pt x="4476" y="762"/>
                  </a:lnTo>
                  <a:lnTo>
                    <a:pt x="4530" y="558"/>
                  </a:lnTo>
                  <a:lnTo>
                    <a:pt x="4557" y="341"/>
                  </a:lnTo>
                  <a:lnTo>
                    <a:pt x="4585" y="123"/>
                  </a:lnTo>
                  <a:lnTo>
                    <a:pt x="4027" y="55"/>
                  </a:lnTo>
                  <a:lnTo>
                    <a:pt x="3456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29"/>
            <p:cNvSpPr/>
            <p:nvPr/>
          </p:nvSpPr>
          <p:spPr>
            <a:xfrm>
              <a:off x="1385517" y="1693120"/>
              <a:ext cx="410114" cy="177914"/>
            </a:xfrm>
            <a:custGeom>
              <a:avLst/>
              <a:gdLst/>
              <a:ahLst/>
              <a:cxnLst/>
              <a:rect l="l" t="t" r="r" b="b"/>
              <a:pathLst>
                <a:path w="11604" h="5034" extrusionOk="0">
                  <a:moveTo>
                    <a:pt x="1035" y="0"/>
                  </a:moveTo>
                  <a:lnTo>
                    <a:pt x="763" y="273"/>
                  </a:lnTo>
                  <a:lnTo>
                    <a:pt x="504" y="558"/>
                  </a:lnTo>
                  <a:lnTo>
                    <a:pt x="1" y="1129"/>
                  </a:lnTo>
                  <a:lnTo>
                    <a:pt x="6571" y="1129"/>
                  </a:lnTo>
                  <a:lnTo>
                    <a:pt x="6761" y="1143"/>
                  </a:lnTo>
                  <a:lnTo>
                    <a:pt x="6965" y="1157"/>
                  </a:lnTo>
                  <a:lnTo>
                    <a:pt x="7156" y="1170"/>
                  </a:lnTo>
                  <a:lnTo>
                    <a:pt x="7346" y="1211"/>
                  </a:lnTo>
                  <a:lnTo>
                    <a:pt x="7537" y="1252"/>
                  </a:lnTo>
                  <a:lnTo>
                    <a:pt x="7727" y="1306"/>
                  </a:lnTo>
                  <a:lnTo>
                    <a:pt x="7904" y="1374"/>
                  </a:lnTo>
                  <a:lnTo>
                    <a:pt x="8081" y="1442"/>
                  </a:lnTo>
                  <a:lnTo>
                    <a:pt x="8258" y="1510"/>
                  </a:lnTo>
                  <a:lnTo>
                    <a:pt x="8421" y="1606"/>
                  </a:lnTo>
                  <a:lnTo>
                    <a:pt x="8584" y="1701"/>
                  </a:lnTo>
                  <a:lnTo>
                    <a:pt x="8747" y="1796"/>
                  </a:lnTo>
                  <a:lnTo>
                    <a:pt x="8897" y="1905"/>
                  </a:lnTo>
                  <a:lnTo>
                    <a:pt x="9047" y="2027"/>
                  </a:lnTo>
                  <a:lnTo>
                    <a:pt x="9196" y="2150"/>
                  </a:lnTo>
                  <a:lnTo>
                    <a:pt x="9332" y="2272"/>
                  </a:lnTo>
                  <a:lnTo>
                    <a:pt x="9455" y="2408"/>
                  </a:lnTo>
                  <a:lnTo>
                    <a:pt x="9577" y="2558"/>
                  </a:lnTo>
                  <a:lnTo>
                    <a:pt x="9700" y="2707"/>
                  </a:lnTo>
                  <a:lnTo>
                    <a:pt x="9808" y="2857"/>
                  </a:lnTo>
                  <a:lnTo>
                    <a:pt x="9904" y="3007"/>
                  </a:lnTo>
                  <a:lnTo>
                    <a:pt x="9999" y="3170"/>
                  </a:lnTo>
                  <a:lnTo>
                    <a:pt x="10094" y="3347"/>
                  </a:lnTo>
                  <a:lnTo>
                    <a:pt x="10162" y="3524"/>
                  </a:lnTo>
                  <a:lnTo>
                    <a:pt x="10230" y="3700"/>
                  </a:lnTo>
                  <a:lnTo>
                    <a:pt x="10298" y="3877"/>
                  </a:lnTo>
                  <a:lnTo>
                    <a:pt x="10353" y="4054"/>
                  </a:lnTo>
                  <a:lnTo>
                    <a:pt x="10393" y="4244"/>
                  </a:lnTo>
                  <a:lnTo>
                    <a:pt x="10434" y="4435"/>
                  </a:lnTo>
                  <a:lnTo>
                    <a:pt x="10448" y="4639"/>
                  </a:lnTo>
                  <a:lnTo>
                    <a:pt x="10475" y="4829"/>
                  </a:lnTo>
                  <a:lnTo>
                    <a:pt x="10475" y="5033"/>
                  </a:lnTo>
                  <a:lnTo>
                    <a:pt x="11604" y="5033"/>
                  </a:lnTo>
                  <a:lnTo>
                    <a:pt x="11604" y="4775"/>
                  </a:lnTo>
                  <a:lnTo>
                    <a:pt x="11590" y="4516"/>
                  </a:lnTo>
                  <a:lnTo>
                    <a:pt x="11550" y="4272"/>
                  </a:lnTo>
                  <a:lnTo>
                    <a:pt x="11509" y="4027"/>
                  </a:lnTo>
                  <a:lnTo>
                    <a:pt x="11454" y="3782"/>
                  </a:lnTo>
                  <a:lnTo>
                    <a:pt x="11386" y="3537"/>
                  </a:lnTo>
                  <a:lnTo>
                    <a:pt x="11305" y="3306"/>
                  </a:lnTo>
                  <a:lnTo>
                    <a:pt x="11209" y="3075"/>
                  </a:lnTo>
                  <a:lnTo>
                    <a:pt x="11114" y="2857"/>
                  </a:lnTo>
                  <a:lnTo>
                    <a:pt x="11005" y="2639"/>
                  </a:lnTo>
                  <a:lnTo>
                    <a:pt x="10883" y="2422"/>
                  </a:lnTo>
                  <a:lnTo>
                    <a:pt x="10747" y="2218"/>
                  </a:lnTo>
                  <a:lnTo>
                    <a:pt x="10611" y="2027"/>
                  </a:lnTo>
                  <a:lnTo>
                    <a:pt x="10461" y="1837"/>
                  </a:lnTo>
                  <a:lnTo>
                    <a:pt x="10298" y="1646"/>
                  </a:lnTo>
                  <a:lnTo>
                    <a:pt x="10135" y="1470"/>
                  </a:lnTo>
                  <a:lnTo>
                    <a:pt x="9958" y="1306"/>
                  </a:lnTo>
                  <a:lnTo>
                    <a:pt x="9768" y="1143"/>
                  </a:lnTo>
                  <a:lnTo>
                    <a:pt x="9577" y="993"/>
                  </a:lnTo>
                  <a:lnTo>
                    <a:pt x="9387" y="857"/>
                  </a:lnTo>
                  <a:lnTo>
                    <a:pt x="9183" y="721"/>
                  </a:lnTo>
                  <a:lnTo>
                    <a:pt x="8965" y="599"/>
                  </a:lnTo>
                  <a:lnTo>
                    <a:pt x="8747" y="490"/>
                  </a:lnTo>
                  <a:lnTo>
                    <a:pt x="8530" y="395"/>
                  </a:lnTo>
                  <a:lnTo>
                    <a:pt x="8299" y="300"/>
                  </a:lnTo>
                  <a:lnTo>
                    <a:pt x="8067" y="218"/>
                  </a:lnTo>
                  <a:lnTo>
                    <a:pt x="7822" y="150"/>
                  </a:lnTo>
                  <a:lnTo>
                    <a:pt x="7578" y="96"/>
                  </a:lnTo>
                  <a:lnTo>
                    <a:pt x="7333" y="55"/>
                  </a:lnTo>
                  <a:lnTo>
                    <a:pt x="7074" y="28"/>
                  </a:lnTo>
                  <a:lnTo>
                    <a:pt x="682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9"/>
            <p:cNvSpPr/>
            <p:nvPr/>
          </p:nvSpPr>
          <p:spPr>
            <a:xfrm>
              <a:off x="2079264" y="1680149"/>
              <a:ext cx="135609" cy="131757"/>
            </a:xfrm>
            <a:custGeom>
              <a:avLst/>
              <a:gdLst/>
              <a:ahLst/>
              <a:cxnLst/>
              <a:rect l="l" t="t" r="r" b="b"/>
              <a:pathLst>
                <a:path w="3837" h="3728" extrusionOk="0">
                  <a:moveTo>
                    <a:pt x="0" y="0"/>
                  </a:moveTo>
                  <a:lnTo>
                    <a:pt x="14" y="191"/>
                  </a:lnTo>
                  <a:lnTo>
                    <a:pt x="28" y="381"/>
                  </a:lnTo>
                  <a:lnTo>
                    <a:pt x="41" y="571"/>
                  </a:lnTo>
                  <a:lnTo>
                    <a:pt x="82" y="748"/>
                  </a:lnTo>
                  <a:lnTo>
                    <a:pt x="123" y="939"/>
                  </a:lnTo>
                  <a:lnTo>
                    <a:pt x="177" y="1116"/>
                  </a:lnTo>
                  <a:lnTo>
                    <a:pt x="232" y="1279"/>
                  </a:lnTo>
                  <a:lnTo>
                    <a:pt x="300" y="1456"/>
                  </a:lnTo>
                  <a:lnTo>
                    <a:pt x="368" y="1619"/>
                  </a:lnTo>
                  <a:lnTo>
                    <a:pt x="449" y="1782"/>
                  </a:lnTo>
                  <a:lnTo>
                    <a:pt x="545" y="1932"/>
                  </a:lnTo>
                  <a:lnTo>
                    <a:pt x="640" y="2081"/>
                  </a:lnTo>
                  <a:lnTo>
                    <a:pt x="749" y="2231"/>
                  </a:lnTo>
                  <a:lnTo>
                    <a:pt x="857" y="2381"/>
                  </a:lnTo>
                  <a:lnTo>
                    <a:pt x="980" y="2517"/>
                  </a:lnTo>
                  <a:lnTo>
                    <a:pt x="1102" y="2639"/>
                  </a:lnTo>
                  <a:lnTo>
                    <a:pt x="1225" y="2761"/>
                  </a:lnTo>
                  <a:lnTo>
                    <a:pt x="1361" y="2884"/>
                  </a:lnTo>
                  <a:lnTo>
                    <a:pt x="1497" y="2993"/>
                  </a:lnTo>
                  <a:lnTo>
                    <a:pt x="1646" y="3102"/>
                  </a:lnTo>
                  <a:lnTo>
                    <a:pt x="1796" y="3197"/>
                  </a:lnTo>
                  <a:lnTo>
                    <a:pt x="1959" y="3278"/>
                  </a:lnTo>
                  <a:lnTo>
                    <a:pt x="2122" y="3360"/>
                  </a:lnTo>
                  <a:lnTo>
                    <a:pt x="2286" y="3442"/>
                  </a:lnTo>
                  <a:lnTo>
                    <a:pt x="2449" y="3510"/>
                  </a:lnTo>
                  <a:lnTo>
                    <a:pt x="2626" y="3564"/>
                  </a:lnTo>
                  <a:lnTo>
                    <a:pt x="2803" y="3618"/>
                  </a:lnTo>
                  <a:lnTo>
                    <a:pt x="2979" y="3659"/>
                  </a:lnTo>
                  <a:lnTo>
                    <a:pt x="3170" y="3686"/>
                  </a:lnTo>
                  <a:lnTo>
                    <a:pt x="3347" y="3714"/>
                  </a:lnTo>
                  <a:lnTo>
                    <a:pt x="3537" y="3727"/>
                  </a:lnTo>
                  <a:lnTo>
                    <a:pt x="3836" y="3727"/>
                  </a:lnTo>
                  <a:lnTo>
                    <a:pt x="3836" y="2598"/>
                  </a:lnTo>
                  <a:lnTo>
                    <a:pt x="3728" y="2598"/>
                  </a:lnTo>
                  <a:lnTo>
                    <a:pt x="3469" y="2585"/>
                  </a:lnTo>
                  <a:lnTo>
                    <a:pt x="3211" y="2544"/>
                  </a:lnTo>
                  <a:lnTo>
                    <a:pt x="2966" y="2476"/>
                  </a:lnTo>
                  <a:lnTo>
                    <a:pt x="2721" y="2394"/>
                  </a:lnTo>
                  <a:lnTo>
                    <a:pt x="2503" y="2285"/>
                  </a:lnTo>
                  <a:lnTo>
                    <a:pt x="2286" y="2149"/>
                  </a:lnTo>
                  <a:lnTo>
                    <a:pt x="2082" y="2000"/>
                  </a:lnTo>
                  <a:lnTo>
                    <a:pt x="1905" y="1837"/>
                  </a:lnTo>
                  <a:lnTo>
                    <a:pt x="1728" y="1646"/>
                  </a:lnTo>
                  <a:lnTo>
                    <a:pt x="1578" y="1456"/>
                  </a:lnTo>
                  <a:lnTo>
                    <a:pt x="1456" y="1238"/>
                  </a:lnTo>
                  <a:lnTo>
                    <a:pt x="1347" y="1007"/>
                  </a:lnTo>
                  <a:lnTo>
                    <a:pt x="1252" y="776"/>
                  </a:lnTo>
                  <a:lnTo>
                    <a:pt x="1198" y="531"/>
                  </a:lnTo>
                  <a:lnTo>
                    <a:pt x="1157" y="272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29"/>
            <p:cNvSpPr/>
            <p:nvPr/>
          </p:nvSpPr>
          <p:spPr>
            <a:xfrm>
              <a:off x="1620124" y="2059944"/>
              <a:ext cx="113980" cy="184134"/>
            </a:xfrm>
            <a:custGeom>
              <a:avLst/>
              <a:gdLst/>
              <a:ahLst/>
              <a:cxnLst/>
              <a:rect l="l" t="t" r="r" b="b"/>
              <a:pathLst>
                <a:path w="3225" h="5210" extrusionOk="0">
                  <a:moveTo>
                    <a:pt x="1" y="0"/>
                  </a:moveTo>
                  <a:lnTo>
                    <a:pt x="1" y="2000"/>
                  </a:lnTo>
                  <a:lnTo>
                    <a:pt x="15" y="2163"/>
                  </a:lnTo>
                  <a:lnTo>
                    <a:pt x="28" y="2326"/>
                  </a:lnTo>
                  <a:lnTo>
                    <a:pt x="42" y="2489"/>
                  </a:lnTo>
                  <a:lnTo>
                    <a:pt x="69" y="2653"/>
                  </a:lnTo>
                  <a:lnTo>
                    <a:pt x="151" y="2952"/>
                  </a:lnTo>
                  <a:lnTo>
                    <a:pt x="259" y="3251"/>
                  </a:lnTo>
                  <a:lnTo>
                    <a:pt x="395" y="3537"/>
                  </a:lnTo>
                  <a:lnTo>
                    <a:pt x="559" y="3795"/>
                  </a:lnTo>
                  <a:lnTo>
                    <a:pt x="736" y="4040"/>
                  </a:lnTo>
                  <a:lnTo>
                    <a:pt x="953" y="4271"/>
                  </a:lnTo>
                  <a:lnTo>
                    <a:pt x="1171" y="4475"/>
                  </a:lnTo>
                  <a:lnTo>
                    <a:pt x="1429" y="4666"/>
                  </a:lnTo>
                  <a:lnTo>
                    <a:pt x="1688" y="4829"/>
                  </a:lnTo>
                  <a:lnTo>
                    <a:pt x="1973" y="4965"/>
                  </a:lnTo>
                  <a:lnTo>
                    <a:pt x="2259" y="5074"/>
                  </a:lnTo>
                  <a:lnTo>
                    <a:pt x="2572" y="5142"/>
                  </a:lnTo>
                  <a:lnTo>
                    <a:pt x="2735" y="5183"/>
                  </a:lnTo>
                  <a:lnTo>
                    <a:pt x="2885" y="5196"/>
                  </a:lnTo>
                  <a:lnTo>
                    <a:pt x="3048" y="5210"/>
                  </a:lnTo>
                  <a:lnTo>
                    <a:pt x="3225" y="5210"/>
                  </a:lnTo>
                  <a:lnTo>
                    <a:pt x="3225" y="4081"/>
                  </a:lnTo>
                  <a:lnTo>
                    <a:pt x="3007" y="4067"/>
                  </a:lnTo>
                  <a:lnTo>
                    <a:pt x="2803" y="4040"/>
                  </a:lnTo>
                  <a:lnTo>
                    <a:pt x="2599" y="3986"/>
                  </a:lnTo>
                  <a:lnTo>
                    <a:pt x="2409" y="3918"/>
                  </a:lnTo>
                  <a:lnTo>
                    <a:pt x="2232" y="3822"/>
                  </a:lnTo>
                  <a:lnTo>
                    <a:pt x="2055" y="3727"/>
                  </a:lnTo>
                  <a:lnTo>
                    <a:pt x="1892" y="3605"/>
                  </a:lnTo>
                  <a:lnTo>
                    <a:pt x="1756" y="3469"/>
                  </a:lnTo>
                  <a:lnTo>
                    <a:pt x="1620" y="3319"/>
                  </a:lnTo>
                  <a:lnTo>
                    <a:pt x="1497" y="3156"/>
                  </a:lnTo>
                  <a:lnTo>
                    <a:pt x="1388" y="2993"/>
                  </a:lnTo>
                  <a:lnTo>
                    <a:pt x="1307" y="2802"/>
                  </a:lnTo>
                  <a:lnTo>
                    <a:pt x="1239" y="2612"/>
                  </a:lnTo>
                  <a:lnTo>
                    <a:pt x="1184" y="2421"/>
                  </a:lnTo>
                  <a:lnTo>
                    <a:pt x="1157" y="2217"/>
                  </a:lnTo>
                  <a:lnTo>
                    <a:pt x="1144" y="2000"/>
                  </a:lnTo>
                  <a:lnTo>
                    <a:pt x="114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29"/>
            <p:cNvSpPr/>
            <p:nvPr/>
          </p:nvSpPr>
          <p:spPr>
            <a:xfrm>
              <a:off x="1973977" y="2142152"/>
              <a:ext cx="185619" cy="441817"/>
            </a:xfrm>
            <a:custGeom>
              <a:avLst/>
              <a:gdLst/>
              <a:ahLst/>
              <a:cxnLst/>
              <a:rect l="l" t="t" r="r" b="b"/>
              <a:pathLst>
                <a:path w="5252" h="12501" extrusionOk="0">
                  <a:moveTo>
                    <a:pt x="1" y="0"/>
                  </a:moveTo>
                  <a:lnTo>
                    <a:pt x="1" y="2245"/>
                  </a:lnTo>
                  <a:lnTo>
                    <a:pt x="14" y="2517"/>
                  </a:lnTo>
                  <a:lnTo>
                    <a:pt x="55" y="2775"/>
                  </a:lnTo>
                  <a:lnTo>
                    <a:pt x="109" y="3034"/>
                  </a:lnTo>
                  <a:lnTo>
                    <a:pt x="205" y="3265"/>
                  </a:lnTo>
                  <a:lnTo>
                    <a:pt x="313" y="3496"/>
                  </a:lnTo>
                  <a:lnTo>
                    <a:pt x="449" y="3714"/>
                  </a:lnTo>
                  <a:lnTo>
                    <a:pt x="599" y="3918"/>
                  </a:lnTo>
                  <a:lnTo>
                    <a:pt x="762" y="4108"/>
                  </a:lnTo>
                  <a:lnTo>
                    <a:pt x="953" y="4271"/>
                  </a:lnTo>
                  <a:lnTo>
                    <a:pt x="1157" y="4435"/>
                  </a:lnTo>
                  <a:lnTo>
                    <a:pt x="1374" y="4557"/>
                  </a:lnTo>
                  <a:lnTo>
                    <a:pt x="1606" y="4666"/>
                  </a:lnTo>
                  <a:lnTo>
                    <a:pt x="1850" y="4761"/>
                  </a:lnTo>
                  <a:lnTo>
                    <a:pt x="2095" y="4829"/>
                  </a:lnTo>
                  <a:lnTo>
                    <a:pt x="2354" y="4870"/>
                  </a:lnTo>
                  <a:lnTo>
                    <a:pt x="2626" y="4884"/>
                  </a:lnTo>
                  <a:lnTo>
                    <a:pt x="2775" y="4884"/>
                  </a:lnTo>
                  <a:lnTo>
                    <a:pt x="2925" y="4911"/>
                  </a:lnTo>
                  <a:lnTo>
                    <a:pt x="3075" y="4952"/>
                  </a:lnTo>
                  <a:lnTo>
                    <a:pt x="3211" y="4992"/>
                  </a:lnTo>
                  <a:lnTo>
                    <a:pt x="3333" y="5060"/>
                  </a:lnTo>
                  <a:lnTo>
                    <a:pt x="3456" y="5128"/>
                  </a:lnTo>
                  <a:lnTo>
                    <a:pt x="3578" y="5224"/>
                  </a:lnTo>
                  <a:lnTo>
                    <a:pt x="3687" y="5319"/>
                  </a:lnTo>
                  <a:lnTo>
                    <a:pt x="3782" y="5428"/>
                  </a:lnTo>
                  <a:lnTo>
                    <a:pt x="3864" y="5536"/>
                  </a:lnTo>
                  <a:lnTo>
                    <a:pt x="3945" y="5659"/>
                  </a:lnTo>
                  <a:lnTo>
                    <a:pt x="4000" y="5795"/>
                  </a:lnTo>
                  <a:lnTo>
                    <a:pt x="4054" y="5931"/>
                  </a:lnTo>
                  <a:lnTo>
                    <a:pt x="4095" y="6067"/>
                  </a:lnTo>
                  <a:lnTo>
                    <a:pt x="4109" y="6217"/>
                  </a:lnTo>
                  <a:lnTo>
                    <a:pt x="4122" y="6366"/>
                  </a:lnTo>
                  <a:lnTo>
                    <a:pt x="4122" y="12501"/>
                  </a:lnTo>
                  <a:lnTo>
                    <a:pt x="5251" y="12501"/>
                  </a:lnTo>
                  <a:lnTo>
                    <a:pt x="5251" y="6366"/>
                  </a:lnTo>
                  <a:lnTo>
                    <a:pt x="5238" y="6108"/>
                  </a:lnTo>
                  <a:lnTo>
                    <a:pt x="5197" y="5836"/>
                  </a:lnTo>
                  <a:lnTo>
                    <a:pt x="5142" y="5591"/>
                  </a:lnTo>
                  <a:lnTo>
                    <a:pt x="5047" y="5346"/>
                  </a:lnTo>
                  <a:lnTo>
                    <a:pt x="4938" y="5115"/>
                  </a:lnTo>
                  <a:lnTo>
                    <a:pt x="4802" y="4897"/>
                  </a:lnTo>
                  <a:lnTo>
                    <a:pt x="4653" y="4693"/>
                  </a:lnTo>
                  <a:lnTo>
                    <a:pt x="4489" y="4516"/>
                  </a:lnTo>
                  <a:lnTo>
                    <a:pt x="4299" y="4339"/>
                  </a:lnTo>
                  <a:lnTo>
                    <a:pt x="4095" y="4190"/>
                  </a:lnTo>
                  <a:lnTo>
                    <a:pt x="3877" y="4054"/>
                  </a:lnTo>
                  <a:lnTo>
                    <a:pt x="3646" y="3945"/>
                  </a:lnTo>
                  <a:lnTo>
                    <a:pt x="3401" y="3863"/>
                  </a:lnTo>
                  <a:lnTo>
                    <a:pt x="3156" y="3795"/>
                  </a:lnTo>
                  <a:lnTo>
                    <a:pt x="2898" y="3755"/>
                  </a:lnTo>
                  <a:lnTo>
                    <a:pt x="2626" y="3741"/>
                  </a:lnTo>
                  <a:lnTo>
                    <a:pt x="2476" y="3727"/>
                  </a:lnTo>
                  <a:lnTo>
                    <a:pt x="2327" y="3714"/>
                  </a:lnTo>
                  <a:lnTo>
                    <a:pt x="2177" y="3673"/>
                  </a:lnTo>
                  <a:lnTo>
                    <a:pt x="2041" y="3618"/>
                  </a:lnTo>
                  <a:lnTo>
                    <a:pt x="1918" y="3564"/>
                  </a:lnTo>
                  <a:lnTo>
                    <a:pt x="1796" y="3482"/>
                  </a:lnTo>
                  <a:lnTo>
                    <a:pt x="1674" y="3401"/>
                  </a:lnTo>
                  <a:lnTo>
                    <a:pt x="1565" y="3306"/>
                  </a:lnTo>
                  <a:lnTo>
                    <a:pt x="1470" y="3197"/>
                  </a:lnTo>
                  <a:lnTo>
                    <a:pt x="1388" y="3088"/>
                  </a:lnTo>
                  <a:lnTo>
                    <a:pt x="1306" y="2966"/>
                  </a:lnTo>
                  <a:lnTo>
                    <a:pt x="1252" y="2830"/>
                  </a:lnTo>
                  <a:lnTo>
                    <a:pt x="1198" y="2694"/>
                  </a:lnTo>
                  <a:lnTo>
                    <a:pt x="1157" y="2544"/>
                  </a:lnTo>
                  <a:lnTo>
                    <a:pt x="1143" y="2394"/>
                  </a:lnTo>
                  <a:lnTo>
                    <a:pt x="1130" y="2245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9"/>
            <p:cNvSpPr/>
            <p:nvPr/>
          </p:nvSpPr>
          <p:spPr>
            <a:xfrm>
              <a:off x="2139841" y="2327702"/>
              <a:ext cx="133665" cy="155790"/>
            </a:xfrm>
            <a:custGeom>
              <a:avLst/>
              <a:gdLst/>
              <a:ahLst/>
              <a:cxnLst/>
              <a:rect l="l" t="t" r="r" b="b"/>
              <a:pathLst>
                <a:path w="3782" h="4408" extrusionOk="0">
                  <a:moveTo>
                    <a:pt x="2639" y="1"/>
                  </a:moveTo>
                  <a:lnTo>
                    <a:pt x="2639" y="627"/>
                  </a:lnTo>
                  <a:lnTo>
                    <a:pt x="2626" y="899"/>
                  </a:lnTo>
                  <a:lnTo>
                    <a:pt x="2599" y="1157"/>
                  </a:lnTo>
                  <a:lnTo>
                    <a:pt x="2530" y="1415"/>
                  </a:lnTo>
                  <a:lnTo>
                    <a:pt x="2435" y="1647"/>
                  </a:lnTo>
                  <a:lnTo>
                    <a:pt x="2326" y="1892"/>
                  </a:lnTo>
                  <a:lnTo>
                    <a:pt x="2190" y="2109"/>
                  </a:lnTo>
                  <a:lnTo>
                    <a:pt x="2041" y="2313"/>
                  </a:lnTo>
                  <a:lnTo>
                    <a:pt x="1864" y="2490"/>
                  </a:lnTo>
                  <a:lnTo>
                    <a:pt x="1674" y="2667"/>
                  </a:lnTo>
                  <a:lnTo>
                    <a:pt x="1469" y="2817"/>
                  </a:lnTo>
                  <a:lnTo>
                    <a:pt x="1252" y="2953"/>
                  </a:lnTo>
                  <a:lnTo>
                    <a:pt x="1021" y="3061"/>
                  </a:lnTo>
                  <a:lnTo>
                    <a:pt x="776" y="3157"/>
                  </a:lnTo>
                  <a:lnTo>
                    <a:pt x="531" y="3225"/>
                  </a:lnTo>
                  <a:lnTo>
                    <a:pt x="259" y="3265"/>
                  </a:lnTo>
                  <a:lnTo>
                    <a:pt x="0" y="3279"/>
                  </a:lnTo>
                  <a:lnTo>
                    <a:pt x="0" y="4408"/>
                  </a:lnTo>
                  <a:lnTo>
                    <a:pt x="191" y="4408"/>
                  </a:lnTo>
                  <a:lnTo>
                    <a:pt x="381" y="4394"/>
                  </a:lnTo>
                  <a:lnTo>
                    <a:pt x="572" y="4367"/>
                  </a:lnTo>
                  <a:lnTo>
                    <a:pt x="762" y="4326"/>
                  </a:lnTo>
                  <a:lnTo>
                    <a:pt x="939" y="4286"/>
                  </a:lnTo>
                  <a:lnTo>
                    <a:pt x="1116" y="4245"/>
                  </a:lnTo>
                  <a:lnTo>
                    <a:pt x="1293" y="4177"/>
                  </a:lnTo>
                  <a:lnTo>
                    <a:pt x="1469" y="4109"/>
                  </a:lnTo>
                  <a:lnTo>
                    <a:pt x="1633" y="4041"/>
                  </a:lnTo>
                  <a:lnTo>
                    <a:pt x="1796" y="3946"/>
                  </a:lnTo>
                  <a:lnTo>
                    <a:pt x="1959" y="3864"/>
                  </a:lnTo>
                  <a:lnTo>
                    <a:pt x="2109" y="3769"/>
                  </a:lnTo>
                  <a:lnTo>
                    <a:pt x="2258" y="3660"/>
                  </a:lnTo>
                  <a:lnTo>
                    <a:pt x="2408" y="3537"/>
                  </a:lnTo>
                  <a:lnTo>
                    <a:pt x="2544" y="3429"/>
                  </a:lnTo>
                  <a:lnTo>
                    <a:pt x="2667" y="3293"/>
                  </a:lnTo>
                  <a:lnTo>
                    <a:pt x="2803" y="3170"/>
                  </a:lnTo>
                  <a:lnTo>
                    <a:pt x="2911" y="3034"/>
                  </a:lnTo>
                  <a:lnTo>
                    <a:pt x="3034" y="2885"/>
                  </a:lnTo>
                  <a:lnTo>
                    <a:pt x="3129" y="2735"/>
                  </a:lnTo>
                  <a:lnTo>
                    <a:pt x="3238" y="2585"/>
                  </a:lnTo>
                  <a:lnTo>
                    <a:pt x="3319" y="2422"/>
                  </a:lnTo>
                  <a:lnTo>
                    <a:pt x="3415" y="2259"/>
                  </a:lnTo>
                  <a:lnTo>
                    <a:pt x="3483" y="2096"/>
                  </a:lnTo>
                  <a:lnTo>
                    <a:pt x="3551" y="1919"/>
                  </a:lnTo>
                  <a:lnTo>
                    <a:pt x="3605" y="1742"/>
                  </a:lnTo>
                  <a:lnTo>
                    <a:pt x="3660" y="1565"/>
                  </a:lnTo>
                  <a:lnTo>
                    <a:pt x="3700" y="1388"/>
                  </a:lnTo>
                  <a:lnTo>
                    <a:pt x="3741" y="1198"/>
                  </a:lnTo>
                  <a:lnTo>
                    <a:pt x="3768" y="1007"/>
                  </a:lnTo>
                  <a:lnTo>
                    <a:pt x="3782" y="817"/>
                  </a:lnTo>
                  <a:lnTo>
                    <a:pt x="3782" y="627"/>
                  </a:lnTo>
                  <a:lnTo>
                    <a:pt x="37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9"/>
            <p:cNvSpPr/>
            <p:nvPr/>
          </p:nvSpPr>
          <p:spPr>
            <a:xfrm>
              <a:off x="1591779" y="1921470"/>
              <a:ext cx="503383" cy="187068"/>
            </a:xfrm>
            <a:custGeom>
              <a:avLst/>
              <a:gdLst/>
              <a:ahLst/>
              <a:cxnLst/>
              <a:rect l="l" t="t" r="r" b="b"/>
              <a:pathLst>
                <a:path w="14243" h="5293" extrusionOk="0">
                  <a:moveTo>
                    <a:pt x="0" y="1"/>
                  </a:moveTo>
                  <a:lnTo>
                    <a:pt x="0" y="1130"/>
                  </a:lnTo>
                  <a:lnTo>
                    <a:pt x="8937" y="1130"/>
                  </a:lnTo>
                  <a:lnTo>
                    <a:pt x="9155" y="1143"/>
                  </a:lnTo>
                  <a:lnTo>
                    <a:pt x="9373" y="1157"/>
                  </a:lnTo>
                  <a:lnTo>
                    <a:pt x="9577" y="1184"/>
                  </a:lnTo>
                  <a:lnTo>
                    <a:pt x="9781" y="1211"/>
                  </a:lnTo>
                  <a:lnTo>
                    <a:pt x="9985" y="1266"/>
                  </a:lnTo>
                  <a:lnTo>
                    <a:pt x="10175" y="1320"/>
                  </a:lnTo>
                  <a:lnTo>
                    <a:pt x="10379" y="1388"/>
                  </a:lnTo>
                  <a:lnTo>
                    <a:pt x="10570" y="1456"/>
                  </a:lnTo>
                  <a:lnTo>
                    <a:pt x="10746" y="1538"/>
                  </a:lnTo>
                  <a:lnTo>
                    <a:pt x="10923" y="1633"/>
                  </a:lnTo>
                  <a:lnTo>
                    <a:pt x="11100" y="1742"/>
                  </a:lnTo>
                  <a:lnTo>
                    <a:pt x="11277" y="1837"/>
                  </a:lnTo>
                  <a:lnTo>
                    <a:pt x="11440" y="1959"/>
                  </a:lnTo>
                  <a:lnTo>
                    <a:pt x="11590" y="2082"/>
                  </a:lnTo>
                  <a:lnTo>
                    <a:pt x="11739" y="2218"/>
                  </a:lnTo>
                  <a:lnTo>
                    <a:pt x="11889" y="2354"/>
                  </a:lnTo>
                  <a:lnTo>
                    <a:pt x="12025" y="2504"/>
                  </a:lnTo>
                  <a:lnTo>
                    <a:pt x="12161" y="2653"/>
                  </a:lnTo>
                  <a:lnTo>
                    <a:pt x="12284" y="2803"/>
                  </a:lnTo>
                  <a:lnTo>
                    <a:pt x="12392" y="2966"/>
                  </a:lnTo>
                  <a:lnTo>
                    <a:pt x="12501" y="3143"/>
                  </a:lnTo>
                  <a:lnTo>
                    <a:pt x="12610" y="3320"/>
                  </a:lnTo>
                  <a:lnTo>
                    <a:pt x="12705" y="3497"/>
                  </a:lnTo>
                  <a:lnTo>
                    <a:pt x="12787" y="3673"/>
                  </a:lnTo>
                  <a:lnTo>
                    <a:pt x="12855" y="3864"/>
                  </a:lnTo>
                  <a:lnTo>
                    <a:pt x="12923" y="4054"/>
                  </a:lnTo>
                  <a:lnTo>
                    <a:pt x="12977" y="4258"/>
                  </a:lnTo>
                  <a:lnTo>
                    <a:pt x="13032" y="4462"/>
                  </a:lnTo>
                  <a:lnTo>
                    <a:pt x="13059" y="4666"/>
                  </a:lnTo>
                  <a:lnTo>
                    <a:pt x="13086" y="4870"/>
                  </a:lnTo>
                  <a:lnTo>
                    <a:pt x="13100" y="5088"/>
                  </a:lnTo>
                  <a:lnTo>
                    <a:pt x="13113" y="5292"/>
                  </a:lnTo>
                  <a:lnTo>
                    <a:pt x="14242" y="5292"/>
                  </a:lnTo>
                  <a:lnTo>
                    <a:pt x="14242" y="5020"/>
                  </a:lnTo>
                  <a:lnTo>
                    <a:pt x="14215" y="4762"/>
                  </a:lnTo>
                  <a:lnTo>
                    <a:pt x="14188" y="4489"/>
                  </a:lnTo>
                  <a:lnTo>
                    <a:pt x="14134" y="4231"/>
                  </a:lnTo>
                  <a:lnTo>
                    <a:pt x="14079" y="3973"/>
                  </a:lnTo>
                  <a:lnTo>
                    <a:pt x="14011" y="3728"/>
                  </a:lnTo>
                  <a:lnTo>
                    <a:pt x="13930" y="3483"/>
                  </a:lnTo>
                  <a:lnTo>
                    <a:pt x="13834" y="3238"/>
                  </a:lnTo>
                  <a:lnTo>
                    <a:pt x="13725" y="3007"/>
                  </a:lnTo>
                  <a:lnTo>
                    <a:pt x="13603" y="2776"/>
                  </a:lnTo>
                  <a:lnTo>
                    <a:pt x="13481" y="2544"/>
                  </a:lnTo>
                  <a:lnTo>
                    <a:pt x="13345" y="2340"/>
                  </a:lnTo>
                  <a:lnTo>
                    <a:pt x="13195" y="2123"/>
                  </a:lnTo>
                  <a:lnTo>
                    <a:pt x="13032" y="1932"/>
                  </a:lnTo>
                  <a:lnTo>
                    <a:pt x="12869" y="1728"/>
                  </a:lnTo>
                  <a:lnTo>
                    <a:pt x="12692" y="1551"/>
                  </a:lnTo>
                  <a:lnTo>
                    <a:pt x="12501" y="1375"/>
                  </a:lnTo>
                  <a:lnTo>
                    <a:pt x="12311" y="1211"/>
                  </a:lnTo>
                  <a:lnTo>
                    <a:pt x="12120" y="1048"/>
                  </a:lnTo>
                  <a:lnTo>
                    <a:pt x="11903" y="898"/>
                  </a:lnTo>
                  <a:lnTo>
                    <a:pt x="11685" y="762"/>
                  </a:lnTo>
                  <a:lnTo>
                    <a:pt x="11467" y="640"/>
                  </a:lnTo>
                  <a:lnTo>
                    <a:pt x="11236" y="518"/>
                  </a:lnTo>
                  <a:lnTo>
                    <a:pt x="11005" y="409"/>
                  </a:lnTo>
                  <a:lnTo>
                    <a:pt x="10760" y="314"/>
                  </a:lnTo>
                  <a:lnTo>
                    <a:pt x="10515" y="232"/>
                  </a:lnTo>
                  <a:lnTo>
                    <a:pt x="10270" y="164"/>
                  </a:lnTo>
                  <a:lnTo>
                    <a:pt x="10012" y="96"/>
                  </a:lnTo>
                  <a:lnTo>
                    <a:pt x="9754" y="55"/>
                  </a:lnTo>
                  <a:lnTo>
                    <a:pt x="9481" y="28"/>
                  </a:lnTo>
                  <a:lnTo>
                    <a:pt x="920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29"/>
            <p:cNvSpPr/>
            <p:nvPr/>
          </p:nvSpPr>
          <p:spPr>
            <a:xfrm>
              <a:off x="2041765" y="1881109"/>
              <a:ext cx="298573" cy="147131"/>
            </a:xfrm>
            <a:custGeom>
              <a:avLst/>
              <a:gdLst/>
              <a:ahLst/>
              <a:cxnLst/>
              <a:rect l="l" t="t" r="r" b="b"/>
              <a:pathLst>
                <a:path w="8448" h="4163" extrusionOk="0">
                  <a:moveTo>
                    <a:pt x="7319" y="0"/>
                  </a:moveTo>
                  <a:lnTo>
                    <a:pt x="7305" y="313"/>
                  </a:lnTo>
                  <a:lnTo>
                    <a:pt x="7251" y="612"/>
                  </a:lnTo>
                  <a:lnTo>
                    <a:pt x="7183" y="898"/>
                  </a:lnTo>
                  <a:lnTo>
                    <a:pt x="7074" y="1183"/>
                  </a:lnTo>
                  <a:lnTo>
                    <a:pt x="6951" y="1442"/>
                  </a:lnTo>
                  <a:lnTo>
                    <a:pt x="6802" y="1687"/>
                  </a:lnTo>
                  <a:lnTo>
                    <a:pt x="6625" y="1932"/>
                  </a:lnTo>
                  <a:lnTo>
                    <a:pt x="6421" y="2136"/>
                  </a:lnTo>
                  <a:lnTo>
                    <a:pt x="6217" y="2340"/>
                  </a:lnTo>
                  <a:lnTo>
                    <a:pt x="5986" y="2517"/>
                  </a:lnTo>
                  <a:lnTo>
                    <a:pt x="5727" y="2666"/>
                  </a:lnTo>
                  <a:lnTo>
                    <a:pt x="5469" y="2789"/>
                  </a:lnTo>
                  <a:lnTo>
                    <a:pt x="5183" y="2897"/>
                  </a:lnTo>
                  <a:lnTo>
                    <a:pt x="4897" y="2965"/>
                  </a:lnTo>
                  <a:lnTo>
                    <a:pt x="4598" y="3006"/>
                  </a:lnTo>
                  <a:lnTo>
                    <a:pt x="4285" y="3033"/>
                  </a:lnTo>
                  <a:lnTo>
                    <a:pt x="0" y="3033"/>
                  </a:lnTo>
                  <a:lnTo>
                    <a:pt x="0" y="4162"/>
                  </a:lnTo>
                  <a:lnTo>
                    <a:pt x="4503" y="4162"/>
                  </a:lnTo>
                  <a:lnTo>
                    <a:pt x="4707" y="4149"/>
                  </a:lnTo>
                  <a:lnTo>
                    <a:pt x="4925" y="4122"/>
                  </a:lnTo>
                  <a:lnTo>
                    <a:pt x="5129" y="4081"/>
                  </a:lnTo>
                  <a:lnTo>
                    <a:pt x="5333" y="4026"/>
                  </a:lnTo>
                  <a:lnTo>
                    <a:pt x="5523" y="3972"/>
                  </a:lnTo>
                  <a:lnTo>
                    <a:pt x="5714" y="3918"/>
                  </a:lnTo>
                  <a:lnTo>
                    <a:pt x="5904" y="3836"/>
                  </a:lnTo>
                  <a:lnTo>
                    <a:pt x="6094" y="3754"/>
                  </a:lnTo>
                  <a:lnTo>
                    <a:pt x="6271" y="3659"/>
                  </a:lnTo>
                  <a:lnTo>
                    <a:pt x="6448" y="3564"/>
                  </a:lnTo>
                  <a:lnTo>
                    <a:pt x="6611" y="3455"/>
                  </a:lnTo>
                  <a:lnTo>
                    <a:pt x="6775" y="3333"/>
                  </a:lnTo>
                  <a:lnTo>
                    <a:pt x="6938" y="3210"/>
                  </a:lnTo>
                  <a:lnTo>
                    <a:pt x="7087" y="3088"/>
                  </a:lnTo>
                  <a:lnTo>
                    <a:pt x="7237" y="2938"/>
                  </a:lnTo>
                  <a:lnTo>
                    <a:pt x="7373" y="2802"/>
                  </a:lnTo>
                  <a:lnTo>
                    <a:pt x="7496" y="2653"/>
                  </a:lnTo>
                  <a:lnTo>
                    <a:pt x="7618" y="2489"/>
                  </a:lnTo>
                  <a:lnTo>
                    <a:pt x="7740" y="2326"/>
                  </a:lnTo>
                  <a:lnTo>
                    <a:pt x="7849" y="2163"/>
                  </a:lnTo>
                  <a:lnTo>
                    <a:pt x="7944" y="1986"/>
                  </a:lnTo>
                  <a:lnTo>
                    <a:pt x="8040" y="1809"/>
                  </a:lnTo>
                  <a:lnTo>
                    <a:pt x="8121" y="1619"/>
                  </a:lnTo>
                  <a:lnTo>
                    <a:pt x="8203" y="1428"/>
                  </a:lnTo>
                  <a:lnTo>
                    <a:pt x="8257" y="1238"/>
                  </a:lnTo>
                  <a:lnTo>
                    <a:pt x="8325" y="1034"/>
                  </a:lnTo>
                  <a:lnTo>
                    <a:pt x="8366" y="843"/>
                  </a:lnTo>
                  <a:lnTo>
                    <a:pt x="8407" y="639"/>
                  </a:lnTo>
                  <a:lnTo>
                    <a:pt x="8434" y="422"/>
                  </a:lnTo>
                  <a:lnTo>
                    <a:pt x="8448" y="218"/>
                  </a:lnTo>
                  <a:lnTo>
                    <a:pt x="8448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29"/>
            <p:cNvSpPr/>
            <p:nvPr/>
          </p:nvSpPr>
          <p:spPr>
            <a:xfrm>
              <a:off x="2499456" y="2274334"/>
              <a:ext cx="140416" cy="163989"/>
            </a:xfrm>
            <a:custGeom>
              <a:avLst/>
              <a:gdLst/>
              <a:ahLst/>
              <a:cxnLst/>
              <a:rect l="l" t="t" r="r" b="b"/>
              <a:pathLst>
                <a:path w="3973" h="4640" extrusionOk="0">
                  <a:moveTo>
                    <a:pt x="0" y="1"/>
                  </a:moveTo>
                  <a:lnTo>
                    <a:pt x="0" y="667"/>
                  </a:lnTo>
                  <a:lnTo>
                    <a:pt x="0" y="871"/>
                  </a:lnTo>
                  <a:lnTo>
                    <a:pt x="14" y="1076"/>
                  </a:lnTo>
                  <a:lnTo>
                    <a:pt x="41" y="1266"/>
                  </a:lnTo>
                  <a:lnTo>
                    <a:pt x="82" y="1470"/>
                  </a:lnTo>
                  <a:lnTo>
                    <a:pt x="123" y="1660"/>
                  </a:lnTo>
                  <a:lnTo>
                    <a:pt x="177" y="1851"/>
                  </a:lnTo>
                  <a:lnTo>
                    <a:pt x="245" y="2028"/>
                  </a:lnTo>
                  <a:lnTo>
                    <a:pt x="313" y="2205"/>
                  </a:lnTo>
                  <a:lnTo>
                    <a:pt x="395" y="2381"/>
                  </a:lnTo>
                  <a:lnTo>
                    <a:pt x="476" y="2558"/>
                  </a:lnTo>
                  <a:lnTo>
                    <a:pt x="571" y="2721"/>
                  </a:lnTo>
                  <a:lnTo>
                    <a:pt x="680" y="2885"/>
                  </a:lnTo>
                  <a:lnTo>
                    <a:pt x="789" y="3048"/>
                  </a:lnTo>
                  <a:lnTo>
                    <a:pt x="912" y="3197"/>
                  </a:lnTo>
                  <a:lnTo>
                    <a:pt x="1034" y="3334"/>
                  </a:lnTo>
                  <a:lnTo>
                    <a:pt x="1170" y="3470"/>
                  </a:lnTo>
                  <a:lnTo>
                    <a:pt x="1306" y="3606"/>
                  </a:lnTo>
                  <a:lnTo>
                    <a:pt x="1442" y="3728"/>
                  </a:lnTo>
                  <a:lnTo>
                    <a:pt x="1605" y="3850"/>
                  </a:lnTo>
                  <a:lnTo>
                    <a:pt x="1755" y="3959"/>
                  </a:lnTo>
                  <a:lnTo>
                    <a:pt x="1918" y="4068"/>
                  </a:lnTo>
                  <a:lnTo>
                    <a:pt x="2081" y="4163"/>
                  </a:lnTo>
                  <a:lnTo>
                    <a:pt x="2258" y="4245"/>
                  </a:lnTo>
                  <a:lnTo>
                    <a:pt x="2435" y="4327"/>
                  </a:lnTo>
                  <a:lnTo>
                    <a:pt x="2612" y="4395"/>
                  </a:lnTo>
                  <a:lnTo>
                    <a:pt x="2789" y="4463"/>
                  </a:lnTo>
                  <a:lnTo>
                    <a:pt x="2979" y="4517"/>
                  </a:lnTo>
                  <a:lnTo>
                    <a:pt x="3170" y="4558"/>
                  </a:lnTo>
                  <a:lnTo>
                    <a:pt x="3374" y="4599"/>
                  </a:lnTo>
                  <a:lnTo>
                    <a:pt x="3564" y="4626"/>
                  </a:lnTo>
                  <a:lnTo>
                    <a:pt x="3768" y="4639"/>
                  </a:lnTo>
                  <a:lnTo>
                    <a:pt x="3972" y="4639"/>
                  </a:lnTo>
                  <a:lnTo>
                    <a:pt x="3972" y="3510"/>
                  </a:lnTo>
                  <a:lnTo>
                    <a:pt x="3686" y="3497"/>
                  </a:lnTo>
                  <a:lnTo>
                    <a:pt x="3401" y="3442"/>
                  </a:lnTo>
                  <a:lnTo>
                    <a:pt x="3129" y="3374"/>
                  </a:lnTo>
                  <a:lnTo>
                    <a:pt x="2870" y="3279"/>
                  </a:lnTo>
                  <a:lnTo>
                    <a:pt x="2625" y="3157"/>
                  </a:lnTo>
                  <a:lnTo>
                    <a:pt x="2394" y="3021"/>
                  </a:lnTo>
                  <a:lnTo>
                    <a:pt x="2177" y="2857"/>
                  </a:lnTo>
                  <a:lnTo>
                    <a:pt x="1973" y="2667"/>
                  </a:lnTo>
                  <a:lnTo>
                    <a:pt x="1782" y="2477"/>
                  </a:lnTo>
                  <a:lnTo>
                    <a:pt x="1619" y="2245"/>
                  </a:lnTo>
                  <a:lnTo>
                    <a:pt x="1483" y="2014"/>
                  </a:lnTo>
                  <a:lnTo>
                    <a:pt x="1360" y="1769"/>
                  </a:lnTo>
                  <a:lnTo>
                    <a:pt x="1265" y="1511"/>
                  </a:lnTo>
                  <a:lnTo>
                    <a:pt x="1197" y="1239"/>
                  </a:lnTo>
                  <a:lnTo>
                    <a:pt x="1156" y="953"/>
                  </a:lnTo>
                  <a:lnTo>
                    <a:pt x="1129" y="667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9"/>
            <p:cNvSpPr/>
            <p:nvPr/>
          </p:nvSpPr>
          <p:spPr>
            <a:xfrm>
              <a:off x="2457610" y="1856086"/>
              <a:ext cx="175511" cy="140416"/>
            </a:xfrm>
            <a:custGeom>
              <a:avLst/>
              <a:gdLst/>
              <a:ahLst/>
              <a:cxnLst/>
              <a:rect l="l" t="t" r="r" b="b"/>
              <a:pathLst>
                <a:path w="4966" h="3973" extrusionOk="0">
                  <a:moveTo>
                    <a:pt x="3837" y="1"/>
                  </a:moveTo>
                  <a:lnTo>
                    <a:pt x="3823" y="286"/>
                  </a:lnTo>
                  <a:lnTo>
                    <a:pt x="3782" y="572"/>
                  </a:lnTo>
                  <a:lnTo>
                    <a:pt x="3701" y="844"/>
                  </a:lnTo>
                  <a:lnTo>
                    <a:pt x="3605" y="1103"/>
                  </a:lnTo>
                  <a:lnTo>
                    <a:pt x="3497" y="1347"/>
                  </a:lnTo>
                  <a:lnTo>
                    <a:pt x="3347" y="1579"/>
                  </a:lnTo>
                  <a:lnTo>
                    <a:pt x="3184" y="1810"/>
                  </a:lnTo>
                  <a:lnTo>
                    <a:pt x="3007" y="2000"/>
                  </a:lnTo>
                  <a:lnTo>
                    <a:pt x="2803" y="2191"/>
                  </a:lnTo>
                  <a:lnTo>
                    <a:pt x="2585" y="2354"/>
                  </a:lnTo>
                  <a:lnTo>
                    <a:pt x="2340" y="2490"/>
                  </a:lnTo>
                  <a:lnTo>
                    <a:pt x="2096" y="2612"/>
                  </a:lnTo>
                  <a:lnTo>
                    <a:pt x="1837" y="2708"/>
                  </a:lnTo>
                  <a:lnTo>
                    <a:pt x="1565" y="2776"/>
                  </a:lnTo>
                  <a:lnTo>
                    <a:pt x="1279" y="2830"/>
                  </a:lnTo>
                  <a:lnTo>
                    <a:pt x="994" y="2844"/>
                  </a:lnTo>
                  <a:lnTo>
                    <a:pt x="1" y="2844"/>
                  </a:lnTo>
                  <a:lnTo>
                    <a:pt x="1" y="3973"/>
                  </a:lnTo>
                  <a:lnTo>
                    <a:pt x="1198" y="3973"/>
                  </a:lnTo>
                  <a:lnTo>
                    <a:pt x="1402" y="3959"/>
                  </a:lnTo>
                  <a:lnTo>
                    <a:pt x="1606" y="3932"/>
                  </a:lnTo>
                  <a:lnTo>
                    <a:pt x="1796" y="3891"/>
                  </a:lnTo>
                  <a:lnTo>
                    <a:pt x="1987" y="3850"/>
                  </a:lnTo>
                  <a:lnTo>
                    <a:pt x="2177" y="3796"/>
                  </a:lnTo>
                  <a:lnTo>
                    <a:pt x="2354" y="3728"/>
                  </a:lnTo>
                  <a:lnTo>
                    <a:pt x="2544" y="3660"/>
                  </a:lnTo>
                  <a:lnTo>
                    <a:pt x="2721" y="3578"/>
                  </a:lnTo>
                  <a:lnTo>
                    <a:pt x="2884" y="3497"/>
                  </a:lnTo>
                  <a:lnTo>
                    <a:pt x="3061" y="3401"/>
                  </a:lnTo>
                  <a:lnTo>
                    <a:pt x="3211" y="3293"/>
                  </a:lnTo>
                  <a:lnTo>
                    <a:pt x="3374" y="3184"/>
                  </a:lnTo>
                  <a:lnTo>
                    <a:pt x="3524" y="3061"/>
                  </a:lnTo>
                  <a:lnTo>
                    <a:pt x="3673" y="2939"/>
                  </a:lnTo>
                  <a:lnTo>
                    <a:pt x="3809" y="2803"/>
                  </a:lnTo>
                  <a:lnTo>
                    <a:pt x="3932" y="2667"/>
                  </a:lnTo>
                  <a:lnTo>
                    <a:pt x="4068" y="2531"/>
                  </a:lnTo>
                  <a:lnTo>
                    <a:pt x="4177" y="2381"/>
                  </a:lnTo>
                  <a:lnTo>
                    <a:pt x="4286" y="2218"/>
                  </a:lnTo>
                  <a:lnTo>
                    <a:pt x="4394" y="2055"/>
                  </a:lnTo>
                  <a:lnTo>
                    <a:pt x="4490" y="1891"/>
                  </a:lnTo>
                  <a:lnTo>
                    <a:pt x="4585" y="1715"/>
                  </a:lnTo>
                  <a:lnTo>
                    <a:pt x="4653" y="1551"/>
                  </a:lnTo>
                  <a:lnTo>
                    <a:pt x="4734" y="1361"/>
                  </a:lnTo>
                  <a:lnTo>
                    <a:pt x="4789" y="1184"/>
                  </a:lnTo>
                  <a:lnTo>
                    <a:pt x="4843" y="994"/>
                  </a:lnTo>
                  <a:lnTo>
                    <a:pt x="4884" y="803"/>
                  </a:lnTo>
                  <a:lnTo>
                    <a:pt x="4925" y="599"/>
                  </a:lnTo>
                  <a:lnTo>
                    <a:pt x="4952" y="409"/>
                  </a:lnTo>
                  <a:lnTo>
                    <a:pt x="4966" y="205"/>
                  </a:lnTo>
                  <a:lnTo>
                    <a:pt x="4966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9"/>
            <p:cNvSpPr/>
            <p:nvPr/>
          </p:nvSpPr>
          <p:spPr>
            <a:xfrm>
              <a:off x="2566254" y="2088784"/>
              <a:ext cx="203891" cy="39937"/>
            </a:xfrm>
            <a:custGeom>
              <a:avLst/>
              <a:gdLst/>
              <a:ahLst/>
              <a:cxnLst/>
              <a:rect l="l" t="t" r="r" b="b"/>
              <a:pathLst>
                <a:path w="5769" h="1130" extrusionOk="0">
                  <a:moveTo>
                    <a:pt x="1" y="0"/>
                  </a:moveTo>
                  <a:lnTo>
                    <a:pt x="1" y="1129"/>
                  </a:lnTo>
                  <a:lnTo>
                    <a:pt x="5768" y="1129"/>
                  </a:lnTo>
                  <a:lnTo>
                    <a:pt x="5741" y="558"/>
                  </a:lnTo>
                  <a:lnTo>
                    <a:pt x="571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29"/>
            <p:cNvSpPr/>
            <p:nvPr/>
          </p:nvSpPr>
          <p:spPr>
            <a:xfrm>
              <a:off x="1550427" y="1547931"/>
              <a:ext cx="197140" cy="102423"/>
            </a:xfrm>
            <a:custGeom>
              <a:avLst/>
              <a:gdLst/>
              <a:ahLst/>
              <a:cxnLst/>
              <a:rect l="l" t="t" r="r" b="b"/>
              <a:pathLst>
                <a:path w="5578" h="2898" extrusionOk="0">
                  <a:moveTo>
                    <a:pt x="2041" y="0"/>
                  </a:moveTo>
                  <a:lnTo>
                    <a:pt x="1511" y="273"/>
                  </a:lnTo>
                  <a:lnTo>
                    <a:pt x="1007" y="545"/>
                  </a:lnTo>
                  <a:lnTo>
                    <a:pt x="504" y="844"/>
                  </a:lnTo>
                  <a:lnTo>
                    <a:pt x="1" y="1143"/>
                  </a:lnTo>
                  <a:lnTo>
                    <a:pt x="2694" y="1143"/>
                  </a:lnTo>
                  <a:lnTo>
                    <a:pt x="2871" y="1157"/>
                  </a:lnTo>
                  <a:lnTo>
                    <a:pt x="3048" y="1184"/>
                  </a:lnTo>
                  <a:lnTo>
                    <a:pt x="3211" y="1225"/>
                  </a:lnTo>
                  <a:lnTo>
                    <a:pt x="3374" y="1279"/>
                  </a:lnTo>
                  <a:lnTo>
                    <a:pt x="3524" y="1361"/>
                  </a:lnTo>
                  <a:lnTo>
                    <a:pt x="3673" y="1442"/>
                  </a:lnTo>
                  <a:lnTo>
                    <a:pt x="3796" y="1538"/>
                  </a:lnTo>
                  <a:lnTo>
                    <a:pt x="3932" y="1660"/>
                  </a:lnTo>
                  <a:lnTo>
                    <a:pt x="4041" y="1782"/>
                  </a:lnTo>
                  <a:lnTo>
                    <a:pt x="4136" y="1918"/>
                  </a:lnTo>
                  <a:lnTo>
                    <a:pt x="4231" y="2054"/>
                  </a:lnTo>
                  <a:lnTo>
                    <a:pt x="4299" y="2218"/>
                  </a:lnTo>
                  <a:lnTo>
                    <a:pt x="4353" y="2367"/>
                  </a:lnTo>
                  <a:lnTo>
                    <a:pt x="4408" y="2544"/>
                  </a:lnTo>
                  <a:lnTo>
                    <a:pt x="4435" y="2721"/>
                  </a:lnTo>
                  <a:lnTo>
                    <a:pt x="4435" y="2898"/>
                  </a:lnTo>
                  <a:lnTo>
                    <a:pt x="5578" y="2898"/>
                  </a:lnTo>
                  <a:lnTo>
                    <a:pt x="5564" y="2599"/>
                  </a:lnTo>
                  <a:lnTo>
                    <a:pt x="5510" y="2313"/>
                  </a:lnTo>
                  <a:lnTo>
                    <a:pt x="5442" y="2041"/>
                  </a:lnTo>
                  <a:lnTo>
                    <a:pt x="5346" y="1769"/>
                  </a:lnTo>
                  <a:lnTo>
                    <a:pt x="5224" y="1524"/>
                  </a:lnTo>
                  <a:lnTo>
                    <a:pt x="5074" y="1279"/>
                  </a:lnTo>
                  <a:lnTo>
                    <a:pt x="4911" y="1061"/>
                  </a:lnTo>
                  <a:lnTo>
                    <a:pt x="4734" y="857"/>
                  </a:lnTo>
                  <a:lnTo>
                    <a:pt x="4517" y="667"/>
                  </a:lnTo>
                  <a:lnTo>
                    <a:pt x="4299" y="504"/>
                  </a:lnTo>
                  <a:lnTo>
                    <a:pt x="4068" y="354"/>
                  </a:lnTo>
                  <a:lnTo>
                    <a:pt x="3809" y="232"/>
                  </a:lnTo>
                  <a:lnTo>
                    <a:pt x="3551" y="137"/>
                  </a:lnTo>
                  <a:lnTo>
                    <a:pt x="3265" y="69"/>
                  </a:lnTo>
                  <a:lnTo>
                    <a:pt x="2980" y="2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29"/>
            <p:cNvSpPr/>
            <p:nvPr/>
          </p:nvSpPr>
          <p:spPr>
            <a:xfrm>
              <a:off x="1335542" y="2398847"/>
              <a:ext cx="40396" cy="136599"/>
            </a:xfrm>
            <a:custGeom>
              <a:avLst/>
              <a:gdLst/>
              <a:ahLst/>
              <a:cxnLst/>
              <a:rect l="l" t="t" r="r" b="b"/>
              <a:pathLst>
                <a:path w="1143" h="3865" extrusionOk="0">
                  <a:moveTo>
                    <a:pt x="0" y="1"/>
                  </a:moveTo>
                  <a:lnTo>
                    <a:pt x="0" y="3306"/>
                  </a:lnTo>
                  <a:lnTo>
                    <a:pt x="14" y="3415"/>
                  </a:lnTo>
                  <a:lnTo>
                    <a:pt x="55" y="3524"/>
                  </a:lnTo>
                  <a:lnTo>
                    <a:pt x="109" y="3619"/>
                  </a:lnTo>
                  <a:lnTo>
                    <a:pt x="177" y="3714"/>
                  </a:lnTo>
                  <a:lnTo>
                    <a:pt x="259" y="3782"/>
                  </a:lnTo>
                  <a:lnTo>
                    <a:pt x="368" y="3823"/>
                  </a:lnTo>
                  <a:lnTo>
                    <a:pt x="476" y="3850"/>
                  </a:lnTo>
                  <a:lnTo>
                    <a:pt x="585" y="3864"/>
                  </a:lnTo>
                  <a:lnTo>
                    <a:pt x="599" y="3864"/>
                  </a:lnTo>
                  <a:lnTo>
                    <a:pt x="708" y="3850"/>
                  </a:lnTo>
                  <a:lnTo>
                    <a:pt x="816" y="3810"/>
                  </a:lnTo>
                  <a:lnTo>
                    <a:pt x="898" y="3755"/>
                  </a:lnTo>
                  <a:lnTo>
                    <a:pt x="980" y="3687"/>
                  </a:lnTo>
                  <a:lnTo>
                    <a:pt x="1048" y="3606"/>
                  </a:lnTo>
                  <a:lnTo>
                    <a:pt x="1102" y="3510"/>
                  </a:lnTo>
                  <a:lnTo>
                    <a:pt x="1129" y="3415"/>
                  </a:lnTo>
                  <a:lnTo>
                    <a:pt x="1143" y="3306"/>
                  </a:lnTo>
                  <a:lnTo>
                    <a:pt x="114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29"/>
            <p:cNvSpPr/>
            <p:nvPr/>
          </p:nvSpPr>
          <p:spPr>
            <a:xfrm>
              <a:off x="1412449" y="2398847"/>
              <a:ext cx="40432" cy="136599"/>
            </a:xfrm>
            <a:custGeom>
              <a:avLst/>
              <a:gdLst/>
              <a:ahLst/>
              <a:cxnLst/>
              <a:rect l="l" t="t" r="r" b="b"/>
              <a:pathLst>
                <a:path w="1144" h="3865" extrusionOk="0">
                  <a:moveTo>
                    <a:pt x="1" y="1"/>
                  </a:moveTo>
                  <a:lnTo>
                    <a:pt x="1" y="3306"/>
                  </a:lnTo>
                  <a:lnTo>
                    <a:pt x="14" y="3415"/>
                  </a:lnTo>
                  <a:lnTo>
                    <a:pt x="55" y="3524"/>
                  </a:lnTo>
                  <a:lnTo>
                    <a:pt x="109" y="3619"/>
                  </a:lnTo>
                  <a:lnTo>
                    <a:pt x="177" y="3714"/>
                  </a:lnTo>
                  <a:lnTo>
                    <a:pt x="259" y="3782"/>
                  </a:lnTo>
                  <a:lnTo>
                    <a:pt x="368" y="3823"/>
                  </a:lnTo>
                  <a:lnTo>
                    <a:pt x="477" y="3850"/>
                  </a:lnTo>
                  <a:lnTo>
                    <a:pt x="586" y="3864"/>
                  </a:lnTo>
                  <a:lnTo>
                    <a:pt x="599" y="3864"/>
                  </a:lnTo>
                  <a:lnTo>
                    <a:pt x="708" y="3850"/>
                  </a:lnTo>
                  <a:lnTo>
                    <a:pt x="817" y="3810"/>
                  </a:lnTo>
                  <a:lnTo>
                    <a:pt x="898" y="3755"/>
                  </a:lnTo>
                  <a:lnTo>
                    <a:pt x="980" y="3687"/>
                  </a:lnTo>
                  <a:lnTo>
                    <a:pt x="1048" y="3606"/>
                  </a:lnTo>
                  <a:lnTo>
                    <a:pt x="1102" y="3510"/>
                  </a:lnTo>
                  <a:lnTo>
                    <a:pt x="1130" y="3415"/>
                  </a:lnTo>
                  <a:lnTo>
                    <a:pt x="1143" y="3306"/>
                  </a:lnTo>
                  <a:lnTo>
                    <a:pt x="114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29"/>
            <p:cNvSpPr/>
            <p:nvPr/>
          </p:nvSpPr>
          <p:spPr>
            <a:xfrm>
              <a:off x="1489850" y="2398847"/>
              <a:ext cx="39937" cy="136599"/>
            </a:xfrm>
            <a:custGeom>
              <a:avLst/>
              <a:gdLst/>
              <a:ahLst/>
              <a:cxnLst/>
              <a:rect l="l" t="t" r="r" b="b"/>
              <a:pathLst>
                <a:path w="1130" h="3865" extrusionOk="0">
                  <a:moveTo>
                    <a:pt x="1" y="1"/>
                  </a:moveTo>
                  <a:lnTo>
                    <a:pt x="1" y="3306"/>
                  </a:lnTo>
                  <a:lnTo>
                    <a:pt x="1" y="3415"/>
                  </a:lnTo>
                  <a:lnTo>
                    <a:pt x="41" y="3524"/>
                  </a:lnTo>
                  <a:lnTo>
                    <a:pt x="96" y="3619"/>
                  </a:lnTo>
                  <a:lnTo>
                    <a:pt x="164" y="3714"/>
                  </a:lnTo>
                  <a:lnTo>
                    <a:pt x="259" y="3782"/>
                  </a:lnTo>
                  <a:lnTo>
                    <a:pt x="354" y="3823"/>
                  </a:lnTo>
                  <a:lnTo>
                    <a:pt x="463" y="3850"/>
                  </a:lnTo>
                  <a:lnTo>
                    <a:pt x="586" y="3864"/>
                  </a:lnTo>
                  <a:lnTo>
                    <a:pt x="694" y="3850"/>
                  </a:lnTo>
                  <a:lnTo>
                    <a:pt x="803" y="3810"/>
                  </a:lnTo>
                  <a:lnTo>
                    <a:pt x="898" y="3755"/>
                  </a:lnTo>
                  <a:lnTo>
                    <a:pt x="980" y="3687"/>
                  </a:lnTo>
                  <a:lnTo>
                    <a:pt x="1034" y="3606"/>
                  </a:lnTo>
                  <a:lnTo>
                    <a:pt x="1089" y="3510"/>
                  </a:lnTo>
                  <a:lnTo>
                    <a:pt x="1116" y="3415"/>
                  </a:lnTo>
                  <a:lnTo>
                    <a:pt x="1130" y="3306"/>
                  </a:lnTo>
                  <a:lnTo>
                    <a:pt x="1130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29"/>
            <p:cNvSpPr/>
            <p:nvPr/>
          </p:nvSpPr>
          <p:spPr>
            <a:xfrm>
              <a:off x="1566791" y="2398847"/>
              <a:ext cx="39937" cy="136599"/>
            </a:xfrm>
            <a:custGeom>
              <a:avLst/>
              <a:gdLst/>
              <a:ahLst/>
              <a:cxnLst/>
              <a:rect l="l" t="t" r="r" b="b"/>
              <a:pathLst>
                <a:path w="1130" h="3865" extrusionOk="0">
                  <a:moveTo>
                    <a:pt x="0" y="1"/>
                  </a:moveTo>
                  <a:lnTo>
                    <a:pt x="0" y="3306"/>
                  </a:lnTo>
                  <a:lnTo>
                    <a:pt x="14" y="3415"/>
                  </a:lnTo>
                  <a:lnTo>
                    <a:pt x="41" y="3524"/>
                  </a:lnTo>
                  <a:lnTo>
                    <a:pt x="95" y="3619"/>
                  </a:lnTo>
                  <a:lnTo>
                    <a:pt x="163" y="3714"/>
                  </a:lnTo>
                  <a:lnTo>
                    <a:pt x="259" y="3782"/>
                  </a:lnTo>
                  <a:lnTo>
                    <a:pt x="354" y="3823"/>
                  </a:lnTo>
                  <a:lnTo>
                    <a:pt x="463" y="3850"/>
                  </a:lnTo>
                  <a:lnTo>
                    <a:pt x="585" y="3864"/>
                  </a:lnTo>
                  <a:lnTo>
                    <a:pt x="599" y="3864"/>
                  </a:lnTo>
                  <a:lnTo>
                    <a:pt x="707" y="3850"/>
                  </a:lnTo>
                  <a:lnTo>
                    <a:pt x="803" y="3810"/>
                  </a:lnTo>
                  <a:lnTo>
                    <a:pt x="898" y="3755"/>
                  </a:lnTo>
                  <a:lnTo>
                    <a:pt x="979" y="3687"/>
                  </a:lnTo>
                  <a:lnTo>
                    <a:pt x="1048" y="3606"/>
                  </a:lnTo>
                  <a:lnTo>
                    <a:pt x="1088" y="3510"/>
                  </a:lnTo>
                  <a:lnTo>
                    <a:pt x="1129" y="3415"/>
                  </a:lnTo>
                  <a:lnTo>
                    <a:pt x="1129" y="3306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29"/>
            <p:cNvSpPr/>
            <p:nvPr/>
          </p:nvSpPr>
          <p:spPr>
            <a:xfrm>
              <a:off x="1643697" y="2398847"/>
              <a:ext cx="40432" cy="136599"/>
            </a:xfrm>
            <a:custGeom>
              <a:avLst/>
              <a:gdLst/>
              <a:ahLst/>
              <a:cxnLst/>
              <a:rect l="l" t="t" r="r" b="b"/>
              <a:pathLst>
                <a:path w="1144" h="3865" extrusionOk="0">
                  <a:moveTo>
                    <a:pt x="1" y="1"/>
                  </a:moveTo>
                  <a:lnTo>
                    <a:pt x="1" y="3306"/>
                  </a:lnTo>
                  <a:lnTo>
                    <a:pt x="14" y="3415"/>
                  </a:lnTo>
                  <a:lnTo>
                    <a:pt x="41" y="3524"/>
                  </a:lnTo>
                  <a:lnTo>
                    <a:pt x="96" y="3619"/>
                  </a:lnTo>
                  <a:lnTo>
                    <a:pt x="177" y="3714"/>
                  </a:lnTo>
                  <a:lnTo>
                    <a:pt x="259" y="3782"/>
                  </a:lnTo>
                  <a:lnTo>
                    <a:pt x="354" y="3823"/>
                  </a:lnTo>
                  <a:lnTo>
                    <a:pt x="463" y="3850"/>
                  </a:lnTo>
                  <a:lnTo>
                    <a:pt x="585" y="3864"/>
                  </a:lnTo>
                  <a:lnTo>
                    <a:pt x="599" y="3864"/>
                  </a:lnTo>
                  <a:lnTo>
                    <a:pt x="708" y="3850"/>
                  </a:lnTo>
                  <a:lnTo>
                    <a:pt x="803" y="3810"/>
                  </a:lnTo>
                  <a:lnTo>
                    <a:pt x="898" y="3755"/>
                  </a:lnTo>
                  <a:lnTo>
                    <a:pt x="980" y="3687"/>
                  </a:lnTo>
                  <a:lnTo>
                    <a:pt x="1048" y="3606"/>
                  </a:lnTo>
                  <a:lnTo>
                    <a:pt x="1089" y="3510"/>
                  </a:lnTo>
                  <a:lnTo>
                    <a:pt x="1130" y="3415"/>
                  </a:lnTo>
                  <a:lnTo>
                    <a:pt x="1143" y="3306"/>
                  </a:lnTo>
                  <a:lnTo>
                    <a:pt x="114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29"/>
            <p:cNvSpPr/>
            <p:nvPr/>
          </p:nvSpPr>
          <p:spPr>
            <a:xfrm>
              <a:off x="3336447" y="4559360"/>
              <a:ext cx="1235538" cy="146671"/>
            </a:xfrm>
            <a:custGeom>
              <a:avLst/>
              <a:gdLst/>
              <a:ahLst/>
              <a:cxnLst/>
              <a:rect l="l" t="t" r="r" b="b"/>
              <a:pathLst>
                <a:path w="34959" h="4150" extrusionOk="0">
                  <a:moveTo>
                    <a:pt x="17480" y="1"/>
                  </a:moveTo>
                  <a:lnTo>
                    <a:pt x="15698" y="14"/>
                  </a:lnTo>
                  <a:lnTo>
                    <a:pt x="13957" y="42"/>
                  </a:lnTo>
                  <a:lnTo>
                    <a:pt x="12283" y="96"/>
                  </a:lnTo>
                  <a:lnTo>
                    <a:pt x="10678" y="164"/>
                  </a:lnTo>
                  <a:lnTo>
                    <a:pt x="9155" y="246"/>
                  </a:lnTo>
                  <a:lnTo>
                    <a:pt x="7713" y="354"/>
                  </a:lnTo>
                  <a:lnTo>
                    <a:pt x="6366" y="477"/>
                  </a:lnTo>
                  <a:lnTo>
                    <a:pt x="5128" y="613"/>
                  </a:lnTo>
                  <a:lnTo>
                    <a:pt x="3999" y="762"/>
                  </a:lnTo>
                  <a:lnTo>
                    <a:pt x="2993" y="912"/>
                  </a:lnTo>
                  <a:lnTo>
                    <a:pt x="2530" y="994"/>
                  </a:lnTo>
                  <a:lnTo>
                    <a:pt x="2109" y="1089"/>
                  </a:lnTo>
                  <a:lnTo>
                    <a:pt x="1728" y="1171"/>
                  </a:lnTo>
                  <a:lnTo>
                    <a:pt x="1374" y="1266"/>
                  </a:lnTo>
                  <a:lnTo>
                    <a:pt x="1061" y="1361"/>
                  </a:lnTo>
                  <a:lnTo>
                    <a:pt x="789" y="1456"/>
                  </a:lnTo>
                  <a:lnTo>
                    <a:pt x="558" y="1551"/>
                  </a:lnTo>
                  <a:lnTo>
                    <a:pt x="354" y="1660"/>
                  </a:lnTo>
                  <a:lnTo>
                    <a:pt x="204" y="1755"/>
                  </a:lnTo>
                  <a:lnTo>
                    <a:pt x="96" y="1864"/>
                  </a:lnTo>
                  <a:lnTo>
                    <a:pt x="55" y="1919"/>
                  </a:lnTo>
                  <a:lnTo>
                    <a:pt x="28" y="1973"/>
                  </a:lnTo>
                  <a:lnTo>
                    <a:pt x="14" y="2027"/>
                  </a:lnTo>
                  <a:lnTo>
                    <a:pt x="0" y="2082"/>
                  </a:lnTo>
                  <a:lnTo>
                    <a:pt x="14" y="2123"/>
                  </a:lnTo>
                  <a:lnTo>
                    <a:pt x="28" y="2177"/>
                  </a:lnTo>
                  <a:lnTo>
                    <a:pt x="55" y="2232"/>
                  </a:lnTo>
                  <a:lnTo>
                    <a:pt x="96" y="2286"/>
                  </a:lnTo>
                  <a:lnTo>
                    <a:pt x="204" y="2395"/>
                  </a:lnTo>
                  <a:lnTo>
                    <a:pt x="354" y="2490"/>
                  </a:lnTo>
                  <a:lnTo>
                    <a:pt x="558" y="2599"/>
                  </a:lnTo>
                  <a:lnTo>
                    <a:pt x="789" y="2694"/>
                  </a:lnTo>
                  <a:lnTo>
                    <a:pt x="1061" y="2789"/>
                  </a:lnTo>
                  <a:lnTo>
                    <a:pt x="1374" y="2884"/>
                  </a:lnTo>
                  <a:lnTo>
                    <a:pt x="1728" y="2980"/>
                  </a:lnTo>
                  <a:lnTo>
                    <a:pt x="2109" y="3061"/>
                  </a:lnTo>
                  <a:lnTo>
                    <a:pt x="2530" y="3156"/>
                  </a:lnTo>
                  <a:lnTo>
                    <a:pt x="2993" y="3238"/>
                  </a:lnTo>
                  <a:lnTo>
                    <a:pt x="3999" y="3401"/>
                  </a:lnTo>
                  <a:lnTo>
                    <a:pt x="5128" y="3537"/>
                  </a:lnTo>
                  <a:lnTo>
                    <a:pt x="6366" y="3673"/>
                  </a:lnTo>
                  <a:lnTo>
                    <a:pt x="7713" y="3796"/>
                  </a:lnTo>
                  <a:lnTo>
                    <a:pt x="9155" y="3905"/>
                  </a:lnTo>
                  <a:lnTo>
                    <a:pt x="10678" y="3986"/>
                  </a:lnTo>
                  <a:lnTo>
                    <a:pt x="12283" y="4054"/>
                  </a:lnTo>
                  <a:lnTo>
                    <a:pt x="13957" y="4109"/>
                  </a:lnTo>
                  <a:lnTo>
                    <a:pt x="15698" y="4136"/>
                  </a:lnTo>
                  <a:lnTo>
                    <a:pt x="17480" y="4149"/>
                  </a:lnTo>
                  <a:lnTo>
                    <a:pt x="19262" y="4136"/>
                  </a:lnTo>
                  <a:lnTo>
                    <a:pt x="21003" y="4109"/>
                  </a:lnTo>
                  <a:lnTo>
                    <a:pt x="22676" y="4054"/>
                  </a:lnTo>
                  <a:lnTo>
                    <a:pt x="24281" y="3986"/>
                  </a:lnTo>
                  <a:lnTo>
                    <a:pt x="25804" y="3905"/>
                  </a:lnTo>
                  <a:lnTo>
                    <a:pt x="27246" y="3796"/>
                  </a:lnTo>
                  <a:lnTo>
                    <a:pt x="28593" y="3673"/>
                  </a:lnTo>
                  <a:lnTo>
                    <a:pt x="29831" y="3537"/>
                  </a:lnTo>
                  <a:lnTo>
                    <a:pt x="30960" y="3401"/>
                  </a:lnTo>
                  <a:lnTo>
                    <a:pt x="31966" y="3238"/>
                  </a:lnTo>
                  <a:lnTo>
                    <a:pt x="32429" y="3156"/>
                  </a:lnTo>
                  <a:lnTo>
                    <a:pt x="32851" y="3061"/>
                  </a:lnTo>
                  <a:lnTo>
                    <a:pt x="33231" y="2980"/>
                  </a:lnTo>
                  <a:lnTo>
                    <a:pt x="33585" y="2884"/>
                  </a:lnTo>
                  <a:lnTo>
                    <a:pt x="33898" y="2789"/>
                  </a:lnTo>
                  <a:lnTo>
                    <a:pt x="34170" y="2694"/>
                  </a:lnTo>
                  <a:lnTo>
                    <a:pt x="34401" y="2599"/>
                  </a:lnTo>
                  <a:lnTo>
                    <a:pt x="34605" y="2490"/>
                  </a:lnTo>
                  <a:lnTo>
                    <a:pt x="34755" y="2395"/>
                  </a:lnTo>
                  <a:lnTo>
                    <a:pt x="34864" y="2286"/>
                  </a:lnTo>
                  <a:lnTo>
                    <a:pt x="34905" y="2232"/>
                  </a:lnTo>
                  <a:lnTo>
                    <a:pt x="34932" y="2177"/>
                  </a:lnTo>
                  <a:lnTo>
                    <a:pt x="34945" y="2123"/>
                  </a:lnTo>
                  <a:lnTo>
                    <a:pt x="34959" y="2082"/>
                  </a:lnTo>
                  <a:lnTo>
                    <a:pt x="34945" y="2027"/>
                  </a:lnTo>
                  <a:lnTo>
                    <a:pt x="34932" y="1973"/>
                  </a:lnTo>
                  <a:lnTo>
                    <a:pt x="34905" y="1919"/>
                  </a:lnTo>
                  <a:lnTo>
                    <a:pt x="34864" y="1864"/>
                  </a:lnTo>
                  <a:lnTo>
                    <a:pt x="34755" y="1755"/>
                  </a:lnTo>
                  <a:lnTo>
                    <a:pt x="34605" y="1660"/>
                  </a:lnTo>
                  <a:lnTo>
                    <a:pt x="34401" y="1551"/>
                  </a:lnTo>
                  <a:lnTo>
                    <a:pt x="34170" y="1456"/>
                  </a:lnTo>
                  <a:lnTo>
                    <a:pt x="33898" y="1361"/>
                  </a:lnTo>
                  <a:lnTo>
                    <a:pt x="33585" y="1266"/>
                  </a:lnTo>
                  <a:lnTo>
                    <a:pt x="33231" y="1171"/>
                  </a:lnTo>
                  <a:lnTo>
                    <a:pt x="32851" y="1089"/>
                  </a:lnTo>
                  <a:lnTo>
                    <a:pt x="32429" y="994"/>
                  </a:lnTo>
                  <a:lnTo>
                    <a:pt x="31966" y="912"/>
                  </a:lnTo>
                  <a:lnTo>
                    <a:pt x="30960" y="762"/>
                  </a:lnTo>
                  <a:lnTo>
                    <a:pt x="29831" y="613"/>
                  </a:lnTo>
                  <a:lnTo>
                    <a:pt x="28593" y="477"/>
                  </a:lnTo>
                  <a:lnTo>
                    <a:pt x="27246" y="354"/>
                  </a:lnTo>
                  <a:lnTo>
                    <a:pt x="25804" y="246"/>
                  </a:lnTo>
                  <a:lnTo>
                    <a:pt x="24281" y="164"/>
                  </a:lnTo>
                  <a:lnTo>
                    <a:pt x="22676" y="96"/>
                  </a:lnTo>
                  <a:lnTo>
                    <a:pt x="21003" y="42"/>
                  </a:lnTo>
                  <a:lnTo>
                    <a:pt x="19262" y="14"/>
                  </a:lnTo>
                  <a:lnTo>
                    <a:pt x="17480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9"/>
            <p:cNvSpPr/>
            <p:nvPr/>
          </p:nvSpPr>
          <p:spPr>
            <a:xfrm>
              <a:off x="3168638" y="3276730"/>
              <a:ext cx="788491" cy="663944"/>
            </a:xfrm>
            <a:custGeom>
              <a:avLst/>
              <a:gdLst/>
              <a:ahLst/>
              <a:cxnLst/>
              <a:rect l="l" t="t" r="r" b="b"/>
              <a:pathLst>
                <a:path w="22310" h="18786" extrusionOk="0">
                  <a:moveTo>
                    <a:pt x="5864" y="0"/>
                  </a:moveTo>
                  <a:lnTo>
                    <a:pt x="5782" y="14"/>
                  </a:lnTo>
                  <a:lnTo>
                    <a:pt x="5700" y="41"/>
                  </a:lnTo>
                  <a:lnTo>
                    <a:pt x="5619" y="82"/>
                  </a:lnTo>
                  <a:lnTo>
                    <a:pt x="5551" y="136"/>
                  </a:lnTo>
                  <a:lnTo>
                    <a:pt x="5496" y="191"/>
                  </a:lnTo>
                  <a:lnTo>
                    <a:pt x="5456" y="272"/>
                  </a:lnTo>
                  <a:lnTo>
                    <a:pt x="5428" y="354"/>
                  </a:lnTo>
                  <a:lnTo>
                    <a:pt x="5428" y="449"/>
                  </a:lnTo>
                  <a:lnTo>
                    <a:pt x="5428" y="17901"/>
                  </a:lnTo>
                  <a:lnTo>
                    <a:pt x="450" y="17901"/>
                  </a:lnTo>
                  <a:lnTo>
                    <a:pt x="355" y="17915"/>
                  </a:lnTo>
                  <a:lnTo>
                    <a:pt x="273" y="17928"/>
                  </a:lnTo>
                  <a:lnTo>
                    <a:pt x="191" y="17969"/>
                  </a:lnTo>
                  <a:lnTo>
                    <a:pt x="137" y="18024"/>
                  </a:lnTo>
                  <a:lnTo>
                    <a:pt x="83" y="18092"/>
                  </a:lnTo>
                  <a:lnTo>
                    <a:pt x="42" y="18173"/>
                  </a:lnTo>
                  <a:lnTo>
                    <a:pt x="15" y="18255"/>
                  </a:lnTo>
                  <a:lnTo>
                    <a:pt x="1" y="18336"/>
                  </a:lnTo>
                  <a:lnTo>
                    <a:pt x="15" y="18432"/>
                  </a:lnTo>
                  <a:lnTo>
                    <a:pt x="42" y="18513"/>
                  </a:lnTo>
                  <a:lnTo>
                    <a:pt x="83" y="18595"/>
                  </a:lnTo>
                  <a:lnTo>
                    <a:pt x="137" y="18649"/>
                  </a:lnTo>
                  <a:lnTo>
                    <a:pt x="191" y="18704"/>
                  </a:lnTo>
                  <a:lnTo>
                    <a:pt x="273" y="18744"/>
                  </a:lnTo>
                  <a:lnTo>
                    <a:pt x="355" y="18772"/>
                  </a:lnTo>
                  <a:lnTo>
                    <a:pt x="450" y="18785"/>
                  </a:lnTo>
                  <a:lnTo>
                    <a:pt x="5864" y="18785"/>
                  </a:lnTo>
                  <a:lnTo>
                    <a:pt x="5959" y="18772"/>
                  </a:lnTo>
                  <a:lnTo>
                    <a:pt x="6041" y="18744"/>
                  </a:lnTo>
                  <a:lnTo>
                    <a:pt x="6109" y="18704"/>
                  </a:lnTo>
                  <a:lnTo>
                    <a:pt x="6177" y="18649"/>
                  </a:lnTo>
                  <a:lnTo>
                    <a:pt x="6231" y="18595"/>
                  </a:lnTo>
                  <a:lnTo>
                    <a:pt x="6272" y="18513"/>
                  </a:lnTo>
                  <a:lnTo>
                    <a:pt x="6299" y="18432"/>
                  </a:lnTo>
                  <a:lnTo>
                    <a:pt x="6313" y="18336"/>
                  </a:lnTo>
                  <a:lnTo>
                    <a:pt x="6313" y="884"/>
                  </a:lnTo>
                  <a:lnTo>
                    <a:pt x="21425" y="884"/>
                  </a:lnTo>
                  <a:lnTo>
                    <a:pt x="21425" y="4217"/>
                  </a:lnTo>
                  <a:lnTo>
                    <a:pt x="21439" y="4312"/>
                  </a:lnTo>
                  <a:lnTo>
                    <a:pt x="21466" y="4394"/>
                  </a:lnTo>
                  <a:lnTo>
                    <a:pt x="21507" y="4462"/>
                  </a:lnTo>
                  <a:lnTo>
                    <a:pt x="21561" y="4530"/>
                  </a:lnTo>
                  <a:lnTo>
                    <a:pt x="21616" y="4584"/>
                  </a:lnTo>
                  <a:lnTo>
                    <a:pt x="21697" y="4625"/>
                  </a:lnTo>
                  <a:lnTo>
                    <a:pt x="21779" y="4652"/>
                  </a:lnTo>
                  <a:lnTo>
                    <a:pt x="21874" y="4666"/>
                  </a:lnTo>
                  <a:lnTo>
                    <a:pt x="21956" y="4652"/>
                  </a:lnTo>
                  <a:lnTo>
                    <a:pt x="22037" y="4625"/>
                  </a:lnTo>
                  <a:lnTo>
                    <a:pt x="22119" y="4584"/>
                  </a:lnTo>
                  <a:lnTo>
                    <a:pt x="22187" y="4530"/>
                  </a:lnTo>
                  <a:lnTo>
                    <a:pt x="22241" y="4462"/>
                  </a:lnTo>
                  <a:lnTo>
                    <a:pt x="22282" y="4394"/>
                  </a:lnTo>
                  <a:lnTo>
                    <a:pt x="22296" y="4312"/>
                  </a:lnTo>
                  <a:lnTo>
                    <a:pt x="22309" y="4217"/>
                  </a:lnTo>
                  <a:lnTo>
                    <a:pt x="22309" y="449"/>
                  </a:lnTo>
                  <a:lnTo>
                    <a:pt x="22296" y="354"/>
                  </a:lnTo>
                  <a:lnTo>
                    <a:pt x="22282" y="272"/>
                  </a:lnTo>
                  <a:lnTo>
                    <a:pt x="22241" y="191"/>
                  </a:lnTo>
                  <a:lnTo>
                    <a:pt x="22187" y="136"/>
                  </a:lnTo>
                  <a:lnTo>
                    <a:pt x="22119" y="82"/>
                  </a:lnTo>
                  <a:lnTo>
                    <a:pt x="22037" y="41"/>
                  </a:lnTo>
                  <a:lnTo>
                    <a:pt x="21956" y="14"/>
                  </a:lnTo>
                  <a:lnTo>
                    <a:pt x="2187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9"/>
            <p:cNvSpPr/>
            <p:nvPr/>
          </p:nvSpPr>
          <p:spPr>
            <a:xfrm>
              <a:off x="3082119" y="3865649"/>
              <a:ext cx="118786" cy="118291"/>
            </a:xfrm>
            <a:custGeom>
              <a:avLst/>
              <a:gdLst/>
              <a:ahLst/>
              <a:cxnLst/>
              <a:rect l="l" t="t" r="r" b="b"/>
              <a:pathLst>
                <a:path w="3361" h="3347" extrusionOk="0">
                  <a:moveTo>
                    <a:pt x="1" y="0"/>
                  </a:moveTo>
                  <a:lnTo>
                    <a:pt x="1" y="3346"/>
                  </a:lnTo>
                  <a:lnTo>
                    <a:pt x="1905" y="3346"/>
                  </a:lnTo>
                  <a:lnTo>
                    <a:pt x="2055" y="3319"/>
                  </a:lnTo>
                  <a:lnTo>
                    <a:pt x="2218" y="3278"/>
                  </a:lnTo>
                  <a:lnTo>
                    <a:pt x="2367" y="3224"/>
                  </a:lnTo>
                  <a:lnTo>
                    <a:pt x="2503" y="3156"/>
                  </a:lnTo>
                  <a:lnTo>
                    <a:pt x="2639" y="3074"/>
                  </a:lnTo>
                  <a:lnTo>
                    <a:pt x="2762" y="2979"/>
                  </a:lnTo>
                  <a:lnTo>
                    <a:pt x="2884" y="2884"/>
                  </a:lnTo>
                  <a:lnTo>
                    <a:pt x="2979" y="2762"/>
                  </a:lnTo>
                  <a:lnTo>
                    <a:pt x="3075" y="2639"/>
                  </a:lnTo>
                  <a:lnTo>
                    <a:pt x="3156" y="2503"/>
                  </a:lnTo>
                  <a:lnTo>
                    <a:pt x="3224" y="2367"/>
                  </a:lnTo>
                  <a:lnTo>
                    <a:pt x="3279" y="2217"/>
                  </a:lnTo>
                  <a:lnTo>
                    <a:pt x="3320" y="2054"/>
                  </a:lnTo>
                  <a:lnTo>
                    <a:pt x="3347" y="1905"/>
                  </a:lnTo>
                  <a:lnTo>
                    <a:pt x="3360" y="1728"/>
                  </a:lnTo>
                  <a:lnTo>
                    <a:pt x="3360" y="1619"/>
                  </a:lnTo>
                  <a:lnTo>
                    <a:pt x="3347" y="1456"/>
                  </a:lnTo>
                  <a:lnTo>
                    <a:pt x="3320" y="1293"/>
                  </a:lnTo>
                  <a:lnTo>
                    <a:pt x="3279" y="1143"/>
                  </a:lnTo>
                  <a:lnTo>
                    <a:pt x="3224" y="993"/>
                  </a:lnTo>
                  <a:lnTo>
                    <a:pt x="3156" y="857"/>
                  </a:lnTo>
                  <a:lnTo>
                    <a:pt x="3075" y="721"/>
                  </a:lnTo>
                  <a:lnTo>
                    <a:pt x="2979" y="599"/>
                  </a:lnTo>
                  <a:lnTo>
                    <a:pt x="2884" y="476"/>
                  </a:lnTo>
                  <a:lnTo>
                    <a:pt x="2762" y="368"/>
                  </a:lnTo>
                  <a:lnTo>
                    <a:pt x="2639" y="286"/>
                  </a:lnTo>
                  <a:lnTo>
                    <a:pt x="2503" y="204"/>
                  </a:lnTo>
                  <a:lnTo>
                    <a:pt x="2367" y="136"/>
                  </a:lnTo>
                  <a:lnTo>
                    <a:pt x="2218" y="82"/>
                  </a:lnTo>
                  <a:lnTo>
                    <a:pt x="2055" y="41"/>
                  </a:lnTo>
                  <a:lnTo>
                    <a:pt x="1905" y="14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9"/>
            <p:cNvSpPr/>
            <p:nvPr/>
          </p:nvSpPr>
          <p:spPr>
            <a:xfrm>
              <a:off x="3586922" y="3474297"/>
              <a:ext cx="709147" cy="1161036"/>
            </a:xfrm>
            <a:custGeom>
              <a:avLst/>
              <a:gdLst/>
              <a:ahLst/>
              <a:cxnLst/>
              <a:rect l="l" t="t" r="r" b="b"/>
              <a:pathLst>
                <a:path w="20065" h="32851" extrusionOk="0">
                  <a:moveTo>
                    <a:pt x="1211" y="1"/>
                  </a:moveTo>
                  <a:lnTo>
                    <a:pt x="1034" y="14"/>
                  </a:lnTo>
                  <a:lnTo>
                    <a:pt x="871" y="55"/>
                  </a:lnTo>
                  <a:lnTo>
                    <a:pt x="708" y="110"/>
                  </a:lnTo>
                  <a:lnTo>
                    <a:pt x="572" y="191"/>
                  </a:lnTo>
                  <a:lnTo>
                    <a:pt x="449" y="286"/>
                  </a:lnTo>
                  <a:lnTo>
                    <a:pt x="340" y="382"/>
                  </a:lnTo>
                  <a:lnTo>
                    <a:pt x="245" y="490"/>
                  </a:lnTo>
                  <a:lnTo>
                    <a:pt x="163" y="627"/>
                  </a:lnTo>
                  <a:lnTo>
                    <a:pt x="95" y="763"/>
                  </a:lnTo>
                  <a:lnTo>
                    <a:pt x="41" y="899"/>
                  </a:lnTo>
                  <a:lnTo>
                    <a:pt x="14" y="1062"/>
                  </a:lnTo>
                  <a:lnTo>
                    <a:pt x="0" y="1211"/>
                  </a:lnTo>
                  <a:lnTo>
                    <a:pt x="0" y="31640"/>
                  </a:lnTo>
                  <a:lnTo>
                    <a:pt x="14" y="31763"/>
                  </a:lnTo>
                  <a:lnTo>
                    <a:pt x="27" y="31885"/>
                  </a:lnTo>
                  <a:lnTo>
                    <a:pt x="55" y="32008"/>
                  </a:lnTo>
                  <a:lnTo>
                    <a:pt x="95" y="32116"/>
                  </a:lnTo>
                  <a:lnTo>
                    <a:pt x="150" y="32225"/>
                  </a:lnTo>
                  <a:lnTo>
                    <a:pt x="218" y="32320"/>
                  </a:lnTo>
                  <a:lnTo>
                    <a:pt x="286" y="32416"/>
                  </a:lnTo>
                  <a:lnTo>
                    <a:pt x="354" y="32497"/>
                  </a:lnTo>
                  <a:lnTo>
                    <a:pt x="449" y="32579"/>
                  </a:lnTo>
                  <a:lnTo>
                    <a:pt x="544" y="32647"/>
                  </a:lnTo>
                  <a:lnTo>
                    <a:pt x="640" y="32701"/>
                  </a:lnTo>
                  <a:lnTo>
                    <a:pt x="748" y="32756"/>
                  </a:lnTo>
                  <a:lnTo>
                    <a:pt x="857" y="32796"/>
                  </a:lnTo>
                  <a:lnTo>
                    <a:pt x="966" y="32824"/>
                  </a:lnTo>
                  <a:lnTo>
                    <a:pt x="1088" y="32851"/>
                  </a:lnTo>
                  <a:lnTo>
                    <a:pt x="18976" y="32851"/>
                  </a:lnTo>
                  <a:lnTo>
                    <a:pt x="19098" y="32824"/>
                  </a:lnTo>
                  <a:lnTo>
                    <a:pt x="19221" y="32796"/>
                  </a:lnTo>
                  <a:lnTo>
                    <a:pt x="19330" y="32756"/>
                  </a:lnTo>
                  <a:lnTo>
                    <a:pt x="19438" y="32701"/>
                  </a:lnTo>
                  <a:lnTo>
                    <a:pt x="19534" y="32647"/>
                  </a:lnTo>
                  <a:lnTo>
                    <a:pt x="19629" y="32579"/>
                  </a:lnTo>
                  <a:lnTo>
                    <a:pt x="19710" y="32497"/>
                  </a:lnTo>
                  <a:lnTo>
                    <a:pt x="19792" y="32402"/>
                  </a:lnTo>
                  <a:lnTo>
                    <a:pt x="19860" y="32320"/>
                  </a:lnTo>
                  <a:lnTo>
                    <a:pt x="19914" y="32212"/>
                  </a:lnTo>
                  <a:lnTo>
                    <a:pt x="19969" y="32116"/>
                  </a:lnTo>
                  <a:lnTo>
                    <a:pt x="20010" y="32008"/>
                  </a:lnTo>
                  <a:lnTo>
                    <a:pt x="20037" y="31885"/>
                  </a:lnTo>
                  <a:lnTo>
                    <a:pt x="20051" y="31763"/>
                  </a:lnTo>
                  <a:lnTo>
                    <a:pt x="20064" y="31640"/>
                  </a:lnTo>
                  <a:lnTo>
                    <a:pt x="20064" y="1211"/>
                  </a:lnTo>
                  <a:lnTo>
                    <a:pt x="20051" y="1089"/>
                  </a:lnTo>
                  <a:lnTo>
                    <a:pt x="20037" y="967"/>
                  </a:lnTo>
                  <a:lnTo>
                    <a:pt x="20010" y="858"/>
                  </a:lnTo>
                  <a:lnTo>
                    <a:pt x="19969" y="749"/>
                  </a:lnTo>
                  <a:lnTo>
                    <a:pt x="19914" y="640"/>
                  </a:lnTo>
                  <a:lnTo>
                    <a:pt x="19860" y="531"/>
                  </a:lnTo>
                  <a:lnTo>
                    <a:pt x="19792" y="450"/>
                  </a:lnTo>
                  <a:lnTo>
                    <a:pt x="19710" y="354"/>
                  </a:lnTo>
                  <a:lnTo>
                    <a:pt x="19615" y="286"/>
                  </a:lnTo>
                  <a:lnTo>
                    <a:pt x="19534" y="205"/>
                  </a:lnTo>
                  <a:lnTo>
                    <a:pt x="19425" y="150"/>
                  </a:lnTo>
                  <a:lnTo>
                    <a:pt x="19330" y="96"/>
                  </a:lnTo>
                  <a:lnTo>
                    <a:pt x="19207" y="55"/>
                  </a:lnTo>
                  <a:lnTo>
                    <a:pt x="19098" y="28"/>
                  </a:lnTo>
                  <a:lnTo>
                    <a:pt x="18976" y="14"/>
                  </a:lnTo>
                  <a:lnTo>
                    <a:pt x="1885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9"/>
            <p:cNvSpPr/>
            <p:nvPr/>
          </p:nvSpPr>
          <p:spPr>
            <a:xfrm>
              <a:off x="3751797" y="3622843"/>
              <a:ext cx="475039" cy="59199"/>
            </a:xfrm>
            <a:custGeom>
              <a:avLst/>
              <a:gdLst/>
              <a:ahLst/>
              <a:cxnLst/>
              <a:rect l="l" t="t" r="r" b="b"/>
              <a:pathLst>
                <a:path w="13441" h="1675" extrusionOk="0">
                  <a:moveTo>
                    <a:pt x="749" y="1"/>
                  </a:moveTo>
                  <a:lnTo>
                    <a:pt x="667" y="15"/>
                  </a:lnTo>
                  <a:lnTo>
                    <a:pt x="586" y="42"/>
                  </a:lnTo>
                  <a:lnTo>
                    <a:pt x="518" y="69"/>
                  </a:lnTo>
                  <a:lnTo>
                    <a:pt x="368" y="151"/>
                  </a:lnTo>
                  <a:lnTo>
                    <a:pt x="246" y="246"/>
                  </a:lnTo>
                  <a:lnTo>
                    <a:pt x="151" y="368"/>
                  </a:lnTo>
                  <a:lnTo>
                    <a:pt x="69" y="504"/>
                  </a:lnTo>
                  <a:lnTo>
                    <a:pt x="42" y="586"/>
                  </a:lnTo>
                  <a:lnTo>
                    <a:pt x="15" y="668"/>
                  </a:lnTo>
                  <a:lnTo>
                    <a:pt x="1" y="749"/>
                  </a:lnTo>
                  <a:lnTo>
                    <a:pt x="1" y="831"/>
                  </a:lnTo>
                  <a:lnTo>
                    <a:pt x="1" y="926"/>
                  </a:lnTo>
                  <a:lnTo>
                    <a:pt x="15" y="1008"/>
                  </a:lnTo>
                  <a:lnTo>
                    <a:pt x="42" y="1089"/>
                  </a:lnTo>
                  <a:lnTo>
                    <a:pt x="69" y="1157"/>
                  </a:lnTo>
                  <a:lnTo>
                    <a:pt x="151" y="1307"/>
                  </a:lnTo>
                  <a:lnTo>
                    <a:pt x="246" y="1429"/>
                  </a:lnTo>
                  <a:lnTo>
                    <a:pt x="368" y="1524"/>
                  </a:lnTo>
                  <a:lnTo>
                    <a:pt x="518" y="1606"/>
                  </a:lnTo>
                  <a:lnTo>
                    <a:pt x="586" y="1633"/>
                  </a:lnTo>
                  <a:lnTo>
                    <a:pt x="667" y="1647"/>
                  </a:lnTo>
                  <a:lnTo>
                    <a:pt x="749" y="1660"/>
                  </a:lnTo>
                  <a:lnTo>
                    <a:pt x="831" y="1674"/>
                  </a:lnTo>
                  <a:lnTo>
                    <a:pt x="12611" y="1674"/>
                  </a:lnTo>
                  <a:lnTo>
                    <a:pt x="12692" y="1660"/>
                  </a:lnTo>
                  <a:lnTo>
                    <a:pt x="12774" y="1647"/>
                  </a:lnTo>
                  <a:lnTo>
                    <a:pt x="12855" y="1633"/>
                  </a:lnTo>
                  <a:lnTo>
                    <a:pt x="12937" y="1606"/>
                  </a:lnTo>
                  <a:lnTo>
                    <a:pt x="13073" y="1524"/>
                  </a:lnTo>
                  <a:lnTo>
                    <a:pt x="13195" y="1429"/>
                  </a:lnTo>
                  <a:lnTo>
                    <a:pt x="13304" y="1307"/>
                  </a:lnTo>
                  <a:lnTo>
                    <a:pt x="13386" y="1157"/>
                  </a:lnTo>
                  <a:lnTo>
                    <a:pt x="13413" y="1089"/>
                  </a:lnTo>
                  <a:lnTo>
                    <a:pt x="13427" y="1008"/>
                  </a:lnTo>
                  <a:lnTo>
                    <a:pt x="13440" y="926"/>
                  </a:lnTo>
                  <a:lnTo>
                    <a:pt x="13440" y="831"/>
                  </a:lnTo>
                  <a:lnTo>
                    <a:pt x="13440" y="749"/>
                  </a:lnTo>
                  <a:lnTo>
                    <a:pt x="13427" y="668"/>
                  </a:lnTo>
                  <a:lnTo>
                    <a:pt x="13413" y="586"/>
                  </a:lnTo>
                  <a:lnTo>
                    <a:pt x="13386" y="504"/>
                  </a:lnTo>
                  <a:lnTo>
                    <a:pt x="13304" y="368"/>
                  </a:lnTo>
                  <a:lnTo>
                    <a:pt x="13195" y="246"/>
                  </a:lnTo>
                  <a:lnTo>
                    <a:pt x="13073" y="151"/>
                  </a:lnTo>
                  <a:lnTo>
                    <a:pt x="12937" y="69"/>
                  </a:lnTo>
                  <a:lnTo>
                    <a:pt x="12855" y="42"/>
                  </a:lnTo>
                  <a:lnTo>
                    <a:pt x="12774" y="15"/>
                  </a:lnTo>
                  <a:lnTo>
                    <a:pt x="12692" y="1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9"/>
            <p:cNvSpPr/>
            <p:nvPr/>
          </p:nvSpPr>
          <p:spPr>
            <a:xfrm>
              <a:off x="3751797" y="3757005"/>
              <a:ext cx="475039" cy="59163"/>
            </a:xfrm>
            <a:custGeom>
              <a:avLst/>
              <a:gdLst/>
              <a:ahLst/>
              <a:cxnLst/>
              <a:rect l="l" t="t" r="r" b="b"/>
              <a:pathLst>
                <a:path w="13441" h="1674" extrusionOk="0">
                  <a:moveTo>
                    <a:pt x="749" y="0"/>
                  </a:moveTo>
                  <a:lnTo>
                    <a:pt x="667" y="14"/>
                  </a:lnTo>
                  <a:lnTo>
                    <a:pt x="586" y="41"/>
                  </a:lnTo>
                  <a:lnTo>
                    <a:pt x="518" y="68"/>
                  </a:lnTo>
                  <a:lnTo>
                    <a:pt x="368" y="150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17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30"/>
                  </a:lnTo>
                  <a:lnTo>
                    <a:pt x="1" y="925"/>
                  </a:lnTo>
                  <a:lnTo>
                    <a:pt x="15" y="1007"/>
                  </a:lnTo>
                  <a:lnTo>
                    <a:pt x="42" y="1088"/>
                  </a:lnTo>
                  <a:lnTo>
                    <a:pt x="69" y="1156"/>
                  </a:lnTo>
                  <a:lnTo>
                    <a:pt x="151" y="1306"/>
                  </a:lnTo>
                  <a:lnTo>
                    <a:pt x="246" y="1428"/>
                  </a:lnTo>
                  <a:lnTo>
                    <a:pt x="368" y="1524"/>
                  </a:lnTo>
                  <a:lnTo>
                    <a:pt x="518" y="1605"/>
                  </a:lnTo>
                  <a:lnTo>
                    <a:pt x="586" y="1632"/>
                  </a:lnTo>
                  <a:lnTo>
                    <a:pt x="667" y="1646"/>
                  </a:lnTo>
                  <a:lnTo>
                    <a:pt x="749" y="1660"/>
                  </a:lnTo>
                  <a:lnTo>
                    <a:pt x="831" y="1673"/>
                  </a:lnTo>
                  <a:lnTo>
                    <a:pt x="12611" y="1673"/>
                  </a:lnTo>
                  <a:lnTo>
                    <a:pt x="12692" y="1660"/>
                  </a:lnTo>
                  <a:lnTo>
                    <a:pt x="12774" y="1646"/>
                  </a:lnTo>
                  <a:lnTo>
                    <a:pt x="12855" y="1632"/>
                  </a:lnTo>
                  <a:lnTo>
                    <a:pt x="12937" y="1605"/>
                  </a:lnTo>
                  <a:lnTo>
                    <a:pt x="13073" y="1524"/>
                  </a:lnTo>
                  <a:lnTo>
                    <a:pt x="13195" y="1428"/>
                  </a:lnTo>
                  <a:lnTo>
                    <a:pt x="13304" y="1306"/>
                  </a:lnTo>
                  <a:lnTo>
                    <a:pt x="13386" y="1156"/>
                  </a:lnTo>
                  <a:lnTo>
                    <a:pt x="13413" y="1088"/>
                  </a:lnTo>
                  <a:lnTo>
                    <a:pt x="13427" y="1007"/>
                  </a:lnTo>
                  <a:lnTo>
                    <a:pt x="13440" y="925"/>
                  </a:lnTo>
                  <a:lnTo>
                    <a:pt x="13440" y="830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17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50"/>
                  </a:lnTo>
                  <a:lnTo>
                    <a:pt x="12937" y="68"/>
                  </a:lnTo>
                  <a:lnTo>
                    <a:pt x="12855" y="41"/>
                  </a:lnTo>
                  <a:lnTo>
                    <a:pt x="12774" y="14"/>
                  </a:lnTo>
                  <a:lnTo>
                    <a:pt x="12692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29"/>
            <p:cNvSpPr/>
            <p:nvPr/>
          </p:nvSpPr>
          <p:spPr>
            <a:xfrm>
              <a:off x="3751797" y="3891131"/>
              <a:ext cx="475039" cy="59163"/>
            </a:xfrm>
            <a:custGeom>
              <a:avLst/>
              <a:gdLst/>
              <a:ahLst/>
              <a:cxnLst/>
              <a:rect l="l" t="t" r="r" b="b"/>
              <a:pathLst>
                <a:path w="13441" h="1674" extrusionOk="0">
                  <a:moveTo>
                    <a:pt x="831" y="0"/>
                  </a:moveTo>
                  <a:lnTo>
                    <a:pt x="749" y="14"/>
                  </a:lnTo>
                  <a:lnTo>
                    <a:pt x="667" y="27"/>
                  </a:lnTo>
                  <a:lnTo>
                    <a:pt x="586" y="41"/>
                  </a:lnTo>
                  <a:lnTo>
                    <a:pt x="518" y="68"/>
                  </a:lnTo>
                  <a:lnTo>
                    <a:pt x="368" y="150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17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44"/>
                  </a:lnTo>
                  <a:lnTo>
                    <a:pt x="1" y="925"/>
                  </a:lnTo>
                  <a:lnTo>
                    <a:pt x="15" y="1007"/>
                  </a:lnTo>
                  <a:lnTo>
                    <a:pt x="42" y="1088"/>
                  </a:lnTo>
                  <a:lnTo>
                    <a:pt x="69" y="1156"/>
                  </a:lnTo>
                  <a:lnTo>
                    <a:pt x="151" y="1306"/>
                  </a:lnTo>
                  <a:lnTo>
                    <a:pt x="246" y="1428"/>
                  </a:lnTo>
                  <a:lnTo>
                    <a:pt x="368" y="1524"/>
                  </a:lnTo>
                  <a:lnTo>
                    <a:pt x="518" y="1605"/>
                  </a:lnTo>
                  <a:lnTo>
                    <a:pt x="586" y="1632"/>
                  </a:lnTo>
                  <a:lnTo>
                    <a:pt x="667" y="1660"/>
                  </a:lnTo>
                  <a:lnTo>
                    <a:pt x="749" y="1673"/>
                  </a:lnTo>
                  <a:lnTo>
                    <a:pt x="12692" y="1673"/>
                  </a:lnTo>
                  <a:lnTo>
                    <a:pt x="12774" y="1660"/>
                  </a:lnTo>
                  <a:lnTo>
                    <a:pt x="12855" y="1632"/>
                  </a:lnTo>
                  <a:lnTo>
                    <a:pt x="12937" y="1605"/>
                  </a:lnTo>
                  <a:lnTo>
                    <a:pt x="13073" y="1524"/>
                  </a:lnTo>
                  <a:lnTo>
                    <a:pt x="13195" y="1428"/>
                  </a:lnTo>
                  <a:lnTo>
                    <a:pt x="13304" y="1306"/>
                  </a:lnTo>
                  <a:lnTo>
                    <a:pt x="13386" y="1156"/>
                  </a:lnTo>
                  <a:lnTo>
                    <a:pt x="13413" y="1088"/>
                  </a:lnTo>
                  <a:lnTo>
                    <a:pt x="13427" y="1007"/>
                  </a:lnTo>
                  <a:lnTo>
                    <a:pt x="13440" y="925"/>
                  </a:lnTo>
                  <a:lnTo>
                    <a:pt x="13440" y="844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17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50"/>
                  </a:lnTo>
                  <a:lnTo>
                    <a:pt x="12937" y="68"/>
                  </a:lnTo>
                  <a:lnTo>
                    <a:pt x="12855" y="41"/>
                  </a:lnTo>
                  <a:lnTo>
                    <a:pt x="12774" y="27"/>
                  </a:lnTo>
                  <a:lnTo>
                    <a:pt x="12692" y="14"/>
                  </a:lnTo>
                  <a:lnTo>
                    <a:pt x="12611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29"/>
            <p:cNvSpPr/>
            <p:nvPr/>
          </p:nvSpPr>
          <p:spPr>
            <a:xfrm>
              <a:off x="3751797" y="4025258"/>
              <a:ext cx="475039" cy="59163"/>
            </a:xfrm>
            <a:custGeom>
              <a:avLst/>
              <a:gdLst/>
              <a:ahLst/>
              <a:cxnLst/>
              <a:rect l="l" t="t" r="r" b="b"/>
              <a:pathLst>
                <a:path w="13441" h="1674" extrusionOk="0">
                  <a:moveTo>
                    <a:pt x="831" y="0"/>
                  </a:moveTo>
                  <a:lnTo>
                    <a:pt x="749" y="14"/>
                  </a:lnTo>
                  <a:lnTo>
                    <a:pt x="667" y="28"/>
                  </a:lnTo>
                  <a:lnTo>
                    <a:pt x="586" y="41"/>
                  </a:lnTo>
                  <a:lnTo>
                    <a:pt x="518" y="68"/>
                  </a:lnTo>
                  <a:lnTo>
                    <a:pt x="368" y="150"/>
                  </a:lnTo>
                  <a:lnTo>
                    <a:pt x="246" y="245"/>
                  </a:lnTo>
                  <a:lnTo>
                    <a:pt x="151" y="368"/>
                  </a:lnTo>
                  <a:lnTo>
                    <a:pt x="69" y="517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44"/>
                  </a:lnTo>
                  <a:lnTo>
                    <a:pt x="1" y="925"/>
                  </a:lnTo>
                  <a:lnTo>
                    <a:pt x="15" y="1007"/>
                  </a:lnTo>
                  <a:lnTo>
                    <a:pt x="42" y="1089"/>
                  </a:lnTo>
                  <a:lnTo>
                    <a:pt x="69" y="1170"/>
                  </a:lnTo>
                  <a:lnTo>
                    <a:pt x="151" y="1306"/>
                  </a:lnTo>
                  <a:lnTo>
                    <a:pt x="246" y="1429"/>
                  </a:lnTo>
                  <a:lnTo>
                    <a:pt x="368" y="1537"/>
                  </a:lnTo>
                  <a:lnTo>
                    <a:pt x="518" y="1605"/>
                  </a:lnTo>
                  <a:lnTo>
                    <a:pt x="586" y="1633"/>
                  </a:lnTo>
                  <a:lnTo>
                    <a:pt x="667" y="1660"/>
                  </a:lnTo>
                  <a:lnTo>
                    <a:pt x="749" y="1673"/>
                  </a:lnTo>
                  <a:lnTo>
                    <a:pt x="12692" y="1673"/>
                  </a:lnTo>
                  <a:lnTo>
                    <a:pt x="12774" y="1660"/>
                  </a:lnTo>
                  <a:lnTo>
                    <a:pt x="12855" y="1633"/>
                  </a:lnTo>
                  <a:lnTo>
                    <a:pt x="12937" y="1605"/>
                  </a:lnTo>
                  <a:lnTo>
                    <a:pt x="13073" y="1537"/>
                  </a:lnTo>
                  <a:lnTo>
                    <a:pt x="13195" y="1429"/>
                  </a:lnTo>
                  <a:lnTo>
                    <a:pt x="13304" y="1306"/>
                  </a:lnTo>
                  <a:lnTo>
                    <a:pt x="13386" y="1170"/>
                  </a:lnTo>
                  <a:lnTo>
                    <a:pt x="13413" y="1089"/>
                  </a:lnTo>
                  <a:lnTo>
                    <a:pt x="13427" y="1007"/>
                  </a:lnTo>
                  <a:lnTo>
                    <a:pt x="13440" y="925"/>
                  </a:lnTo>
                  <a:lnTo>
                    <a:pt x="13440" y="844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17"/>
                  </a:lnTo>
                  <a:lnTo>
                    <a:pt x="13304" y="368"/>
                  </a:lnTo>
                  <a:lnTo>
                    <a:pt x="13195" y="245"/>
                  </a:lnTo>
                  <a:lnTo>
                    <a:pt x="13073" y="150"/>
                  </a:lnTo>
                  <a:lnTo>
                    <a:pt x="12937" y="68"/>
                  </a:lnTo>
                  <a:lnTo>
                    <a:pt x="12855" y="41"/>
                  </a:lnTo>
                  <a:lnTo>
                    <a:pt x="12774" y="28"/>
                  </a:lnTo>
                  <a:lnTo>
                    <a:pt x="12692" y="14"/>
                  </a:lnTo>
                  <a:lnTo>
                    <a:pt x="12611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9"/>
            <p:cNvSpPr/>
            <p:nvPr/>
          </p:nvSpPr>
          <p:spPr>
            <a:xfrm>
              <a:off x="3751797" y="4159879"/>
              <a:ext cx="475039" cy="58669"/>
            </a:xfrm>
            <a:custGeom>
              <a:avLst/>
              <a:gdLst/>
              <a:ahLst/>
              <a:cxnLst/>
              <a:rect l="l" t="t" r="r" b="b"/>
              <a:pathLst>
                <a:path w="13441" h="1660" extrusionOk="0">
                  <a:moveTo>
                    <a:pt x="749" y="0"/>
                  </a:moveTo>
                  <a:lnTo>
                    <a:pt x="667" y="14"/>
                  </a:lnTo>
                  <a:lnTo>
                    <a:pt x="586" y="27"/>
                  </a:lnTo>
                  <a:lnTo>
                    <a:pt x="518" y="54"/>
                  </a:lnTo>
                  <a:lnTo>
                    <a:pt x="368" y="136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03"/>
                  </a:lnTo>
                  <a:lnTo>
                    <a:pt x="42" y="585"/>
                  </a:lnTo>
                  <a:lnTo>
                    <a:pt x="15" y="653"/>
                  </a:lnTo>
                  <a:lnTo>
                    <a:pt x="1" y="748"/>
                  </a:lnTo>
                  <a:lnTo>
                    <a:pt x="1" y="830"/>
                  </a:lnTo>
                  <a:lnTo>
                    <a:pt x="1" y="911"/>
                  </a:lnTo>
                  <a:lnTo>
                    <a:pt x="15" y="993"/>
                  </a:lnTo>
                  <a:lnTo>
                    <a:pt x="42" y="1075"/>
                  </a:lnTo>
                  <a:lnTo>
                    <a:pt x="69" y="1156"/>
                  </a:lnTo>
                  <a:lnTo>
                    <a:pt x="151" y="1292"/>
                  </a:lnTo>
                  <a:lnTo>
                    <a:pt x="246" y="1415"/>
                  </a:lnTo>
                  <a:lnTo>
                    <a:pt x="368" y="1523"/>
                  </a:lnTo>
                  <a:lnTo>
                    <a:pt x="518" y="1592"/>
                  </a:lnTo>
                  <a:lnTo>
                    <a:pt x="586" y="1619"/>
                  </a:lnTo>
                  <a:lnTo>
                    <a:pt x="667" y="1646"/>
                  </a:lnTo>
                  <a:lnTo>
                    <a:pt x="749" y="1660"/>
                  </a:lnTo>
                  <a:lnTo>
                    <a:pt x="12692" y="1660"/>
                  </a:lnTo>
                  <a:lnTo>
                    <a:pt x="12774" y="1646"/>
                  </a:lnTo>
                  <a:lnTo>
                    <a:pt x="12855" y="1619"/>
                  </a:lnTo>
                  <a:lnTo>
                    <a:pt x="12937" y="1592"/>
                  </a:lnTo>
                  <a:lnTo>
                    <a:pt x="13073" y="1523"/>
                  </a:lnTo>
                  <a:lnTo>
                    <a:pt x="13195" y="1415"/>
                  </a:lnTo>
                  <a:lnTo>
                    <a:pt x="13304" y="1292"/>
                  </a:lnTo>
                  <a:lnTo>
                    <a:pt x="13386" y="1156"/>
                  </a:lnTo>
                  <a:lnTo>
                    <a:pt x="13413" y="1075"/>
                  </a:lnTo>
                  <a:lnTo>
                    <a:pt x="13427" y="993"/>
                  </a:lnTo>
                  <a:lnTo>
                    <a:pt x="13440" y="911"/>
                  </a:lnTo>
                  <a:lnTo>
                    <a:pt x="13440" y="830"/>
                  </a:lnTo>
                  <a:lnTo>
                    <a:pt x="13440" y="748"/>
                  </a:lnTo>
                  <a:lnTo>
                    <a:pt x="13427" y="653"/>
                  </a:lnTo>
                  <a:lnTo>
                    <a:pt x="13413" y="585"/>
                  </a:lnTo>
                  <a:lnTo>
                    <a:pt x="13386" y="503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36"/>
                  </a:lnTo>
                  <a:lnTo>
                    <a:pt x="12937" y="54"/>
                  </a:lnTo>
                  <a:lnTo>
                    <a:pt x="12855" y="27"/>
                  </a:lnTo>
                  <a:lnTo>
                    <a:pt x="12774" y="14"/>
                  </a:lnTo>
                  <a:lnTo>
                    <a:pt x="12692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9"/>
            <p:cNvSpPr/>
            <p:nvPr/>
          </p:nvSpPr>
          <p:spPr>
            <a:xfrm>
              <a:off x="3751797" y="4294005"/>
              <a:ext cx="475039" cy="58669"/>
            </a:xfrm>
            <a:custGeom>
              <a:avLst/>
              <a:gdLst/>
              <a:ahLst/>
              <a:cxnLst/>
              <a:rect l="l" t="t" r="r" b="b"/>
              <a:pathLst>
                <a:path w="13441" h="1660" extrusionOk="0">
                  <a:moveTo>
                    <a:pt x="749" y="0"/>
                  </a:moveTo>
                  <a:lnTo>
                    <a:pt x="667" y="14"/>
                  </a:lnTo>
                  <a:lnTo>
                    <a:pt x="586" y="27"/>
                  </a:lnTo>
                  <a:lnTo>
                    <a:pt x="518" y="68"/>
                  </a:lnTo>
                  <a:lnTo>
                    <a:pt x="368" y="136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03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30"/>
                  </a:lnTo>
                  <a:lnTo>
                    <a:pt x="1" y="911"/>
                  </a:lnTo>
                  <a:lnTo>
                    <a:pt x="15" y="993"/>
                  </a:lnTo>
                  <a:lnTo>
                    <a:pt x="42" y="1075"/>
                  </a:lnTo>
                  <a:lnTo>
                    <a:pt x="69" y="1156"/>
                  </a:lnTo>
                  <a:lnTo>
                    <a:pt x="151" y="1292"/>
                  </a:lnTo>
                  <a:lnTo>
                    <a:pt x="246" y="1415"/>
                  </a:lnTo>
                  <a:lnTo>
                    <a:pt x="368" y="1524"/>
                  </a:lnTo>
                  <a:lnTo>
                    <a:pt x="518" y="1592"/>
                  </a:lnTo>
                  <a:lnTo>
                    <a:pt x="586" y="1619"/>
                  </a:lnTo>
                  <a:lnTo>
                    <a:pt x="667" y="1646"/>
                  </a:lnTo>
                  <a:lnTo>
                    <a:pt x="749" y="1660"/>
                  </a:lnTo>
                  <a:lnTo>
                    <a:pt x="12692" y="1660"/>
                  </a:lnTo>
                  <a:lnTo>
                    <a:pt x="12774" y="1646"/>
                  </a:lnTo>
                  <a:lnTo>
                    <a:pt x="12855" y="1619"/>
                  </a:lnTo>
                  <a:lnTo>
                    <a:pt x="12937" y="1592"/>
                  </a:lnTo>
                  <a:lnTo>
                    <a:pt x="13073" y="1524"/>
                  </a:lnTo>
                  <a:lnTo>
                    <a:pt x="13195" y="1415"/>
                  </a:lnTo>
                  <a:lnTo>
                    <a:pt x="13304" y="1292"/>
                  </a:lnTo>
                  <a:lnTo>
                    <a:pt x="13386" y="1156"/>
                  </a:lnTo>
                  <a:lnTo>
                    <a:pt x="13413" y="1075"/>
                  </a:lnTo>
                  <a:lnTo>
                    <a:pt x="13427" y="993"/>
                  </a:lnTo>
                  <a:lnTo>
                    <a:pt x="13440" y="911"/>
                  </a:lnTo>
                  <a:lnTo>
                    <a:pt x="13440" y="830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03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36"/>
                  </a:lnTo>
                  <a:lnTo>
                    <a:pt x="12937" y="68"/>
                  </a:lnTo>
                  <a:lnTo>
                    <a:pt x="12855" y="27"/>
                  </a:lnTo>
                  <a:lnTo>
                    <a:pt x="12774" y="14"/>
                  </a:lnTo>
                  <a:lnTo>
                    <a:pt x="12692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9"/>
            <p:cNvSpPr/>
            <p:nvPr/>
          </p:nvSpPr>
          <p:spPr>
            <a:xfrm>
              <a:off x="3751797" y="4428132"/>
              <a:ext cx="475039" cy="58669"/>
            </a:xfrm>
            <a:custGeom>
              <a:avLst/>
              <a:gdLst/>
              <a:ahLst/>
              <a:cxnLst/>
              <a:rect l="l" t="t" r="r" b="b"/>
              <a:pathLst>
                <a:path w="13441" h="1660" extrusionOk="0">
                  <a:moveTo>
                    <a:pt x="749" y="0"/>
                  </a:moveTo>
                  <a:lnTo>
                    <a:pt x="667" y="14"/>
                  </a:lnTo>
                  <a:lnTo>
                    <a:pt x="586" y="41"/>
                  </a:lnTo>
                  <a:lnTo>
                    <a:pt x="518" y="68"/>
                  </a:lnTo>
                  <a:lnTo>
                    <a:pt x="368" y="136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04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30"/>
                  </a:lnTo>
                  <a:lnTo>
                    <a:pt x="1" y="912"/>
                  </a:lnTo>
                  <a:lnTo>
                    <a:pt x="15" y="993"/>
                  </a:lnTo>
                  <a:lnTo>
                    <a:pt x="42" y="1075"/>
                  </a:lnTo>
                  <a:lnTo>
                    <a:pt x="69" y="1156"/>
                  </a:lnTo>
                  <a:lnTo>
                    <a:pt x="151" y="1292"/>
                  </a:lnTo>
                  <a:lnTo>
                    <a:pt x="246" y="1415"/>
                  </a:lnTo>
                  <a:lnTo>
                    <a:pt x="368" y="1524"/>
                  </a:lnTo>
                  <a:lnTo>
                    <a:pt x="518" y="1605"/>
                  </a:lnTo>
                  <a:lnTo>
                    <a:pt x="586" y="1633"/>
                  </a:lnTo>
                  <a:lnTo>
                    <a:pt x="667" y="1646"/>
                  </a:lnTo>
                  <a:lnTo>
                    <a:pt x="749" y="1660"/>
                  </a:lnTo>
                  <a:lnTo>
                    <a:pt x="12692" y="1660"/>
                  </a:lnTo>
                  <a:lnTo>
                    <a:pt x="12774" y="1646"/>
                  </a:lnTo>
                  <a:lnTo>
                    <a:pt x="12855" y="1633"/>
                  </a:lnTo>
                  <a:lnTo>
                    <a:pt x="12937" y="1605"/>
                  </a:lnTo>
                  <a:lnTo>
                    <a:pt x="13073" y="1524"/>
                  </a:lnTo>
                  <a:lnTo>
                    <a:pt x="13195" y="1415"/>
                  </a:lnTo>
                  <a:lnTo>
                    <a:pt x="13304" y="1292"/>
                  </a:lnTo>
                  <a:lnTo>
                    <a:pt x="13386" y="1156"/>
                  </a:lnTo>
                  <a:lnTo>
                    <a:pt x="13413" y="1075"/>
                  </a:lnTo>
                  <a:lnTo>
                    <a:pt x="13427" y="993"/>
                  </a:lnTo>
                  <a:lnTo>
                    <a:pt x="13440" y="912"/>
                  </a:lnTo>
                  <a:lnTo>
                    <a:pt x="13440" y="830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04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36"/>
                  </a:lnTo>
                  <a:lnTo>
                    <a:pt x="12937" y="68"/>
                  </a:lnTo>
                  <a:lnTo>
                    <a:pt x="12855" y="41"/>
                  </a:lnTo>
                  <a:lnTo>
                    <a:pt x="12774" y="14"/>
                  </a:lnTo>
                  <a:lnTo>
                    <a:pt x="12692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29"/>
            <p:cNvSpPr/>
            <p:nvPr/>
          </p:nvSpPr>
          <p:spPr>
            <a:xfrm>
              <a:off x="3667681" y="3622843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1"/>
                  </a:moveTo>
                  <a:lnTo>
                    <a:pt x="286" y="15"/>
                  </a:lnTo>
                  <a:lnTo>
                    <a:pt x="218" y="28"/>
                  </a:lnTo>
                  <a:lnTo>
                    <a:pt x="164" y="69"/>
                  </a:lnTo>
                  <a:lnTo>
                    <a:pt x="109" y="110"/>
                  </a:lnTo>
                  <a:lnTo>
                    <a:pt x="69" y="164"/>
                  </a:lnTo>
                  <a:lnTo>
                    <a:pt x="28" y="219"/>
                  </a:lnTo>
                  <a:lnTo>
                    <a:pt x="14" y="287"/>
                  </a:lnTo>
                  <a:lnTo>
                    <a:pt x="1" y="355"/>
                  </a:lnTo>
                  <a:lnTo>
                    <a:pt x="14" y="436"/>
                  </a:lnTo>
                  <a:lnTo>
                    <a:pt x="28" y="491"/>
                  </a:lnTo>
                  <a:lnTo>
                    <a:pt x="69" y="559"/>
                  </a:lnTo>
                  <a:lnTo>
                    <a:pt x="109" y="613"/>
                  </a:lnTo>
                  <a:lnTo>
                    <a:pt x="164" y="654"/>
                  </a:lnTo>
                  <a:lnTo>
                    <a:pt x="218" y="681"/>
                  </a:lnTo>
                  <a:lnTo>
                    <a:pt x="286" y="708"/>
                  </a:lnTo>
                  <a:lnTo>
                    <a:pt x="354" y="722"/>
                  </a:lnTo>
                  <a:lnTo>
                    <a:pt x="436" y="708"/>
                  </a:lnTo>
                  <a:lnTo>
                    <a:pt x="504" y="681"/>
                  </a:lnTo>
                  <a:lnTo>
                    <a:pt x="558" y="654"/>
                  </a:lnTo>
                  <a:lnTo>
                    <a:pt x="613" y="613"/>
                  </a:lnTo>
                  <a:lnTo>
                    <a:pt x="653" y="559"/>
                  </a:lnTo>
                  <a:lnTo>
                    <a:pt x="681" y="491"/>
                  </a:lnTo>
                  <a:lnTo>
                    <a:pt x="708" y="436"/>
                  </a:lnTo>
                  <a:lnTo>
                    <a:pt x="721" y="355"/>
                  </a:lnTo>
                  <a:lnTo>
                    <a:pt x="708" y="287"/>
                  </a:lnTo>
                  <a:lnTo>
                    <a:pt x="681" y="219"/>
                  </a:lnTo>
                  <a:lnTo>
                    <a:pt x="653" y="164"/>
                  </a:lnTo>
                  <a:lnTo>
                    <a:pt x="613" y="110"/>
                  </a:lnTo>
                  <a:lnTo>
                    <a:pt x="558" y="69"/>
                  </a:lnTo>
                  <a:lnTo>
                    <a:pt x="504" y="28"/>
                  </a:lnTo>
                  <a:lnTo>
                    <a:pt x="436" y="15"/>
                  </a:lnTo>
                  <a:lnTo>
                    <a:pt x="354" y="1"/>
                  </a:lnTo>
                  <a:close/>
                </a:path>
              </a:pathLst>
            </a:custGeom>
            <a:solidFill>
              <a:srgbClr val="1739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29"/>
            <p:cNvSpPr/>
            <p:nvPr/>
          </p:nvSpPr>
          <p:spPr>
            <a:xfrm>
              <a:off x="3667681" y="3656525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0"/>
                  </a:moveTo>
                  <a:lnTo>
                    <a:pt x="286" y="14"/>
                  </a:lnTo>
                  <a:lnTo>
                    <a:pt x="218" y="27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3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35"/>
                  </a:lnTo>
                  <a:lnTo>
                    <a:pt x="28" y="503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7"/>
                  </a:lnTo>
                  <a:lnTo>
                    <a:pt x="354" y="721"/>
                  </a:lnTo>
                  <a:lnTo>
                    <a:pt x="436" y="707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3"/>
                  </a:lnTo>
                  <a:lnTo>
                    <a:pt x="708" y="435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3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7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29"/>
            <p:cNvSpPr/>
            <p:nvPr/>
          </p:nvSpPr>
          <p:spPr>
            <a:xfrm>
              <a:off x="3667681" y="3757005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0"/>
                  </a:moveTo>
                  <a:lnTo>
                    <a:pt x="286" y="14"/>
                  </a:lnTo>
                  <a:lnTo>
                    <a:pt x="218" y="27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3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35"/>
                  </a:lnTo>
                  <a:lnTo>
                    <a:pt x="28" y="503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7"/>
                  </a:lnTo>
                  <a:lnTo>
                    <a:pt x="354" y="721"/>
                  </a:lnTo>
                  <a:lnTo>
                    <a:pt x="436" y="707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3"/>
                  </a:lnTo>
                  <a:lnTo>
                    <a:pt x="708" y="435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3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7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29"/>
            <p:cNvSpPr/>
            <p:nvPr/>
          </p:nvSpPr>
          <p:spPr>
            <a:xfrm>
              <a:off x="3667681" y="3790652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0"/>
                  </a:moveTo>
                  <a:lnTo>
                    <a:pt x="286" y="14"/>
                  </a:lnTo>
                  <a:lnTo>
                    <a:pt x="218" y="27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3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36"/>
                  </a:lnTo>
                  <a:lnTo>
                    <a:pt x="28" y="504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8"/>
                  </a:lnTo>
                  <a:lnTo>
                    <a:pt x="354" y="721"/>
                  </a:lnTo>
                  <a:lnTo>
                    <a:pt x="436" y="708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4"/>
                  </a:lnTo>
                  <a:lnTo>
                    <a:pt x="708" y="436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3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7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29"/>
            <p:cNvSpPr/>
            <p:nvPr/>
          </p:nvSpPr>
          <p:spPr>
            <a:xfrm>
              <a:off x="3667681" y="4025258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0"/>
                  </a:moveTo>
                  <a:lnTo>
                    <a:pt x="286" y="14"/>
                  </a:lnTo>
                  <a:lnTo>
                    <a:pt x="218" y="41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4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68"/>
                  </a:lnTo>
                  <a:lnTo>
                    <a:pt x="14" y="436"/>
                  </a:lnTo>
                  <a:lnTo>
                    <a:pt x="28" y="504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8"/>
                  </a:lnTo>
                  <a:lnTo>
                    <a:pt x="354" y="721"/>
                  </a:lnTo>
                  <a:lnTo>
                    <a:pt x="436" y="708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4"/>
                  </a:lnTo>
                  <a:lnTo>
                    <a:pt x="708" y="436"/>
                  </a:lnTo>
                  <a:lnTo>
                    <a:pt x="721" y="368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4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41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29"/>
            <p:cNvSpPr/>
            <p:nvPr/>
          </p:nvSpPr>
          <p:spPr>
            <a:xfrm>
              <a:off x="3667681" y="4059399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7"/>
                  </a:lnTo>
                  <a:lnTo>
                    <a:pt x="164" y="54"/>
                  </a:lnTo>
                  <a:lnTo>
                    <a:pt x="109" y="95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72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44"/>
                  </a:lnTo>
                  <a:lnTo>
                    <a:pt x="109" y="599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694"/>
                  </a:lnTo>
                  <a:lnTo>
                    <a:pt x="354" y="707"/>
                  </a:lnTo>
                  <a:lnTo>
                    <a:pt x="436" y="694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599"/>
                  </a:lnTo>
                  <a:lnTo>
                    <a:pt x="653" y="544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72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5"/>
                  </a:lnTo>
                  <a:lnTo>
                    <a:pt x="558" y="54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29"/>
            <p:cNvSpPr/>
            <p:nvPr/>
          </p:nvSpPr>
          <p:spPr>
            <a:xfrm>
              <a:off x="3667681" y="3891131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0"/>
                  </a:moveTo>
                  <a:lnTo>
                    <a:pt x="286" y="14"/>
                  </a:lnTo>
                  <a:lnTo>
                    <a:pt x="218" y="27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3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67"/>
                  </a:lnTo>
                  <a:lnTo>
                    <a:pt x="14" y="435"/>
                  </a:lnTo>
                  <a:lnTo>
                    <a:pt x="28" y="503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8"/>
                  </a:lnTo>
                  <a:lnTo>
                    <a:pt x="354" y="721"/>
                  </a:lnTo>
                  <a:lnTo>
                    <a:pt x="436" y="708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3"/>
                  </a:lnTo>
                  <a:lnTo>
                    <a:pt x="708" y="435"/>
                  </a:lnTo>
                  <a:lnTo>
                    <a:pt x="721" y="367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3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7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1739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29"/>
            <p:cNvSpPr/>
            <p:nvPr/>
          </p:nvSpPr>
          <p:spPr>
            <a:xfrm>
              <a:off x="3667681" y="3924778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0"/>
                  </a:moveTo>
                  <a:lnTo>
                    <a:pt x="286" y="14"/>
                  </a:lnTo>
                  <a:lnTo>
                    <a:pt x="218" y="28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4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68"/>
                  </a:lnTo>
                  <a:lnTo>
                    <a:pt x="14" y="436"/>
                  </a:lnTo>
                  <a:lnTo>
                    <a:pt x="28" y="504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8"/>
                  </a:lnTo>
                  <a:lnTo>
                    <a:pt x="354" y="721"/>
                  </a:lnTo>
                  <a:lnTo>
                    <a:pt x="436" y="708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4"/>
                  </a:lnTo>
                  <a:lnTo>
                    <a:pt x="708" y="436"/>
                  </a:lnTo>
                  <a:lnTo>
                    <a:pt x="721" y="368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4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8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9"/>
            <p:cNvSpPr/>
            <p:nvPr/>
          </p:nvSpPr>
          <p:spPr>
            <a:xfrm>
              <a:off x="3667681" y="4159879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7"/>
                  </a:lnTo>
                  <a:lnTo>
                    <a:pt x="164" y="54"/>
                  </a:lnTo>
                  <a:lnTo>
                    <a:pt x="109" y="95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44"/>
                  </a:lnTo>
                  <a:lnTo>
                    <a:pt x="109" y="599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7"/>
                  </a:lnTo>
                  <a:lnTo>
                    <a:pt x="436" y="707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599"/>
                  </a:lnTo>
                  <a:lnTo>
                    <a:pt x="653" y="544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5"/>
                  </a:lnTo>
                  <a:lnTo>
                    <a:pt x="558" y="54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1739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9"/>
            <p:cNvSpPr/>
            <p:nvPr/>
          </p:nvSpPr>
          <p:spPr>
            <a:xfrm>
              <a:off x="3667681" y="4193526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7"/>
                  </a:lnTo>
                  <a:lnTo>
                    <a:pt x="164" y="55"/>
                  </a:lnTo>
                  <a:lnTo>
                    <a:pt x="109" y="95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599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8"/>
                  </a:lnTo>
                  <a:lnTo>
                    <a:pt x="436" y="708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599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5"/>
                  </a:lnTo>
                  <a:lnTo>
                    <a:pt x="558" y="55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29"/>
            <p:cNvSpPr/>
            <p:nvPr/>
          </p:nvSpPr>
          <p:spPr>
            <a:xfrm>
              <a:off x="3667681" y="4294005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7"/>
                  </a:lnTo>
                  <a:lnTo>
                    <a:pt x="164" y="55"/>
                  </a:lnTo>
                  <a:lnTo>
                    <a:pt x="109" y="95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599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7"/>
                  </a:lnTo>
                  <a:lnTo>
                    <a:pt x="436" y="707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599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5"/>
                  </a:lnTo>
                  <a:lnTo>
                    <a:pt x="558" y="55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29"/>
            <p:cNvSpPr/>
            <p:nvPr/>
          </p:nvSpPr>
          <p:spPr>
            <a:xfrm>
              <a:off x="3667681" y="4327652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7"/>
                  </a:lnTo>
                  <a:lnTo>
                    <a:pt x="164" y="55"/>
                  </a:lnTo>
                  <a:lnTo>
                    <a:pt x="109" y="96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8"/>
                  </a:lnTo>
                  <a:lnTo>
                    <a:pt x="436" y="708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6"/>
                  </a:lnTo>
                  <a:lnTo>
                    <a:pt x="558" y="55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9"/>
            <p:cNvSpPr/>
            <p:nvPr/>
          </p:nvSpPr>
          <p:spPr>
            <a:xfrm>
              <a:off x="3667681" y="4428132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7"/>
                  </a:lnTo>
                  <a:lnTo>
                    <a:pt x="164" y="55"/>
                  </a:lnTo>
                  <a:lnTo>
                    <a:pt x="109" y="109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8"/>
                  </a:lnTo>
                  <a:lnTo>
                    <a:pt x="436" y="708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109"/>
                  </a:lnTo>
                  <a:lnTo>
                    <a:pt x="558" y="55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1739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9"/>
            <p:cNvSpPr/>
            <p:nvPr/>
          </p:nvSpPr>
          <p:spPr>
            <a:xfrm>
              <a:off x="3667681" y="4461778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8"/>
                  </a:lnTo>
                  <a:lnTo>
                    <a:pt x="164" y="55"/>
                  </a:lnTo>
                  <a:lnTo>
                    <a:pt x="109" y="109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613"/>
                  </a:lnTo>
                  <a:lnTo>
                    <a:pt x="164" y="653"/>
                  </a:lnTo>
                  <a:lnTo>
                    <a:pt x="218" y="681"/>
                  </a:lnTo>
                  <a:lnTo>
                    <a:pt x="286" y="708"/>
                  </a:lnTo>
                  <a:lnTo>
                    <a:pt x="436" y="708"/>
                  </a:lnTo>
                  <a:lnTo>
                    <a:pt x="504" y="681"/>
                  </a:lnTo>
                  <a:lnTo>
                    <a:pt x="558" y="653"/>
                  </a:lnTo>
                  <a:lnTo>
                    <a:pt x="613" y="613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109"/>
                  </a:lnTo>
                  <a:lnTo>
                    <a:pt x="558" y="55"/>
                  </a:lnTo>
                  <a:lnTo>
                    <a:pt x="504" y="28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29"/>
            <p:cNvSpPr/>
            <p:nvPr/>
          </p:nvSpPr>
          <p:spPr>
            <a:xfrm>
              <a:off x="3722497" y="3425736"/>
              <a:ext cx="438459" cy="48596"/>
            </a:xfrm>
            <a:custGeom>
              <a:avLst/>
              <a:gdLst/>
              <a:ahLst/>
              <a:cxnLst/>
              <a:rect l="l" t="t" r="r" b="b"/>
              <a:pathLst>
                <a:path w="12406" h="1375" extrusionOk="0">
                  <a:moveTo>
                    <a:pt x="1374" y="1"/>
                  </a:moveTo>
                  <a:lnTo>
                    <a:pt x="1224" y="15"/>
                  </a:lnTo>
                  <a:lnTo>
                    <a:pt x="1088" y="28"/>
                  </a:lnTo>
                  <a:lnTo>
                    <a:pt x="966" y="69"/>
                  </a:lnTo>
                  <a:lnTo>
                    <a:pt x="830" y="110"/>
                  </a:lnTo>
                  <a:lnTo>
                    <a:pt x="708" y="164"/>
                  </a:lnTo>
                  <a:lnTo>
                    <a:pt x="599" y="246"/>
                  </a:lnTo>
                  <a:lnTo>
                    <a:pt x="490" y="314"/>
                  </a:lnTo>
                  <a:lnTo>
                    <a:pt x="395" y="409"/>
                  </a:lnTo>
                  <a:lnTo>
                    <a:pt x="313" y="504"/>
                  </a:lnTo>
                  <a:lnTo>
                    <a:pt x="231" y="613"/>
                  </a:lnTo>
                  <a:lnTo>
                    <a:pt x="163" y="722"/>
                  </a:lnTo>
                  <a:lnTo>
                    <a:pt x="109" y="844"/>
                  </a:lnTo>
                  <a:lnTo>
                    <a:pt x="55" y="967"/>
                  </a:lnTo>
                  <a:lnTo>
                    <a:pt x="27" y="1103"/>
                  </a:lnTo>
                  <a:lnTo>
                    <a:pt x="0" y="1239"/>
                  </a:lnTo>
                  <a:lnTo>
                    <a:pt x="0" y="1375"/>
                  </a:lnTo>
                  <a:lnTo>
                    <a:pt x="12406" y="1375"/>
                  </a:lnTo>
                  <a:lnTo>
                    <a:pt x="12392" y="1239"/>
                  </a:lnTo>
                  <a:lnTo>
                    <a:pt x="12379" y="1103"/>
                  </a:lnTo>
                  <a:lnTo>
                    <a:pt x="12338" y="967"/>
                  </a:lnTo>
                  <a:lnTo>
                    <a:pt x="12297" y="844"/>
                  </a:lnTo>
                  <a:lnTo>
                    <a:pt x="12229" y="722"/>
                  </a:lnTo>
                  <a:lnTo>
                    <a:pt x="12161" y="613"/>
                  </a:lnTo>
                  <a:lnTo>
                    <a:pt x="12093" y="504"/>
                  </a:lnTo>
                  <a:lnTo>
                    <a:pt x="11998" y="409"/>
                  </a:lnTo>
                  <a:lnTo>
                    <a:pt x="11902" y="314"/>
                  </a:lnTo>
                  <a:lnTo>
                    <a:pt x="11794" y="246"/>
                  </a:lnTo>
                  <a:lnTo>
                    <a:pt x="11685" y="164"/>
                  </a:lnTo>
                  <a:lnTo>
                    <a:pt x="11562" y="110"/>
                  </a:lnTo>
                  <a:lnTo>
                    <a:pt x="11440" y="69"/>
                  </a:lnTo>
                  <a:lnTo>
                    <a:pt x="11304" y="28"/>
                  </a:lnTo>
                  <a:lnTo>
                    <a:pt x="11168" y="15"/>
                  </a:lnTo>
                  <a:lnTo>
                    <a:pt x="1103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30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grpSp>
        <p:nvGrpSpPr>
          <p:cNvPr id="1263" name="Google Shape;1263;p30"/>
          <p:cNvGrpSpPr/>
          <p:nvPr/>
        </p:nvGrpSpPr>
        <p:grpSpPr>
          <a:xfrm>
            <a:off x="457197" y="1512105"/>
            <a:ext cx="2381210" cy="824600"/>
            <a:chOff x="457200" y="959300"/>
            <a:chExt cx="2518200" cy="824600"/>
          </a:xfrm>
        </p:grpSpPr>
        <p:grpSp>
          <p:nvGrpSpPr>
            <p:cNvPr id="1264" name="Google Shape;1264;p30"/>
            <p:cNvGrpSpPr/>
            <p:nvPr/>
          </p:nvGrpSpPr>
          <p:grpSpPr>
            <a:xfrm>
              <a:off x="914400" y="959300"/>
              <a:ext cx="2061000" cy="824600"/>
              <a:chOff x="457200" y="959300"/>
              <a:chExt cx="2061000" cy="824600"/>
            </a:xfrm>
          </p:grpSpPr>
          <p:sp>
            <p:nvSpPr>
              <p:cNvPr id="1265" name="Google Shape;1265;p30"/>
              <p:cNvSpPr txBox="1"/>
              <p:nvPr/>
            </p:nvSpPr>
            <p:spPr>
              <a:xfrm>
                <a:off x="457200" y="959300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Active learning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266" name="Google Shape;1266;p30"/>
              <p:cNvSpPr txBox="1"/>
              <p:nvPr/>
            </p:nvSpPr>
            <p:spPr>
              <a:xfrm>
                <a:off x="457200" y="1300900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Mercury is the closest planet to the Sun</a:t>
                </a:r>
                <a:endParaRPr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267" name="Google Shape;1267;p30"/>
            <p:cNvSpPr txBox="1"/>
            <p:nvPr/>
          </p:nvSpPr>
          <p:spPr>
            <a:xfrm>
              <a:off x="457200" y="9593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268" name="Google Shape;1268;p30"/>
          <p:cNvGrpSpPr/>
          <p:nvPr/>
        </p:nvGrpSpPr>
        <p:grpSpPr>
          <a:xfrm>
            <a:off x="6305606" y="1509839"/>
            <a:ext cx="2381197" cy="824600"/>
            <a:chOff x="6305606" y="1509839"/>
            <a:chExt cx="2381197" cy="824600"/>
          </a:xfrm>
        </p:grpSpPr>
        <p:grpSp>
          <p:nvGrpSpPr>
            <p:cNvPr id="1269" name="Google Shape;1269;p30"/>
            <p:cNvGrpSpPr/>
            <p:nvPr/>
          </p:nvGrpSpPr>
          <p:grpSpPr>
            <a:xfrm>
              <a:off x="6305606" y="1509839"/>
              <a:ext cx="1948882" cy="824600"/>
              <a:chOff x="457200" y="2087425"/>
              <a:chExt cx="2061000" cy="824600"/>
            </a:xfrm>
          </p:grpSpPr>
          <p:sp>
            <p:nvSpPr>
              <p:cNvPr id="1270" name="Google Shape;1270;p30"/>
              <p:cNvSpPr txBox="1"/>
              <p:nvPr/>
            </p:nvSpPr>
            <p:spPr>
              <a:xfrm>
                <a:off x="457200" y="2087425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Maturation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271" name="Google Shape;1271;p30"/>
              <p:cNvSpPr txBox="1"/>
              <p:nvPr/>
            </p:nvSpPr>
            <p:spPr>
              <a:xfrm>
                <a:off x="457200" y="2429025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Jupiter is a gas giant and the biggest planet</a:t>
                </a:r>
                <a:endParaRPr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272" name="Google Shape;1272;p30"/>
            <p:cNvSpPr txBox="1"/>
            <p:nvPr/>
          </p:nvSpPr>
          <p:spPr>
            <a:xfrm>
              <a:off x="8254503" y="1509839"/>
              <a:ext cx="4323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273" name="Google Shape;1273;p30"/>
          <p:cNvGrpSpPr/>
          <p:nvPr/>
        </p:nvGrpSpPr>
        <p:grpSpPr>
          <a:xfrm>
            <a:off x="457197" y="2988260"/>
            <a:ext cx="2381210" cy="824600"/>
            <a:chOff x="457200" y="959300"/>
            <a:chExt cx="2518200" cy="824600"/>
          </a:xfrm>
        </p:grpSpPr>
        <p:grpSp>
          <p:nvGrpSpPr>
            <p:cNvPr id="1274" name="Google Shape;1274;p30"/>
            <p:cNvGrpSpPr/>
            <p:nvPr/>
          </p:nvGrpSpPr>
          <p:grpSpPr>
            <a:xfrm>
              <a:off x="914400" y="959300"/>
              <a:ext cx="2061000" cy="824600"/>
              <a:chOff x="457200" y="959300"/>
              <a:chExt cx="2061000" cy="824600"/>
            </a:xfrm>
          </p:grpSpPr>
          <p:sp>
            <p:nvSpPr>
              <p:cNvPr id="1275" name="Google Shape;1275;p30"/>
              <p:cNvSpPr txBox="1"/>
              <p:nvPr/>
            </p:nvSpPr>
            <p:spPr>
              <a:xfrm>
                <a:off x="457200" y="959300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Motor synergies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276" name="Google Shape;1276;p30"/>
              <p:cNvSpPr txBox="1"/>
              <p:nvPr/>
            </p:nvSpPr>
            <p:spPr>
              <a:xfrm>
                <a:off x="457200" y="1300900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The Earth is the planet where we live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277" name="Google Shape;1277;p30"/>
            <p:cNvSpPr txBox="1"/>
            <p:nvPr/>
          </p:nvSpPr>
          <p:spPr>
            <a:xfrm>
              <a:off x="457200" y="9593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278" name="Google Shape;1278;p30"/>
          <p:cNvGrpSpPr/>
          <p:nvPr/>
        </p:nvGrpSpPr>
        <p:grpSpPr>
          <a:xfrm>
            <a:off x="6305606" y="2986010"/>
            <a:ext cx="2381197" cy="824600"/>
            <a:chOff x="6305606" y="2986010"/>
            <a:chExt cx="2381197" cy="824600"/>
          </a:xfrm>
        </p:grpSpPr>
        <p:grpSp>
          <p:nvGrpSpPr>
            <p:cNvPr id="1279" name="Google Shape;1279;p30"/>
            <p:cNvGrpSpPr/>
            <p:nvPr/>
          </p:nvGrpSpPr>
          <p:grpSpPr>
            <a:xfrm>
              <a:off x="6305606" y="2986010"/>
              <a:ext cx="1948882" cy="824600"/>
              <a:chOff x="457200" y="2087425"/>
              <a:chExt cx="2061000" cy="824600"/>
            </a:xfrm>
          </p:grpSpPr>
          <p:sp>
            <p:nvSpPr>
              <p:cNvPr id="1280" name="Google Shape;1280;p30"/>
              <p:cNvSpPr txBox="1"/>
              <p:nvPr/>
            </p:nvSpPr>
            <p:spPr>
              <a:xfrm>
                <a:off x="457200" y="2087425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Imitation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281" name="Google Shape;1281;p30"/>
              <p:cNvSpPr txBox="1"/>
              <p:nvPr/>
            </p:nvSpPr>
            <p:spPr>
              <a:xfrm>
                <a:off x="457200" y="2429025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Despite being red, Mars is a cold place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282" name="Google Shape;1282;p30"/>
            <p:cNvSpPr txBox="1"/>
            <p:nvPr/>
          </p:nvSpPr>
          <p:spPr>
            <a:xfrm>
              <a:off x="8254503" y="2986010"/>
              <a:ext cx="4323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6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sz="1800" b="1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1283" name="Google Shape;1283;p30"/>
          <p:cNvSpPr/>
          <p:nvPr/>
        </p:nvSpPr>
        <p:spPr>
          <a:xfrm>
            <a:off x="2324100" y="1609725"/>
            <a:ext cx="162000" cy="162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4" name="Google Shape;1284;p30"/>
          <p:cNvSpPr/>
          <p:nvPr/>
        </p:nvSpPr>
        <p:spPr>
          <a:xfrm>
            <a:off x="2438400" y="3065925"/>
            <a:ext cx="162000" cy="162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5" name="Google Shape;1285;p30"/>
          <p:cNvSpPr/>
          <p:nvPr/>
        </p:nvSpPr>
        <p:spPr>
          <a:xfrm>
            <a:off x="7153275" y="3065925"/>
            <a:ext cx="162000" cy="162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6" name="Google Shape;1286;p30"/>
          <p:cNvSpPr/>
          <p:nvPr/>
        </p:nvSpPr>
        <p:spPr>
          <a:xfrm>
            <a:off x="6962700" y="1609725"/>
            <a:ext cx="162000" cy="162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7" name="Google Shape;1287;p30"/>
          <p:cNvGrpSpPr/>
          <p:nvPr/>
        </p:nvGrpSpPr>
        <p:grpSpPr>
          <a:xfrm>
            <a:off x="3229376" y="1038225"/>
            <a:ext cx="2990047" cy="3762375"/>
            <a:chOff x="3229376" y="1038225"/>
            <a:chExt cx="2990047" cy="3762375"/>
          </a:xfrm>
        </p:grpSpPr>
        <p:grpSp>
          <p:nvGrpSpPr>
            <p:cNvPr id="1288" name="Google Shape;1288;p30"/>
            <p:cNvGrpSpPr/>
            <p:nvPr/>
          </p:nvGrpSpPr>
          <p:grpSpPr>
            <a:xfrm>
              <a:off x="3229376" y="1122657"/>
              <a:ext cx="2990047" cy="3677943"/>
              <a:chOff x="3076803" y="1122657"/>
              <a:chExt cx="2990047" cy="3677943"/>
            </a:xfrm>
          </p:grpSpPr>
          <p:sp>
            <p:nvSpPr>
              <p:cNvPr id="1289" name="Google Shape;1289;p30"/>
              <p:cNvSpPr/>
              <p:nvPr/>
            </p:nvSpPr>
            <p:spPr>
              <a:xfrm>
                <a:off x="5028550" y="4610100"/>
                <a:ext cx="1038300" cy="190500"/>
              </a:xfrm>
              <a:prstGeom prst="ellipse">
                <a:avLst/>
              </a:prstGeom>
              <a:solidFill>
                <a:srgbClr val="666666">
                  <a:alpha val="1254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90" name="Google Shape;1290;p30"/>
              <p:cNvGrpSpPr/>
              <p:nvPr/>
            </p:nvGrpSpPr>
            <p:grpSpPr>
              <a:xfrm>
                <a:off x="3076803" y="1122657"/>
                <a:ext cx="2846761" cy="3609149"/>
                <a:chOff x="5746228" y="1003890"/>
                <a:chExt cx="2940565" cy="3728074"/>
              </a:xfrm>
            </p:grpSpPr>
            <p:grpSp>
              <p:nvGrpSpPr>
                <p:cNvPr id="1291" name="Google Shape;1291;p30"/>
                <p:cNvGrpSpPr/>
                <p:nvPr/>
              </p:nvGrpSpPr>
              <p:grpSpPr>
                <a:xfrm>
                  <a:off x="5746228" y="1003890"/>
                  <a:ext cx="1610200" cy="3314901"/>
                  <a:chOff x="6434938" y="1003850"/>
                  <a:chExt cx="1165376" cy="2399147"/>
                </a:xfrm>
              </p:grpSpPr>
              <p:sp>
                <p:nvSpPr>
                  <p:cNvPr id="1292" name="Google Shape;1292;p30"/>
                  <p:cNvSpPr/>
                  <p:nvPr/>
                </p:nvSpPr>
                <p:spPr>
                  <a:xfrm>
                    <a:off x="6434938" y="1003850"/>
                    <a:ext cx="1165376" cy="23991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184" h="78609" extrusionOk="0">
                        <a:moveTo>
                          <a:pt x="1891" y="0"/>
                        </a:moveTo>
                        <a:lnTo>
                          <a:pt x="1687" y="14"/>
                        </a:lnTo>
                        <a:lnTo>
                          <a:pt x="1510" y="41"/>
                        </a:lnTo>
                        <a:lnTo>
                          <a:pt x="1320" y="82"/>
                        </a:lnTo>
                        <a:lnTo>
                          <a:pt x="1157" y="150"/>
                        </a:lnTo>
                        <a:lnTo>
                          <a:pt x="994" y="231"/>
                        </a:lnTo>
                        <a:lnTo>
                          <a:pt x="830" y="326"/>
                        </a:lnTo>
                        <a:lnTo>
                          <a:pt x="681" y="435"/>
                        </a:lnTo>
                        <a:lnTo>
                          <a:pt x="558" y="558"/>
                        </a:lnTo>
                        <a:lnTo>
                          <a:pt x="436" y="694"/>
                        </a:lnTo>
                        <a:lnTo>
                          <a:pt x="327" y="830"/>
                        </a:lnTo>
                        <a:lnTo>
                          <a:pt x="232" y="993"/>
                        </a:lnTo>
                        <a:lnTo>
                          <a:pt x="150" y="1156"/>
                        </a:lnTo>
                        <a:lnTo>
                          <a:pt x="82" y="1319"/>
                        </a:lnTo>
                        <a:lnTo>
                          <a:pt x="41" y="1510"/>
                        </a:lnTo>
                        <a:lnTo>
                          <a:pt x="14" y="1687"/>
                        </a:lnTo>
                        <a:lnTo>
                          <a:pt x="1" y="1891"/>
                        </a:lnTo>
                        <a:lnTo>
                          <a:pt x="1" y="76079"/>
                        </a:lnTo>
                        <a:lnTo>
                          <a:pt x="14" y="76337"/>
                        </a:lnTo>
                        <a:lnTo>
                          <a:pt x="55" y="76582"/>
                        </a:lnTo>
                        <a:lnTo>
                          <a:pt x="109" y="76827"/>
                        </a:lnTo>
                        <a:lnTo>
                          <a:pt x="205" y="77058"/>
                        </a:lnTo>
                        <a:lnTo>
                          <a:pt x="313" y="77276"/>
                        </a:lnTo>
                        <a:lnTo>
                          <a:pt x="436" y="77494"/>
                        </a:lnTo>
                        <a:lnTo>
                          <a:pt x="572" y="77684"/>
                        </a:lnTo>
                        <a:lnTo>
                          <a:pt x="735" y="77861"/>
                        </a:lnTo>
                        <a:lnTo>
                          <a:pt x="926" y="78024"/>
                        </a:lnTo>
                        <a:lnTo>
                          <a:pt x="1116" y="78174"/>
                        </a:lnTo>
                        <a:lnTo>
                          <a:pt x="1320" y="78296"/>
                        </a:lnTo>
                        <a:lnTo>
                          <a:pt x="1551" y="78405"/>
                        </a:lnTo>
                        <a:lnTo>
                          <a:pt x="1782" y="78487"/>
                        </a:lnTo>
                        <a:lnTo>
                          <a:pt x="2014" y="78555"/>
                        </a:lnTo>
                        <a:lnTo>
                          <a:pt x="2272" y="78595"/>
                        </a:lnTo>
                        <a:lnTo>
                          <a:pt x="2531" y="78609"/>
                        </a:lnTo>
                        <a:lnTo>
                          <a:pt x="35667" y="78609"/>
                        </a:lnTo>
                        <a:lnTo>
                          <a:pt x="35925" y="78595"/>
                        </a:lnTo>
                        <a:lnTo>
                          <a:pt x="36170" y="78555"/>
                        </a:lnTo>
                        <a:lnTo>
                          <a:pt x="36415" y="78487"/>
                        </a:lnTo>
                        <a:lnTo>
                          <a:pt x="36646" y="78405"/>
                        </a:lnTo>
                        <a:lnTo>
                          <a:pt x="36864" y="78296"/>
                        </a:lnTo>
                        <a:lnTo>
                          <a:pt x="37081" y="78174"/>
                        </a:lnTo>
                        <a:lnTo>
                          <a:pt x="37272" y="78024"/>
                        </a:lnTo>
                        <a:lnTo>
                          <a:pt x="37449" y="77861"/>
                        </a:lnTo>
                        <a:lnTo>
                          <a:pt x="37612" y="77684"/>
                        </a:lnTo>
                        <a:lnTo>
                          <a:pt x="37761" y="77494"/>
                        </a:lnTo>
                        <a:lnTo>
                          <a:pt x="37884" y="77276"/>
                        </a:lnTo>
                        <a:lnTo>
                          <a:pt x="37993" y="77058"/>
                        </a:lnTo>
                        <a:lnTo>
                          <a:pt x="38074" y="76827"/>
                        </a:lnTo>
                        <a:lnTo>
                          <a:pt x="38142" y="76582"/>
                        </a:lnTo>
                        <a:lnTo>
                          <a:pt x="38183" y="76337"/>
                        </a:lnTo>
                        <a:lnTo>
                          <a:pt x="38183" y="76079"/>
                        </a:lnTo>
                        <a:lnTo>
                          <a:pt x="38183" y="1891"/>
                        </a:lnTo>
                        <a:lnTo>
                          <a:pt x="38183" y="1687"/>
                        </a:lnTo>
                        <a:lnTo>
                          <a:pt x="38156" y="1510"/>
                        </a:lnTo>
                        <a:lnTo>
                          <a:pt x="38101" y="1319"/>
                        </a:lnTo>
                        <a:lnTo>
                          <a:pt x="38047" y="1156"/>
                        </a:lnTo>
                        <a:lnTo>
                          <a:pt x="37965" y="993"/>
                        </a:lnTo>
                        <a:lnTo>
                          <a:pt x="37870" y="830"/>
                        </a:lnTo>
                        <a:lnTo>
                          <a:pt x="37761" y="694"/>
                        </a:lnTo>
                        <a:lnTo>
                          <a:pt x="37639" y="558"/>
                        </a:lnTo>
                        <a:lnTo>
                          <a:pt x="37503" y="435"/>
                        </a:lnTo>
                        <a:lnTo>
                          <a:pt x="37353" y="326"/>
                        </a:lnTo>
                        <a:lnTo>
                          <a:pt x="37204" y="231"/>
                        </a:lnTo>
                        <a:lnTo>
                          <a:pt x="37040" y="150"/>
                        </a:lnTo>
                        <a:lnTo>
                          <a:pt x="36864" y="82"/>
                        </a:lnTo>
                        <a:lnTo>
                          <a:pt x="36687" y="41"/>
                        </a:lnTo>
                        <a:lnTo>
                          <a:pt x="36496" y="14"/>
                        </a:lnTo>
                        <a:lnTo>
                          <a:pt x="36306" y="0"/>
                        </a:lnTo>
                        <a:close/>
                      </a:path>
                    </a:pathLst>
                  </a:custGeom>
                  <a:solidFill>
                    <a:srgbClr val="EA4827">
                      <a:alpha val="12549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93" name="Google Shape;1293;p30"/>
                  <p:cNvSpPr/>
                  <p:nvPr/>
                </p:nvSpPr>
                <p:spPr>
                  <a:xfrm>
                    <a:off x="6434938" y="1003850"/>
                    <a:ext cx="1165376" cy="23991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184" h="78609" fill="none" extrusionOk="0">
                        <a:moveTo>
                          <a:pt x="38183" y="1891"/>
                        </a:moveTo>
                        <a:lnTo>
                          <a:pt x="38183" y="76079"/>
                        </a:lnTo>
                        <a:lnTo>
                          <a:pt x="38183" y="76079"/>
                        </a:lnTo>
                        <a:lnTo>
                          <a:pt x="38183" y="76337"/>
                        </a:lnTo>
                        <a:lnTo>
                          <a:pt x="38142" y="76582"/>
                        </a:lnTo>
                        <a:lnTo>
                          <a:pt x="38074" y="76827"/>
                        </a:lnTo>
                        <a:lnTo>
                          <a:pt x="37993" y="77058"/>
                        </a:lnTo>
                        <a:lnTo>
                          <a:pt x="37884" y="77276"/>
                        </a:lnTo>
                        <a:lnTo>
                          <a:pt x="37761" y="77494"/>
                        </a:lnTo>
                        <a:lnTo>
                          <a:pt x="37612" y="77684"/>
                        </a:lnTo>
                        <a:lnTo>
                          <a:pt x="37449" y="77861"/>
                        </a:lnTo>
                        <a:lnTo>
                          <a:pt x="37272" y="78024"/>
                        </a:lnTo>
                        <a:lnTo>
                          <a:pt x="37081" y="78174"/>
                        </a:lnTo>
                        <a:lnTo>
                          <a:pt x="36864" y="78296"/>
                        </a:lnTo>
                        <a:lnTo>
                          <a:pt x="36646" y="78405"/>
                        </a:lnTo>
                        <a:lnTo>
                          <a:pt x="36415" y="78487"/>
                        </a:lnTo>
                        <a:lnTo>
                          <a:pt x="36170" y="78555"/>
                        </a:lnTo>
                        <a:lnTo>
                          <a:pt x="35925" y="78595"/>
                        </a:lnTo>
                        <a:lnTo>
                          <a:pt x="35667" y="78609"/>
                        </a:lnTo>
                        <a:lnTo>
                          <a:pt x="2531" y="78609"/>
                        </a:lnTo>
                        <a:lnTo>
                          <a:pt x="2531" y="78609"/>
                        </a:lnTo>
                        <a:lnTo>
                          <a:pt x="2272" y="78595"/>
                        </a:lnTo>
                        <a:lnTo>
                          <a:pt x="2014" y="78555"/>
                        </a:lnTo>
                        <a:lnTo>
                          <a:pt x="1782" y="78487"/>
                        </a:lnTo>
                        <a:lnTo>
                          <a:pt x="1551" y="78405"/>
                        </a:lnTo>
                        <a:lnTo>
                          <a:pt x="1320" y="78296"/>
                        </a:lnTo>
                        <a:lnTo>
                          <a:pt x="1116" y="78174"/>
                        </a:lnTo>
                        <a:lnTo>
                          <a:pt x="926" y="78024"/>
                        </a:lnTo>
                        <a:lnTo>
                          <a:pt x="735" y="77861"/>
                        </a:lnTo>
                        <a:lnTo>
                          <a:pt x="572" y="77684"/>
                        </a:lnTo>
                        <a:lnTo>
                          <a:pt x="436" y="77494"/>
                        </a:lnTo>
                        <a:lnTo>
                          <a:pt x="313" y="77276"/>
                        </a:lnTo>
                        <a:lnTo>
                          <a:pt x="205" y="77058"/>
                        </a:lnTo>
                        <a:lnTo>
                          <a:pt x="109" y="76827"/>
                        </a:lnTo>
                        <a:lnTo>
                          <a:pt x="55" y="76582"/>
                        </a:lnTo>
                        <a:lnTo>
                          <a:pt x="14" y="76337"/>
                        </a:lnTo>
                        <a:lnTo>
                          <a:pt x="1" y="76079"/>
                        </a:lnTo>
                        <a:lnTo>
                          <a:pt x="1" y="1891"/>
                        </a:lnTo>
                        <a:lnTo>
                          <a:pt x="1" y="1891"/>
                        </a:lnTo>
                        <a:lnTo>
                          <a:pt x="14" y="1687"/>
                        </a:lnTo>
                        <a:lnTo>
                          <a:pt x="41" y="1510"/>
                        </a:lnTo>
                        <a:lnTo>
                          <a:pt x="82" y="1319"/>
                        </a:lnTo>
                        <a:lnTo>
                          <a:pt x="150" y="1156"/>
                        </a:lnTo>
                        <a:lnTo>
                          <a:pt x="232" y="993"/>
                        </a:lnTo>
                        <a:lnTo>
                          <a:pt x="327" y="830"/>
                        </a:lnTo>
                        <a:lnTo>
                          <a:pt x="436" y="694"/>
                        </a:lnTo>
                        <a:lnTo>
                          <a:pt x="558" y="558"/>
                        </a:lnTo>
                        <a:lnTo>
                          <a:pt x="681" y="435"/>
                        </a:lnTo>
                        <a:lnTo>
                          <a:pt x="830" y="326"/>
                        </a:lnTo>
                        <a:lnTo>
                          <a:pt x="994" y="231"/>
                        </a:lnTo>
                        <a:lnTo>
                          <a:pt x="1157" y="150"/>
                        </a:lnTo>
                        <a:lnTo>
                          <a:pt x="1320" y="82"/>
                        </a:lnTo>
                        <a:lnTo>
                          <a:pt x="1510" y="41"/>
                        </a:lnTo>
                        <a:lnTo>
                          <a:pt x="1687" y="14"/>
                        </a:lnTo>
                        <a:lnTo>
                          <a:pt x="1891" y="0"/>
                        </a:lnTo>
                        <a:lnTo>
                          <a:pt x="36306" y="0"/>
                        </a:lnTo>
                        <a:lnTo>
                          <a:pt x="36306" y="0"/>
                        </a:lnTo>
                        <a:lnTo>
                          <a:pt x="36496" y="14"/>
                        </a:lnTo>
                        <a:lnTo>
                          <a:pt x="36687" y="41"/>
                        </a:lnTo>
                        <a:lnTo>
                          <a:pt x="36864" y="82"/>
                        </a:lnTo>
                        <a:lnTo>
                          <a:pt x="37040" y="150"/>
                        </a:lnTo>
                        <a:lnTo>
                          <a:pt x="37204" y="231"/>
                        </a:lnTo>
                        <a:lnTo>
                          <a:pt x="37353" y="326"/>
                        </a:lnTo>
                        <a:lnTo>
                          <a:pt x="37503" y="435"/>
                        </a:lnTo>
                        <a:lnTo>
                          <a:pt x="37639" y="558"/>
                        </a:lnTo>
                        <a:lnTo>
                          <a:pt x="37761" y="694"/>
                        </a:lnTo>
                        <a:lnTo>
                          <a:pt x="37870" y="830"/>
                        </a:lnTo>
                        <a:lnTo>
                          <a:pt x="37965" y="993"/>
                        </a:lnTo>
                        <a:lnTo>
                          <a:pt x="38047" y="1156"/>
                        </a:lnTo>
                        <a:lnTo>
                          <a:pt x="38101" y="1319"/>
                        </a:lnTo>
                        <a:lnTo>
                          <a:pt x="38156" y="1510"/>
                        </a:lnTo>
                        <a:lnTo>
                          <a:pt x="38183" y="1687"/>
                        </a:lnTo>
                        <a:lnTo>
                          <a:pt x="38183" y="1891"/>
                        </a:lnTo>
                      </a:path>
                    </a:pathLst>
                  </a:cu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94" name="Google Shape;1294;p30"/>
                  <p:cNvSpPr/>
                  <p:nvPr/>
                </p:nvSpPr>
                <p:spPr>
                  <a:xfrm>
                    <a:off x="6603899" y="2229800"/>
                    <a:ext cx="827855" cy="514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5" h="1687" extrusionOk="0">
                        <a:moveTo>
                          <a:pt x="844" y="0"/>
                        </a:moveTo>
                        <a:lnTo>
                          <a:pt x="749" y="14"/>
                        </a:lnTo>
                        <a:lnTo>
                          <a:pt x="667" y="27"/>
                        </a:lnTo>
                        <a:lnTo>
                          <a:pt x="586" y="41"/>
                        </a:lnTo>
                        <a:lnTo>
                          <a:pt x="518" y="68"/>
                        </a:lnTo>
                        <a:lnTo>
                          <a:pt x="368" y="150"/>
                        </a:lnTo>
                        <a:lnTo>
                          <a:pt x="246" y="259"/>
                        </a:lnTo>
                        <a:lnTo>
                          <a:pt x="150" y="381"/>
                        </a:lnTo>
                        <a:lnTo>
                          <a:pt x="69" y="517"/>
                        </a:lnTo>
                        <a:lnTo>
                          <a:pt x="42" y="599"/>
                        </a:lnTo>
                        <a:lnTo>
                          <a:pt x="14" y="680"/>
                        </a:lnTo>
                        <a:lnTo>
                          <a:pt x="1" y="762"/>
                        </a:lnTo>
                        <a:lnTo>
                          <a:pt x="1" y="844"/>
                        </a:lnTo>
                        <a:lnTo>
                          <a:pt x="1" y="925"/>
                        </a:lnTo>
                        <a:lnTo>
                          <a:pt x="14" y="1020"/>
                        </a:lnTo>
                        <a:lnTo>
                          <a:pt x="42" y="1088"/>
                        </a:lnTo>
                        <a:lnTo>
                          <a:pt x="69" y="1170"/>
                        </a:lnTo>
                        <a:lnTo>
                          <a:pt x="150" y="1320"/>
                        </a:lnTo>
                        <a:lnTo>
                          <a:pt x="246" y="1442"/>
                        </a:lnTo>
                        <a:lnTo>
                          <a:pt x="368" y="1537"/>
                        </a:lnTo>
                        <a:lnTo>
                          <a:pt x="518" y="1619"/>
                        </a:lnTo>
                        <a:lnTo>
                          <a:pt x="586" y="1646"/>
                        </a:lnTo>
                        <a:lnTo>
                          <a:pt x="667" y="1673"/>
                        </a:lnTo>
                        <a:lnTo>
                          <a:pt x="749" y="1673"/>
                        </a:lnTo>
                        <a:lnTo>
                          <a:pt x="844" y="1687"/>
                        </a:lnTo>
                        <a:lnTo>
                          <a:pt x="26281" y="1687"/>
                        </a:lnTo>
                        <a:lnTo>
                          <a:pt x="26363" y="1673"/>
                        </a:lnTo>
                        <a:lnTo>
                          <a:pt x="26444" y="1673"/>
                        </a:lnTo>
                        <a:lnTo>
                          <a:pt x="26526" y="1646"/>
                        </a:lnTo>
                        <a:lnTo>
                          <a:pt x="26608" y="1619"/>
                        </a:lnTo>
                        <a:lnTo>
                          <a:pt x="26744" y="1537"/>
                        </a:lnTo>
                        <a:lnTo>
                          <a:pt x="26866" y="1442"/>
                        </a:lnTo>
                        <a:lnTo>
                          <a:pt x="26975" y="1320"/>
                        </a:lnTo>
                        <a:lnTo>
                          <a:pt x="27056" y="1170"/>
                        </a:lnTo>
                        <a:lnTo>
                          <a:pt x="27084" y="1088"/>
                        </a:lnTo>
                        <a:lnTo>
                          <a:pt x="27097" y="1020"/>
                        </a:lnTo>
                        <a:lnTo>
                          <a:pt x="27111" y="925"/>
                        </a:lnTo>
                        <a:lnTo>
                          <a:pt x="27124" y="844"/>
                        </a:lnTo>
                        <a:lnTo>
                          <a:pt x="27111" y="762"/>
                        </a:lnTo>
                        <a:lnTo>
                          <a:pt x="27097" y="680"/>
                        </a:lnTo>
                        <a:lnTo>
                          <a:pt x="27084" y="599"/>
                        </a:lnTo>
                        <a:lnTo>
                          <a:pt x="27056" y="517"/>
                        </a:lnTo>
                        <a:lnTo>
                          <a:pt x="26975" y="381"/>
                        </a:lnTo>
                        <a:lnTo>
                          <a:pt x="26866" y="259"/>
                        </a:lnTo>
                        <a:lnTo>
                          <a:pt x="26744" y="150"/>
                        </a:lnTo>
                        <a:lnTo>
                          <a:pt x="26608" y="68"/>
                        </a:lnTo>
                        <a:lnTo>
                          <a:pt x="26526" y="41"/>
                        </a:lnTo>
                        <a:lnTo>
                          <a:pt x="26444" y="27"/>
                        </a:lnTo>
                        <a:lnTo>
                          <a:pt x="26363" y="14"/>
                        </a:lnTo>
                        <a:lnTo>
                          <a:pt x="26281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95" name="Google Shape;1295;p30"/>
                  <p:cNvSpPr/>
                  <p:nvPr/>
                </p:nvSpPr>
                <p:spPr>
                  <a:xfrm>
                    <a:off x="6603899" y="2392536"/>
                    <a:ext cx="827855" cy="510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5" h="1674" extrusionOk="0">
                        <a:moveTo>
                          <a:pt x="749" y="0"/>
                        </a:moveTo>
                        <a:lnTo>
                          <a:pt x="667" y="14"/>
                        </a:lnTo>
                        <a:lnTo>
                          <a:pt x="586" y="28"/>
                        </a:lnTo>
                        <a:lnTo>
                          <a:pt x="518" y="55"/>
                        </a:lnTo>
                        <a:lnTo>
                          <a:pt x="368" y="136"/>
                        </a:lnTo>
                        <a:lnTo>
                          <a:pt x="246" y="245"/>
                        </a:lnTo>
                        <a:lnTo>
                          <a:pt x="150" y="368"/>
                        </a:lnTo>
                        <a:lnTo>
                          <a:pt x="69" y="504"/>
                        </a:lnTo>
                        <a:lnTo>
                          <a:pt x="42" y="585"/>
                        </a:lnTo>
                        <a:lnTo>
                          <a:pt x="14" y="667"/>
                        </a:lnTo>
                        <a:lnTo>
                          <a:pt x="1" y="749"/>
                        </a:lnTo>
                        <a:lnTo>
                          <a:pt x="1" y="830"/>
                        </a:lnTo>
                        <a:lnTo>
                          <a:pt x="1" y="925"/>
                        </a:lnTo>
                        <a:lnTo>
                          <a:pt x="14" y="1007"/>
                        </a:lnTo>
                        <a:lnTo>
                          <a:pt x="42" y="1089"/>
                        </a:lnTo>
                        <a:lnTo>
                          <a:pt x="69" y="1157"/>
                        </a:lnTo>
                        <a:lnTo>
                          <a:pt x="150" y="1306"/>
                        </a:lnTo>
                        <a:lnTo>
                          <a:pt x="246" y="1429"/>
                        </a:lnTo>
                        <a:lnTo>
                          <a:pt x="368" y="1524"/>
                        </a:lnTo>
                        <a:lnTo>
                          <a:pt x="518" y="1606"/>
                        </a:lnTo>
                        <a:lnTo>
                          <a:pt x="586" y="1633"/>
                        </a:lnTo>
                        <a:lnTo>
                          <a:pt x="667" y="1660"/>
                        </a:lnTo>
                        <a:lnTo>
                          <a:pt x="749" y="1674"/>
                        </a:lnTo>
                        <a:lnTo>
                          <a:pt x="26363" y="1674"/>
                        </a:lnTo>
                        <a:lnTo>
                          <a:pt x="26444" y="1660"/>
                        </a:lnTo>
                        <a:lnTo>
                          <a:pt x="26526" y="1633"/>
                        </a:lnTo>
                        <a:lnTo>
                          <a:pt x="26608" y="1606"/>
                        </a:lnTo>
                        <a:lnTo>
                          <a:pt x="26744" y="1524"/>
                        </a:lnTo>
                        <a:lnTo>
                          <a:pt x="26866" y="1429"/>
                        </a:lnTo>
                        <a:lnTo>
                          <a:pt x="26975" y="1306"/>
                        </a:lnTo>
                        <a:lnTo>
                          <a:pt x="27056" y="1157"/>
                        </a:lnTo>
                        <a:lnTo>
                          <a:pt x="27084" y="1089"/>
                        </a:lnTo>
                        <a:lnTo>
                          <a:pt x="27097" y="1007"/>
                        </a:lnTo>
                        <a:lnTo>
                          <a:pt x="27111" y="925"/>
                        </a:lnTo>
                        <a:lnTo>
                          <a:pt x="27124" y="830"/>
                        </a:lnTo>
                        <a:lnTo>
                          <a:pt x="27111" y="749"/>
                        </a:lnTo>
                        <a:lnTo>
                          <a:pt x="27097" y="667"/>
                        </a:lnTo>
                        <a:lnTo>
                          <a:pt x="27084" y="585"/>
                        </a:lnTo>
                        <a:lnTo>
                          <a:pt x="27056" y="504"/>
                        </a:lnTo>
                        <a:lnTo>
                          <a:pt x="26975" y="368"/>
                        </a:lnTo>
                        <a:lnTo>
                          <a:pt x="26866" y="245"/>
                        </a:lnTo>
                        <a:lnTo>
                          <a:pt x="26744" y="136"/>
                        </a:lnTo>
                        <a:lnTo>
                          <a:pt x="26608" y="55"/>
                        </a:lnTo>
                        <a:lnTo>
                          <a:pt x="26526" y="28"/>
                        </a:lnTo>
                        <a:lnTo>
                          <a:pt x="26444" y="14"/>
                        </a:lnTo>
                        <a:lnTo>
                          <a:pt x="26363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96" name="Google Shape;1296;p30"/>
                  <p:cNvSpPr/>
                  <p:nvPr/>
                </p:nvSpPr>
                <p:spPr>
                  <a:xfrm>
                    <a:off x="6603899" y="2554875"/>
                    <a:ext cx="827855" cy="510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5" h="1674" extrusionOk="0">
                        <a:moveTo>
                          <a:pt x="749" y="0"/>
                        </a:moveTo>
                        <a:lnTo>
                          <a:pt x="667" y="14"/>
                        </a:lnTo>
                        <a:lnTo>
                          <a:pt x="586" y="41"/>
                        </a:lnTo>
                        <a:lnTo>
                          <a:pt x="518" y="68"/>
                        </a:lnTo>
                        <a:lnTo>
                          <a:pt x="368" y="136"/>
                        </a:lnTo>
                        <a:lnTo>
                          <a:pt x="246" y="245"/>
                        </a:lnTo>
                        <a:lnTo>
                          <a:pt x="150" y="367"/>
                        </a:lnTo>
                        <a:lnTo>
                          <a:pt x="69" y="503"/>
                        </a:lnTo>
                        <a:lnTo>
                          <a:pt x="42" y="585"/>
                        </a:lnTo>
                        <a:lnTo>
                          <a:pt x="14" y="667"/>
                        </a:lnTo>
                        <a:lnTo>
                          <a:pt x="1" y="748"/>
                        </a:lnTo>
                        <a:lnTo>
                          <a:pt x="1" y="830"/>
                        </a:lnTo>
                        <a:lnTo>
                          <a:pt x="1" y="925"/>
                        </a:lnTo>
                        <a:lnTo>
                          <a:pt x="14" y="1007"/>
                        </a:lnTo>
                        <a:lnTo>
                          <a:pt x="42" y="1088"/>
                        </a:lnTo>
                        <a:lnTo>
                          <a:pt x="69" y="1156"/>
                        </a:lnTo>
                        <a:lnTo>
                          <a:pt x="150" y="1306"/>
                        </a:lnTo>
                        <a:lnTo>
                          <a:pt x="246" y="1428"/>
                        </a:lnTo>
                        <a:lnTo>
                          <a:pt x="368" y="1537"/>
                        </a:lnTo>
                        <a:lnTo>
                          <a:pt x="518" y="1605"/>
                        </a:lnTo>
                        <a:lnTo>
                          <a:pt x="586" y="1632"/>
                        </a:lnTo>
                        <a:lnTo>
                          <a:pt x="667" y="1660"/>
                        </a:lnTo>
                        <a:lnTo>
                          <a:pt x="749" y="1673"/>
                        </a:lnTo>
                        <a:lnTo>
                          <a:pt x="26363" y="1673"/>
                        </a:lnTo>
                        <a:lnTo>
                          <a:pt x="26444" y="1660"/>
                        </a:lnTo>
                        <a:lnTo>
                          <a:pt x="26526" y="1632"/>
                        </a:lnTo>
                        <a:lnTo>
                          <a:pt x="26608" y="1605"/>
                        </a:lnTo>
                        <a:lnTo>
                          <a:pt x="26744" y="1537"/>
                        </a:lnTo>
                        <a:lnTo>
                          <a:pt x="26866" y="1428"/>
                        </a:lnTo>
                        <a:lnTo>
                          <a:pt x="26975" y="1306"/>
                        </a:lnTo>
                        <a:lnTo>
                          <a:pt x="27056" y="1156"/>
                        </a:lnTo>
                        <a:lnTo>
                          <a:pt x="27084" y="1088"/>
                        </a:lnTo>
                        <a:lnTo>
                          <a:pt x="27097" y="1007"/>
                        </a:lnTo>
                        <a:lnTo>
                          <a:pt x="27111" y="925"/>
                        </a:lnTo>
                        <a:lnTo>
                          <a:pt x="27124" y="830"/>
                        </a:lnTo>
                        <a:lnTo>
                          <a:pt x="27111" y="748"/>
                        </a:lnTo>
                        <a:lnTo>
                          <a:pt x="27097" y="667"/>
                        </a:lnTo>
                        <a:lnTo>
                          <a:pt x="27084" y="585"/>
                        </a:lnTo>
                        <a:lnTo>
                          <a:pt x="27056" y="503"/>
                        </a:lnTo>
                        <a:lnTo>
                          <a:pt x="26975" y="367"/>
                        </a:lnTo>
                        <a:lnTo>
                          <a:pt x="26866" y="245"/>
                        </a:lnTo>
                        <a:lnTo>
                          <a:pt x="26744" y="136"/>
                        </a:lnTo>
                        <a:lnTo>
                          <a:pt x="26608" y="68"/>
                        </a:lnTo>
                        <a:lnTo>
                          <a:pt x="26526" y="41"/>
                        </a:lnTo>
                        <a:lnTo>
                          <a:pt x="26444" y="14"/>
                        </a:lnTo>
                        <a:lnTo>
                          <a:pt x="26363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97" name="Google Shape;1297;p30"/>
                  <p:cNvSpPr/>
                  <p:nvPr/>
                </p:nvSpPr>
                <p:spPr>
                  <a:xfrm>
                    <a:off x="6603899" y="2717183"/>
                    <a:ext cx="827855" cy="510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5" h="1674" extrusionOk="0">
                        <a:moveTo>
                          <a:pt x="749" y="1"/>
                        </a:moveTo>
                        <a:lnTo>
                          <a:pt x="667" y="14"/>
                        </a:lnTo>
                        <a:lnTo>
                          <a:pt x="586" y="41"/>
                        </a:lnTo>
                        <a:lnTo>
                          <a:pt x="518" y="69"/>
                        </a:lnTo>
                        <a:lnTo>
                          <a:pt x="368" y="137"/>
                        </a:lnTo>
                        <a:lnTo>
                          <a:pt x="246" y="245"/>
                        </a:lnTo>
                        <a:lnTo>
                          <a:pt x="150" y="368"/>
                        </a:lnTo>
                        <a:lnTo>
                          <a:pt x="69" y="518"/>
                        </a:lnTo>
                        <a:lnTo>
                          <a:pt x="42" y="586"/>
                        </a:lnTo>
                        <a:lnTo>
                          <a:pt x="14" y="667"/>
                        </a:lnTo>
                        <a:lnTo>
                          <a:pt x="1" y="749"/>
                        </a:lnTo>
                        <a:lnTo>
                          <a:pt x="1" y="844"/>
                        </a:lnTo>
                        <a:lnTo>
                          <a:pt x="1" y="926"/>
                        </a:lnTo>
                        <a:lnTo>
                          <a:pt x="14" y="1007"/>
                        </a:lnTo>
                        <a:lnTo>
                          <a:pt x="42" y="1089"/>
                        </a:lnTo>
                        <a:lnTo>
                          <a:pt x="69" y="1170"/>
                        </a:lnTo>
                        <a:lnTo>
                          <a:pt x="150" y="1306"/>
                        </a:lnTo>
                        <a:lnTo>
                          <a:pt x="246" y="1429"/>
                        </a:lnTo>
                        <a:lnTo>
                          <a:pt x="368" y="1538"/>
                        </a:lnTo>
                        <a:lnTo>
                          <a:pt x="518" y="1606"/>
                        </a:lnTo>
                        <a:lnTo>
                          <a:pt x="586" y="1647"/>
                        </a:lnTo>
                        <a:lnTo>
                          <a:pt x="667" y="1660"/>
                        </a:lnTo>
                        <a:lnTo>
                          <a:pt x="749" y="1674"/>
                        </a:lnTo>
                        <a:lnTo>
                          <a:pt x="26363" y="1674"/>
                        </a:lnTo>
                        <a:lnTo>
                          <a:pt x="26444" y="1660"/>
                        </a:lnTo>
                        <a:lnTo>
                          <a:pt x="26526" y="1647"/>
                        </a:lnTo>
                        <a:lnTo>
                          <a:pt x="26608" y="1606"/>
                        </a:lnTo>
                        <a:lnTo>
                          <a:pt x="26744" y="1538"/>
                        </a:lnTo>
                        <a:lnTo>
                          <a:pt x="26866" y="1429"/>
                        </a:lnTo>
                        <a:lnTo>
                          <a:pt x="26975" y="1306"/>
                        </a:lnTo>
                        <a:lnTo>
                          <a:pt x="27056" y="1170"/>
                        </a:lnTo>
                        <a:lnTo>
                          <a:pt x="27084" y="1089"/>
                        </a:lnTo>
                        <a:lnTo>
                          <a:pt x="27097" y="1007"/>
                        </a:lnTo>
                        <a:lnTo>
                          <a:pt x="27111" y="926"/>
                        </a:lnTo>
                        <a:lnTo>
                          <a:pt x="27124" y="844"/>
                        </a:lnTo>
                        <a:lnTo>
                          <a:pt x="27111" y="749"/>
                        </a:lnTo>
                        <a:lnTo>
                          <a:pt x="27097" y="667"/>
                        </a:lnTo>
                        <a:lnTo>
                          <a:pt x="27084" y="586"/>
                        </a:lnTo>
                        <a:lnTo>
                          <a:pt x="27056" y="518"/>
                        </a:lnTo>
                        <a:lnTo>
                          <a:pt x="26975" y="368"/>
                        </a:lnTo>
                        <a:lnTo>
                          <a:pt x="26866" y="245"/>
                        </a:lnTo>
                        <a:lnTo>
                          <a:pt x="26744" y="137"/>
                        </a:lnTo>
                        <a:lnTo>
                          <a:pt x="26608" y="69"/>
                        </a:lnTo>
                        <a:lnTo>
                          <a:pt x="26526" y="41"/>
                        </a:lnTo>
                        <a:lnTo>
                          <a:pt x="26444" y="14"/>
                        </a:lnTo>
                        <a:lnTo>
                          <a:pt x="26363" y="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98" name="Google Shape;1298;p30"/>
                  <p:cNvSpPr/>
                  <p:nvPr/>
                </p:nvSpPr>
                <p:spPr>
                  <a:xfrm>
                    <a:off x="6603899" y="2879522"/>
                    <a:ext cx="827855" cy="510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5" h="1674" extrusionOk="0">
                        <a:moveTo>
                          <a:pt x="749" y="0"/>
                        </a:moveTo>
                        <a:lnTo>
                          <a:pt x="667" y="14"/>
                        </a:lnTo>
                        <a:lnTo>
                          <a:pt x="586" y="41"/>
                        </a:lnTo>
                        <a:lnTo>
                          <a:pt x="518" y="68"/>
                        </a:lnTo>
                        <a:lnTo>
                          <a:pt x="368" y="150"/>
                        </a:lnTo>
                        <a:lnTo>
                          <a:pt x="246" y="245"/>
                        </a:lnTo>
                        <a:lnTo>
                          <a:pt x="150" y="367"/>
                        </a:lnTo>
                        <a:lnTo>
                          <a:pt x="69" y="517"/>
                        </a:lnTo>
                        <a:lnTo>
                          <a:pt x="42" y="585"/>
                        </a:lnTo>
                        <a:lnTo>
                          <a:pt x="14" y="667"/>
                        </a:lnTo>
                        <a:lnTo>
                          <a:pt x="1" y="748"/>
                        </a:lnTo>
                        <a:lnTo>
                          <a:pt x="1" y="844"/>
                        </a:lnTo>
                        <a:lnTo>
                          <a:pt x="1" y="925"/>
                        </a:lnTo>
                        <a:lnTo>
                          <a:pt x="14" y="1007"/>
                        </a:lnTo>
                        <a:lnTo>
                          <a:pt x="42" y="1088"/>
                        </a:lnTo>
                        <a:lnTo>
                          <a:pt x="69" y="1170"/>
                        </a:lnTo>
                        <a:lnTo>
                          <a:pt x="150" y="1306"/>
                        </a:lnTo>
                        <a:lnTo>
                          <a:pt x="246" y="1428"/>
                        </a:lnTo>
                        <a:lnTo>
                          <a:pt x="368" y="1537"/>
                        </a:lnTo>
                        <a:lnTo>
                          <a:pt x="518" y="1619"/>
                        </a:lnTo>
                        <a:lnTo>
                          <a:pt x="586" y="1646"/>
                        </a:lnTo>
                        <a:lnTo>
                          <a:pt x="667" y="1660"/>
                        </a:lnTo>
                        <a:lnTo>
                          <a:pt x="749" y="1673"/>
                        </a:lnTo>
                        <a:lnTo>
                          <a:pt x="26363" y="1673"/>
                        </a:lnTo>
                        <a:lnTo>
                          <a:pt x="26444" y="1660"/>
                        </a:lnTo>
                        <a:lnTo>
                          <a:pt x="26526" y="1646"/>
                        </a:lnTo>
                        <a:lnTo>
                          <a:pt x="26608" y="1619"/>
                        </a:lnTo>
                        <a:lnTo>
                          <a:pt x="26744" y="1537"/>
                        </a:lnTo>
                        <a:lnTo>
                          <a:pt x="26866" y="1428"/>
                        </a:lnTo>
                        <a:lnTo>
                          <a:pt x="26975" y="1306"/>
                        </a:lnTo>
                        <a:lnTo>
                          <a:pt x="27056" y="1170"/>
                        </a:lnTo>
                        <a:lnTo>
                          <a:pt x="27084" y="1088"/>
                        </a:lnTo>
                        <a:lnTo>
                          <a:pt x="27097" y="1007"/>
                        </a:lnTo>
                        <a:lnTo>
                          <a:pt x="27111" y="925"/>
                        </a:lnTo>
                        <a:lnTo>
                          <a:pt x="27124" y="844"/>
                        </a:lnTo>
                        <a:lnTo>
                          <a:pt x="27111" y="748"/>
                        </a:lnTo>
                        <a:lnTo>
                          <a:pt x="27097" y="667"/>
                        </a:lnTo>
                        <a:lnTo>
                          <a:pt x="27084" y="585"/>
                        </a:lnTo>
                        <a:lnTo>
                          <a:pt x="27056" y="517"/>
                        </a:lnTo>
                        <a:lnTo>
                          <a:pt x="26975" y="367"/>
                        </a:lnTo>
                        <a:lnTo>
                          <a:pt x="26866" y="245"/>
                        </a:lnTo>
                        <a:lnTo>
                          <a:pt x="26744" y="150"/>
                        </a:lnTo>
                        <a:lnTo>
                          <a:pt x="26608" y="68"/>
                        </a:lnTo>
                        <a:lnTo>
                          <a:pt x="26526" y="41"/>
                        </a:lnTo>
                        <a:lnTo>
                          <a:pt x="26444" y="14"/>
                        </a:lnTo>
                        <a:lnTo>
                          <a:pt x="26363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99" name="Google Shape;1299;p30"/>
                  <p:cNvSpPr/>
                  <p:nvPr/>
                </p:nvSpPr>
                <p:spPr>
                  <a:xfrm>
                    <a:off x="6603899" y="3041830"/>
                    <a:ext cx="827855" cy="515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5" h="1688" extrusionOk="0">
                        <a:moveTo>
                          <a:pt x="844" y="1"/>
                        </a:moveTo>
                        <a:lnTo>
                          <a:pt x="749" y="14"/>
                        </a:lnTo>
                        <a:lnTo>
                          <a:pt x="667" y="28"/>
                        </a:lnTo>
                        <a:lnTo>
                          <a:pt x="586" y="42"/>
                        </a:lnTo>
                        <a:lnTo>
                          <a:pt x="518" y="69"/>
                        </a:lnTo>
                        <a:lnTo>
                          <a:pt x="368" y="150"/>
                        </a:lnTo>
                        <a:lnTo>
                          <a:pt x="246" y="246"/>
                        </a:lnTo>
                        <a:lnTo>
                          <a:pt x="150" y="368"/>
                        </a:lnTo>
                        <a:lnTo>
                          <a:pt x="69" y="518"/>
                        </a:lnTo>
                        <a:lnTo>
                          <a:pt x="42" y="599"/>
                        </a:lnTo>
                        <a:lnTo>
                          <a:pt x="14" y="681"/>
                        </a:lnTo>
                        <a:lnTo>
                          <a:pt x="1" y="763"/>
                        </a:lnTo>
                        <a:lnTo>
                          <a:pt x="1" y="844"/>
                        </a:lnTo>
                        <a:lnTo>
                          <a:pt x="1" y="926"/>
                        </a:lnTo>
                        <a:lnTo>
                          <a:pt x="14" y="1007"/>
                        </a:lnTo>
                        <a:lnTo>
                          <a:pt x="42" y="1089"/>
                        </a:lnTo>
                        <a:lnTo>
                          <a:pt x="69" y="1171"/>
                        </a:lnTo>
                        <a:lnTo>
                          <a:pt x="150" y="1307"/>
                        </a:lnTo>
                        <a:lnTo>
                          <a:pt x="246" y="1443"/>
                        </a:lnTo>
                        <a:lnTo>
                          <a:pt x="368" y="1538"/>
                        </a:lnTo>
                        <a:lnTo>
                          <a:pt x="518" y="1619"/>
                        </a:lnTo>
                        <a:lnTo>
                          <a:pt x="586" y="1647"/>
                        </a:lnTo>
                        <a:lnTo>
                          <a:pt x="667" y="1660"/>
                        </a:lnTo>
                        <a:lnTo>
                          <a:pt x="749" y="1674"/>
                        </a:lnTo>
                        <a:lnTo>
                          <a:pt x="844" y="1688"/>
                        </a:lnTo>
                        <a:lnTo>
                          <a:pt x="26281" y="1688"/>
                        </a:lnTo>
                        <a:lnTo>
                          <a:pt x="26363" y="1674"/>
                        </a:lnTo>
                        <a:lnTo>
                          <a:pt x="26444" y="1660"/>
                        </a:lnTo>
                        <a:lnTo>
                          <a:pt x="26526" y="1647"/>
                        </a:lnTo>
                        <a:lnTo>
                          <a:pt x="26608" y="1619"/>
                        </a:lnTo>
                        <a:lnTo>
                          <a:pt x="26744" y="1538"/>
                        </a:lnTo>
                        <a:lnTo>
                          <a:pt x="26866" y="1443"/>
                        </a:lnTo>
                        <a:lnTo>
                          <a:pt x="26975" y="1307"/>
                        </a:lnTo>
                        <a:lnTo>
                          <a:pt x="27056" y="1171"/>
                        </a:lnTo>
                        <a:lnTo>
                          <a:pt x="27084" y="1089"/>
                        </a:lnTo>
                        <a:lnTo>
                          <a:pt x="27097" y="1007"/>
                        </a:lnTo>
                        <a:lnTo>
                          <a:pt x="27111" y="926"/>
                        </a:lnTo>
                        <a:lnTo>
                          <a:pt x="27124" y="844"/>
                        </a:lnTo>
                        <a:lnTo>
                          <a:pt x="27111" y="763"/>
                        </a:lnTo>
                        <a:lnTo>
                          <a:pt x="27097" y="681"/>
                        </a:lnTo>
                        <a:lnTo>
                          <a:pt x="27084" y="599"/>
                        </a:lnTo>
                        <a:lnTo>
                          <a:pt x="27056" y="518"/>
                        </a:lnTo>
                        <a:lnTo>
                          <a:pt x="26975" y="368"/>
                        </a:lnTo>
                        <a:lnTo>
                          <a:pt x="26866" y="246"/>
                        </a:lnTo>
                        <a:lnTo>
                          <a:pt x="26744" y="150"/>
                        </a:lnTo>
                        <a:lnTo>
                          <a:pt x="26608" y="69"/>
                        </a:lnTo>
                        <a:lnTo>
                          <a:pt x="26526" y="42"/>
                        </a:lnTo>
                        <a:lnTo>
                          <a:pt x="26444" y="28"/>
                        </a:lnTo>
                        <a:lnTo>
                          <a:pt x="26363" y="14"/>
                        </a:lnTo>
                        <a:lnTo>
                          <a:pt x="26281" y="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00" name="Google Shape;1300;p30"/>
                  <p:cNvSpPr/>
                  <p:nvPr/>
                </p:nvSpPr>
                <p:spPr>
                  <a:xfrm>
                    <a:off x="6434938" y="1003850"/>
                    <a:ext cx="1165376" cy="217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184" h="7115" extrusionOk="0">
                        <a:moveTo>
                          <a:pt x="1891" y="0"/>
                        </a:moveTo>
                        <a:lnTo>
                          <a:pt x="1687" y="14"/>
                        </a:lnTo>
                        <a:lnTo>
                          <a:pt x="1510" y="41"/>
                        </a:lnTo>
                        <a:lnTo>
                          <a:pt x="1320" y="82"/>
                        </a:lnTo>
                        <a:lnTo>
                          <a:pt x="1157" y="150"/>
                        </a:lnTo>
                        <a:lnTo>
                          <a:pt x="994" y="231"/>
                        </a:lnTo>
                        <a:lnTo>
                          <a:pt x="830" y="326"/>
                        </a:lnTo>
                        <a:lnTo>
                          <a:pt x="681" y="435"/>
                        </a:lnTo>
                        <a:lnTo>
                          <a:pt x="558" y="558"/>
                        </a:lnTo>
                        <a:lnTo>
                          <a:pt x="436" y="694"/>
                        </a:lnTo>
                        <a:lnTo>
                          <a:pt x="327" y="830"/>
                        </a:lnTo>
                        <a:lnTo>
                          <a:pt x="232" y="993"/>
                        </a:lnTo>
                        <a:lnTo>
                          <a:pt x="150" y="1156"/>
                        </a:lnTo>
                        <a:lnTo>
                          <a:pt x="82" y="1319"/>
                        </a:lnTo>
                        <a:lnTo>
                          <a:pt x="41" y="1510"/>
                        </a:lnTo>
                        <a:lnTo>
                          <a:pt x="14" y="1687"/>
                        </a:lnTo>
                        <a:lnTo>
                          <a:pt x="1" y="1891"/>
                        </a:lnTo>
                        <a:lnTo>
                          <a:pt x="1" y="7114"/>
                        </a:lnTo>
                        <a:lnTo>
                          <a:pt x="38183" y="7114"/>
                        </a:lnTo>
                        <a:lnTo>
                          <a:pt x="38183" y="1891"/>
                        </a:lnTo>
                        <a:lnTo>
                          <a:pt x="38183" y="1687"/>
                        </a:lnTo>
                        <a:lnTo>
                          <a:pt x="38156" y="1510"/>
                        </a:lnTo>
                        <a:lnTo>
                          <a:pt x="38101" y="1319"/>
                        </a:lnTo>
                        <a:lnTo>
                          <a:pt x="38047" y="1156"/>
                        </a:lnTo>
                        <a:lnTo>
                          <a:pt x="37965" y="993"/>
                        </a:lnTo>
                        <a:lnTo>
                          <a:pt x="37870" y="830"/>
                        </a:lnTo>
                        <a:lnTo>
                          <a:pt x="37761" y="694"/>
                        </a:lnTo>
                        <a:lnTo>
                          <a:pt x="37639" y="558"/>
                        </a:lnTo>
                        <a:lnTo>
                          <a:pt x="37503" y="435"/>
                        </a:lnTo>
                        <a:lnTo>
                          <a:pt x="37353" y="326"/>
                        </a:lnTo>
                        <a:lnTo>
                          <a:pt x="37204" y="231"/>
                        </a:lnTo>
                        <a:lnTo>
                          <a:pt x="37040" y="150"/>
                        </a:lnTo>
                        <a:lnTo>
                          <a:pt x="36864" y="82"/>
                        </a:lnTo>
                        <a:lnTo>
                          <a:pt x="36687" y="41"/>
                        </a:lnTo>
                        <a:lnTo>
                          <a:pt x="36496" y="14"/>
                        </a:lnTo>
                        <a:lnTo>
                          <a:pt x="36306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01" name="Google Shape;1301;p30"/>
                  <p:cNvSpPr/>
                  <p:nvPr/>
                </p:nvSpPr>
                <p:spPr>
                  <a:xfrm>
                    <a:off x="7242418" y="1064037"/>
                    <a:ext cx="75995" cy="755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0" h="2477" extrusionOk="0">
                        <a:moveTo>
                          <a:pt x="1116" y="0"/>
                        </a:moveTo>
                        <a:lnTo>
                          <a:pt x="994" y="28"/>
                        </a:lnTo>
                        <a:lnTo>
                          <a:pt x="871" y="55"/>
                        </a:lnTo>
                        <a:lnTo>
                          <a:pt x="762" y="96"/>
                        </a:lnTo>
                        <a:lnTo>
                          <a:pt x="654" y="150"/>
                        </a:lnTo>
                        <a:lnTo>
                          <a:pt x="545" y="218"/>
                        </a:lnTo>
                        <a:lnTo>
                          <a:pt x="450" y="286"/>
                        </a:lnTo>
                        <a:lnTo>
                          <a:pt x="368" y="368"/>
                        </a:lnTo>
                        <a:lnTo>
                          <a:pt x="286" y="449"/>
                        </a:lnTo>
                        <a:lnTo>
                          <a:pt x="218" y="544"/>
                        </a:lnTo>
                        <a:lnTo>
                          <a:pt x="150" y="653"/>
                        </a:lnTo>
                        <a:lnTo>
                          <a:pt x="96" y="762"/>
                        </a:lnTo>
                        <a:lnTo>
                          <a:pt x="55" y="871"/>
                        </a:lnTo>
                        <a:lnTo>
                          <a:pt x="28" y="993"/>
                        </a:lnTo>
                        <a:lnTo>
                          <a:pt x="14" y="1116"/>
                        </a:lnTo>
                        <a:lnTo>
                          <a:pt x="1" y="1238"/>
                        </a:lnTo>
                        <a:lnTo>
                          <a:pt x="14" y="1374"/>
                        </a:lnTo>
                        <a:lnTo>
                          <a:pt x="28" y="1497"/>
                        </a:lnTo>
                        <a:lnTo>
                          <a:pt x="55" y="1605"/>
                        </a:lnTo>
                        <a:lnTo>
                          <a:pt x="96" y="1728"/>
                        </a:lnTo>
                        <a:lnTo>
                          <a:pt x="150" y="1837"/>
                        </a:lnTo>
                        <a:lnTo>
                          <a:pt x="218" y="1932"/>
                        </a:lnTo>
                        <a:lnTo>
                          <a:pt x="286" y="2027"/>
                        </a:lnTo>
                        <a:lnTo>
                          <a:pt x="368" y="2122"/>
                        </a:lnTo>
                        <a:lnTo>
                          <a:pt x="450" y="2204"/>
                        </a:lnTo>
                        <a:lnTo>
                          <a:pt x="545" y="2272"/>
                        </a:lnTo>
                        <a:lnTo>
                          <a:pt x="654" y="2326"/>
                        </a:lnTo>
                        <a:lnTo>
                          <a:pt x="762" y="2381"/>
                        </a:lnTo>
                        <a:lnTo>
                          <a:pt x="871" y="2422"/>
                        </a:lnTo>
                        <a:lnTo>
                          <a:pt x="994" y="2462"/>
                        </a:lnTo>
                        <a:lnTo>
                          <a:pt x="1116" y="2476"/>
                        </a:lnTo>
                        <a:lnTo>
                          <a:pt x="1374" y="2476"/>
                        </a:lnTo>
                        <a:lnTo>
                          <a:pt x="1497" y="2462"/>
                        </a:lnTo>
                        <a:lnTo>
                          <a:pt x="1619" y="2422"/>
                        </a:lnTo>
                        <a:lnTo>
                          <a:pt x="1728" y="2381"/>
                        </a:lnTo>
                        <a:lnTo>
                          <a:pt x="1837" y="2326"/>
                        </a:lnTo>
                        <a:lnTo>
                          <a:pt x="1932" y="2272"/>
                        </a:lnTo>
                        <a:lnTo>
                          <a:pt x="2027" y="2204"/>
                        </a:lnTo>
                        <a:lnTo>
                          <a:pt x="2123" y="2122"/>
                        </a:lnTo>
                        <a:lnTo>
                          <a:pt x="2204" y="2027"/>
                        </a:lnTo>
                        <a:lnTo>
                          <a:pt x="2272" y="1932"/>
                        </a:lnTo>
                        <a:lnTo>
                          <a:pt x="2340" y="1837"/>
                        </a:lnTo>
                        <a:lnTo>
                          <a:pt x="2381" y="1728"/>
                        </a:lnTo>
                        <a:lnTo>
                          <a:pt x="2435" y="1605"/>
                        </a:lnTo>
                        <a:lnTo>
                          <a:pt x="2463" y="1497"/>
                        </a:lnTo>
                        <a:lnTo>
                          <a:pt x="2476" y="1374"/>
                        </a:lnTo>
                        <a:lnTo>
                          <a:pt x="2490" y="1238"/>
                        </a:lnTo>
                        <a:lnTo>
                          <a:pt x="2476" y="1116"/>
                        </a:lnTo>
                        <a:lnTo>
                          <a:pt x="2463" y="993"/>
                        </a:lnTo>
                        <a:lnTo>
                          <a:pt x="2435" y="871"/>
                        </a:lnTo>
                        <a:lnTo>
                          <a:pt x="2381" y="762"/>
                        </a:lnTo>
                        <a:lnTo>
                          <a:pt x="2340" y="653"/>
                        </a:lnTo>
                        <a:lnTo>
                          <a:pt x="2272" y="544"/>
                        </a:lnTo>
                        <a:lnTo>
                          <a:pt x="2204" y="449"/>
                        </a:lnTo>
                        <a:lnTo>
                          <a:pt x="2123" y="368"/>
                        </a:lnTo>
                        <a:lnTo>
                          <a:pt x="2027" y="286"/>
                        </a:lnTo>
                        <a:lnTo>
                          <a:pt x="1932" y="218"/>
                        </a:lnTo>
                        <a:lnTo>
                          <a:pt x="1837" y="150"/>
                        </a:lnTo>
                        <a:lnTo>
                          <a:pt x="1728" y="96"/>
                        </a:lnTo>
                        <a:lnTo>
                          <a:pt x="1619" y="55"/>
                        </a:lnTo>
                        <a:lnTo>
                          <a:pt x="1497" y="28"/>
                        </a:lnTo>
                        <a:lnTo>
                          <a:pt x="1374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02" name="Google Shape;1302;p30"/>
                  <p:cNvSpPr/>
                  <p:nvPr/>
                </p:nvSpPr>
                <p:spPr>
                  <a:xfrm>
                    <a:off x="7365294" y="1064037"/>
                    <a:ext cx="76025" cy="755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1" h="2477" extrusionOk="0">
                        <a:moveTo>
                          <a:pt x="1116" y="0"/>
                        </a:moveTo>
                        <a:lnTo>
                          <a:pt x="994" y="28"/>
                        </a:lnTo>
                        <a:lnTo>
                          <a:pt x="872" y="55"/>
                        </a:lnTo>
                        <a:lnTo>
                          <a:pt x="763" y="96"/>
                        </a:lnTo>
                        <a:lnTo>
                          <a:pt x="654" y="150"/>
                        </a:lnTo>
                        <a:lnTo>
                          <a:pt x="545" y="218"/>
                        </a:lnTo>
                        <a:lnTo>
                          <a:pt x="450" y="286"/>
                        </a:lnTo>
                        <a:lnTo>
                          <a:pt x="368" y="368"/>
                        </a:lnTo>
                        <a:lnTo>
                          <a:pt x="287" y="449"/>
                        </a:lnTo>
                        <a:lnTo>
                          <a:pt x="219" y="544"/>
                        </a:lnTo>
                        <a:lnTo>
                          <a:pt x="151" y="653"/>
                        </a:lnTo>
                        <a:lnTo>
                          <a:pt x="96" y="762"/>
                        </a:lnTo>
                        <a:lnTo>
                          <a:pt x="55" y="871"/>
                        </a:lnTo>
                        <a:lnTo>
                          <a:pt x="28" y="993"/>
                        </a:lnTo>
                        <a:lnTo>
                          <a:pt x="1" y="1116"/>
                        </a:lnTo>
                        <a:lnTo>
                          <a:pt x="1" y="1238"/>
                        </a:lnTo>
                        <a:lnTo>
                          <a:pt x="1" y="1374"/>
                        </a:lnTo>
                        <a:lnTo>
                          <a:pt x="28" y="1497"/>
                        </a:lnTo>
                        <a:lnTo>
                          <a:pt x="55" y="1605"/>
                        </a:lnTo>
                        <a:lnTo>
                          <a:pt x="96" y="1728"/>
                        </a:lnTo>
                        <a:lnTo>
                          <a:pt x="151" y="1837"/>
                        </a:lnTo>
                        <a:lnTo>
                          <a:pt x="219" y="1932"/>
                        </a:lnTo>
                        <a:lnTo>
                          <a:pt x="287" y="2027"/>
                        </a:lnTo>
                        <a:lnTo>
                          <a:pt x="368" y="2122"/>
                        </a:lnTo>
                        <a:lnTo>
                          <a:pt x="450" y="2204"/>
                        </a:lnTo>
                        <a:lnTo>
                          <a:pt x="545" y="2272"/>
                        </a:lnTo>
                        <a:lnTo>
                          <a:pt x="654" y="2326"/>
                        </a:lnTo>
                        <a:lnTo>
                          <a:pt x="763" y="2381"/>
                        </a:lnTo>
                        <a:lnTo>
                          <a:pt x="872" y="2422"/>
                        </a:lnTo>
                        <a:lnTo>
                          <a:pt x="994" y="2462"/>
                        </a:lnTo>
                        <a:lnTo>
                          <a:pt x="1116" y="2476"/>
                        </a:lnTo>
                        <a:lnTo>
                          <a:pt x="1375" y="2476"/>
                        </a:lnTo>
                        <a:lnTo>
                          <a:pt x="1497" y="2462"/>
                        </a:lnTo>
                        <a:lnTo>
                          <a:pt x="1606" y="2422"/>
                        </a:lnTo>
                        <a:lnTo>
                          <a:pt x="1729" y="2381"/>
                        </a:lnTo>
                        <a:lnTo>
                          <a:pt x="1837" y="2326"/>
                        </a:lnTo>
                        <a:lnTo>
                          <a:pt x="1933" y="2272"/>
                        </a:lnTo>
                        <a:lnTo>
                          <a:pt x="2028" y="2204"/>
                        </a:lnTo>
                        <a:lnTo>
                          <a:pt x="2123" y="2122"/>
                        </a:lnTo>
                        <a:lnTo>
                          <a:pt x="2205" y="2027"/>
                        </a:lnTo>
                        <a:lnTo>
                          <a:pt x="2273" y="1932"/>
                        </a:lnTo>
                        <a:lnTo>
                          <a:pt x="2327" y="1837"/>
                        </a:lnTo>
                        <a:lnTo>
                          <a:pt x="2381" y="1728"/>
                        </a:lnTo>
                        <a:lnTo>
                          <a:pt x="2422" y="1605"/>
                        </a:lnTo>
                        <a:lnTo>
                          <a:pt x="2463" y="1497"/>
                        </a:lnTo>
                        <a:lnTo>
                          <a:pt x="2477" y="1374"/>
                        </a:lnTo>
                        <a:lnTo>
                          <a:pt x="2490" y="1238"/>
                        </a:lnTo>
                        <a:lnTo>
                          <a:pt x="2477" y="1116"/>
                        </a:lnTo>
                        <a:lnTo>
                          <a:pt x="2463" y="993"/>
                        </a:lnTo>
                        <a:lnTo>
                          <a:pt x="2422" y="871"/>
                        </a:lnTo>
                        <a:lnTo>
                          <a:pt x="2381" y="762"/>
                        </a:lnTo>
                        <a:lnTo>
                          <a:pt x="2327" y="653"/>
                        </a:lnTo>
                        <a:lnTo>
                          <a:pt x="2273" y="544"/>
                        </a:lnTo>
                        <a:lnTo>
                          <a:pt x="2205" y="449"/>
                        </a:lnTo>
                        <a:lnTo>
                          <a:pt x="2123" y="368"/>
                        </a:lnTo>
                        <a:lnTo>
                          <a:pt x="2028" y="286"/>
                        </a:lnTo>
                        <a:lnTo>
                          <a:pt x="1933" y="218"/>
                        </a:lnTo>
                        <a:lnTo>
                          <a:pt x="1837" y="150"/>
                        </a:lnTo>
                        <a:lnTo>
                          <a:pt x="1729" y="96"/>
                        </a:lnTo>
                        <a:lnTo>
                          <a:pt x="1606" y="55"/>
                        </a:lnTo>
                        <a:lnTo>
                          <a:pt x="1497" y="28"/>
                        </a:lnTo>
                        <a:lnTo>
                          <a:pt x="1375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03" name="Google Shape;1303;p30"/>
                  <p:cNvSpPr/>
                  <p:nvPr/>
                </p:nvSpPr>
                <p:spPr>
                  <a:xfrm>
                    <a:off x="7482798" y="1064037"/>
                    <a:ext cx="75995" cy="755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90" h="2477" extrusionOk="0">
                        <a:moveTo>
                          <a:pt x="1116" y="0"/>
                        </a:moveTo>
                        <a:lnTo>
                          <a:pt x="994" y="28"/>
                        </a:lnTo>
                        <a:lnTo>
                          <a:pt x="871" y="55"/>
                        </a:lnTo>
                        <a:lnTo>
                          <a:pt x="762" y="96"/>
                        </a:lnTo>
                        <a:lnTo>
                          <a:pt x="653" y="150"/>
                        </a:lnTo>
                        <a:lnTo>
                          <a:pt x="545" y="218"/>
                        </a:lnTo>
                        <a:lnTo>
                          <a:pt x="449" y="286"/>
                        </a:lnTo>
                        <a:lnTo>
                          <a:pt x="368" y="368"/>
                        </a:lnTo>
                        <a:lnTo>
                          <a:pt x="286" y="449"/>
                        </a:lnTo>
                        <a:lnTo>
                          <a:pt x="218" y="544"/>
                        </a:lnTo>
                        <a:lnTo>
                          <a:pt x="150" y="653"/>
                        </a:lnTo>
                        <a:lnTo>
                          <a:pt x="96" y="762"/>
                        </a:lnTo>
                        <a:lnTo>
                          <a:pt x="55" y="871"/>
                        </a:lnTo>
                        <a:lnTo>
                          <a:pt x="28" y="993"/>
                        </a:lnTo>
                        <a:lnTo>
                          <a:pt x="14" y="1116"/>
                        </a:lnTo>
                        <a:lnTo>
                          <a:pt x="1" y="1238"/>
                        </a:lnTo>
                        <a:lnTo>
                          <a:pt x="14" y="1374"/>
                        </a:lnTo>
                        <a:lnTo>
                          <a:pt x="28" y="1497"/>
                        </a:lnTo>
                        <a:lnTo>
                          <a:pt x="55" y="1605"/>
                        </a:lnTo>
                        <a:lnTo>
                          <a:pt x="96" y="1728"/>
                        </a:lnTo>
                        <a:lnTo>
                          <a:pt x="150" y="1837"/>
                        </a:lnTo>
                        <a:lnTo>
                          <a:pt x="218" y="1932"/>
                        </a:lnTo>
                        <a:lnTo>
                          <a:pt x="286" y="2027"/>
                        </a:lnTo>
                        <a:lnTo>
                          <a:pt x="368" y="2122"/>
                        </a:lnTo>
                        <a:lnTo>
                          <a:pt x="449" y="2204"/>
                        </a:lnTo>
                        <a:lnTo>
                          <a:pt x="545" y="2272"/>
                        </a:lnTo>
                        <a:lnTo>
                          <a:pt x="653" y="2326"/>
                        </a:lnTo>
                        <a:lnTo>
                          <a:pt x="762" y="2381"/>
                        </a:lnTo>
                        <a:lnTo>
                          <a:pt x="871" y="2422"/>
                        </a:lnTo>
                        <a:lnTo>
                          <a:pt x="994" y="2462"/>
                        </a:lnTo>
                        <a:lnTo>
                          <a:pt x="1116" y="2476"/>
                        </a:lnTo>
                        <a:lnTo>
                          <a:pt x="1374" y="2476"/>
                        </a:lnTo>
                        <a:lnTo>
                          <a:pt x="1497" y="2462"/>
                        </a:lnTo>
                        <a:lnTo>
                          <a:pt x="1619" y="2422"/>
                        </a:lnTo>
                        <a:lnTo>
                          <a:pt x="1728" y="2381"/>
                        </a:lnTo>
                        <a:lnTo>
                          <a:pt x="1837" y="2326"/>
                        </a:lnTo>
                        <a:lnTo>
                          <a:pt x="1946" y="2272"/>
                        </a:lnTo>
                        <a:lnTo>
                          <a:pt x="2041" y="2204"/>
                        </a:lnTo>
                        <a:lnTo>
                          <a:pt x="2123" y="2122"/>
                        </a:lnTo>
                        <a:lnTo>
                          <a:pt x="2204" y="2027"/>
                        </a:lnTo>
                        <a:lnTo>
                          <a:pt x="2272" y="1932"/>
                        </a:lnTo>
                        <a:lnTo>
                          <a:pt x="2340" y="1837"/>
                        </a:lnTo>
                        <a:lnTo>
                          <a:pt x="2395" y="1728"/>
                        </a:lnTo>
                        <a:lnTo>
                          <a:pt x="2435" y="1605"/>
                        </a:lnTo>
                        <a:lnTo>
                          <a:pt x="2463" y="1497"/>
                        </a:lnTo>
                        <a:lnTo>
                          <a:pt x="2476" y="1374"/>
                        </a:lnTo>
                        <a:lnTo>
                          <a:pt x="2490" y="1238"/>
                        </a:lnTo>
                        <a:lnTo>
                          <a:pt x="2476" y="1116"/>
                        </a:lnTo>
                        <a:lnTo>
                          <a:pt x="2463" y="993"/>
                        </a:lnTo>
                        <a:lnTo>
                          <a:pt x="2435" y="871"/>
                        </a:lnTo>
                        <a:lnTo>
                          <a:pt x="2395" y="762"/>
                        </a:lnTo>
                        <a:lnTo>
                          <a:pt x="2340" y="653"/>
                        </a:lnTo>
                        <a:lnTo>
                          <a:pt x="2272" y="544"/>
                        </a:lnTo>
                        <a:lnTo>
                          <a:pt x="2204" y="449"/>
                        </a:lnTo>
                        <a:lnTo>
                          <a:pt x="2123" y="368"/>
                        </a:lnTo>
                        <a:lnTo>
                          <a:pt x="2041" y="286"/>
                        </a:lnTo>
                        <a:lnTo>
                          <a:pt x="1946" y="218"/>
                        </a:lnTo>
                        <a:lnTo>
                          <a:pt x="1837" y="150"/>
                        </a:lnTo>
                        <a:lnTo>
                          <a:pt x="1728" y="96"/>
                        </a:lnTo>
                        <a:lnTo>
                          <a:pt x="1619" y="55"/>
                        </a:lnTo>
                        <a:lnTo>
                          <a:pt x="1497" y="28"/>
                        </a:lnTo>
                        <a:lnTo>
                          <a:pt x="1374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04" name="Google Shape;1304;p30"/>
                  <p:cNvSpPr/>
                  <p:nvPr/>
                </p:nvSpPr>
                <p:spPr>
                  <a:xfrm>
                    <a:off x="6767062" y="1624486"/>
                    <a:ext cx="501108" cy="1640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19" h="5374" extrusionOk="0">
                        <a:moveTo>
                          <a:pt x="2599" y="1"/>
                        </a:moveTo>
                        <a:lnTo>
                          <a:pt x="2340" y="14"/>
                        </a:lnTo>
                        <a:lnTo>
                          <a:pt x="2082" y="55"/>
                        </a:lnTo>
                        <a:lnTo>
                          <a:pt x="1837" y="110"/>
                        </a:lnTo>
                        <a:lnTo>
                          <a:pt x="1592" y="205"/>
                        </a:lnTo>
                        <a:lnTo>
                          <a:pt x="1361" y="314"/>
                        </a:lnTo>
                        <a:lnTo>
                          <a:pt x="1157" y="450"/>
                        </a:lnTo>
                        <a:lnTo>
                          <a:pt x="953" y="599"/>
                        </a:lnTo>
                        <a:lnTo>
                          <a:pt x="762" y="763"/>
                        </a:lnTo>
                        <a:lnTo>
                          <a:pt x="599" y="953"/>
                        </a:lnTo>
                        <a:lnTo>
                          <a:pt x="450" y="1143"/>
                        </a:lnTo>
                        <a:lnTo>
                          <a:pt x="313" y="1361"/>
                        </a:lnTo>
                        <a:lnTo>
                          <a:pt x="205" y="1592"/>
                        </a:lnTo>
                        <a:lnTo>
                          <a:pt x="123" y="1824"/>
                        </a:lnTo>
                        <a:lnTo>
                          <a:pt x="55" y="2068"/>
                        </a:lnTo>
                        <a:lnTo>
                          <a:pt x="14" y="2327"/>
                        </a:lnTo>
                        <a:lnTo>
                          <a:pt x="1" y="2599"/>
                        </a:lnTo>
                        <a:lnTo>
                          <a:pt x="1" y="2776"/>
                        </a:lnTo>
                        <a:lnTo>
                          <a:pt x="14" y="3034"/>
                        </a:lnTo>
                        <a:lnTo>
                          <a:pt x="55" y="3293"/>
                        </a:lnTo>
                        <a:lnTo>
                          <a:pt x="123" y="3537"/>
                        </a:lnTo>
                        <a:lnTo>
                          <a:pt x="205" y="3782"/>
                        </a:lnTo>
                        <a:lnTo>
                          <a:pt x="313" y="4014"/>
                        </a:lnTo>
                        <a:lnTo>
                          <a:pt x="450" y="4218"/>
                        </a:lnTo>
                        <a:lnTo>
                          <a:pt x="599" y="4422"/>
                        </a:lnTo>
                        <a:lnTo>
                          <a:pt x="762" y="4612"/>
                        </a:lnTo>
                        <a:lnTo>
                          <a:pt x="953" y="4775"/>
                        </a:lnTo>
                        <a:lnTo>
                          <a:pt x="1157" y="4925"/>
                        </a:lnTo>
                        <a:lnTo>
                          <a:pt x="1361" y="5061"/>
                        </a:lnTo>
                        <a:lnTo>
                          <a:pt x="1592" y="5170"/>
                        </a:lnTo>
                        <a:lnTo>
                          <a:pt x="1837" y="5251"/>
                        </a:lnTo>
                        <a:lnTo>
                          <a:pt x="2082" y="5319"/>
                        </a:lnTo>
                        <a:lnTo>
                          <a:pt x="2340" y="5360"/>
                        </a:lnTo>
                        <a:lnTo>
                          <a:pt x="2599" y="5374"/>
                        </a:lnTo>
                        <a:lnTo>
                          <a:pt x="13821" y="5374"/>
                        </a:lnTo>
                        <a:lnTo>
                          <a:pt x="14093" y="5360"/>
                        </a:lnTo>
                        <a:lnTo>
                          <a:pt x="14351" y="5319"/>
                        </a:lnTo>
                        <a:lnTo>
                          <a:pt x="14596" y="5251"/>
                        </a:lnTo>
                        <a:lnTo>
                          <a:pt x="14827" y="5170"/>
                        </a:lnTo>
                        <a:lnTo>
                          <a:pt x="15059" y="5061"/>
                        </a:lnTo>
                        <a:lnTo>
                          <a:pt x="15276" y="4925"/>
                        </a:lnTo>
                        <a:lnTo>
                          <a:pt x="15480" y="4775"/>
                        </a:lnTo>
                        <a:lnTo>
                          <a:pt x="15657" y="4612"/>
                        </a:lnTo>
                        <a:lnTo>
                          <a:pt x="15834" y="4422"/>
                        </a:lnTo>
                        <a:lnTo>
                          <a:pt x="15984" y="4218"/>
                        </a:lnTo>
                        <a:lnTo>
                          <a:pt x="16106" y="4014"/>
                        </a:lnTo>
                        <a:lnTo>
                          <a:pt x="16215" y="3782"/>
                        </a:lnTo>
                        <a:lnTo>
                          <a:pt x="16310" y="3537"/>
                        </a:lnTo>
                        <a:lnTo>
                          <a:pt x="16365" y="3293"/>
                        </a:lnTo>
                        <a:lnTo>
                          <a:pt x="16405" y="3034"/>
                        </a:lnTo>
                        <a:lnTo>
                          <a:pt x="16419" y="2776"/>
                        </a:lnTo>
                        <a:lnTo>
                          <a:pt x="16419" y="2599"/>
                        </a:lnTo>
                        <a:lnTo>
                          <a:pt x="16405" y="2327"/>
                        </a:lnTo>
                        <a:lnTo>
                          <a:pt x="16365" y="2068"/>
                        </a:lnTo>
                        <a:lnTo>
                          <a:pt x="16310" y="1824"/>
                        </a:lnTo>
                        <a:lnTo>
                          <a:pt x="16215" y="1592"/>
                        </a:lnTo>
                        <a:lnTo>
                          <a:pt x="16106" y="1361"/>
                        </a:lnTo>
                        <a:lnTo>
                          <a:pt x="15984" y="1143"/>
                        </a:lnTo>
                        <a:lnTo>
                          <a:pt x="15834" y="953"/>
                        </a:lnTo>
                        <a:lnTo>
                          <a:pt x="15657" y="763"/>
                        </a:lnTo>
                        <a:lnTo>
                          <a:pt x="15480" y="599"/>
                        </a:lnTo>
                        <a:lnTo>
                          <a:pt x="15276" y="450"/>
                        </a:lnTo>
                        <a:lnTo>
                          <a:pt x="15059" y="314"/>
                        </a:lnTo>
                        <a:lnTo>
                          <a:pt x="14827" y="205"/>
                        </a:lnTo>
                        <a:lnTo>
                          <a:pt x="14596" y="110"/>
                        </a:lnTo>
                        <a:lnTo>
                          <a:pt x="14351" y="55"/>
                        </a:lnTo>
                        <a:lnTo>
                          <a:pt x="14093" y="14"/>
                        </a:lnTo>
                        <a:lnTo>
                          <a:pt x="13821" y="1"/>
                        </a:lnTo>
                        <a:close/>
                      </a:path>
                    </a:pathLst>
                  </a:custGeom>
                  <a:solidFill>
                    <a:srgbClr val="E3390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05" name="Google Shape;1305;p30"/>
                  <p:cNvSpPr/>
                  <p:nvPr/>
                </p:nvSpPr>
                <p:spPr>
                  <a:xfrm>
                    <a:off x="6661186" y="1439348"/>
                    <a:ext cx="32412" cy="2270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2" h="7441" extrusionOk="0">
                        <a:moveTo>
                          <a:pt x="1" y="0"/>
                        </a:moveTo>
                        <a:lnTo>
                          <a:pt x="1" y="7441"/>
                        </a:lnTo>
                        <a:lnTo>
                          <a:pt x="1062" y="7441"/>
                        </a:lnTo>
                        <a:lnTo>
                          <a:pt x="1062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06" name="Google Shape;1306;p30"/>
                  <p:cNvSpPr/>
                  <p:nvPr/>
                </p:nvSpPr>
                <p:spPr>
                  <a:xfrm>
                    <a:off x="6640432" y="1402815"/>
                    <a:ext cx="73523" cy="734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9" h="2408" extrusionOk="0">
                        <a:moveTo>
                          <a:pt x="1089" y="0"/>
                        </a:moveTo>
                        <a:lnTo>
                          <a:pt x="967" y="27"/>
                        </a:lnTo>
                        <a:lnTo>
                          <a:pt x="844" y="54"/>
                        </a:lnTo>
                        <a:lnTo>
                          <a:pt x="735" y="95"/>
                        </a:lnTo>
                        <a:lnTo>
                          <a:pt x="640" y="150"/>
                        </a:lnTo>
                        <a:lnTo>
                          <a:pt x="531" y="204"/>
                        </a:lnTo>
                        <a:lnTo>
                          <a:pt x="436" y="272"/>
                        </a:lnTo>
                        <a:lnTo>
                          <a:pt x="355" y="354"/>
                        </a:lnTo>
                        <a:lnTo>
                          <a:pt x="273" y="435"/>
                        </a:lnTo>
                        <a:lnTo>
                          <a:pt x="205" y="531"/>
                        </a:lnTo>
                        <a:lnTo>
                          <a:pt x="150" y="626"/>
                        </a:lnTo>
                        <a:lnTo>
                          <a:pt x="96" y="735"/>
                        </a:lnTo>
                        <a:lnTo>
                          <a:pt x="55" y="843"/>
                        </a:lnTo>
                        <a:lnTo>
                          <a:pt x="28" y="952"/>
                        </a:lnTo>
                        <a:lnTo>
                          <a:pt x="14" y="1075"/>
                        </a:lnTo>
                        <a:lnTo>
                          <a:pt x="1" y="1197"/>
                        </a:lnTo>
                        <a:lnTo>
                          <a:pt x="14" y="1319"/>
                        </a:lnTo>
                        <a:lnTo>
                          <a:pt x="28" y="1442"/>
                        </a:lnTo>
                        <a:lnTo>
                          <a:pt x="55" y="1564"/>
                        </a:lnTo>
                        <a:lnTo>
                          <a:pt x="96" y="1673"/>
                        </a:lnTo>
                        <a:lnTo>
                          <a:pt x="150" y="1768"/>
                        </a:lnTo>
                        <a:lnTo>
                          <a:pt x="205" y="1877"/>
                        </a:lnTo>
                        <a:lnTo>
                          <a:pt x="273" y="1972"/>
                        </a:lnTo>
                        <a:lnTo>
                          <a:pt x="355" y="2054"/>
                        </a:lnTo>
                        <a:lnTo>
                          <a:pt x="436" y="2136"/>
                        </a:lnTo>
                        <a:lnTo>
                          <a:pt x="531" y="2204"/>
                        </a:lnTo>
                        <a:lnTo>
                          <a:pt x="640" y="2258"/>
                        </a:lnTo>
                        <a:lnTo>
                          <a:pt x="735" y="2312"/>
                        </a:lnTo>
                        <a:lnTo>
                          <a:pt x="844" y="2353"/>
                        </a:lnTo>
                        <a:lnTo>
                          <a:pt x="967" y="2380"/>
                        </a:lnTo>
                        <a:lnTo>
                          <a:pt x="1089" y="2394"/>
                        </a:lnTo>
                        <a:lnTo>
                          <a:pt x="1211" y="2408"/>
                        </a:lnTo>
                        <a:lnTo>
                          <a:pt x="1334" y="2394"/>
                        </a:lnTo>
                        <a:lnTo>
                          <a:pt x="1456" y="2380"/>
                        </a:lnTo>
                        <a:lnTo>
                          <a:pt x="1565" y="2353"/>
                        </a:lnTo>
                        <a:lnTo>
                          <a:pt x="1674" y="2312"/>
                        </a:lnTo>
                        <a:lnTo>
                          <a:pt x="1783" y="2258"/>
                        </a:lnTo>
                        <a:lnTo>
                          <a:pt x="1878" y="2204"/>
                        </a:lnTo>
                        <a:lnTo>
                          <a:pt x="1973" y="2136"/>
                        </a:lnTo>
                        <a:lnTo>
                          <a:pt x="2055" y="2054"/>
                        </a:lnTo>
                        <a:lnTo>
                          <a:pt x="2136" y="1972"/>
                        </a:lnTo>
                        <a:lnTo>
                          <a:pt x="2204" y="1877"/>
                        </a:lnTo>
                        <a:lnTo>
                          <a:pt x="2272" y="1768"/>
                        </a:lnTo>
                        <a:lnTo>
                          <a:pt x="2313" y="1673"/>
                        </a:lnTo>
                        <a:lnTo>
                          <a:pt x="2354" y="1564"/>
                        </a:lnTo>
                        <a:lnTo>
                          <a:pt x="2381" y="1442"/>
                        </a:lnTo>
                        <a:lnTo>
                          <a:pt x="2408" y="1319"/>
                        </a:lnTo>
                        <a:lnTo>
                          <a:pt x="2408" y="1197"/>
                        </a:lnTo>
                        <a:lnTo>
                          <a:pt x="2408" y="1075"/>
                        </a:lnTo>
                        <a:lnTo>
                          <a:pt x="2381" y="952"/>
                        </a:lnTo>
                        <a:lnTo>
                          <a:pt x="2354" y="843"/>
                        </a:lnTo>
                        <a:lnTo>
                          <a:pt x="2313" y="735"/>
                        </a:lnTo>
                        <a:lnTo>
                          <a:pt x="2272" y="626"/>
                        </a:lnTo>
                        <a:lnTo>
                          <a:pt x="2204" y="531"/>
                        </a:lnTo>
                        <a:lnTo>
                          <a:pt x="2136" y="435"/>
                        </a:lnTo>
                        <a:lnTo>
                          <a:pt x="2055" y="354"/>
                        </a:lnTo>
                        <a:lnTo>
                          <a:pt x="1973" y="272"/>
                        </a:lnTo>
                        <a:lnTo>
                          <a:pt x="1878" y="204"/>
                        </a:lnTo>
                        <a:lnTo>
                          <a:pt x="1783" y="150"/>
                        </a:lnTo>
                        <a:lnTo>
                          <a:pt x="1674" y="95"/>
                        </a:lnTo>
                        <a:lnTo>
                          <a:pt x="1565" y="54"/>
                        </a:lnTo>
                        <a:lnTo>
                          <a:pt x="1456" y="27"/>
                        </a:lnTo>
                        <a:lnTo>
                          <a:pt x="1334" y="0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07" name="Google Shape;1307;p30"/>
                  <p:cNvSpPr/>
                  <p:nvPr/>
                </p:nvSpPr>
                <p:spPr>
                  <a:xfrm>
                    <a:off x="6661186" y="1602908"/>
                    <a:ext cx="32412" cy="336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2" h="1103" extrusionOk="0">
                        <a:moveTo>
                          <a:pt x="1062" y="0"/>
                        </a:moveTo>
                        <a:lnTo>
                          <a:pt x="749" y="55"/>
                        </a:lnTo>
                        <a:lnTo>
                          <a:pt x="395" y="136"/>
                        </a:lnTo>
                        <a:lnTo>
                          <a:pt x="1" y="245"/>
                        </a:lnTo>
                        <a:lnTo>
                          <a:pt x="1" y="1102"/>
                        </a:lnTo>
                        <a:lnTo>
                          <a:pt x="1062" y="776"/>
                        </a:lnTo>
                        <a:lnTo>
                          <a:pt x="1062" y="0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08" name="Google Shape;1308;p30"/>
                  <p:cNvSpPr/>
                  <p:nvPr/>
                </p:nvSpPr>
                <p:spPr>
                  <a:xfrm>
                    <a:off x="6564039" y="1694653"/>
                    <a:ext cx="73523" cy="73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9" h="2409" extrusionOk="0">
                        <a:moveTo>
                          <a:pt x="1198" y="1"/>
                        </a:moveTo>
                        <a:lnTo>
                          <a:pt x="1089" y="14"/>
                        </a:lnTo>
                        <a:lnTo>
                          <a:pt x="967" y="28"/>
                        </a:lnTo>
                        <a:lnTo>
                          <a:pt x="872" y="55"/>
                        </a:lnTo>
                        <a:lnTo>
                          <a:pt x="763" y="82"/>
                        </a:lnTo>
                        <a:lnTo>
                          <a:pt x="667" y="123"/>
                        </a:lnTo>
                        <a:lnTo>
                          <a:pt x="586" y="177"/>
                        </a:lnTo>
                        <a:lnTo>
                          <a:pt x="504" y="232"/>
                        </a:lnTo>
                        <a:lnTo>
                          <a:pt x="423" y="300"/>
                        </a:lnTo>
                        <a:lnTo>
                          <a:pt x="341" y="368"/>
                        </a:lnTo>
                        <a:lnTo>
                          <a:pt x="273" y="436"/>
                        </a:lnTo>
                        <a:lnTo>
                          <a:pt x="219" y="517"/>
                        </a:lnTo>
                        <a:lnTo>
                          <a:pt x="164" y="613"/>
                        </a:lnTo>
                        <a:lnTo>
                          <a:pt x="110" y="694"/>
                        </a:lnTo>
                        <a:lnTo>
                          <a:pt x="69" y="790"/>
                        </a:lnTo>
                        <a:lnTo>
                          <a:pt x="42" y="898"/>
                        </a:lnTo>
                        <a:lnTo>
                          <a:pt x="15" y="994"/>
                        </a:lnTo>
                        <a:lnTo>
                          <a:pt x="1" y="1102"/>
                        </a:lnTo>
                        <a:lnTo>
                          <a:pt x="1" y="1211"/>
                        </a:lnTo>
                        <a:lnTo>
                          <a:pt x="1" y="1320"/>
                        </a:lnTo>
                        <a:lnTo>
                          <a:pt x="15" y="1429"/>
                        </a:lnTo>
                        <a:lnTo>
                          <a:pt x="42" y="1524"/>
                        </a:lnTo>
                        <a:lnTo>
                          <a:pt x="69" y="1633"/>
                        </a:lnTo>
                        <a:lnTo>
                          <a:pt x="110" y="1728"/>
                        </a:lnTo>
                        <a:lnTo>
                          <a:pt x="164" y="1810"/>
                        </a:lnTo>
                        <a:lnTo>
                          <a:pt x="219" y="1905"/>
                        </a:lnTo>
                        <a:lnTo>
                          <a:pt x="287" y="1987"/>
                        </a:lnTo>
                        <a:lnTo>
                          <a:pt x="355" y="2055"/>
                        </a:lnTo>
                        <a:lnTo>
                          <a:pt x="423" y="2123"/>
                        </a:lnTo>
                        <a:lnTo>
                          <a:pt x="504" y="2191"/>
                        </a:lnTo>
                        <a:lnTo>
                          <a:pt x="599" y="2245"/>
                        </a:lnTo>
                        <a:lnTo>
                          <a:pt x="681" y="2299"/>
                        </a:lnTo>
                        <a:lnTo>
                          <a:pt x="776" y="2340"/>
                        </a:lnTo>
                        <a:lnTo>
                          <a:pt x="885" y="2367"/>
                        </a:lnTo>
                        <a:lnTo>
                          <a:pt x="980" y="2395"/>
                        </a:lnTo>
                        <a:lnTo>
                          <a:pt x="1089" y="2408"/>
                        </a:lnTo>
                        <a:lnTo>
                          <a:pt x="1348" y="2408"/>
                        </a:lnTo>
                        <a:lnTo>
                          <a:pt x="1484" y="2381"/>
                        </a:lnTo>
                        <a:lnTo>
                          <a:pt x="1579" y="2354"/>
                        </a:lnTo>
                        <a:lnTo>
                          <a:pt x="1674" y="2313"/>
                        </a:lnTo>
                        <a:lnTo>
                          <a:pt x="1769" y="2272"/>
                        </a:lnTo>
                        <a:lnTo>
                          <a:pt x="1851" y="2218"/>
                        </a:lnTo>
                        <a:lnTo>
                          <a:pt x="2014" y="2109"/>
                        </a:lnTo>
                        <a:lnTo>
                          <a:pt x="2137" y="1959"/>
                        </a:lnTo>
                        <a:lnTo>
                          <a:pt x="2259" y="1796"/>
                        </a:lnTo>
                        <a:lnTo>
                          <a:pt x="2300" y="1701"/>
                        </a:lnTo>
                        <a:lnTo>
                          <a:pt x="2341" y="1619"/>
                        </a:lnTo>
                        <a:lnTo>
                          <a:pt x="2368" y="1524"/>
                        </a:lnTo>
                        <a:lnTo>
                          <a:pt x="2381" y="1415"/>
                        </a:lnTo>
                        <a:lnTo>
                          <a:pt x="2395" y="1320"/>
                        </a:lnTo>
                        <a:lnTo>
                          <a:pt x="2409" y="1211"/>
                        </a:lnTo>
                        <a:lnTo>
                          <a:pt x="2395" y="1102"/>
                        </a:lnTo>
                        <a:lnTo>
                          <a:pt x="2381" y="1007"/>
                        </a:lnTo>
                        <a:lnTo>
                          <a:pt x="2368" y="898"/>
                        </a:lnTo>
                        <a:lnTo>
                          <a:pt x="2341" y="803"/>
                        </a:lnTo>
                        <a:lnTo>
                          <a:pt x="2300" y="708"/>
                        </a:lnTo>
                        <a:lnTo>
                          <a:pt x="2259" y="626"/>
                        </a:lnTo>
                        <a:lnTo>
                          <a:pt x="2205" y="545"/>
                        </a:lnTo>
                        <a:lnTo>
                          <a:pt x="2137" y="463"/>
                        </a:lnTo>
                        <a:lnTo>
                          <a:pt x="2014" y="313"/>
                        </a:lnTo>
                        <a:lnTo>
                          <a:pt x="1851" y="191"/>
                        </a:lnTo>
                        <a:lnTo>
                          <a:pt x="1769" y="150"/>
                        </a:lnTo>
                        <a:lnTo>
                          <a:pt x="1674" y="109"/>
                        </a:lnTo>
                        <a:lnTo>
                          <a:pt x="1579" y="69"/>
                        </a:lnTo>
                        <a:lnTo>
                          <a:pt x="1484" y="41"/>
                        </a:lnTo>
                        <a:lnTo>
                          <a:pt x="1348" y="14"/>
                        </a:lnTo>
                        <a:lnTo>
                          <a:pt x="1198" y="1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09" name="Google Shape;1309;p30"/>
                  <p:cNvSpPr/>
                  <p:nvPr/>
                </p:nvSpPr>
                <p:spPr>
                  <a:xfrm>
                    <a:off x="6594346" y="1624486"/>
                    <a:ext cx="305169" cy="214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99" h="7020" extrusionOk="0">
                        <a:moveTo>
                          <a:pt x="3320" y="1"/>
                        </a:moveTo>
                        <a:lnTo>
                          <a:pt x="3143" y="14"/>
                        </a:lnTo>
                        <a:lnTo>
                          <a:pt x="2966" y="42"/>
                        </a:lnTo>
                        <a:lnTo>
                          <a:pt x="2789" y="69"/>
                        </a:lnTo>
                        <a:lnTo>
                          <a:pt x="2545" y="137"/>
                        </a:lnTo>
                        <a:lnTo>
                          <a:pt x="2300" y="218"/>
                        </a:lnTo>
                        <a:lnTo>
                          <a:pt x="2055" y="314"/>
                        </a:lnTo>
                        <a:lnTo>
                          <a:pt x="1837" y="422"/>
                        </a:lnTo>
                        <a:lnTo>
                          <a:pt x="1620" y="558"/>
                        </a:lnTo>
                        <a:lnTo>
                          <a:pt x="1416" y="695"/>
                        </a:lnTo>
                        <a:lnTo>
                          <a:pt x="1212" y="858"/>
                        </a:lnTo>
                        <a:lnTo>
                          <a:pt x="1035" y="1035"/>
                        </a:lnTo>
                        <a:lnTo>
                          <a:pt x="803" y="1279"/>
                        </a:lnTo>
                        <a:lnTo>
                          <a:pt x="599" y="1551"/>
                        </a:lnTo>
                        <a:lnTo>
                          <a:pt x="504" y="1687"/>
                        </a:lnTo>
                        <a:lnTo>
                          <a:pt x="423" y="1837"/>
                        </a:lnTo>
                        <a:lnTo>
                          <a:pt x="341" y="1987"/>
                        </a:lnTo>
                        <a:lnTo>
                          <a:pt x="273" y="2150"/>
                        </a:lnTo>
                        <a:lnTo>
                          <a:pt x="219" y="2300"/>
                        </a:lnTo>
                        <a:lnTo>
                          <a:pt x="164" y="2463"/>
                        </a:lnTo>
                        <a:lnTo>
                          <a:pt x="110" y="2640"/>
                        </a:lnTo>
                        <a:lnTo>
                          <a:pt x="69" y="2803"/>
                        </a:lnTo>
                        <a:lnTo>
                          <a:pt x="42" y="2980"/>
                        </a:lnTo>
                        <a:lnTo>
                          <a:pt x="15" y="3157"/>
                        </a:lnTo>
                        <a:lnTo>
                          <a:pt x="1" y="3333"/>
                        </a:lnTo>
                        <a:lnTo>
                          <a:pt x="1" y="3510"/>
                        </a:lnTo>
                        <a:lnTo>
                          <a:pt x="15" y="3823"/>
                        </a:lnTo>
                        <a:lnTo>
                          <a:pt x="55" y="4136"/>
                        </a:lnTo>
                        <a:lnTo>
                          <a:pt x="123" y="4449"/>
                        </a:lnTo>
                        <a:lnTo>
                          <a:pt x="219" y="4734"/>
                        </a:lnTo>
                        <a:lnTo>
                          <a:pt x="341" y="5020"/>
                        </a:lnTo>
                        <a:lnTo>
                          <a:pt x="491" y="5279"/>
                        </a:lnTo>
                        <a:lnTo>
                          <a:pt x="654" y="5537"/>
                        </a:lnTo>
                        <a:lnTo>
                          <a:pt x="831" y="5768"/>
                        </a:lnTo>
                        <a:lnTo>
                          <a:pt x="1035" y="5999"/>
                        </a:lnTo>
                        <a:lnTo>
                          <a:pt x="1266" y="6204"/>
                        </a:lnTo>
                        <a:lnTo>
                          <a:pt x="1497" y="6380"/>
                        </a:lnTo>
                        <a:lnTo>
                          <a:pt x="1756" y="6544"/>
                        </a:lnTo>
                        <a:lnTo>
                          <a:pt x="2028" y="6680"/>
                        </a:lnTo>
                        <a:lnTo>
                          <a:pt x="2300" y="6802"/>
                        </a:lnTo>
                        <a:lnTo>
                          <a:pt x="2599" y="6897"/>
                        </a:lnTo>
                        <a:lnTo>
                          <a:pt x="2898" y="6965"/>
                        </a:lnTo>
                        <a:lnTo>
                          <a:pt x="3198" y="7006"/>
                        </a:lnTo>
                        <a:lnTo>
                          <a:pt x="3510" y="7020"/>
                        </a:lnTo>
                        <a:lnTo>
                          <a:pt x="6666" y="7020"/>
                        </a:lnTo>
                        <a:lnTo>
                          <a:pt x="6843" y="7006"/>
                        </a:lnTo>
                        <a:lnTo>
                          <a:pt x="7020" y="6979"/>
                        </a:lnTo>
                        <a:lnTo>
                          <a:pt x="7197" y="6952"/>
                        </a:lnTo>
                        <a:lnTo>
                          <a:pt x="7360" y="6911"/>
                        </a:lnTo>
                        <a:lnTo>
                          <a:pt x="7537" y="6856"/>
                        </a:lnTo>
                        <a:lnTo>
                          <a:pt x="7700" y="6802"/>
                        </a:lnTo>
                        <a:lnTo>
                          <a:pt x="7850" y="6748"/>
                        </a:lnTo>
                        <a:lnTo>
                          <a:pt x="8013" y="6666"/>
                        </a:lnTo>
                        <a:lnTo>
                          <a:pt x="8163" y="6598"/>
                        </a:lnTo>
                        <a:lnTo>
                          <a:pt x="8312" y="6503"/>
                        </a:lnTo>
                        <a:lnTo>
                          <a:pt x="8448" y="6421"/>
                        </a:lnTo>
                        <a:lnTo>
                          <a:pt x="8720" y="6217"/>
                        </a:lnTo>
                        <a:lnTo>
                          <a:pt x="8965" y="5986"/>
                        </a:lnTo>
                        <a:lnTo>
                          <a:pt x="9196" y="5741"/>
                        </a:lnTo>
                        <a:lnTo>
                          <a:pt x="9400" y="5469"/>
                        </a:lnTo>
                        <a:lnTo>
                          <a:pt x="9496" y="5319"/>
                        </a:lnTo>
                        <a:lnTo>
                          <a:pt x="9577" y="5183"/>
                        </a:lnTo>
                        <a:lnTo>
                          <a:pt x="9659" y="5034"/>
                        </a:lnTo>
                        <a:lnTo>
                          <a:pt x="9727" y="4870"/>
                        </a:lnTo>
                        <a:lnTo>
                          <a:pt x="9781" y="4707"/>
                        </a:lnTo>
                        <a:lnTo>
                          <a:pt x="9849" y="4544"/>
                        </a:lnTo>
                        <a:lnTo>
                          <a:pt x="9890" y="4381"/>
                        </a:lnTo>
                        <a:lnTo>
                          <a:pt x="9931" y="4218"/>
                        </a:lnTo>
                        <a:lnTo>
                          <a:pt x="9958" y="4041"/>
                        </a:lnTo>
                        <a:lnTo>
                          <a:pt x="9985" y="3864"/>
                        </a:lnTo>
                        <a:lnTo>
                          <a:pt x="9999" y="3687"/>
                        </a:lnTo>
                        <a:lnTo>
                          <a:pt x="9999" y="3510"/>
                        </a:lnTo>
                        <a:lnTo>
                          <a:pt x="9999" y="3333"/>
                        </a:lnTo>
                        <a:lnTo>
                          <a:pt x="9985" y="3157"/>
                        </a:lnTo>
                        <a:lnTo>
                          <a:pt x="9958" y="2980"/>
                        </a:lnTo>
                        <a:lnTo>
                          <a:pt x="9931" y="2803"/>
                        </a:lnTo>
                        <a:lnTo>
                          <a:pt x="9890" y="2640"/>
                        </a:lnTo>
                        <a:lnTo>
                          <a:pt x="9849" y="2463"/>
                        </a:lnTo>
                        <a:lnTo>
                          <a:pt x="9781" y="2300"/>
                        </a:lnTo>
                        <a:lnTo>
                          <a:pt x="9727" y="2150"/>
                        </a:lnTo>
                        <a:lnTo>
                          <a:pt x="9659" y="1987"/>
                        </a:lnTo>
                        <a:lnTo>
                          <a:pt x="9577" y="1837"/>
                        </a:lnTo>
                        <a:lnTo>
                          <a:pt x="9496" y="1687"/>
                        </a:lnTo>
                        <a:lnTo>
                          <a:pt x="9400" y="1551"/>
                        </a:lnTo>
                        <a:lnTo>
                          <a:pt x="9196" y="1279"/>
                        </a:lnTo>
                        <a:lnTo>
                          <a:pt x="8965" y="1035"/>
                        </a:lnTo>
                        <a:lnTo>
                          <a:pt x="8720" y="803"/>
                        </a:lnTo>
                        <a:lnTo>
                          <a:pt x="8448" y="599"/>
                        </a:lnTo>
                        <a:lnTo>
                          <a:pt x="8312" y="504"/>
                        </a:lnTo>
                        <a:lnTo>
                          <a:pt x="8163" y="422"/>
                        </a:lnTo>
                        <a:lnTo>
                          <a:pt x="8013" y="341"/>
                        </a:lnTo>
                        <a:lnTo>
                          <a:pt x="7850" y="273"/>
                        </a:lnTo>
                        <a:lnTo>
                          <a:pt x="7700" y="218"/>
                        </a:lnTo>
                        <a:lnTo>
                          <a:pt x="7537" y="164"/>
                        </a:lnTo>
                        <a:lnTo>
                          <a:pt x="7360" y="110"/>
                        </a:lnTo>
                        <a:lnTo>
                          <a:pt x="7197" y="69"/>
                        </a:lnTo>
                        <a:lnTo>
                          <a:pt x="7020" y="42"/>
                        </a:lnTo>
                        <a:lnTo>
                          <a:pt x="6843" y="14"/>
                        </a:lnTo>
                        <a:lnTo>
                          <a:pt x="6666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0" name="Google Shape;1310;p30"/>
                  <p:cNvSpPr/>
                  <p:nvPr/>
                </p:nvSpPr>
                <p:spPr>
                  <a:xfrm>
                    <a:off x="6646262" y="1624486"/>
                    <a:ext cx="98000" cy="214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11" h="7020" extrusionOk="0">
                        <a:moveTo>
                          <a:pt x="1619" y="1"/>
                        </a:moveTo>
                        <a:lnTo>
                          <a:pt x="1442" y="14"/>
                        </a:lnTo>
                        <a:lnTo>
                          <a:pt x="1265" y="42"/>
                        </a:lnTo>
                        <a:lnTo>
                          <a:pt x="1088" y="69"/>
                        </a:lnTo>
                        <a:lnTo>
                          <a:pt x="912" y="286"/>
                        </a:lnTo>
                        <a:lnTo>
                          <a:pt x="721" y="558"/>
                        </a:lnTo>
                        <a:lnTo>
                          <a:pt x="612" y="722"/>
                        </a:lnTo>
                        <a:lnTo>
                          <a:pt x="517" y="899"/>
                        </a:lnTo>
                        <a:lnTo>
                          <a:pt x="422" y="1089"/>
                        </a:lnTo>
                        <a:lnTo>
                          <a:pt x="340" y="1293"/>
                        </a:lnTo>
                        <a:lnTo>
                          <a:pt x="245" y="1524"/>
                        </a:lnTo>
                        <a:lnTo>
                          <a:pt x="177" y="1756"/>
                        </a:lnTo>
                        <a:lnTo>
                          <a:pt x="109" y="2014"/>
                        </a:lnTo>
                        <a:lnTo>
                          <a:pt x="68" y="2286"/>
                        </a:lnTo>
                        <a:lnTo>
                          <a:pt x="27" y="2572"/>
                        </a:lnTo>
                        <a:lnTo>
                          <a:pt x="14" y="2871"/>
                        </a:lnTo>
                        <a:lnTo>
                          <a:pt x="0" y="3184"/>
                        </a:lnTo>
                        <a:lnTo>
                          <a:pt x="27" y="3510"/>
                        </a:lnTo>
                        <a:lnTo>
                          <a:pt x="55" y="3796"/>
                        </a:lnTo>
                        <a:lnTo>
                          <a:pt x="95" y="4068"/>
                        </a:lnTo>
                        <a:lnTo>
                          <a:pt x="136" y="4326"/>
                        </a:lnTo>
                        <a:lnTo>
                          <a:pt x="191" y="4585"/>
                        </a:lnTo>
                        <a:lnTo>
                          <a:pt x="259" y="4843"/>
                        </a:lnTo>
                        <a:lnTo>
                          <a:pt x="327" y="5088"/>
                        </a:lnTo>
                        <a:lnTo>
                          <a:pt x="476" y="5537"/>
                        </a:lnTo>
                        <a:lnTo>
                          <a:pt x="653" y="5959"/>
                        </a:lnTo>
                        <a:lnTo>
                          <a:pt x="830" y="6340"/>
                        </a:lnTo>
                        <a:lnTo>
                          <a:pt x="1020" y="6680"/>
                        </a:lnTo>
                        <a:lnTo>
                          <a:pt x="1197" y="6965"/>
                        </a:lnTo>
                        <a:lnTo>
                          <a:pt x="1497" y="7006"/>
                        </a:lnTo>
                        <a:lnTo>
                          <a:pt x="1809" y="7020"/>
                        </a:lnTo>
                        <a:lnTo>
                          <a:pt x="2979" y="7020"/>
                        </a:lnTo>
                        <a:lnTo>
                          <a:pt x="3006" y="6843"/>
                        </a:lnTo>
                        <a:lnTo>
                          <a:pt x="3047" y="6258"/>
                        </a:lnTo>
                        <a:lnTo>
                          <a:pt x="3115" y="5469"/>
                        </a:lnTo>
                        <a:lnTo>
                          <a:pt x="3170" y="4517"/>
                        </a:lnTo>
                        <a:lnTo>
                          <a:pt x="3197" y="4014"/>
                        </a:lnTo>
                        <a:lnTo>
                          <a:pt x="3210" y="3497"/>
                        </a:lnTo>
                        <a:lnTo>
                          <a:pt x="3210" y="2980"/>
                        </a:lnTo>
                        <a:lnTo>
                          <a:pt x="3210" y="2476"/>
                        </a:lnTo>
                        <a:lnTo>
                          <a:pt x="3183" y="1973"/>
                        </a:lnTo>
                        <a:lnTo>
                          <a:pt x="3142" y="1497"/>
                        </a:lnTo>
                        <a:lnTo>
                          <a:pt x="3074" y="1062"/>
                        </a:lnTo>
                        <a:lnTo>
                          <a:pt x="2993" y="654"/>
                        </a:lnTo>
                        <a:lnTo>
                          <a:pt x="2952" y="463"/>
                        </a:lnTo>
                        <a:lnTo>
                          <a:pt x="2884" y="300"/>
                        </a:lnTo>
                        <a:lnTo>
                          <a:pt x="2830" y="137"/>
                        </a:lnTo>
                        <a:lnTo>
                          <a:pt x="2762" y="1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1" name="Google Shape;1311;p30"/>
                  <p:cNvSpPr/>
                  <p:nvPr/>
                </p:nvSpPr>
                <p:spPr>
                  <a:xfrm>
                    <a:off x="7352841" y="1439348"/>
                    <a:ext cx="32412" cy="2270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2" h="7441" extrusionOk="0">
                        <a:moveTo>
                          <a:pt x="1" y="0"/>
                        </a:moveTo>
                        <a:lnTo>
                          <a:pt x="1" y="7441"/>
                        </a:lnTo>
                        <a:lnTo>
                          <a:pt x="1062" y="7441"/>
                        </a:lnTo>
                        <a:lnTo>
                          <a:pt x="1062" y="0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2" name="Google Shape;1312;p30"/>
                  <p:cNvSpPr/>
                  <p:nvPr/>
                </p:nvSpPr>
                <p:spPr>
                  <a:xfrm>
                    <a:off x="7332515" y="1402815"/>
                    <a:ext cx="73523" cy="734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9" h="2408" extrusionOk="0">
                        <a:moveTo>
                          <a:pt x="1075" y="0"/>
                        </a:moveTo>
                        <a:lnTo>
                          <a:pt x="953" y="27"/>
                        </a:lnTo>
                        <a:lnTo>
                          <a:pt x="844" y="54"/>
                        </a:lnTo>
                        <a:lnTo>
                          <a:pt x="735" y="95"/>
                        </a:lnTo>
                        <a:lnTo>
                          <a:pt x="626" y="150"/>
                        </a:lnTo>
                        <a:lnTo>
                          <a:pt x="531" y="204"/>
                        </a:lnTo>
                        <a:lnTo>
                          <a:pt x="436" y="272"/>
                        </a:lnTo>
                        <a:lnTo>
                          <a:pt x="354" y="354"/>
                        </a:lnTo>
                        <a:lnTo>
                          <a:pt x="272" y="435"/>
                        </a:lnTo>
                        <a:lnTo>
                          <a:pt x="204" y="531"/>
                        </a:lnTo>
                        <a:lnTo>
                          <a:pt x="150" y="626"/>
                        </a:lnTo>
                        <a:lnTo>
                          <a:pt x="96" y="735"/>
                        </a:lnTo>
                        <a:lnTo>
                          <a:pt x="55" y="843"/>
                        </a:lnTo>
                        <a:lnTo>
                          <a:pt x="28" y="952"/>
                        </a:lnTo>
                        <a:lnTo>
                          <a:pt x="0" y="1075"/>
                        </a:lnTo>
                        <a:lnTo>
                          <a:pt x="0" y="1197"/>
                        </a:lnTo>
                        <a:lnTo>
                          <a:pt x="0" y="1319"/>
                        </a:lnTo>
                        <a:lnTo>
                          <a:pt x="28" y="1442"/>
                        </a:lnTo>
                        <a:lnTo>
                          <a:pt x="55" y="1564"/>
                        </a:lnTo>
                        <a:lnTo>
                          <a:pt x="96" y="1673"/>
                        </a:lnTo>
                        <a:lnTo>
                          <a:pt x="150" y="1768"/>
                        </a:lnTo>
                        <a:lnTo>
                          <a:pt x="204" y="1877"/>
                        </a:lnTo>
                        <a:lnTo>
                          <a:pt x="272" y="1972"/>
                        </a:lnTo>
                        <a:lnTo>
                          <a:pt x="354" y="2054"/>
                        </a:lnTo>
                        <a:lnTo>
                          <a:pt x="436" y="2136"/>
                        </a:lnTo>
                        <a:lnTo>
                          <a:pt x="531" y="2204"/>
                        </a:lnTo>
                        <a:lnTo>
                          <a:pt x="626" y="2258"/>
                        </a:lnTo>
                        <a:lnTo>
                          <a:pt x="735" y="2312"/>
                        </a:lnTo>
                        <a:lnTo>
                          <a:pt x="844" y="2353"/>
                        </a:lnTo>
                        <a:lnTo>
                          <a:pt x="953" y="2380"/>
                        </a:lnTo>
                        <a:lnTo>
                          <a:pt x="1075" y="2394"/>
                        </a:lnTo>
                        <a:lnTo>
                          <a:pt x="1197" y="2408"/>
                        </a:lnTo>
                        <a:lnTo>
                          <a:pt x="1320" y="2394"/>
                        </a:lnTo>
                        <a:lnTo>
                          <a:pt x="1442" y="2380"/>
                        </a:lnTo>
                        <a:lnTo>
                          <a:pt x="1565" y="2353"/>
                        </a:lnTo>
                        <a:lnTo>
                          <a:pt x="1674" y="2312"/>
                        </a:lnTo>
                        <a:lnTo>
                          <a:pt x="1769" y="2258"/>
                        </a:lnTo>
                        <a:lnTo>
                          <a:pt x="1878" y="2204"/>
                        </a:lnTo>
                        <a:lnTo>
                          <a:pt x="1973" y="2136"/>
                        </a:lnTo>
                        <a:lnTo>
                          <a:pt x="2054" y="2054"/>
                        </a:lnTo>
                        <a:lnTo>
                          <a:pt x="2136" y="1972"/>
                        </a:lnTo>
                        <a:lnTo>
                          <a:pt x="2204" y="1877"/>
                        </a:lnTo>
                        <a:lnTo>
                          <a:pt x="2258" y="1768"/>
                        </a:lnTo>
                        <a:lnTo>
                          <a:pt x="2313" y="1673"/>
                        </a:lnTo>
                        <a:lnTo>
                          <a:pt x="2354" y="1564"/>
                        </a:lnTo>
                        <a:lnTo>
                          <a:pt x="2381" y="1442"/>
                        </a:lnTo>
                        <a:lnTo>
                          <a:pt x="2394" y="1319"/>
                        </a:lnTo>
                        <a:lnTo>
                          <a:pt x="2408" y="1197"/>
                        </a:lnTo>
                        <a:lnTo>
                          <a:pt x="2394" y="1075"/>
                        </a:lnTo>
                        <a:lnTo>
                          <a:pt x="2381" y="952"/>
                        </a:lnTo>
                        <a:lnTo>
                          <a:pt x="2354" y="843"/>
                        </a:lnTo>
                        <a:lnTo>
                          <a:pt x="2313" y="735"/>
                        </a:lnTo>
                        <a:lnTo>
                          <a:pt x="2258" y="626"/>
                        </a:lnTo>
                        <a:lnTo>
                          <a:pt x="2204" y="531"/>
                        </a:lnTo>
                        <a:lnTo>
                          <a:pt x="2136" y="435"/>
                        </a:lnTo>
                        <a:lnTo>
                          <a:pt x="2054" y="354"/>
                        </a:lnTo>
                        <a:lnTo>
                          <a:pt x="1973" y="272"/>
                        </a:lnTo>
                        <a:lnTo>
                          <a:pt x="1878" y="204"/>
                        </a:lnTo>
                        <a:lnTo>
                          <a:pt x="1769" y="150"/>
                        </a:lnTo>
                        <a:lnTo>
                          <a:pt x="1674" y="95"/>
                        </a:lnTo>
                        <a:lnTo>
                          <a:pt x="1565" y="54"/>
                        </a:lnTo>
                        <a:lnTo>
                          <a:pt x="1442" y="27"/>
                        </a:lnTo>
                        <a:lnTo>
                          <a:pt x="1320" y="0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3" name="Google Shape;1313;p30"/>
                  <p:cNvSpPr/>
                  <p:nvPr/>
                </p:nvSpPr>
                <p:spPr>
                  <a:xfrm>
                    <a:off x="7352841" y="1602908"/>
                    <a:ext cx="32412" cy="336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2" h="1103" extrusionOk="0">
                        <a:moveTo>
                          <a:pt x="1" y="0"/>
                        </a:moveTo>
                        <a:lnTo>
                          <a:pt x="1" y="776"/>
                        </a:lnTo>
                        <a:lnTo>
                          <a:pt x="1062" y="1102"/>
                        </a:lnTo>
                        <a:lnTo>
                          <a:pt x="1062" y="245"/>
                        </a:lnTo>
                        <a:lnTo>
                          <a:pt x="667" y="136"/>
                        </a:lnTo>
                        <a:lnTo>
                          <a:pt x="314" y="55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4" name="Google Shape;1314;p30"/>
                  <p:cNvSpPr/>
                  <p:nvPr/>
                </p:nvSpPr>
                <p:spPr>
                  <a:xfrm>
                    <a:off x="7408908" y="1694653"/>
                    <a:ext cx="73492" cy="73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8" h="2409" extrusionOk="0">
                        <a:moveTo>
                          <a:pt x="1211" y="1"/>
                        </a:moveTo>
                        <a:lnTo>
                          <a:pt x="1088" y="14"/>
                        </a:lnTo>
                        <a:lnTo>
                          <a:pt x="966" y="28"/>
                        </a:lnTo>
                        <a:lnTo>
                          <a:pt x="844" y="55"/>
                        </a:lnTo>
                        <a:lnTo>
                          <a:pt x="735" y="96"/>
                        </a:lnTo>
                        <a:lnTo>
                          <a:pt x="640" y="150"/>
                        </a:lnTo>
                        <a:lnTo>
                          <a:pt x="531" y="218"/>
                        </a:lnTo>
                        <a:lnTo>
                          <a:pt x="436" y="286"/>
                        </a:lnTo>
                        <a:lnTo>
                          <a:pt x="354" y="354"/>
                        </a:lnTo>
                        <a:lnTo>
                          <a:pt x="272" y="449"/>
                        </a:lnTo>
                        <a:lnTo>
                          <a:pt x="204" y="531"/>
                        </a:lnTo>
                        <a:lnTo>
                          <a:pt x="150" y="640"/>
                        </a:lnTo>
                        <a:lnTo>
                          <a:pt x="95" y="735"/>
                        </a:lnTo>
                        <a:lnTo>
                          <a:pt x="55" y="858"/>
                        </a:lnTo>
                        <a:lnTo>
                          <a:pt x="27" y="966"/>
                        </a:lnTo>
                        <a:lnTo>
                          <a:pt x="14" y="1089"/>
                        </a:lnTo>
                        <a:lnTo>
                          <a:pt x="0" y="1211"/>
                        </a:lnTo>
                        <a:lnTo>
                          <a:pt x="14" y="1334"/>
                        </a:lnTo>
                        <a:lnTo>
                          <a:pt x="27" y="1456"/>
                        </a:lnTo>
                        <a:lnTo>
                          <a:pt x="55" y="1565"/>
                        </a:lnTo>
                        <a:lnTo>
                          <a:pt x="95" y="1674"/>
                        </a:lnTo>
                        <a:lnTo>
                          <a:pt x="150" y="1783"/>
                        </a:lnTo>
                        <a:lnTo>
                          <a:pt x="204" y="1878"/>
                        </a:lnTo>
                        <a:lnTo>
                          <a:pt x="272" y="1973"/>
                        </a:lnTo>
                        <a:lnTo>
                          <a:pt x="354" y="2055"/>
                        </a:lnTo>
                        <a:lnTo>
                          <a:pt x="436" y="2136"/>
                        </a:lnTo>
                        <a:lnTo>
                          <a:pt x="531" y="2204"/>
                        </a:lnTo>
                        <a:lnTo>
                          <a:pt x="640" y="2272"/>
                        </a:lnTo>
                        <a:lnTo>
                          <a:pt x="735" y="2313"/>
                        </a:lnTo>
                        <a:lnTo>
                          <a:pt x="844" y="2354"/>
                        </a:lnTo>
                        <a:lnTo>
                          <a:pt x="966" y="2395"/>
                        </a:lnTo>
                        <a:lnTo>
                          <a:pt x="1088" y="2408"/>
                        </a:lnTo>
                        <a:lnTo>
                          <a:pt x="1333" y="2408"/>
                        </a:lnTo>
                        <a:lnTo>
                          <a:pt x="1456" y="2395"/>
                        </a:lnTo>
                        <a:lnTo>
                          <a:pt x="1565" y="2354"/>
                        </a:lnTo>
                        <a:lnTo>
                          <a:pt x="1673" y="2313"/>
                        </a:lnTo>
                        <a:lnTo>
                          <a:pt x="1782" y="2272"/>
                        </a:lnTo>
                        <a:lnTo>
                          <a:pt x="1877" y="2204"/>
                        </a:lnTo>
                        <a:lnTo>
                          <a:pt x="1973" y="2136"/>
                        </a:lnTo>
                        <a:lnTo>
                          <a:pt x="2054" y="2055"/>
                        </a:lnTo>
                        <a:lnTo>
                          <a:pt x="2136" y="1973"/>
                        </a:lnTo>
                        <a:lnTo>
                          <a:pt x="2204" y="1878"/>
                        </a:lnTo>
                        <a:lnTo>
                          <a:pt x="2272" y="1783"/>
                        </a:lnTo>
                        <a:lnTo>
                          <a:pt x="2313" y="1674"/>
                        </a:lnTo>
                        <a:lnTo>
                          <a:pt x="2354" y="1565"/>
                        </a:lnTo>
                        <a:lnTo>
                          <a:pt x="2381" y="1456"/>
                        </a:lnTo>
                        <a:lnTo>
                          <a:pt x="2408" y="1334"/>
                        </a:lnTo>
                        <a:lnTo>
                          <a:pt x="2408" y="1211"/>
                        </a:lnTo>
                        <a:lnTo>
                          <a:pt x="2408" y="1089"/>
                        </a:lnTo>
                        <a:lnTo>
                          <a:pt x="2381" y="966"/>
                        </a:lnTo>
                        <a:lnTo>
                          <a:pt x="2354" y="858"/>
                        </a:lnTo>
                        <a:lnTo>
                          <a:pt x="2313" y="735"/>
                        </a:lnTo>
                        <a:lnTo>
                          <a:pt x="2272" y="640"/>
                        </a:lnTo>
                        <a:lnTo>
                          <a:pt x="2204" y="531"/>
                        </a:lnTo>
                        <a:lnTo>
                          <a:pt x="2136" y="449"/>
                        </a:lnTo>
                        <a:lnTo>
                          <a:pt x="2054" y="354"/>
                        </a:lnTo>
                        <a:lnTo>
                          <a:pt x="1973" y="286"/>
                        </a:lnTo>
                        <a:lnTo>
                          <a:pt x="1877" y="218"/>
                        </a:lnTo>
                        <a:lnTo>
                          <a:pt x="1782" y="150"/>
                        </a:lnTo>
                        <a:lnTo>
                          <a:pt x="1673" y="96"/>
                        </a:lnTo>
                        <a:lnTo>
                          <a:pt x="1565" y="55"/>
                        </a:lnTo>
                        <a:lnTo>
                          <a:pt x="1456" y="28"/>
                        </a:lnTo>
                        <a:lnTo>
                          <a:pt x="1333" y="14"/>
                        </a:lnTo>
                        <a:lnTo>
                          <a:pt x="1211" y="1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5" name="Google Shape;1315;p30"/>
                  <p:cNvSpPr/>
                  <p:nvPr/>
                </p:nvSpPr>
                <p:spPr>
                  <a:xfrm>
                    <a:off x="7146950" y="1624486"/>
                    <a:ext cx="305139" cy="214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98" h="7020" extrusionOk="0">
                        <a:moveTo>
                          <a:pt x="3333" y="1"/>
                        </a:moveTo>
                        <a:lnTo>
                          <a:pt x="3156" y="14"/>
                        </a:lnTo>
                        <a:lnTo>
                          <a:pt x="2979" y="42"/>
                        </a:lnTo>
                        <a:lnTo>
                          <a:pt x="2802" y="69"/>
                        </a:lnTo>
                        <a:lnTo>
                          <a:pt x="2639" y="110"/>
                        </a:lnTo>
                        <a:lnTo>
                          <a:pt x="2462" y="164"/>
                        </a:lnTo>
                        <a:lnTo>
                          <a:pt x="2299" y="218"/>
                        </a:lnTo>
                        <a:lnTo>
                          <a:pt x="2149" y="273"/>
                        </a:lnTo>
                        <a:lnTo>
                          <a:pt x="1986" y="341"/>
                        </a:lnTo>
                        <a:lnTo>
                          <a:pt x="1836" y="422"/>
                        </a:lnTo>
                        <a:lnTo>
                          <a:pt x="1687" y="504"/>
                        </a:lnTo>
                        <a:lnTo>
                          <a:pt x="1551" y="599"/>
                        </a:lnTo>
                        <a:lnTo>
                          <a:pt x="1279" y="803"/>
                        </a:lnTo>
                        <a:lnTo>
                          <a:pt x="1034" y="1035"/>
                        </a:lnTo>
                        <a:lnTo>
                          <a:pt x="803" y="1279"/>
                        </a:lnTo>
                        <a:lnTo>
                          <a:pt x="599" y="1551"/>
                        </a:lnTo>
                        <a:lnTo>
                          <a:pt x="503" y="1687"/>
                        </a:lnTo>
                        <a:lnTo>
                          <a:pt x="422" y="1837"/>
                        </a:lnTo>
                        <a:lnTo>
                          <a:pt x="340" y="1987"/>
                        </a:lnTo>
                        <a:lnTo>
                          <a:pt x="272" y="2150"/>
                        </a:lnTo>
                        <a:lnTo>
                          <a:pt x="218" y="2300"/>
                        </a:lnTo>
                        <a:lnTo>
                          <a:pt x="163" y="2463"/>
                        </a:lnTo>
                        <a:lnTo>
                          <a:pt x="109" y="2640"/>
                        </a:lnTo>
                        <a:lnTo>
                          <a:pt x="68" y="2803"/>
                        </a:lnTo>
                        <a:lnTo>
                          <a:pt x="41" y="2980"/>
                        </a:lnTo>
                        <a:lnTo>
                          <a:pt x="14" y="3157"/>
                        </a:lnTo>
                        <a:lnTo>
                          <a:pt x="0" y="3333"/>
                        </a:lnTo>
                        <a:lnTo>
                          <a:pt x="0" y="3510"/>
                        </a:lnTo>
                        <a:lnTo>
                          <a:pt x="0" y="3687"/>
                        </a:lnTo>
                        <a:lnTo>
                          <a:pt x="14" y="3864"/>
                        </a:lnTo>
                        <a:lnTo>
                          <a:pt x="41" y="4041"/>
                        </a:lnTo>
                        <a:lnTo>
                          <a:pt x="68" y="4218"/>
                        </a:lnTo>
                        <a:lnTo>
                          <a:pt x="109" y="4381"/>
                        </a:lnTo>
                        <a:lnTo>
                          <a:pt x="163" y="4544"/>
                        </a:lnTo>
                        <a:lnTo>
                          <a:pt x="218" y="4707"/>
                        </a:lnTo>
                        <a:lnTo>
                          <a:pt x="272" y="4870"/>
                        </a:lnTo>
                        <a:lnTo>
                          <a:pt x="340" y="5034"/>
                        </a:lnTo>
                        <a:lnTo>
                          <a:pt x="422" y="5183"/>
                        </a:lnTo>
                        <a:lnTo>
                          <a:pt x="503" y="5319"/>
                        </a:lnTo>
                        <a:lnTo>
                          <a:pt x="599" y="5469"/>
                        </a:lnTo>
                        <a:lnTo>
                          <a:pt x="803" y="5741"/>
                        </a:lnTo>
                        <a:lnTo>
                          <a:pt x="1034" y="5986"/>
                        </a:lnTo>
                        <a:lnTo>
                          <a:pt x="1279" y="6217"/>
                        </a:lnTo>
                        <a:lnTo>
                          <a:pt x="1551" y="6421"/>
                        </a:lnTo>
                        <a:lnTo>
                          <a:pt x="1687" y="6503"/>
                        </a:lnTo>
                        <a:lnTo>
                          <a:pt x="1836" y="6598"/>
                        </a:lnTo>
                        <a:lnTo>
                          <a:pt x="1986" y="6666"/>
                        </a:lnTo>
                        <a:lnTo>
                          <a:pt x="2149" y="6748"/>
                        </a:lnTo>
                        <a:lnTo>
                          <a:pt x="2299" y="6802"/>
                        </a:lnTo>
                        <a:lnTo>
                          <a:pt x="2462" y="6856"/>
                        </a:lnTo>
                        <a:lnTo>
                          <a:pt x="2639" y="6911"/>
                        </a:lnTo>
                        <a:lnTo>
                          <a:pt x="2802" y="6952"/>
                        </a:lnTo>
                        <a:lnTo>
                          <a:pt x="2979" y="6979"/>
                        </a:lnTo>
                        <a:lnTo>
                          <a:pt x="3156" y="7006"/>
                        </a:lnTo>
                        <a:lnTo>
                          <a:pt x="3333" y="7020"/>
                        </a:lnTo>
                        <a:lnTo>
                          <a:pt x="6488" y="7020"/>
                        </a:lnTo>
                        <a:lnTo>
                          <a:pt x="6801" y="7006"/>
                        </a:lnTo>
                        <a:lnTo>
                          <a:pt x="7101" y="6965"/>
                        </a:lnTo>
                        <a:lnTo>
                          <a:pt x="7400" y="6897"/>
                        </a:lnTo>
                        <a:lnTo>
                          <a:pt x="7699" y="6802"/>
                        </a:lnTo>
                        <a:lnTo>
                          <a:pt x="7971" y="6680"/>
                        </a:lnTo>
                        <a:lnTo>
                          <a:pt x="8243" y="6544"/>
                        </a:lnTo>
                        <a:lnTo>
                          <a:pt x="8502" y="6380"/>
                        </a:lnTo>
                        <a:lnTo>
                          <a:pt x="8733" y="6204"/>
                        </a:lnTo>
                        <a:lnTo>
                          <a:pt x="8964" y="5999"/>
                        </a:lnTo>
                        <a:lnTo>
                          <a:pt x="9168" y="5768"/>
                        </a:lnTo>
                        <a:lnTo>
                          <a:pt x="9345" y="5537"/>
                        </a:lnTo>
                        <a:lnTo>
                          <a:pt x="9522" y="5279"/>
                        </a:lnTo>
                        <a:lnTo>
                          <a:pt x="9658" y="5020"/>
                        </a:lnTo>
                        <a:lnTo>
                          <a:pt x="9780" y="4734"/>
                        </a:lnTo>
                        <a:lnTo>
                          <a:pt x="9876" y="4449"/>
                        </a:lnTo>
                        <a:lnTo>
                          <a:pt x="9944" y="4136"/>
                        </a:lnTo>
                        <a:lnTo>
                          <a:pt x="9984" y="3823"/>
                        </a:lnTo>
                        <a:lnTo>
                          <a:pt x="9998" y="3510"/>
                        </a:lnTo>
                        <a:lnTo>
                          <a:pt x="9998" y="3333"/>
                        </a:lnTo>
                        <a:lnTo>
                          <a:pt x="9984" y="3157"/>
                        </a:lnTo>
                        <a:lnTo>
                          <a:pt x="9957" y="2980"/>
                        </a:lnTo>
                        <a:lnTo>
                          <a:pt x="9930" y="2803"/>
                        </a:lnTo>
                        <a:lnTo>
                          <a:pt x="9889" y="2640"/>
                        </a:lnTo>
                        <a:lnTo>
                          <a:pt x="9848" y="2463"/>
                        </a:lnTo>
                        <a:lnTo>
                          <a:pt x="9780" y="2300"/>
                        </a:lnTo>
                        <a:lnTo>
                          <a:pt x="9726" y="2150"/>
                        </a:lnTo>
                        <a:lnTo>
                          <a:pt x="9658" y="1987"/>
                        </a:lnTo>
                        <a:lnTo>
                          <a:pt x="9576" y="1837"/>
                        </a:lnTo>
                        <a:lnTo>
                          <a:pt x="9495" y="1687"/>
                        </a:lnTo>
                        <a:lnTo>
                          <a:pt x="9399" y="1551"/>
                        </a:lnTo>
                        <a:lnTo>
                          <a:pt x="9195" y="1279"/>
                        </a:lnTo>
                        <a:lnTo>
                          <a:pt x="8964" y="1035"/>
                        </a:lnTo>
                        <a:lnTo>
                          <a:pt x="8787" y="858"/>
                        </a:lnTo>
                        <a:lnTo>
                          <a:pt x="8583" y="695"/>
                        </a:lnTo>
                        <a:lnTo>
                          <a:pt x="8379" y="558"/>
                        </a:lnTo>
                        <a:lnTo>
                          <a:pt x="8162" y="422"/>
                        </a:lnTo>
                        <a:lnTo>
                          <a:pt x="7944" y="314"/>
                        </a:lnTo>
                        <a:lnTo>
                          <a:pt x="7699" y="218"/>
                        </a:lnTo>
                        <a:lnTo>
                          <a:pt x="7454" y="137"/>
                        </a:lnTo>
                        <a:lnTo>
                          <a:pt x="7209" y="69"/>
                        </a:lnTo>
                        <a:lnTo>
                          <a:pt x="7033" y="42"/>
                        </a:lnTo>
                        <a:lnTo>
                          <a:pt x="6856" y="14"/>
                        </a:lnTo>
                        <a:lnTo>
                          <a:pt x="6679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6" name="Google Shape;1316;p30"/>
                  <p:cNvSpPr/>
                  <p:nvPr/>
                </p:nvSpPr>
                <p:spPr>
                  <a:xfrm>
                    <a:off x="7302208" y="1624486"/>
                    <a:ext cx="98000" cy="214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11" h="7020" extrusionOk="0">
                        <a:moveTo>
                          <a:pt x="449" y="1"/>
                        </a:moveTo>
                        <a:lnTo>
                          <a:pt x="381" y="137"/>
                        </a:lnTo>
                        <a:lnTo>
                          <a:pt x="327" y="300"/>
                        </a:lnTo>
                        <a:lnTo>
                          <a:pt x="259" y="463"/>
                        </a:lnTo>
                        <a:lnTo>
                          <a:pt x="218" y="654"/>
                        </a:lnTo>
                        <a:lnTo>
                          <a:pt x="136" y="1062"/>
                        </a:lnTo>
                        <a:lnTo>
                          <a:pt x="68" y="1497"/>
                        </a:lnTo>
                        <a:lnTo>
                          <a:pt x="28" y="1973"/>
                        </a:lnTo>
                        <a:lnTo>
                          <a:pt x="14" y="2476"/>
                        </a:lnTo>
                        <a:lnTo>
                          <a:pt x="0" y="2980"/>
                        </a:lnTo>
                        <a:lnTo>
                          <a:pt x="0" y="3497"/>
                        </a:lnTo>
                        <a:lnTo>
                          <a:pt x="14" y="4014"/>
                        </a:lnTo>
                        <a:lnTo>
                          <a:pt x="41" y="4517"/>
                        </a:lnTo>
                        <a:lnTo>
                          <a:pt x="96" y="5469"/>
                        </a:lnTo>
                        <a:lnTo>
                          <a:pt x="164" y="6258"/>
                        </a:lnTo>
                        <a:lnTo>
                          <a:pt x="204" y="6843"/>
                        </a:lnTo>
                        <a:lnTo>
                          <a:pt x="232" y="7020"/>
                        </a:lnTo>
                        <a:lnTo>
                          <a:pt x="1401" y="7020"/>
                        </a:lnTo>
                        <a:lnTo>
                          <a:pt x="1714" y="7006"/>
                        </a:lnTo>
                        <a:lnTo>
                          <a:pt x="2014" y="6965"/>
                        </a:lnTo>
                        <a:lnTo>
                          <a:pt x="2190" y="6680"/>
                        </a:lnTo>
                        <a:lnTo>
                          <a:pt x="2381" y="6340"/>
                        </a:lnTo>
                        <a:lnTo>
                          <a:pt x="2558" y="5959"/>
                        </a:lnTo>
                        <a:lnTo>
                          <a:pt x="2735" y="5537"/>
                        </a:lnTo>
                        <a:lnTo>
                          <a:pt x="2884" y="5088"/>
                        </a:lnTo>
                        <a:lnTo>
                          <a:pt x="2952" y="4843"/>
                        </a:lnTo>
                        <a:lnTo>
                          <a:pt x="3020" y="4585"/>
                        </a:lnTo>
                        <a:lnTo>
                          <a:pt x="3075" y="4326"/>
                        </a:lnTo>
                        <a:lnTo>
                          <a:pt x="3115" y="4068"/>
                        </a:lnTo>
                        <a:lnTo>
                          <a:pt x="3156" y="3796"/>
                        </a:lnTo>
                        <a:lnTo>
                          <a:pt x="3183" y="3510"/>
                        </a:lnTo>
                        <a:lnTo>
                          <a:pt x="3211" y="3184"/>
                        </a:lnTo>
                        <a:lnTo>
                          <a:pt x="3197" y="2871"/>
                        </a:lnTo>
                        <a:lnTo>
                          <a:pt x="3183" y="2572"/>
                        </a:lnTo>
                        <a:lnTo>
                          <a:pt x="3143" y="2286"/>
                        </a:lnTo>
                        <a:lnTo>
                          <a:pt x="3102" y="2014"/>
                        </a:lnTo>
                        <a:lnTo>
                          <a:pt x="3034" y="1756"/>
                        </a:lnTo>
                        <a:lnTo>
                          <a:pt x="2966" y="1524"/>
                        </a:lnTo>
                        <a:lnTo>
                          <a:pt x="2884" y="1293"/>
                        </a:lnTo>
                        <a:lnTo>
                          <a:pt x="2789" y="1089"/>
                        </a:lnTo>
                        <a:lnTo>
                          <a:pt x="2694" y="899"/>
                        </a:lnTo>
                        <a:lnTo>
                          <a:pt x="2598" y="722"/>
                        </a:lnTo>
                        <a:lnTo>
                          <a:pt x="2503" y="558"/>
                        </a:lnTo>
                        <a:lnTo>
                          <a:pt x="2299" y="286"/>
                        </a:lnTo>
                        <a:lnTo>
                          <a:pt x="2122" y="69"/>
                        </a:lnTo>
                        <a:lnTo>
                          <a:pt x="1946" y="42"/>
                        </a:lnTo>
                        <a:lnTo>
                          <a:pt x="1769" y="14"/>
                        </a:lnTo>
                        <a:lnTo>
                          <a:pt x="1592" y="1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7" name="Google Shape;1317;p30"/>
                  <p:cNvSpPr/>
                  <p:nvPr/>
                </p:nvSpPr>
                <p:spPr>
                  <a:xfrm>
                    <a:off x="6677392" y="1513238"/>
                    <a:ext cx="689172" cy="4201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581" h="13767" extrusionOk="0">
                        <a:moveTo>
                          <a:pt x="6530" y="0"/>
                        </a:moveTo>
                        <a:lnTo>
                          <a:pt x="6176" y="28"/>
                        </a:lnTo>
                        <a:lnTo>
                          <a:pt x="5836" y="82"/>
                        </a:lnTo>
                        <a:lnTo>
                          <a:pt x="5496" y="136"/>
                        </a:lnTo>
                        <a:lnTo>
                          <a:pt x="5169" y="218"/>
                        </a:lnTo>
                        <a:lnTo>
                          <a:pt x="4843" y="313"/>
                        </a:lnTo>
                        <a:lnTo>
                          <a:pt x="4517" y="422"/>
                        </a:lnTo>
                        <a:lnTo>
                          <a:pt x="4204" y="544"/>
                        </a:lnTo>
                        <a:lnTo>
                          <a:pt x="3904" y="680"/>
                        </a:lnTo>
                        <a:lnTo>
                          <a:pt x="3605" y="830"/>
                        </a:lnTo>
                        <a:lnTo>
                          <a:pt x="3320" y="993"/>
                        </a:lnTo>
                        <a:lnTo>
                          <a:pt x="3034" y="1170"/>
                        </a:lnTo>
                        <a:lnTo>
                          <a:pt x="2775" y="1374"/>
                        </a:lnTo>
                        <a:lnTo>
                          <a:pt x="2503" y="1578"/>
                        </a:lnTo>
                        <a:lnTo>
                          <a:pt x="2258" y="1796"/>
                        </a:lnTo>
                        <a:lnTo>
                          <a:pt x="2014" y="2013"/>
                        </a:lnTo>
                        <a:lnTo>
                          <a:pt x="1850" y="2190"/>
                        </a:lnTo>
                        <a:lnTo>
                          <a:pt x="1687" y="2381"/>
                        </a:lnTo>
                        <a:lnTo>
                          <a:pt x="1524" y="2558"/>
                        </a:lnTo>
                        <a:lnTo>
                          <a:pt x="1374" y="2748"/>
                        </a:lnTo>
                        <a:lnTo>
                          <a:pt x="1238" y="2952"/>
                        </a:lnTo>
                        <a:lnTo>
                          <a:pt x="1102" y="3156"/>
                        </a:lnTo>
                        <a:lnTo>
                          <a:pt x="966" y="3360"/>
                        </a:lnTo>
                        <a:lnTo>
                          <a:pt x="844" y="3578"/>
                        </a:lnTo>
                        <a:lnTo>
                          <a:pt x="653" y="3945"/>
                        </a:lnTo>
                        <a:lnTo>
                          <a:pt x="490" y="4340"/>
                        </a:lnTo>
                        <a:lnTo>
                          <a:pt x="341" y="4734"/>
                        </a:lnTo>
                        <a:lnTo>
                          <a:pt x="218" y="5142"/>
                        </a:lnTo>
                        <a:lnTo>
                          <a:pt x="123" y="5564"/>
                        </a:lnTo>
                        <a:lnTo>
                          <a:pt x="55" y="5999"/>
                        </a:lnTo>
                        <a:lnTo>
                          <a:pt x="14" y="6434"/>
                        </a:lnTo>
                        <a:lnTo>
                          <a:pt x="0" y="6883"/>
                        </a:lnTo>
                        <a:lnTo>
                          <a:pt x="0" y="7250"/>
                        </a:lnTo>
                        <a:lnTo>
                          <a:pt x="41" y="7631"/>
                        </a:lnTo>
                        <a:lnTo>
                          <a:pt x="82" y="7999"/>
                        </a:lnTo>
                        <a:lnTo>
                          <a:pt x="164" y="8352"/>
                        </a:lnTo>
                        <a:lnTo>
                          <a:pt x="232" y="8638"/>
                        </a:lnTo>
                        <a:lnTo>
                          <a:pt x="313" y="8924"/>
                        </a:lnTo>
                        <a:lnTo>
                          <a:pt x="409" y="9209"/>
                        </a:lnTo>
                        <a:lnTo>
                          <a:pt x="504" y="9481"/>
                        </a:lnTo>
                        <a:lnTo>
                          <a:pt x="626" y="9740"/>
                        </a:lnTo>
                        <a:lnTo>
                          <a:pt x="749" y="9998"/>
                        </a:lnTo>
                        <a:lnTo>
                          <a:pt x="885" y="10257"/>
                        </a:lnTo>
                        <a:lnTo>
                          <a:pt x="1034" y="10501"/>
                        </a:lnTo>
                        <a:lnTo>
                          <a:pt x="1197" y="10746"/>
                        </a:lnTo>
                        <a:lnTo>
                          <a:pt x="1361" y="10978"/>
                        </a:lnTo>
                        <a:lnTo>
                          <a:pt x="1538" y="11209"/>
                        </a:lnTo>
                        <a:lnTo>
                          <a:pt x="1714" y="11426"/>
                        </a:lnTo>
                        <a:lnTo>
                          <a:pt x="1918" y="11630"/>
                        </a:lnTo>
                        <a:lnTo>
                          <a:pt x="2122" y="11834"/>
                        </a:lnTo>
                        <a:lnTo>
                          <a:pt x="2327" y="12025"/>
                        </a:lnTo>
                        <a:lnTo>
                          <a:pt x="2544" y="12215"/>
                        </a:lnTo>
                        <a:lnTo>
                          <a:pt x="2775" y="12392"/>
                        </a:lnTo>
                        <a:lnTo>
                          <a:pt x="3007" y="12555"/>
                        </a:lnTo>
                        <a:lnTo>
                          <a:pt x="3251" y="12719"/>
                        </a:lnTo>
                        <a:lnTo>
                          <a:pt x="3496" y="12868"/>
                        </a:lnTo>
                        <a:lnTo>
                          <a:pt x="3741" y="13004"/>
                        </a:lnTo>
                        <a:lnTo>
                          <a:pt x="4000" y="13127"/>
                        </a:lnTo>
                        <a:lnTo>
                          <a:pt x="4272" y="13249"/>
                        </a:lnTo>
                        <a:lnTo>
                          <a:pt x="4544" y="13358"/>
                        </a:lnTo>
                        <a:lnTo>
                          <a:pt x="4816" y="13440"/>
                        </a:lnTo>
                        <a:lnTo>
                          <a:pt x="5101" y="13535"/>
                        </a:lnTo>
                        <a:lnTo>
                          <a:pt x="5387" y="13603"/>
                        </a:lnTo>
                        <a:lnTo>
                          <a:pt x="5673" y="13657"/>
                        </a:lnTo>
                        <a:lnTo>
                          <a:pt x="5972" y="13698"/>
                        </a:lnTo>
                        <a:lnTo>
                          <a:pt x="6271" y="13739"/>
                        </a:lnTo>
                        <a:lnTo>
                          <a:pt x="6571" y="13752"/>
                        </a:lnTo>
                        <a:lnTo>
                          <a:pt x="6883" y="13766"/>
                        </a:lnTo>
                        <a:lnTo>
                          <a:pt x="15698" y="13766"/>
                        </a:lnTo>
                        <a:lnTo>
                          <a:pt x="16052" y="13752"/>
                        </a:lnTo>
                        <a:lnTo>
                          <a:pt x="16405" y="13725"/>
                        </a:lnTo>
                        <a:lnTo>
                          <a:pt x="16745" y="13684"/>
                        </a:lnTo>
                        <a:lnTo>
                          <a:pt x="17085" y="13616"/>
                        </a:lnTo>
                        <a:lnTo>
                          <a:pt x="17412" y="13548"/>
                        </a:lnTo>
                        <a:lnTo>
                          <a:pt x="17738" y="13453"/>
                        </a:lnTo>
                        <a:lnTo>
                          <a:pt x="18065" y="13344"/>
                        </a:lnTo>
                        <a:lnTo>
                          <a:pt x="18378" y="13222"/>
                        </a:lnTo>
                        <a:lnTo>
                          <a:pt x="18677" y="13086"/>
                        </a:lnTo>
                        <a:lnTo>
                          <a:pt x="18976" y="12923"/>
                        </a:lnTo>
                        <a:lnTo>
                          <a:pt x="19262" y="12759"/>
                        </a:lnTo>
                        <a:lnTo>
                          <a:pt x="19547" y="12583"/>
                        </a:lnTo>
                        <a:lnTo>
                          <a:pt x="19819" y="12392"/>
                        </a:lnTo>
                        <a:lnTo>
                          <a:pt x="20078" y="12188"/>
                        </a:lnTo>
                        <a:lnTo>
                          <a:pt x="20323" y="11971"/>
                        </a:lnTo>
                        <a:lnTo>
                          <a:pt x="20568" y="11739"/>
                        </a:lnTo>
                        <a:lnTo>
                          <a:pt x="20731" y="11562"/>
                        </a:lnTo>
                        <a:lnTo>
                          <a:pt x="20894" y="11386"/>
                        </a:lnTo>
                        <a:lnTo>
                          <a:pt x="21044" y="11195"/>
                        </a:lnTo>
                        <a:lnTo>
                          <a:pt x="21193" y="11005"/>
                        </a:lnTo>
                        <a:lnTo>
                          <a:pt x="21343" y="10814"/>
                        </a:lnTo>
                        <a:lnTo>
                          <a:pt x="21479" y="10610"/>
                        </a:lnTo>
                        <a:lnTo>
                          <a:pt x="21601" y="10406"/>
                        </a:lnTo>
                        <a:lnTo>
                          <a:pt x="21724" y="10202"/>
                        </a:lnTo>
                        <a:lnTo>
                          <a:pt x="21846" y="9985"/>
                        </a:lnTo>
                        <a:lnTo>
                          <a:pt x="21955" y="9767"/>
                        </a:lnTo>
                        <a:lnTo>
                          <a:pt x="22050" y="9536"/>
                        </a:lnTo>
                        <a:lnTo>
                          <a:pt x="22146" y="9304"/>
                        </a:lnTo>
                        <a:lnTo>
                          <a:pt x="22227" y="9073"/>
                        </a:lnTo>
                        <a:lnTo>
                          <a:pt x="22295" y="8842"/>
                        </a:lnTo>
                        <a:lnTo>
                          <a:pt x="22363" y="8597"/>
                        </a:lnTo>
                        <a:lnTo>
                          <a:pt x="22418" y="8366"/>
                        </a:lnTo>
                        <a:lnTo>
                          <a:pt x="22431" y="8352"/>
                        </a:lnTo>
                        <a:lnTo>
                          <a:pt x="22499" y="7999"/>
                        </a:lnTo>
                        <a:lnTo>
                          <a:pt x="22540" y="7631"/>
                        </a:lnTo>
                        <a:lnTo>
                          <a:pt x="22581" y="7250"/>
                        </a:lnTo>
                        <a:lnTo>
                          <a:pt x="22581" y="6883"/>
                        </a:lnTo>
                        <a:lnTo>
                          <a:pt x="22567" y="6421"/>
                        </a:lnTo>
                        <a:lnTo>
                          <a:pt x="22526" y="5972"/>
                        </a:lnTo>
                        <a:lnTo>
                          <a:pt x="22458" y="5523"/>
                        </a:lnTo>
                        <a:lnTo>
                          <a:pt x="22350" y="5101"/>
                        </a:lnTo>
                        <a:lnTo>
                          <a:pt x="22227" y="4680"/>
                        </a:lnTo>
                        <a:lnTo>
                          <a:pt x="22064" y="4258"/>
                        </a:lnTo>
                        <a:lnTo>
                          <a:pt x="21887" y="3863"/>
                        </a:lnTo>
                        <a:lnTo>
                          <a:pt x="21683" y="3483"/>
                        </a:lnTo>
                        <a:lnTo>
                          <a:pt x="21452" y="3102"/>
                        </a:lnTo>
                        <a:lnTo>
                          <a:pt x="21193" y="2734"/>
                        </a:lnTo>
                        <a:lnTo>
                          <a:pt x="20908" y="2394"/>
                        </a:lnTo>
                        <a:lnTo>
                          <a:pt x="20608" y="2054"/>
                        </a:lnTo>
                        <a:lnTo>
                          <a:pt x="20282" y="1755"/>
                        </a:lnTo>
                        <a:lnTo>
                          <a:pt x="19942" y="1469"/>
                        </a:lnTo>
                        <a:lnTo>
                          <a:pt x="19588" y="1197"/>
                        </a:lnTo>
                        <a:lnTo>
                          <a:pt x="19207" y="966"/>
                        </a:lnTo>
                        <a:lnTo>
                          <a:pt x="18813" y="748"/>
                        </a:lnTo>
                        <a:lnTo>
                          <a:pt x="18405" y="544"/>
                        </a:lnTo>
                        <a:lnTo>
                          <a:pt x="17983" y="381"/>
                        </a:lnTo>
                        <a:lnTo>
                          <a:pt x="17548" y="245"/>
                        </a:lnTo>
                        <a:lnTo>
                          <a:pt x="17099" y="136"/>
                        </a:lnTo>
                        <a:lnTo>
                          <a:pt x="16650" y="55"/>
                        </a:lnTo>
                        <a:lnTo>
                          <a:pt x="16174" y="14"/>
                        </a:lnTo>
                        <a:lnTo>
                          <a:pt x="15943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8" name="Google Shape;1318;p30"/>
                  <p:cNvSpPr/>
                  <p:nvPr/>
                </p:nvSpPr>
                <p:spPr>
                  <a:xfrm>
                    <a:off x="6788243" y="1645667"/>
                    <a:ext cx="458777" cy="1216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32" h="3987" extrusionOk="0">
                        <a:moveTo>
                          <a:pt x="1796" y="1"/>
                        </a:moveTo>
                        <a:lnTo>
                          <a:pt x="1592" y="41"/>
                        </a:lnTo>
                        <a:lnTo>
                          <a:pt x="1401" y="82"/>
                        </a:lnTo>
                        <a:lnTo>
                          <a:pt x="1225" y="150"/>
                        </a:lnTo>
                        <a:lnTo>
                          <a:pt x="1048" y="232"/>
                        </a:lnTo>
                        <a:lnTo>
                          <a:pt x="885" y="341"/>
                        </a:lnTo>
                        <a:lnTo>
                          <a:pt x="721" y="449"/>
                        </a:lnTo>
                        <a:lnTo>
                          <a:pt x="585" y="585"/>
                        </a:lnTo>
                        <a:lnTo>
                          <a:pt x="449" y="721"/>
                        </a:lnTo>
                        <a:lnTo>
                          <a:pt x="340" y="871"/>
                        </a:lnTo>
                        <a:lnTo>
                          <a:pt x="245" y="1034"/>
                        </a:lnTo>
                        <a:lnTo>
                          <a:pt x="150" y="1211"/>
                        </a:lnTo>
                        <a:lnTo>
                          <a:pt x="96" y="1402"/>
                        </a:lnTo>
                        <a:lnTo>
                          <a:pt x="41" y="1592"/>
                        </a:lnTo>
                        <a:lnTo>
                          <a:pt x="14" y="1782"/>
                        </a:lnTo>
                        <a:lnTo>
                          <a:pt x="0" y="1986"/>
                        </a:lnTo>
                        <a:lnTo>
                          <a:pt x="14" y="2191"/>
                        </a:lnTo>
                        <a:lnTo>
                          <a:pt x="41" y="2395"/>
                        </a:lnTo>
                        <a:lnTo>
                          <a:pt x="96" y="2585"/>
                        </a:lnTo>
                        <a:lnTo>
                          <a:pt x="150" y="2762"/>
                        </a:lnTo>
                        <a:lnTo>
                          <a:pt x="245" y="2939"/>
                        </a:lnTo>
                        <a:lnTo>
                          <a:pt x="340" y="3102"/>
                        </a:lnTo>
                        <a:lnTo>
                          <a:pt x="449" y="3252"/>
                        </a:lnTo>
                        <a:lnTo>
                          <a:pt x="585" y="3401"/>
                        </a:lnTo>
                        <a:lnTo>
                          <a:pt x="721" y="3524"/>
                        </a:lnTo>
                        <a:lnTo>
                          <a:pt x="885" y="3646"/>
                        </a:lnTo>
                        <a:lnTo>
                          <a:pt x="1048" y="3741"/>
                        </a:lnTo>
                        <a:lnTo>
                          <a:pt x="1225" y="3823"/>
                        </a:lnTo>
                        <a:lnTo>
                          <a:pt x="1401" y="3891"/>
                        </a:lnTo>
                        <a:lnTo>
                          <a:pt x="1592" y="3945"/>
                        </a:lnTo>
                        <a:lnTo>
                          <a:pt x="1796" y="3972"/>
                        </a:lnTo>
                        <a:lnTo>
                          <a:pt x="2000" y="3986"/>
                        </a:lnTo>
                        <a:lnTo>
                          <a:pt x="13045" y="3986"/>
                        </a:lnTo>
                        <a:lnTo>
                          <a:pt x="13249" y="3972"/>
                        </a:lnTo>
                        <a:lnTo>
                          <a:pt x="13440" y="3945"/>
                        </a:lnTo>
                        <a:lnTo>
                          <a:pt x="13630" y="3891"/>
                        </a:lnTo>
                        <a:lnTo>
                          <a:pt x="13821" y="3823"/>
                        </a:lnTo>
                        <a:lnTo>
                          <a:pt x="13997" y="3741"/>
                        </a:lnTo>
                        <a:lnTo>
                          <a:pt x="14161" y="3646"/>
                        </a:lnTo>
                        <a:lnTo>
                          <a:pt x="14310" y="3524"/>
                        </a:lnTo>
                        <a:lnTo>
                          <a:pt x="14446" y="3401"/>
                        </a:lnTo>
                        <a:lnTo>
                          <a:pt x="14582" y="3252"/>
                        </a:lnTo>
                        <a:lnTo>
                          <a:pt x="14691" y="3102"/>
                        </a:lnTo>
                        <a:lnTo>
                          <a:pt x="14800" y="2939"/>
                        </a:lnTo>
                        <a:lnTo>
                          <a:pt x="14882" y="2762"/>
                        </a:lnTo>
                        <a:lnTo>
                          <a:pt x="14950" y="2585"/>
                        </a:lnTo>
                        <a:lnTo>
                          <a:pt x="15004" y="2395"/>
                        </a:lnTo>
                        <a:lnTo>
                          <a:pt x="15031" y="2191"/>
                        </a:lnTo>
                        <a:lnTo>
                          <a:pt x="15031" y="1986"/>
                        </a:lnTo>
                        <a:lnTo>
                          <a:pt x="15031" y="1782"/>
                        </a:lnTo>
                        <a:lnTo>
                          <a:pt x="15004" y="1592"/>
                        </a:lnTo>
                        <a:lnTo>
                          <a:pt x="14950" y="1402"/>
                        </a:lnTo>
                        <a:lnTo>
                          <a:pt x="14882" y="1211"/>
                        </a:lnTo>
                        <a:lnTo>
                          <a:pt x="14800" y="1034"/>
                        </a:lnTo>
                        <a:lnTo>
                          <a:pt x="14691" y="871"/>
                        </a:lnTo>
                        <a:lnTo>
                          <a:pt x="14582" y="721"/>
                        </a:lnTo>
                        <a:lnTo>
                          <a:pt x="14446" y="585"/>
                        </a:lnTo>
                        <a:lnTo>
                          <a:pt x="14310" y="449"/>
                        </a:lnTo>
                        <a:lnTo>
                          <a:pt x="14161" y="341"/>
                        </a:lnTo>
                        <a:lnTo>
                          <a:pt x="13997" y="232"/>
                        </a:lnTo>
                        <a:lnTo>
                          <a:pt x="13821" y="150"/>
                        </a:lnTo>
                        <a:lnTo>
                          <a:pt x="13630" y="82"/>
                        </a:lnTo>
                        <a:lnTo>
                          <a:pt x="13440" y="41"/>
                        </a:lnTo>
                        <a:lnTo>
                          <a:pt x="13249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9" name="Google Shape;1319;p30"/>
                  <p:cNvSpPr/>
                  <p:nvPr/>
                </p:nvSpPr>
                <p:spPr>
                  <a:xfrm>
                    <a:off x="6836801" y="1669748"/>
                    <a:ext cx="73523" cy="73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9" h="2409" extrusionOk="0">
                        <a:moveTo>
                          <a:pt x="1089" y="0"/>
                        </a:moveTo>
                        <a:lnTo>
                          <a:pt x="967" y="14"/>
                        </a:lnTo>
                        <a:lnTo>
                          <a:pt x="858" y="41"/>
                        </a:lnTo>
                        <a:lnTo>
                          <a:pt x="749" y="82"/>
                        </a:lnTo>
                        <a:lnTo>
                          <a:pt x="640" y="136"/>
                        </a:lnTo>
                        <a:lnTo>
                          <a:pt x="545" y="191"/>
                        </a:lnTo>
                        <a:lnTo>
                          <a:pt x="450" y="273"/>
                        </a:lnTo>
                        <a:lnTo>
                          <a:pt x="355" y="354"/>
                        </a:lnTo>
                        <a:lnTo>
                          <a:pt x="273" y="436"/>
                        </a:lnTo>
                        <a:lnTo>
                          <a:pt x="191" y="545"/>
                        </a:lnTo>
                        <a:lnTo>
                          <a:pt x="137" y="640"/>
                        </a:lnTo>
                        <a:lnTo>
                          <a:pt x="82" y="749"/>
                        </a:lnTo>
                        <a:lnTo>
                          <a:pt x="55" y="857"/>
                        </a:lnTo>
                        <a:lnTo>
                          <a:pt x="14" y="966"/>
                        </a:lnTo>
                        <a:lnTo>
                          <a:pt x="1" y="1089"/>
                        </a:lnTo>
                        <a:lnTo>
                          <a:pt x="1" y="1197"/>
                        </a:lnTo>
                        <a:lnTo>
                          <a:pt x="1" y="1320"/>
                        </a:lnTo>
                        <a:lnTo>
                          <a:pt x="14" y="1429"/>
                        </a:lnTo>
                        <a:lnTo>
                          <a:pt x="55" y="1538"/>
                        </a:lnTo>
                        <a:lnTo>
                          <a:pt x="82" y="1660"/>
                        </a:lnTo>
                        <a:lnTo>
                          <a:pt x="137" y="1755"/>
                        </a:lnTo>
                        <a:lnTo>
                          <a:pt x="191" y="1864"/>
                        </a:lnTo>
                        <a:lnTo>
                          <a:pt x="273" y="1959"/>
                        </a:lnTo>
                        <a:lnTo>
                          <a:pt x="355" y="2054"/>
                        </a:lnTo>
                        <a:lnTo>
                          <a:pt x="450" y="2136"/>
                        </a:lnTo>
                        <a:lnTo>
                          <a:pt x="545" y="2204"/>
                        </a:lnTo>
                        <a:lnTo>
                          <a:pt x="640" y="2272"/>
                        </a:lnTo>
                        <a:lnTo>
                          <a:pt x="749" y="2313"/>
                        </a:lnTo>
                        <a:lnTo>
                          <a:pt x="858" y="2354"/>
                        </a:lnTo>
                        <a:lnTo>
                          <a:pt x="967" y="2381"/>
                        </a:lnTo>
                        <a:lnTo>
                          <a:pt x="1089" y="2394"/>
                        </a:lnTo>
                        <a:lnTo>
                          <a:pt x="1198" y="2408"/>
                        </a:lnTo>
                        <a:lnTo>
                          <a:pt x="1320" y="2394"/>
                        </a:lnTo>
                        <a:lnTo>
                          <a:pt x="1429" y="2381"/>
                        </a:lnTo>
                        <a:lnTo>
                          <a:pt x="1552" y="2354"/>
                        </a:lnTo>
                        <a:lnTo>
                          <a:pt x="1660" y="2313"/>
                        </a:lnTo>
                        <a:lnTo>
                          <a:pt x="1756" y="2272"/>
                        </a:lnTo>
                        <a:lnTo>
                          <a:pt x="1864" y="2204"/>
                        </a:lnTo>
                        <a:lnTo>
                          <a:pt x="1960" y="2136"/>
                        </a:lnTo>
                        <a:lnTo>
                          <a:pt x="2055" y="2054"/>
                        </a:lnTo>
                        <a:lnTo>
                          <a:pt x="2136" y="1959"/>
                        </a:lnTo>
                        <a:lnTo>
                          <a:pt x="2204" y="1864"/>
                        </a:lnTo>
                        <a:lnTo>
                          <a:pt x="2273" y="1755"/>
                        </a:lnTo>
                        <a:lnTo>
                          <a:pt x="2313" y="1660"/>
                        </a:lnTo>
                        <a:lnTo>
                          <a:pt x="2354" y="1538"/>
                        </a:lnTo>
                        <a:lnTo>
                          <a:pt x="2381" y="1429"/>
                        </a:lnTo>
                        <a:lnTo>
                          <a:pt x="2395" y="1320"/>
                        </a:lnTo>
                        <a:lnTo>
                          <a:pt x="2409" y="1197"/>
                        </a:lnTo>
                        <a:lnTo>
                          <a:pt x="2395" y="1089"/>
                        </a:lnTo>
                        <a:lnTo>
                          <a:pt x="2381" y="966"/>
                        </a:lnTo>
                        <a:lnTo>
                          <a:pt x="2354" y="857"/>
                        </a:lnTo>
                        <a:lnTo>
                          <a:pt x="2313" y="749"/>
                        </a:lnTo>
                        <a:lnTo>
                          <a:pt x="2273" y="640"/>
                        </a:lnTo>
                        <a:lnTo>
                          <a:pt x="2204" y="545"/>
                        </a:lnTo>
                        <a:lnTo>
                          <a:pt x="2136" y="436"/>
                        </a:lnTo>
                        <a:lnTo>
                          <a:pt x="2055" y="354"/>
                        </a:lnTo>
                        <a:lnTo>
                          <a:pt x="1960" y="273"/>
                        </a:lnTo>
                        <a:lnTo>
                          <a:pt x="1864" y="191"/>
                        </a:lnTo>
                        <a:lnTo>
                          <a:pt x="1756" y="136"/>
                        </a:lnTo>
                        <a:lnTo>
                          <a:pt x="1660" y="82"/>
                        </a:lnTo>
                        <a:lnTo>
                          <a:pt x="1552" y="41"/>
                        </a:lnTo>
                        <a:lnTo>
                          <a:pt x="1429" y="14"/>
                        </a:lnTo>
                        <a:lnTo>
                          <a:pt x="132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0" name="Google Shape;1320;p30"/>
                  <p:cNvSpPr/>
                  <p:nvPr/>
                </p:nvSpPr>
                <p:spPr>
                  <a:xfrm>
                    <a:off x="6847605" y="1680552"/>
                    <a:ext cx="62719" cy="627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5" h="2055" extrusionOk="0">
                        <a:moveTo>
                          <a:pt x="1701" y="0"/>
                        </a:moveTo>
                        <a:lnTo>
                          <a:pt x="1" y="1700"/>
                        </a:lnTo>
                        <a:lnTo>
                          <a:pt x="96" y="1782"/>
                        </a:lnTo>
                        <a:lnTo>
                          <a:pt x="191" y="1850"/>
                        </a:lnTo>
                        <a:lnTo>
                          <a:pt x="286" y="1918"/>
                        </a:lnTo>
                        <a:lnTo>
                          <a:pt x="395" y="1959"/>
                        </a:lnTo>
                        <a:lnTo>
                          <a:pt x="504" y="2000"/>
                        </a:lnTo>
                        <a:lnTo>
                          <a:pt x="613" y="2027"/>
                        </a:lnTo>
                        <a:lnTo>
                          <a:pt x="735" y="2040"/>
                        </a:lnTo>
                        <a:lnTo>
                          <a:pt x="844" y="2054"/>
                        </a:lnTo>
                        <a:lnTo>
                          <a:pt x="966" y="2040"/>
                        </a:lnTo>
                        <a:lnTo>
                          <a:pt x="1075" y="2027"/>
                        </a:lnTo>
                        <a:lnTo>
                          <a:pt x="1198" y="2000"/>
                        </a:lnTo>
                        <a:lnTo>
                          <a:pt x="1306" y="1959"/>
                        </a:lnTo>
                        <a:lnTo>
                          <a:pt x="1402" y="1918"/>
                        </a:lnTo>
                        <a:lnTo>
                          <a:pt x="1510" y="1850"/>
                        </a:lnTo>
                        <a:lnTo>
                          <a:pt x="1606" y="1782"/>
                        </a:lnTo>
                        <a:lnTo>
                          <a:pt x="1701" y="1700"/>
                        </a:lnTo>
                        <a:lnTo>
                          <a:pt x="1782" y="1605"/>
                        </a:lnTo>
                        <a:lnTo>
                          <a:pt x="1850" y="1510"/>
                        </a:lnTo>
                        <a:lnTo>
                          <a:pt x="1919" y="1401"/>
                        </a:lnTo>
                        <a:lnTo>
                          <a:pt x="1959" y="1306"/>
                        </a:lnTo>
                        <a:lnTo>
                          <a:pt x="2000" y="1184"/>
                        </a:lnTo>
                        <a:lnTo>
                          <a:pt x="2027" y="1075"/>
                        </a:lnTo>
                        <a:lnTo>
                          <a:pt x="2041" y="966"/>
                        </a:lnTo>
                        <a:lnTo>
                          <a:pt x="2055" y="843"/>
                        </a:lnTo>
                        <a:lnTo>
                          <a:pt x="2041" y="735"/>
                        </a:lnTo>
                        <a:lnTo>
                          <a:pt x="2027" y="612"/>
                        </a:lnTo>
                        <a:lnTo>
                          <a:pt x="2000" y="503"/>
                        </a:lnTo>
                        <a:lnTo>
                          <a:pt x="1959" y="395"/>
                        </a:lnTo>
                        <a:lnTo>
                          <a:pt x="1919" y="286"/>
                        </a:lnTo>
                        <a:lnTo>
                          <a:pt x="1850" y="191"/>
                        </a:lnTo>
                        <a:lnTo>
                          <a:pt x="1782" y="82"/>
                        </a:lnTo>
                        <a:lnTo>
                          <a:pt x="1701" y="0"/>
                        </a:ln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1" name="Google Shape;1321;p30"/>
                  <p:cNvSpPr/>
                  <p:nvPr/>
                </p:nvSpPr>
                <p:spPr>
                  <a:xfrm>
                    <a:off x="7133643" y="1669748"/>
                    <a:ext cx="73523" cy="73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9" h="2409" extrusionOk="0">
                        <a:moveTo>
                          <a:pt x="1089" y="0"/>
                        </a:moveTo>
                        <a:lnTo>
                          <a:pt x="980" y="14"/>
                        </a:lnTo>
                        <a:lnTo>
                          <a:pt x="871" y="41"/>
                        </a:lnTo>
                        <a:lnTo>
                          <a:pt x="762" y="82"/>
                        </a:lnTo>
                        <a:lnTo>
                          <a:pt x="654" y="136"/>
                        </a:lnTo>
                        <a:lnTo>
                          <a:pt x="545" y="191"/>
                        </a:lnTo>
                        <a:lnTo>
                          <a:pt x="450" y="273"/>
                        </a:lnTo>
                        <a:lnTo>
                          <a:pt x="354" y="354"/>
                        </a:lnTo>
                        <a:lnTo>
                          <a:pt x="273" y="436"/>
                        </a:lnTo>
                        <a:lnTo>
                          <a:pt x="205" y="545"/>
                        </a:lnTo>
                        <a:lnTo>
                          <a:pt x="150" y="640"/>
                        </a:lnTo>
                        <a:lnTo>
                          <a:pt x="96" y="749"/>
                        </a:lnTo>
                        <a:lnTo>
                          <a:pt x="55" y="857"/>
                        </a:lnTo>
                        <a:lnTo>
                          <a:pt x="28" y="966"/>
                        </a:lnTo>
                        <a:lnTo>
                          <a:pt x="14" y="1089"/>
                        </a:lnTo>
                        <a:lnTo>
                          <a:pt x="1" y="1197"/>
                        </a:lnTo>
                        <a:lnTo>
                          <a:pt x="14" y="1320"/>
                        </a:lnTo>
                        <a:lnTo>
                          <a:pt x="28" y="1429"/>
                        </a:lnTo>
                        <a:lnTo>
                          <a:pt x="55" y="1538"/>
                        </a:lnTo>
                        <a:lnTo>
                          <a:pt x="96" y="1660"/>
                        </a:lnTo>
                        <a:lnTo>
                          <a:pt x="150" y="1755"/>
                        </a:lnTo>
                        <a:lnTo>
                          <a:pt x="205" y="1864"/>
                        </a:lnTo>
                        <a:lnTo>
                          <a:pt x="273" y="1959"/>
                        </a:lnTo>
                        <a:lnTo>
                          <a:pt x="354" y="2054"/>
                        </a:lnTo>
                        <a:lnTo>
                          <a:pt x="450" y="2136"/>
                        </a:lnTo>
                        <a:lnTo>
                          <a:pt x="545" y="2204"/>
                        </a:lnTo>
                        <a:lnTo>
                          <a:pt x="654" y="2272"/>
                        </a:lnTo>
                        <a:lnTo>
                          <a:pt x="762" y="2313"/>
                        </a:lnTo>
                        <a:lnTo>
                          <a:pt x="871" y="2354"/>
                        </a:lnTo>
                        <a:lnTo>
                          <a:pt x="980" y="2381"/>
                        </a:lnTo>
                        <a:lnTo>
                          <a:pt x="1089" y="2394"/>
                        </a:lnTo>
                        <a:lnTo>
                          <a:pt x="1211" y="2408"/>
                        </a:lnTo>
                        <a:lnTo>
                          <a:pt x="1320" y="2394"/>
                        </a:lnTo>
                        <a:lnTo>
                          <a:pt x="1443" y="2381"/>
                        </a:lnTo>
                        <a:lnTo>
                          <a:pt x="1551" y="2354"/>
                        </a:lnTo>
                        <a:lnTo>
                          <a:pt x="1660" y="2313"/>
                        </a:lnTo>
                        <a:lnTo>
                          <a:pt x="1769" y="2272"/>
                        </a:lnTo>
                        <a:lnTo>
                          <a:pt x="1878" y="2204"/>
                        </a:lnTo>
                        <a:lnTo>
                          <a:pt x="1973" y="2136"/>
                        </a:lnTo>
                        <a:lnTo>
                          <a:pt x="2055" y="2054"/>
                        </a:lnTo>
                        <a:lnTo>
                          <a:pt x="2136" y="1959"/>
                        </a:lnTo>
                        <a:lnTo>
                          <a:pt x="2218" y="1864"/>
                        </a:lnTo>
                        <a:lnTo>
                          <a:pt x="2272" y="1755"/>
                        </a:lnTo>
                        <a:lnTo>
                          <a:pt x="2327" y="1660"/>
                        </a:lnTo>
                        <a:lnTo>
                          <a:pt x="2368" y="1538"/>
                        </a:lnTo>
                        <a:lnTo>
                          <a:pt x="2395" y="1429"/>
                        </a:lnTo>
                        <a:lnTo>
                          <a:pt x="2408" y="1320"/>
                        </a:lnTo>
                        <a:lnTo>
                          <a:pt x="2408" y="1197"/>
                        </a:lnTo>
                        <a:lnTo>
                          <a:pt x="2408" y="1089"/>
                        </a:lnTo>
                        <a:lnTo>
                          <a:pt x="2395" y="966"/>
                        </a:lnTo>
                        <a:lnTo>
                          <a:pt x="2368" y="857"/>
                        </a:lnTo>
                        <a:lnTo>
                          <a:pt x="2327" y="749"/>
                        </a:lnTo>
                        <a:lnTo>
                          <a:pt x="2272" y="640"/>
                        </a:lnTo>
                        <a:lnTo>
                          <a:pt x="2218" y="545"/>
                        </a:lnTo>
                        <a:lnTo>
                          <a:pt x="2136" y="436"/>
                        </a:lnTo>
                        <a:lnTo>
                          <a:pt x="2055" y="354"/>
                        </a:lnTo>
                        <a:lnTo>
                          <a:pt x="1973" y="273"/>
                        </a:lnTo>
                        <a:lnTo>
                          <a:pt x="1878" y="191"/>
                        </a:lnTo>
                        <a:lnTo>
                          <a:pt x="1769" y="136"/>
                        </a:lnTo>
                        <a:lnTo>
                          <a:pt x="1660" y="82"/>
                        </a:lnTo>
                        <a:lnTo>
                          <a:pt x="1551" y="41"/>
                        </a:lnTo>
                        <a:lnTo>
                          <a:pt x="1443" y="14"/>
                        </a:lnTo>
                        <a:lnTo>
                          <a:pt x="132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2" name="Google Shape;1322;p30"/>
                  <p:cNvSpPr/>
                  <p:nvPr/>
                </p:nvSpPr>
                <p:spPr>
                  <a:xfrm>
                    <a:off x="7144448" y="1680552"/>
                    <a:ext cx="62719" cy="627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5" h="2055" extrusionOk="0">
                        <a:moveTo>
                          <a:pt x="1701" y="0"/>
                        </a:moveTo>
                        <a:lnTo>
                          <a:pt x="0" y="1700"/>
                        </a:lnTo>
                        <a:lnTo>
                          <a:pt x="96" y="1782"/>
                        </a:lnTo>
                        <a:lnTo>
                          <a:pt x="191" y="1850"/>
                        </a:lnTo>
                        <a:lnTo>
                          <a:pt x="300" y="1918"/>
                        </a:lnTo>
                        <a:lnTo>
                          <a:pt x="408" y="1959"/>
                        </a:lnTo>
                        <a:lnTo>
                          <a:pt x="517" y="2000"/>
                        </a:lnTo>
                        <a:lnTo>
                          <a:pt x="626" y="2027"/>
                        </a:lnTo>
                        <a:lnTo>
                          <a:pt x="735" y="2040"/>
                        </a:lnTo>
                        <a:lnTo>
                          <a:pt x="857" y="2054"/>
                        </a:lnTo>
                        <a:lnTo>
                          <a:pt x="966" y="2040"/>
                        </a:lnTo>
                        <a:lnTo>
                          <a:pt x="1089" y="2027"/>
                        </a:lnTo>
                        <a:lnTo>
                          <a:pt x="1197" y="2000"/>
                        </a:lnTo>
                        <a:lnTo>
                          <a:pt x="1306" y="1959"/>
                        </a:lnTo>
                        <a:lnTo>
                          <a:pt x="1415" y="1918"/>
                        </a:lnTo>
                        <a:lnTo>
                          <a:pt x="1524" y="1850"/>
                        </a:lnTo>
                        <a:lnTo>
                          <a:pt x="1619" y="1782"/>
                        </a:lnTo>
                        <a:lnTo>
                          <a:pt x="1701" y="1700"/>
                        </a:lnTo>
                        <a:lnTo>
                          <a:pt x="1782" y="1605"/>
                        </a:lnTo>
                        <a:lnTo>
                          <a:pt x="1864" y="1510"/>
                        </a:lnTo>
                        <a:lnTo>
                          <a:pt x="1918" y="1401"/>
                        </a:lnTo>
                        <a:lnTo>
                          <a:pt x="1973" y="1306"/>
                        </a:lnTo>
                        <a:lnTo>
                          <a:pt x="2014" y="1184"/>
                        </a:lnTo>
                        <a:lnTo>
                          <a:pt x="2041" y="1075"/>
                        </a:lnTo>
                        <a:lnTo>
                          <a:pt x="2054" y="966"/>
                        </a:lnTo>
                        <a:lnTo>
                          <a:pt x="2054" y="843"/>
                        </a:lnTo>
                        <a:lnTo>
                          <a:pt x="2054" y="735"/>
                        </a:lnTo>
                        <a:lnTo>
                          <a:pt x="2041" y="612"/>
                        </a:lnTo>
                        <a:lnTo>
                          <a:pt x="2014" y="503"/>
                        </a:lnTo>
                        <a:lnTo>
                          <a:pt x="1973" y="395"/>
                        </a:lnTo>
                        <a:lnTo>
                          <a:pt x="1918" y="286"/>
                        </a:lnTo>
                        <a:lnTo>
                          <a:pt x="1864" y="191"/>
                        </a:lnTo>
                        <a:lnTo>
                          <a:pt x="1782" y="82"/>
                        </a:lnTo>
                        <a:lnTo>
                          <a:pt x="1701" y="0"/>
                        </a:lnTo>
                        <a:close/>
                      </a:path>
                    </a:pathLst>
                  </a:custGeom>
                  <a:solidFill>
                    <a:srgbClr val="DFDFD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3" name="Google Shape;1323;p30"/>
                  <p:cNvSpPr/>
                  <p:nvPr/>
                </p:nvSpPr>
                <p:spPr>
                  <a:xfrm>
                    <a:off x="6869611" y="1812157"/>
                    <a:ext cx="287743" cy="668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28" h="2191" extrusionOk="0">
                        <a:moveTo>
                          <a:pt x="1061" y="0"/>
                        </a:moveTo>
                        <a:lnTo>
                          <a:pt x="953" y="14"/>
                        </a:lnTo>
                        <a:lnTo>
                          <a:pt x="844" y="27"/>
                        </a:lnTo>
                        <a:lnTo>
                          <a:pt x="749" y="55"/>
                        </a:lnTo>
                        <a:lnTo>
                          <a:pt x="653" y="95"/>
                        </a:lnTo>
                        <a:lnTo>
                          <a:pt x="558" y="136"/>
                        </a:lnTo>
                        <a:lnTo>
                          <a:pt x="463" y="191"/>
                        </a:lnTo>
                        <a:lnTo>
                          <a:pt x="381" y="245"/>
                        </a:lnTo>
                        <a:lnTo>
                          <a:pt x="313" y="313"/>
                        </a:lnTo>
                        <a:lnTo>
                          <a:pt x="245" y="395"/>
                        </a:lnTo>
                        <a:lnTo>
                          <a:pt x="177" y="476"/>
                        </a:lnTo>
                        <a:lnTo>
                          <a:pt x="136" y="558"/>
                        </a:lnTo>
                        <a:lnTo>
                          <a:pt x="82" y="653"/>
                        </a:lnTo>
                        <a:lnTo>
                          <a:pt x="55" y="748"/>
                        </a:lnTo>
                        <a:lnTo>
                          <a:pt x="28" y="857"/>
                        </a:lnTo>
                        <a:lnTo>
                          <a:pt x="14" y="952"/>
                        </a:lnTo>
                        <a:lnTo>
                          <a:pt x="0" y="1061"/>
                        </a:lnTo>
                        <a:lnTo>
                          <a:pt x="0" y="1129"/>
                        </a:lnTo>
                        <a:lnTo>
                          <a:pt x="14" y="1238"/>
                        </a:lnTo>
                        <a:lnTo>
                          <a:pt x="28" y="1347"/>
                        </a:lnTo>
                        <a:lnTo>
                          <a:pt x="55" y="1456"/>
                        </a:lnTo>
                        <a:lnTo>
                          <a:pt x="82" y="1551"/>
                        </a:lnTo>
                        <a:lnTo>
                          <a:pt x="136" y="1632"/>
                        </a:lnTo>
                        <a:lnTo>
                          <a:pt x="177" y="1728"/>
                        </a:lnTo>
                        <a:lnTo>
                          <a:pt x="245" y="1809"/>
                        </a:lnTo>
                        <a:lnTo>
                          <a:pt x="313" y="1877"/>
                        </a:lnTo>
                        <a:lnTo>
                          <a:pt x="381" y="1945"/>
                        </a:lnTo>
                        <a:lnTo>
                          <a:pt x="463" y="2013"/>
                        </a:lnTo>
                        <a:lnTo>
                          <a:pt x="558" y="2068"/>
                        </a:lnTo>
                        <a:lnTo>
                          <a:pt x="653" y="2109"/>
                        </a:lnTo>
                        <a:lnTo>
                          <a:pt x="749" y="2149"/>
                        </a:lnTo>
                        <a:lnTo>
                          <a:pt x="844" y="2177"/>
                        </a:lnTo>
                        <a:lnTo>
                          <a:pt x="953" y="2190"/>
                        </a:lnTo>
                        <a:lnTo>
                          <a:pt x="8475" y="2190"/>
                        </a:lnTo>
                        <a:lnTo>
                          <a:pt x="8584" y="2177"/>
                        </a:lnTo>
                        <a:lnTo>
                          <a:pt x="8679" y="2149"/>
                        </a:lnTo>
                        <a:lnTo>
                          <a:pt x="8774" y="2109"/>
                        </a:lnTo>
                        <a:lnTo>
                          <a:pt x="8869" y="2068"/>
                        </a:lnTo>
                        <a:lnTo>
                          <a:pt x="8951" y="2013"/>
                        </a:lnTo>
                        <a:lnTo>
                          <a:pt x="9033" y="1945"/>
                        </a:lnTo>
                        <a:lnTo>
                          <a:pt x="9114" y="1877"/>
                        </a:lnTo>
                        <a:lnTo>
                          <a:pt x="9182" y="1809"/>
                        </a:lnTo>
                        <a:lnTo>
                          <a:pt x="9237" y="1728"/>
                        </a:lnTo>
                        <a:lnTo>
                          <a:pt x="9291" y="1632"/>
                        </a:lnTo>
                        <a:lnTo>
                          <a:pt x="9345" y="1551"/>
                        </a:lnTo>
                        <a:lnTo>
                          <a:pt x="9373" y="1456"/>
                        </a:lnTo>
                        <a:lnTo>
                          <a:pt x="9400" y="1347"/>
                        </a:lnTo>
                        <a:lnTo>
                          <a:pt x="9413" y="1238"/>
                        </a:lnTo>
                        <a:lnTo>
                          <a:pt x="9427" y="1129"/>
                        </a:lnTo>
                        <a:lnTo>
                          <a:pt x="9427" y="1061"/>
                        </a:lnTo>
                        <a:lnTo>
                          <a:pt x="9413" y="952"/>
                        </a:lnTo>
                        <a:lnTo>
                          <a:pt x="9400" y="857"/>
                        </a:lnTo>
                        <a:lnTo>
                          <a:pt x="9373" y="748"/>
                        </a:lnTo>
                        <a:lnTo>
                          <a:pt x="9345" y="653"/>
                        </a:lnTo>
                        <a:lnTo>
                          <a:pt x="9291" y="558"/>
                        </a:lnTo>
                        <a:lnTo>
                          <a:pt x="9237" y="476"/>
                        </a:lnTo>
                        <a:lnTo>
                          <a:pt x="9182" y="395"/>
                        </a:lnTo>
                        <a:lnTo>
                          <a:pt x="9114" y="313"/>
                        </a:lnTo>
                        <a:lnTo>
                          <a:pt x="9033" y="245"/>
                        </a:lnTo>
                        <a:lnTo>
                          <a:pt x="8951" y="191"/>
                        </a:lnTo>
                        <a:lnTo>
                          <a:pt x="8869" y="136"/>
                        </a:lnTo>
                        <a:lnTo>
                          <a:pt x="8774" y="95"/>
                        </a:lnTo>
                        <a:lnTo>
                          <a:pt x="8679" y="55"/>
                        </a:lnTo>
                        <a:lnTo>
                          <a:pt x="8584" y="27"/>
                        </a:lnTo>
                        <a:lnTo>
                          <a:pt x="8475" y="14"/>
                        </a:lnTo>
                        <a:lnTo>
                          <a:pt x="8366" y="0"/>
                        </a:lnTo>
                        <a:close/>
                      </a:path>
                    </a:pathLst>
                  </a:custGeom>
                  <a:solidFill>
                    <a:srgbClr val="D5DB1D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4" name="Google Shape;1324;p30"/>
                  <p:cNvSpPr/>
                  <p:nvPr/>
                </p:nvSpPr>
                <p:spPr>
                  <a:xfrm>
                    <a:off x="6892867" y="1828333"/>
                    <a:ext cx="240803" cy="349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90" h="1144" extrusionOk="0">
                        <a:moveTo>
                          <a:pt x="463" y="1"/>
                        </a:moveTo>
                        <a:lnTo>
                          <a:pt x="354" y="41"/>
                        </a:lnTo>
                        <a:lnTo>
                          <a:pt x="259" y="96"/>
                        </a:lnTo>
                        <a:lnTo>
                          <a:pt x="177" y="164"/>
                        </a:lnTo>
                        <a:lnTo>
                          <a:pt x="109" y="245"/>
                        </a:lnTo>
                        <a:lnTo>
                          <a:pt x="55" y="341"/>
                        </a:lnTo>
                        <a:lnTo>
                          <a:pt x="14" y="449"/>
                        </a:lnTo>
                        <a:lnTo>
                          <a:pt x="0" y="572"/>
                        </a:lnTo>
                        <a:lnTo>
                          <a:pt x="14" y="667"/>
                        </a:lnTo>
                        <a:lnTo>
                          <a:pt x="41" y="762"/>
                        </a:lnTo>
                        <a:lnTo>
                          <a:pt x="82" y="858"/>
                        </a:lnTo>
                        <a:lnTo>
                          <a:pt x="136" y="939"/>
                        </a:lnTo>
                        <a:lnTo>
                          <a:pt x="204" y="1007"/>
                        </a:lnTo>
                        <a:lnTo>
                          <a:pt x="286" y="1062"/>
                        </a:lnTo>
                        <a:lnTo>
                          <a:pt x="381" y="1102"/>
                        </a:lnTo>
                        <a:lnTo>
                          <a:pt x="476" y="1130"/>
                        </a:lnTo>
                        <a:lnTo>
                          <a:pt x="585" y="1143"/>
                        </a:lnTo>
                        <a:lnTo>
                          <a:pt x="7318" y="1143"/>
                        </a:lnTo>
                        <a:lnTo>
                          <a:pt x="7441" y="1130"/>
                        </a:lnTo>
                        <a:lnTo>
                          <a:pt x="7550" y="1102"/>
                        </a:lnTo>
                        <a:lnTo>
                          <a:pt x="7645" y="1048"/>
                        </a:lnTo>
                        <a:lnTo>
                          <a:pt x="7727" y="980"/>
                        </a:lnTo>
                        <a:lnTo>
                          <a:pt x="7781" y="912"/>
                        </a:lnTo>
                        <a:lnTo>
                          <a:pt x="7835" y="830"/>
                        </a:lnTo>
                        <a:lnTo>
                          <a:pt x="7863" y="762"/>
                        </a:lnTo>
                        <a:lnTo>
                          <a:pt x="7890" y="667"/>
                        </a:lnTo>
                        <a:lnTo>
                          <a:pt x="7890" y="572"/>
                        </a:lnTo>
                        <a:lnTo>
                          <a:pt x="7890" y="449"/>
                        </a:lnTo>
                        <a:lnTo>
                          <a:pt x="7849" y="341"/>
                        </a:lnTo>
                        <a:lnTo>
                          <a:pt x="7795" y="245"/>
                        </a:lnTo>
                        <a:lnTo>
                          <a:pt x="7727" y="164"/>
                        </a:lnTo>
                        <a:lnTo>
                          <a:pt x="7645" y="96"/>
                        </a:lnTo>
                        <a:lnTo>
                          <a:pt x="7550" y="41"/>
                        </a:lnTo>
                        <a:lnTo>
                          <a:pt x="7441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5" name="Google Shape;1325;p30"/>
                  <p:cNvSpPr/>
                  <p:nvPr/>
                </p:nvSpPr>
                <p:spPr>
                  <a:xfrm>
                    <a:off x="6963430" y="1933384"/>
                    <a:ext cx="117105" cy="925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37" h="3034" extrusionOk="0">
                        <a:moveTo>
                          <a:pt x="1" y="0"/>
                        </a:moveTo>
                        <a:lnTo>
                          <a:pt x="1" y="1183"/>
                        </a:lnTo>
                        <a:lnTo>
                          <a:pt x="14" y="1374"/>
                        </a:lnTo>
                        <a:lnTo>
                          <a:pt x="41" y="1551"/>
                        </a:lnTo>
                        <a:lnTo>
                          <a:pt x="82" y="1728"/>
                        </a:lnTo>
                        <a:lnTo>
                          <a:pt x="150" y="1904"/>
                        </a:lnTo>
                        <a:lnTo>
                          <a:pt x="218" y="2068"/>
                        </a:lnTo>
                        <a:lnTo>
                          <a:pt x="314" y="2217"/>
                        </a:lnTo>
                        <a:lnTo>
                          <a:pt x="422" y="2367"/>
                        </a:lnTo>
                        <a:lnTo>
                          <a:pt x="545" y="2489"/>
                        </a:lnTo>
                        <a:lnTo>
                          <a:pt x="681" y="2612"/>
                        </a:lnTo>
                        <a:lnTo>
                          <a:pt x="817" y="2721"/>
                        </a:lnTo>
                        <a:lnTo>
                          <a:pt x="966" y="2816"/>
                        </a:lnTo>
                        <a:lnTo>
                          <a:pt x="1130" y="2897"/>
                        </a:lnTo>
                        <a:lnTo>
                          <a:pt x="1307" y="2952"/>
                        </a:lnTo>
                        <a:lnTo>
                          <a:pt x="1483" y="3006"/>
                        </a:lnTo>
                        <a:lnTo>
                          <a:pt x="1660" y="3033"/>
                        </a:lnTo>
                        <a:lnTo>
                          <a:pt x="2177" y="3033"/>
                        </a:lnTo>
                        <a:lnTo>
                          <a:pt x="2354" y="3006"/>
                        </a:lnTo>
                        <a:lnTo>
                          <a:pt x="2531" y="2952"/>
                        </a:lnTo>
                        <a:lnTo>
                          <a:pt x="2708" y="2897"/>
                        </a:lnTo>
                        <a:lnTo>
                          <a:pt x="2871" y="2816"/>
                        </a:lnTo>
                        <a:lnTo>
                          <a:pt x="3020" y="2721"/>
                        </a:lnTo>
                        <a:lnTo>
                          <a:pt x="3156" y="2612"/>
                        </a:lnTo>
                        <a:lnTo>
                          <a:pt x="3292" y="2489"/>
                        </a:lnTo>
                        <a:lnTo>
                          <a:pt x="3415" y="2367"/>
                        </a:lnTo>
                        <a:lnTo>
                          <a:pt x="3524" y="2217"/>
                        </a:lnTo>
                        <a:lnTo>
                          <a:pt x="3619" y="2068"/>
                        </a:lnTo>
                        <a:lnTo>
                          <a:pt x="3687" y="1904"/>
                        </a:lnTo>
                        <a:lnTo>
                          <a:pt x="3755" y="1728"/>
                        </a:lnTo>
                        <a:lnTo>
                          <a:pt x="3796" y="1551"/>
                        </a:lnTo>
                        <a:lnTo>
                          <a:pt x="3823" y="1374"/>
                        </a:lnTo>
                        <a:lnTo>
                          <a:pt x="3837" y="1183"/>
                        </a:lnTo>
                        <a:lnTo>
                          <a:pt x="3837" y="0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326" name="Google Shape;1326;p30"/>
                <p:cNvSpPr/>
                <p:nvPr/>
              </p:nvSpPr>
              <p:spPr>
                <a:xfrm>
                  <a:off x="7354917" y="1780995"/>
                  <a:ext cx="769318" cy="5413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07" h="17739" extrusionOk="0">
                      <a:moveTo>
                        <a:pt x="21479" y="1"/>
                      </a:moveTo>
                      <a:lnTo>
                        <a:pt x="21303" y="15"/>
                      </a:lnTo>
                      <a:lnTo>
                        <a:pt x="21126" y="28"/>
                      </a:lnTo>
                      <a:lnTo>
                        <a:pt x="20949" y="42"/>
                      </a:lnTo>
                      <a:lnTo>
                        <a:pt x="20772" y="83"/>
                      </a:lnTo>
                      <a:lnTo>
                        <a:pt x="20595" y="110"/>
                      </a:lnTo>
                      <a:lnTo>
                        <a:pt x="20418" y="164"/>
                      </a:lnTo>
                      <a:lnTo>
                        <a:pt x="20255" y="219"/>
                      </a:lnTo>
                      <a:lnTo>
                        <a:pt x="20092" y="287"/>
                      </a:lnTo>
                      <a:lnTo>
                        <a:pt x="19915" y="355"/>
                      </a:lnTo>
                      <a:lnTo>
                        <a:pt x="19766" y="436"/>
                      </a:lnTo>
                      <a:lnTo>
                        <a:pt x="19602" y="518"/>
                      </a:lnTo>
                      <a:lnTo>
                        <a:pt x="19453" y="613"/>
                      </a:lnTo>
                      <a:lnTo>
                        <a:pt x="19303" y="722"/>
                      </a:lnTo>
                      <a:lnTo>
                        <a:pt x="19153" y="831"/>
                      </a:lnTo>
                      <a:lnTo>
                        <a:pt x="19017" y="953"/>
                      </a:lnTo>
                      <a:lnTo>
                        <a:pt x="18881" y="1076"/>
                      </a:lnTo>
                      <a:lnTo>
                        <a:pt x="18745" y="1212"/>
                      </a:lnTo>
                      <a:lnTo>
                        <a:pt x="18623" y="1361"/>
                      </a:lnTo>
                      <a:lnTo>
                        <a:pt x="18500" y="1511"/>
                      </a:lnTo>
                      <a:lnTo>
                        <a:pt x="18378" y="1701"/>
                      </a:lnTo>
                      <a:lnTo>
                        <a:pt x="18256" y="1905"/>
                      </a:lnTo>
                      <a:lnTo>
                        <a:pt x="12651" y="11890"/>
                      </a:lnTo>
                      <a:lnTo>
                        <a:pt x="12148" y="11849"/>
                      </a:lnTo>
                      <a:lnTo>
                        <a:pt x="11658" y="11794"/>
                      </a:lnTo>
                      <a:lnTo>
                        <a:pt x="11155" y="11740"/>
                      </a:lnTo>
                      <a:lnTo>
                        <a:pt x="10665" y="11672"/>
                      </a:lnTo>
                      <a:lnTo>
                        <a:pt x="10176" y="11590"/>
                      </a:lnTo>
                      <a:lnTo>
                        <a:pt x="9672" y="11509"/>
                      </a:lnTo>
                      <a:lnTo>
                        <a:pt x="9183" y="11413"/>
                      </a:lnTo>
                      <a:lnTo>
                        <a:pt x="8693" y="11305"/>
                      </a:lnTo>
                      <a:lnTo>
                        <a:pt x="7972" y="11128"/>
                      </a:lnTo>
                      <a:lnTo>
                        <a:pt x="7251" y="10937"/>
                      </a:lnTo>
                      <a:lnTo>
                        <a:pt x="6530" y="10720"/>
                      </a:lnTo>
                      <a:lnTo>
                        <a:pt x="5823" y="10488"/>
                      </a:lnTo>
                      <a:lnTo>
                        <a:pt x="5116" y="10230"/>
                      </a:lnTo>
                      <a:lnTo>
                        <a:pt x="4408" y="9972"/>
                      </a:lnTo>
                      <a:lnTo>
                        <a:pt x="3701" y="9686"/>
                      </a:lnTo>
                      <a:lnTo>
                        <a:pt x="3007" y="9387"/>
                      </a:lnTo>
                      <a:lnTo>
                        <a:pt x="2993" y="9373"/>
                      </a:lnTo>
                      <a:lnTo>
                        <a:pt x="2789" y="9291"/>
                      </a:lnTo>
                      <a:lnTo>
                        <a:pt x="2585" y="9237"/>
                      </a:lnTo>
                      <a:lnTo>
                        <a:pt x="2368" y="9210"/>
                      </a:lnTo>
                      <a:lnTo>
                        <a:pt x="2164" y="9196"/>
                      </a:lnTo>
                      <a:lnTo>
                        <a:pt x="1960" y="9196"/>
                      </a:lnTo>
                      <a:lnTo>
                        <a:pt x="1756" y="9223"/>
                      </a:lnTo>
                      <a:lnTo>
                        <a:pt x="1552" y="9278"/>
                      </a:lnTo>
                      <a:lnTo>
                        <a:pt x="1361" y="9332"/>
                      </a:lnTo>
                      <a:lnTo>
                        <a:pt x="1171" y="9414"/>
                      </a:lnTo>
                      <a:lnTo>
                        <a:pt x="994" y="9523"/>
                      </a:lnTo>
                      <a:lnTo>
                        <a:pt x="831" y="9632"/>
                      </a:lnTo>
                      <a:lnTo>
                        <a:pt x="667" y="9768"/>
                      </a:lnTo>
                      <a:lnTo>
                        <a:pt x="518" y="9917"/>
                      </a:lnTo>
                      <a:lnTo>
                        <a:pt x="395" y="10080"/>
                      </a:lnTo>
                      <a:lnTo>
                        <a:pt x="273" y="10271"/>
                      </a:lnTo>
                      <a:lnTo>
                        <a:pt x="178" y="10461"/>
                      </a:lnTo>
                      <a:lnTo>
                        <a:pt x="110" y="10652"/>
                      </a:lnTo>
                      <a:lnTo>
                        <a:pt x="55" y="10842"/>
                      </a:lnTo>
                      <a:lnTo>
                        <a:pt x="15" y="11033"/>
                      </a:lnTo>
                      <a:lnTo>
                        <a:pt x="1" y="11223"/>
                      </a:lnTo>
                      <a:lnTo>
                        <a:pt x="1" y="11427"/>
                      </a:lnTo>
                      <a:lnTo>
                        <a:pt x="15" y="11617"/>
                      </a:lnTo>
                      <a:lnTo>
                        <a:pt x="55" y="11794"/>
                      </a:lnTo>
                      <a:lnTo>
                        <a:pt x="96" y="11985"/>
                      </a:lnTo>
                      <a:lnTo>
                        <a:pt x="164" y="12162"/>
                      </a:lnTo>
                      <a:lnTo>
                        <a:pt x="246" y="12338"/>
                      </a:lnTo>
                      <a:lnTo>
                        <a:pt x="341" y="12502"/>
                      </a:lnTo>
                      <a:lnTo>
                        <a:pt x="463" y="12651"/>
                      </a:lnTo>
                      <a:lnTo>
                        <a:pt x="586" y="12801"/>
                      </a:lnTo>
                      <a:lnTo>
                        <a:pt x="722" y="12923"/>
                      </a:lnTo>
                      <a:lnTo>
                        <a:pt x="871" y="13046"/>
                      </a:lnTo>
                      <a:lnTo>
                        <a:pt x="1048" y="13155"/>
                      </a:lnTo>
                      <a:lnTo>
                        <a:pt x="1783" y="13590"/>
                      </a:lnTo>
                      <a:lnTo>
                        <a:pt x="2531" y="13998"/>
                      </a:lnTo>
                      <a:lnTo>
                        <a:pt x="3293" y="14392"/>
                      </a:lnTo>
                      <a:lnTo>
                        <a:pt x="4055" y="14773"/>
                      </a:lnTo>
                      <a:lnTo>
                        <a:pt x="4843" y="15127"/>
                      </a:lnTo>
                      <a:lnTo>
                        <a:pt x="5632" y="15481"/>
                      </a:lnTo>
                      <a:lnTo>
                        <a:pt x="6449" y="15807"/>
                      </a:lnTo>
                      <a:lnTo>
                        <a:pt x="7265" y="16106"/>
                      </a:lnTo>
                      <a:lnTo>
                        <a:pt x="8094" y="16392"/>
                      </a:lnTo>
                      <a:lnTo>
                        <a:pt x="8924" y="16650"/>
                      </a:lnTo>
                      <a:lnTo>
                        <a:pt x="9781" y="16882"/>
                      </a:lnTo>
                      <a:lnTo>
                        <a:pt x="10625" y="17099"/>
                      </a:lnTo>
                      <a:lnTo>
                        <a:pt x="11495" y="17290"/>
                      </a:lnTo>
                      <a:lnTo>
                        <a:pt x="12366" y="17453"/>
                      </a:lnTo>
                      <a:lnTo>
                        <a:pt x="13236" y="17603"/>
                      </a:lnTo>
                      <a:lnTo>
                        <a:pt x="14107" y="17711"/>
                      </a:lnTo>
                      <a:lnTo>
                        <a:pt x="14284" y="17725"/>
                      </a:lnTo>
                      <a:lnTo>
                        <a:pt x="14474" y="17739"/>
                      </a:lnTo>
                      <a:lnTo>
                        <a:pt x="14637" y="17725"/>
                      </a:lnTo>
                      <a:lnTo>
                        <a:pt x="14814" y="17698"/>
                      </a:lnTo>
                      <a:lnTo>
                        <a:pt x="14991" y="17671"/>
                      </a:lnTo>
                      <a:lnTo>
                        <a:pt x="15154" y="17630"/>
                      </a:lnTo>
                      <a:lnTo>
                        <a:pt x="15317" y="17575"/>
                      </a:lnTo>
                      <a:lnTo>
                        <a:pt x="15467" y="17507"/>
                      </a:lnTo>
                      <a:lnTo>
                        <a:pt x="15630" y="17439"/>
                      </a:lnTo>
                      <a:lnTo>
                        <a:pt x="15766" y="17358"/>
                      </a:lnTo>
                      <a:lnTo>
                        <a:pt x="15916" y="17263"/>
                      </a:lnTo>
                      <a:lnTo>
                        <a:pt x="16052" y="17167"/>
                      </a:lnTo>
                      <a:lnTo>
                        <a:pt x="16174" y="17058"/>
                      </a:lnTo>
                      <a:lnTo>
                        <a:pt x="16297" y="16936"/>
                      </a:lnTo>
                      <a:lnTo>
                        <a:pt x="16406" y="16814"/>
                      </a:lnTo>
                      <a:lnTo>
                        <a:pt x="16514" y="16678"/>
                      </a:lnTo>
                      <a:lnTo>
                        <a:pt x="16719" y="16406"/>
                      </a:lnTo>
                      <a:lnTo>
                        <a:pt x="24486" y="5932"/>
                      </a:lnTo>
                      <a:lnTo>
                        <a:pt x="24594" y="5782"/>
                      </a:lnTo>
                      <a:lnTo>
                        <a:pt x="24690" y="5619"/>
                      </a:lnTo>
                      <a:lnTo>
                        <a:pt x="24785" y="5456"/>
                      </a:lnTo>
                      <a:lnTo>
                        <a:pt x="24866" y="5292"/>
                      </a:lnTo>
                      <a:lnTo>
                        <a:pt x="24935" y="5115"/>
                      </a:lnTo>
                      <a:lnTo>
                        <a:pt x="25003" y="4952"/>
                      </a:lnTo>
                      <a:lnTo>
                        <a:pt x="25057" y="4775"/>
                      </a:lnTo>
                      <a:lnTo>
                        <a:pt x="25111" y="4599"/>
                      </a:lnTo>
                      <a:lnTo>
                        <a:pt x="25139" y="4422"/>
                      </a:lnTo>
                      <a:lnTo>
                        <a:pt x="25179" y="4245"/>
                      </a:lnTo>
                      <a:lnTo>
                        <a:pt x="25193" y="4068"/>
                      </a:lnTo>
                      <a:lnTo>
                        <a:pt x="25207" y="3891"/>
                      </a:lnTo>
                      <a:lnTo>
                        <a:pt x="25207" y="3714"/>
                      </a:lnTo>
                      <a:lnTo>
                        <a:pt x="25207" y="3538"/>
                      </a:lnTo>
                      <a:lnTo>
                        <a:pt x="25193" y="3361"/>
                      </a:lnTo>
                      <a:lnTo>
                        <a:pt x="25166" y="3184"/>
                      </a:lnTo>
                      <a:lnTo>
                        <a:pt x="25139" y="3007"/>
                      </a:lnTo>
                      <a:lnTo>
                        <a:pt x="25098" y="2830"/>
                      </a:lnTo>
                      <a:lnTo>
                        <a:pt x="25057" y="2653"/>
                      </a:lnTo>
                      <a:lnTo>
                        <a:pt x="25003" y="2490"/>
                      </a:lnTo>
                      <a:lnTo>
                        <a:pt x="24935" y="2313"/>
                      </a:lnTo>
                      <a:lnTo>
                        <a:pt x="24866" y="2150"/>
                      </a:lnTo>
                      <a:lnTo>
                        <a:pt x="24785" y="1987"/>
                      </a:lnTo>
                      <a:lnTo>
                        <a:pt x="24690" y="1837"/>
                      </a:lnTo>
                      <a:lnTo>
                        <a:pt x="24594" y="1674"/>
                      </a:lnTo>
                      <a:lnTo>
                        <a:pt x="24499" y="1524"/>
                      </a:lnTo>
                      <a:lnTo>
                        <a:pt x="24377" y="1388"/>
                      </a:lnTo>
                      <a:lnTo>
                        <a:pt x="24268" y="1239"/>
                      </a:lnTo>
                      <a:lnTo>
                        <a:pt x="24132" y="1103"/>
                      </a:lnTo>
                      <a:lnTo>
                        <a:pt x="23996" y="980"/>
                      </a:lnTo>
                      <a:lnTo>
                        <a:pt x="23860" y="858"/>
                      </a:lnTo>
                      <a:lnTo>
                        <a:pt x="23710" y="735"/>
                      </a:lnTo>
                      <a:lnTo>
                        <a:pt x="23547" y="627"/>
                      </a:lnTo>
                      <a:lnTo>
                        <a:pt x="23384" y="531"/>
                      </a:lnTo>
                      <a:lnTo>
                        <a:pt x="23221" y="436"/>
                      </a:lnTo>
                      <a:lnTo>
                        <a:pt x="23057" y="355"/>
                      </a:lnTo>
                      <a:lnTo>
                        <a:pt x="22894" y="273"/>
                      </a:lnTo>
                      <a:lnTo>
                        <a:pt x="22717" y="219"/>
                      </a:lnTo>
                      <a:lnTo>
                        <a:pt x="22540" y="164"/>
                      </a:lnTo>
                      <a:lnTo>
                        <a:pt x="22364" y="110"/>
                      </a:lnTo>
                      <a:lnTo>
                        <a:pt x="22187" y="69"/>
                      </a:lnTo>
                      <a:lnTo>
                        <a:pt x="22010" y="42"/>
                      </a:lnTo>
                      <a:lnTo>
                        <a:pt x="21833" y="28"/>
                      </a:lnTo>
                      <a:lnTo>
                        <a:pt x="21656" y="15"/>
                      </a:lnTo>
                      <a:lnTo>
                        <a:pt x="21479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7" name="Google Shape;1327;p30"/>
                <p:cNvSpPr/>
                <p:nvPr/>
              </p:nvSpPr>
              <p:spPr>
                <a:xfrm>
                  <a:off x="7235765" y="1962837"/>
                  <a:ext cx="215105" cy="210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48" h="6911" extrusionOk="0">
                      <a:moveTo>
                        <a:pt x="55" y="1"/>
                      </a:moveTo>
                      <a:lnTo>
                        <a:pt x="15" y="28"/>
                      </a:lnTo>
                      <a:lnTo>
                        <a:pt x="1" y="55"/>
                      </a:lnTo>
                      <a:lnTo>
                        <a:pt x="1" y="96"/>
                      </a:lnTo>
                      <a:lnTo>
                        <a:pt x="15" y="150"/>
                      </a:lnTo>
                      <a:lnTo>
                        <a:pt x="42" y="218"/>
                      </a:lnTo>
                      <a:lnTo>
                        <a:pt x="96" y="286"/>
                      </a:lnTo>
                      <a:lnTo>
                        <a:pt x="219" y="450"/>
                      </a:lnTo>
                      <a:lnTo>
                        <a:pt x="395" y="627"/>
                      </a:lnTo>
                      <a:lnTo>
                        <a:pt x="599" y="831"/>
                      </a:lnTo>
                      <a:lnTo>
                        <a:pt x="1089" y="1266"/>
                      </a:lnTo>
                      <a:lnTo>
                        <a:pt x="1592" y="1688"/>
                      </a:lnTo>
                      <a:lnTo>
                        <a:pt x="2055" y="2041"/>
                      </a:lnTo>
                      <a:lnTo>
                        <a:pt x="2504" y="2395"/>
                      </a:lnTo>
                      <a:lnTo>
                        <a:pt x="2490" y="2408"/>
                      </a:lnTo>
                      <a:lnTo>
                        <a:pt x="2422" y="2422"/>
                      </a:lnTo>
                      <a:lnTo>
                        <a:pt x="2327" y="2476"/>
                      </a:lnTo>
                      <a:lnTo>
                        <a:pt x="2205" y="2572"/>
                      </a:lnTo>
                      <a:lnTo>
                        <a:pt x="2069" y="2721"/>
                      </a:lnTo>
                      <a:lnTo>
                        <a:pt x="1987" y="2830"/>
                      </a:lnTo>
                      <a:lnTo>
                        <a:pt x="1905" y="2953"/>
                      </a:lnTo>
                      <a:lnTo>
                        <a:pt x="1810" y="3089"/>
                      </a:lnTo>
                      <a:lnTo>
                        <a:pt x="1729" y="3252"/>
                      </a:lnTo>
                      <a:lnTo>
                        <a:pt x="1633" y="3442"/>
                      </a:lnTo>
                      <a:lnTo>
                        <a:pt x="1538" y="3646"/>
                      </a:lnTo>
                      <a:lnTo>
                        <a:pt x="1456" y="3878"/>
                      </a:lnTo>
                      <a:lnTo>
                        <a:pt x="1388" y="4095"/>
                      </a:lnTo>
                      <a:lnTo>
                        <a:pt x="1334" y="4326"/>
                      </a:lnTo>
                      <a:lnTo>
                        <a:pt x="1307" y="4558"/>
                      </a:lnTo>
                      <a:lnTo>
                        <a:pt x="1293" y="4775"/>
                      </a:lnTo>
                      <a:lnTo>
                        <a:pt x="1307" y="4979"/>
                      </a:lnTo>
                      <a:lnTo>
                        <a:pt x="1348" y="5183"/>
                      </a:lnTo>
                      <a:lnTo>
                        <a:pt x="1388" y="5374"/>
                      </a:lnTo>
                      <a:lnTo>
                        <a:pt x="1470" y="5537"/>
                      </a:lnTo>
                      <a:lnTo>
                        <a:pt x="1565" y="5700"/>
                      </a:lnTo>
                      <a:lnTo>
                        <a:pt x="1633" y="5768"/>
                      </a:lnTo>
                      <a:lnTo>
                        <a:pt x="1701" y="5823"/>
                      </a:lnTo>
                      <a:lnTo>
                        <a:pt x="1769" y="5877"/>
                      </a:lnTo>
                      <a:lnTo>
                        <a:pt x="1851" y="5932"/>
                      </a:lnTo>
                      <a:lnTo>
                        <a:pt x="1933" y="5972"/>
                      </a:lnTo>
                      <a:lnTo>
                        <a:pt x="2028" y="6013"/>
                      </a:lnTo>
                      <a:lnTo>
                        <a:pt x="2123" y="6040"/>
                      </a:lnTo>
                      <a:lnTo>
                        <a:pt x="2218" y="6054"/>
                      </a:lnTo>
                      <a:lnTo>
                        <a:pt x="2341" y="6068"/>
                      </a:lnTo>
                      <a:lnTo>
                        <a:pt x="2449" y="6081"/>
                      </a:lnTo>
                      <a:lnTo>
                        <a:pt x="2585" y="6068"/>
                      </a:lnTo>
                      <a:lnTo>
                        <a:pt x="2708" y="6054"/>
                      </a:lnTo>
                      <a:lnTo>
                        <a:pt x="2803" y="6040"/>
                      </a:lnTo>
                      <a:lnTo>
                        <a:pt x="2966" y="6163"/>
                      </a:lnTo>
                      <a:lnTo>
                        <a:pt x="3184" y="6312"/>
                      </a:lnTo>
                      <a:lnTo>
                        <a:pt x="3497" y="6489"/>
                      </a:lnTo>
                      <a:lnTo>
                        <a:pt x="3674" y="6584"/>
                      </a:lnTo>
                      <a:lnTo>
                        <a:pt x="3864" y="6666"/>
                      </a:lnTo>
                      <a:lnTo>
                        <a:pt x="4055" y="6748"/>
                      </a:lnTo>
                      <a:lnTo>
                        <a:pt x="4259" y="6816"/>
                      </a:lnTo>
                      <a:lnTo>
                        <a:pt x="4476" y="6870"/>
                      </a:lnTo>
                      <a:lnTo>
                        <a:pt x="4694" y="6911"/>
                      </a:lnTo>
                      <a:lnTo>
                        <a:pt x="4912" y="6911"/>
                      </a:lnTo>
                      <a:lnTo>
                        <a:pt x="5116" y="6897"/>
                      </a:lnTo>
                      <a:lnTo>
                        <a:pt x="5333" y="6857"/>
                      </a:lnTo>
                      <a:lnTo>
                        <a:pt x="5442" y="6829"/>
                      </a:lnTo>
                      <a:lnTo>
                        <a:pt x="5537" y="6788"/>
                      </a:lnTo>
                      <a:lnTo>
                        <a:pt x="5632" y="6734"/>
                      </a:lnTo>
                      <a:lnTo>
                        <a:pt x="5741" y="6680"/>
                      </a:lnTo>
                      <a:lnTo>
                        <a:pt x="5823" y="6612"/>
                      </a:lnTo>
                      <a:lnTo>
                        <a:pt x="5918" y="6530"/>
                      </a:lnTo>
                      <a:lnTo>
                        <a:pt x="6136" y="6299"/>
                      </a:lnTo>
                      <a:lnTo>
                        <a:pt x="6231" y="6176"/>
                      </a:lnTo>
                      <a:lnTo>
                        <a:pt x="6326" y="6054"/>
                      </a:lnTo>
                      <a:lnTo>
                        <a:pt x="6462" y="5850"/>
                      </a:lnTo>
                      <a:lnTo>
                        <a:pt x="6571" y="5646"/>
                      </a:lnTo>
                      <a:lnTo>
                        <a:pt x="6666" y="5455"/>
                      </a:lnTo>
                      <a:lnTo>
                        <a:pt x="6761" y="5265"/>
                      </a:lnTo>
                      <a:lnTo>
                        <a:pt x="6829" y="5061"/>
                      </a:lnTo>
                      <a:lnTo>
                        <a:pt x="6884" y="4884"/>
                      </a:lnTo>
                      <a:lnTo>
                        <a:pt x="6966" y="4530"/>
                      </a:lnTo>
                      <a:lnTo>
                        <a:pt x="7020" y="4245"/>
                      </a:lnTo>
                      <a:lnTo>
                        <a:pt x="7034" y="4014"/>
                      </a:lnTo>
                      <a:lnTo>
                        <a:pt x="7047" y="3810"/>
                      </a:lnTo>
                      <a:lnTo>
                        <a:pt x="7006" y="3701"/>
                      </a:lnTo>
                      <a:lnTo>
                        <a:pt x="6925" y="3415"/>
                      </a:lnTo>
                      <a:lnTo>
                        <a:pt x="6761" y="3021"/>
                      </a:lnTo>
                      <a:lnTo>
                        <a:pt x="6666" y="2789"/>
                      </a:lnTo>
                      <a:lnTo>
                        <a:pt x="6557" y="2558"/>
                      </a:lnTo>
                      <a:lnTo>
                        <a:pt x="6421" y="2327"/>
                      </a:lnTo>
                      <a:lnTo>
                        <a:pt x="6285" y="2096"/>
                      </a:lnTo>
                      <a:lnTo>
                        <a:pt x="6136" y="1864"/>
                      </a:lnTo>
                      <a:lnTo>
                        <a:pt x="5973" y="1660"/>
                      </a:lnTo>
                      <a:lnTo>
                        <a:pt x="5782" y="1484"/>
                      </a:lnTo>
                      <a:lnTo>
                        <a:pt x="5687" y="1415"/>
                      </a:lnTo>
                      <a:lnTo>
                        <a:pt x="5592" y="1347"/>
                      </a:lnTo>
                      <a:lnTo>
                        <a:pt x="5496" y="1293"/>
                      </a:lnTo>
                      <a:lnTo>
                        <a:pt x="5388" y="1239"/>
                      </a:lnTo>
                      <a:lnTo>
                        <a:pt x="5292" y="1211"/>
                      </a:lnTo>
                      <a:lnTo>
                        <a:pt x="5184" y="1184"/>
                      </a:lnTo>
                      <a:lnTo>
                        <a:pt x="4939" y="1157"/>
                      </a:lnTo>
                      <a:lnTo>
                        <a:pt x="4735" y="1171"/>
                      </a:lnTo>
                      <a:lnTo>
                        <a:pt x="4571" y="1198"/>
                      </a:lnTo>
                      <a:lnTo>
                        <a:pt x="4422" y="1239"/>
                      </a:lnTo>
                      <a:lnTo>
                        <a:pt x="4313" y="1293"/>
                      </a:lnTo>
                      <a:lnTo>
                        <a:pt x="4218" y="1361"/>
                      </a:lnTo>
                      <a:lnTo>
                        <a:pt x="4150" y="1429"/>
                      </a:lnTo>
                      <a:lnTo>
                        <a:pt x="4095" y="1511"/>
                      </a:lnTo>
                      <a:lnTo>
                        <a:pt x="4055" y="1620"/>
                      </a:lnTo>
                      <a:lnTo>
                        <a:pt x="4027" y="1715"/>
                      </a:lnTo>
                      <a:lnTo>
                        <a:pt x="4014" y="1796"/>
                      </a:lnTo>
                      <a:lnTo>
                        <a:pt x="3810" y="1674"/>
                      </a:lnTo>
                      <a:lnTo>
                        <a:pt x="2966" y="1225"/>
                      </a:lnTo>
                      <a:lnTo>
                        <a:pt x="2409" y="926"/>
                      </a:lnTo>
                      <a:lnTo>
                        <a:pt x="1810" y="640"/>
                      </a:lnTo>
                      <a:lnTo>
                        <a:pt x="1239" y="368"/>
                      </a:lnTo>
                      <a:lnTo>
                        <a:pt x="967" y="259"/>
                      </a:lnTo>
                      <a:lnTo>
                        <a:pt x="722" y="150"/>
                      </a:lnTo>
                      <a:lnTo>
                        <a:pt x="504" y="82"/>
                      </a:lnTo>
                      <a:lnTo>
                        <a:pt x="314" y="28"/>
                      </a:lnTo>
                      <a:lnTo>
                        <a:pt x="164" y="1"/>
                      </a:lnTo>
                      <a:close/>
                    </a:path>
                  </a:pathLst>
                </a:custGeom>
                <a:solidFill>
                  <a:srgbClr val="FDBB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8" name="Google Shape;1328;p30"/>
                <p:cNvSpPr/>
                <p:nvPr/>
              </p:nvSpPr>
              <p:spPr>
                <a:xfrm>
                  <a:off x="7307610" y="2072863"/>
                  <a:ext cx="41110" cy="20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7" h="668" extrusionOk="0">
                      <a:moveTo>
                        <a:pt x="123" y="1"/>
                      </a:moveTo>
                      <a:lnTo>
                        <a:pt x="68" y="14"/>
                      </a:lnTo>
                      <a:lnTo>
                        <a:pt x="27" y="41"/>
                      </a:lnTo>
                      <a:lnTo>
                        <a:pt x="14" y="96"/>
                      </a:lnTo>
                      <a:lnTo>
                        <a:pt x="0" y="137"/>
                      </a:lnTo>
                      <a:lnTo>
                        <a:pt x="27" y="191"/>
                      </a:lnTo>
                      <a:lnTo>
                        <a:pt x="55" y="232"/>
                      </a:lnTo>
                      <a:lnTo>
                        <a:pt x="191" y="327"/>
                      </a:lnTo>
                      <a:lnTo>
                        <a:pt x="313" y="409"/>
                      </a:lnTo>
                      <a:lnTo>
                        <a:pt x="544" y="531"/>
                      </a:lnTo>
                      <a:lnTo>
                        <a:pt x="735" y="613"/>
                      </a:lnTo>
                      <a:lnTo>
                        <a:pt x="912" y="653"/>
                      </a:lnTo>
                      <a:lnTo>
                        <a:pt x="1048" y="667"/>
                      </a:lnTo>
                      <a:lnTo>
                        <a:pt x="1252" y="667"/>
                      </a:lnTo>
                      <a:lnTo>
                        <a:pt x="1265" y="653"/>
                      </a:lnTo>
                      <a:lnTo>
                        <a:pt x="1306" y="626"/>
                      </a:lnTo>
                      <a:lnTo>
                        <a:pt x="1333" y="599"/>
                      </a:lnTo>
                      <a:lnTo>
                        <a:pt x="1347" y="558"/>
                      </a:lnTo>
                      <a:lnTo>
                        <a:pt x="1347" y="504"/>
                      </a:lnTo>
                      <a:lnTo>
                        <a:pt x="1320" y="463"/>
                      </a:lnTo>
                      <a:lnTo>
                        <a:pt x="1292" y="422"/>
                      </a:lnTo>
                      <a:lnTo>
                        <a:pt x="1238" y="409"/>
                      </a:lnTo>
                      <a:lnTo>
                        <a:pt x="1034" y="409"/>
                      </a:lnTo>
                      <a:lnTo>
                        <a:pt x="925" y="381"/>
                      </a:lnTo>
                      <a:lnTo>
                        <a:pt x="776" y="341"/>
                      </a:lnTo>
                      <a:lnTo>
                        <a:pt x="612" y="273"/>
                      </a:lnTo>
                      <a:lnTo>
                        <a:pt x="422" y="164"/>
                      </a:lnTo>
                      <a:lnTo>
                        <a:pt x="218" y="14"/>
                      </a:lnTo>
                      <a:lnTo>
                        <a:pt x="163" y="1"/>
                      </a:lnTo>
                      <a:close/>
                    </a:path>
                  </a:pathLst>
                </a:custGeom>
                <a:solidFill>
                  <a:srgbClr val="FDBB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9" name="Google Shape;1329;p30"/>
                <p:cNvSpPr/>
                <p:nvPr/>
              </p:nvSpPr>
              <p:spPr>
                <a:xfrm>
                  <a:off x="7296379" y="2103598"/>
                  <a:ext cx="46116" cy="207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" h="681" extrusionOk="0">
                      <a:moveTo>
                        <a:pt x="137" y="0"/>
                      </a:moveTo>
                      <a:lnTo>
                        <a:pt x="83" y="14"/>
                      </a:lnTo>
                      <a:lnTo>
                        <a:pt x="42" y="41"/>
                      </a:lnTo>
                      <a:lnTo>
                        <a:pt x="15" y="82"/>
                      </a:lnTo>
                      <a:lnTo>
                        <a:pt x="1" y="136"/>
                      </a:lnTo>
                      <a:lnTo>
                        <a:pt x="15" y="177"/>
                      </a:lnTo>
                      <a:lnTo>
                        <a:pt x="42" y="218"/>
                      </a:lnTo>
                      <a:lnTo>
                        <a:pt x="151" y="313"/>
                      </a:lnTo>
                      <a:lnTo>
                        <a:pt x="259" y="395"/>
                      </a:lnTo>
                      <a:lnTo>
                        <a:pt x="368" y="463"/>
                      </a:lnTo>
                      <a:lnTo>
                        <a:pt x="491" y="517"/>
                      </a:lnTo>
                      <a:lnTo>
                        <a:pt x="599" y="571"/>
                      </a:lnTo>
                      <a:lnTo>
                        <a:pt x="708" y="599"/>
                      </a:lnTo>
                      <a:lnTo>
                        <a:pt x="912" y="653"/>
                      </a:lnTo>
                      <a:lnTo>
                        <a:pt x="1103" y="680"/>
                      </a:lnTo>
                      <a:lnTo>
                        <a:pt x="1252" y="680"/>
                      </a:lnTo>
                      <a:lnTo>
                        <a:pt x="1402" y="667"/>
                      </a:lnTo>
                      <a:lnTo>
                        <a:pt x="1429" y="667"/>
                      </a:lnTo>
                      <a:lnTo>
                        <a:pt x="1470" y="639"/>
                      </a:lnTo>
                      <a:lnTo>
                        <a:pt x="1497" y="612"/>
                      </a:lnTo>
                      <a:lnTo>
                        <a:pt x="1511" y="571"/>
                      </a:lnTo>
                      <a:lnTo>
                        <a:pt x="1511" y="531"/>
                      </a:lnTo>
                      <a:lnTo>
                        <a:pt x="1497" y="476"/>
                      </a:lnTo>
                      <a:lnTo>
                        <a:pt x="1470" y="435"/>
                      </a:lnTo>
                      <a:lnTo>
                        <a:pt x="1416" y="422"/>
                      </a:lnTo>
                      <a:lnTo>
                        <a:pt x="1361" y="408"/>
                      </a:lnTo>
                      <a:lnTo>
                        <a:pt x="1252" y="422"/>
                      </a:lnTo>
                      <a:lnTo>
                        <a:pt x="1130" y="408"/>
                      </a:lnTo>
                      <a:lnTo>
                        <a:pt x="967" y="395"/>
                      </a:lnTo>
                      <a:lnTo>
                        <a:pt x="790" y="354"/>
                      </a:lnTo>
                      <a:lnTo>
                        <a:pt x="599" y="286"/>
                      </a:lnTo>
                      <a:lnTo>
                        <a:pt x="504" y="231"/>
                      </a:lnTo>
                      <a:lnTo>
                        <a:pt x="409" y="177"/>
                      </a:lnTo>
                      <a:lnTo>
                        <a:pt x="314" y="109"/>
                      </a:lnTo>
                      <a:lnTo>
                        <a:pt x="219" y="27"/>
                      </a:lnTo>
                      <a:lnTo>
                        <a:pt x="178" y="0"/>
                      </a:lnTo>
                      <a:close/>
                    </a:path>
                  </a:pathLst>
                </a:custGeom>
                <a:solidFill>
                  <a:srgbClr val="FDBB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0" name="Google Shape;1330;p30"/>
                <p:cNvSpPr/>
                <p:nvPr/>
              </p:nvSpPr>
              <p:spPr>
                <a:xfrm>
                  <a:off x="7347043" y="2008923"/>
                  <a:ext cx="68121" cy="55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2" h="1824" extrusionOk="0">
                      <a:moveTo>
                        <a:pt x="449" y="1"/>
                      </a:moveTo>
                      <a:lnTo>
                        <a:pt x="409" y="110"/>
                      </a:lnTo>
                      <a:lnTo>
                        <a:pt x="381" y="205"/>
                      </a:lnTo>
                      <a:lnTo>
                        <a:pt x="368" y="286"/>
                      </a:lnTo>
                      <a:lnTo>
                        <a:pt x="164" y="164"/>
                      </a:lnTo>
                      <a:lnTo>
                        <a:pt x="41" y="966"/>
                      </a:lnTo>
                      <a:lnTo>
                        <a:pt x="14" y="1143"/>
                      </a:lnTo>
                      <a:lnTo>
                        <a:pt x="0" y="1252"/>
                      </a:lnTo>
                      <a:lnTo>
                        <a:pt x="14" y="1375"/>
                      </a:lnTo>
                      <a:lnTo>
                        <a:pt x="28" y="1483"/>
                      </a:lnTo>
                      <a:lnTo>
                        <a:pt x="68" y="1606"/>
                      </a:lnTo>
                      <a:lnTo>
                        <a:pt x="96" y="1660"/>
                      </a:lnTo>
                      <a:lnTo>
                        <a:pt x="136" y="1701"/>
                      </a:lnTo>
                      <a:lnTo>
                        <a:pt x="177" y="1742"/>
                      </a:lnTo>
                      <a:lnTo>
                        <a:pt x="232" y="1783"/>
                      </a:lnTo>
                      <a:lnTo>
                        <a:pt x="286" y="1810"/>
                      </a:lnTo>
                      <a:lnTo>
                        <a:pt x="354" y="1823"/>
                      </a:lnTo>
                      <a:lnTo>
                        <a:pt x="490" y="1823"/>
                      </a:lnTo>
                      <a:lnTo>
                        <a:pt x="653" y="1796"/>
                      </a:lnTo>
                      <a:lnTo>
                        <a:pt x="817" y="1728"/>
                      </a:lnTo>
                      <a:lnTo>
                        <a:pt x="1034" y="1633"/>
                      </a:lnTo>
                      <a:lnTo>
                        <a:pt x="1238" y="1511"/>
                      </a:lnTo>
                      <a:lnTo>
                        <a:pt x="1456" y="1361"/>
                      </a:lnTo>
                      <a:lnTo>
                        <a:pt x="1646" y="1225"/>
                      </a:lnTo>
                      <a:lnTo>
                        <a:pt x="1986" y="953"/>
                      </a:lnTo>
                      <a:lnTo>
                        <a:pt x="2190" y="762"/>
                      </a:lnTo>
                      <a:lnTo>
                        <a:pt x="2218" y="722"/>
                      </a:lnTo>
                      <a:lnTo>
                        <a:pt x="2231" y="667"/>
                      </a:lnTo>
                      <a:lnTo>
                        <a:pt x="2231" y="626"/>
                      </a:lnTo>
                      <a:lnTo>
                        <a:pt x="2204" y="586"/>
                      </a:lnTo>
                      <a:lnTo>
                        <a:pt x="2163" y="545"/>
                      </a:lnTo>
                      <a:lnTo>
                        <a:pt x="2109" y="531"/>
                      </a:lnTo>
                      <a:lnTo>
                        <a:pt x="2054" y="545"/>
                      </a:lnTo>
                      <a:lnTo>
                        <a:pt x="2014" y="572"/>
                      </a:lnTo>
                      <a:lnTo>
                        <a:pt x="1810" y="762"/>
                      </a:lnTo>
                      <a:lnTo>
                        <a:pt x="1578" y="939"/>
                      </a:lnTo>
                      <a:lnTo>
                        <a:pt x="1334" y="1130"/>
                      </a:lnTo>
                      <a:lnTo>
                        <a:pt x="1089" y="1293"/>
                      </a:lnTo>
                      <a:lnTo>
                        <a:pt x="857" y="1429"/>
                      </a:lnTo>
                      <a:lnTo>
                        <a:pt x="653" y="1524"/>
                      </a:lnTo>
                      <a:lnTo>
                        <a:pt x="558" y="1551"/>
                      </a:lnTo>
                      <a:lnTo>
                        <a:pt x="477" y="1565"/>
                      </a:lnTo>
                      <a:lnTo>
                        <a:pt x="409" y="1565"/>
                      </a:lnTo>
                      <a:lnTo>
                        <a:pt x="354" y="1551"/>
                      </a:lnTo>
                      <a:lnTo>
                        <a:pt x="327" y="1524"/>
                      </a:lnTo>
                      <a:lnTo>
                        <a:pt x="300" y="1483"/>
                      </a:lnTo>
                      <a:lnTo>
                        <a:pt x="286" y="1429"/>
                      </a:lnTo>
                      <a:lnTo>
                        <a:pt x="273" y="1375"/>
                      </a:lnTo>
                      <a:lnTo>
                        <a:pt x="273" y="1211"/>
                      </a:lnTo>
                      <a:lnTo>
                        <a:pt x="300" y="1007"/>
                      </a:lnTo>
                      <a:lnTo>
                        <a:pt x="449" y="1"/>
                      </a:lnTo>
                      <a:close/>
                    </a:path>
                  </a:pathLst>
                </a:custGeom>
                <a:solidFill>
                  <a:srgbClr val="FDBB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1" name="Google Shape;1331;p30"/>
                <p:cNvSpPr/>
                <p:nvPr/>
              </p:nvSpPr>
              <p:spPr>
                <a:xfrm>
                  <a:off x="7318384" y="2042984"/>
                  <a:ext cx="30764" cy="1079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8" h="3537" extrusionOk="0">
                      <a:moveTo>
                        <a:pt x="436" y="0"/>
                      </a:moveTo>
                      <a:lnTo>
                        <a:pt x="382" y="14"/>
                      </a:lnTo>
                      <a:lnTo>
                        <a:pt x="341" y="41"/>
                      </a:lnTo>
                      <a:lnTo>
                        <a:pt x="300" y="82"/>
                      </a:lnTo>
                      <a:lnTo>
                        <a:pt x="300" y="123"/>
                      </a:lnTo>
                      <a:lnTo>
                        <a:pt x="300" y="177"/>
                      </a:lnTo>
                      <a:lnTo>
                        <a:pt x="327" y="218"/>
                      </a:lnTo>
                      <a:lnTo>
                        <a:pt x="382" y="299"/>
                      </a:lnTo>
                      <a:lnTo>
                        <a:pt x="504" y="490"/>
                      </a:lnTo>
                      <a:lnTo>
                        <a:pt x="559" y="626"/>
                      </a:lnTo>
                      <a:lnTo>
                        <a:pt x="627" y="775"/>
                      </a:lnTo>
                      <a:lnTo>
                        <a:pt x="681" y="952"/>
                      </a:lnTo>
                      <a:lnTo>
                        <a:pt x="722" y="1156"/>
                      </a:lnTo>
                      <a:lnTo>
                        <a:pt x="749" y="1374"/>
                      </a:lnTo>
                      <a:lnTo>
                        <a:pt x="763" y="1619"/>
                      </a:lnTo>
                      <a:lnTo>
                        <a:pt x="735" y="1877"/>
                      </a:lnTo>
                      <a:lnTo>
                        <a:pt x="681" y="2163"/>
                      </a:lnTo>
                      <a:lnTo>
                        <a:pt x="627" y="2299"/>
                      </a:lnTo>
                      <a:lnTo>
                        <a:pt x="572" y="2462"/>
                      </a:lnTo>
                      <a:lnTo>
                        <a:pt x="518" y="2612"/>
                      </a:lnTo>
                      <a:lnTo>
                        <a:pt x="436" y="2761"/>
                      </a:lnTo>
                      <a:lnTo>
                        <a:pt x="355" y="2925"/>
                      </a:lnTo>
                      <a:lnTo>
                        <a:pt x="246" y="3088"/>
                      </a:lnTo>
                      <a:lnTo>
                        <a:pt x="137" y="3265"/>
                      </a:lnTo>
                      <a:lnTo>
                        <a:pt x="1" y="3428"/>
                      </a:lnTo>
                      <a:lnTo>
                        <a:pt x="1" y="3428"/>
                      </a:lnTo>
                      <a:lnTo>
                        <a:pt x="96" y="3414"/>
                      </a:lnTo>
                      <a:lnTo>
                        <a:pt x="259" y="3537"/>
                      </a:lnTo>
                      <a:lnTo>
                        <a:pt x="395" y="3346"/>
                      </a:lnTo>
                      <a:lnTo>
                        <a:pt x="504" y="3170"/>
                      </a:lnTo>
                      <a:lnTo>
                        <a:pt x="613" y="2993"/>
                      </a:lnTo>
                      <a:lnTo>
                        <a:pt x="708" y="2816"/>
                      </a:lnTo>
                      <a:lnTo>
                        <a:pt x="776" y="2639"/>
                      </a:lnTo>
                      <a:lnTo>
                        <a:pt x="844" y="2476"/>
                      </a:lnTo>
                      <a:lnTo>
                        <a:pt x="899" y="2313"/>
                      </a:lnTo>
                      <a:lnTo>
                        <a:pt x="939" y="2149"/>
                      </a:lnTo>
                      <a:lnTo>
                        <a:pt x="967" y="2000"/>
                      </a:lnTo>
                      <a:lnTo>
                        <a:pt x="994" y="1850"/>
                      </a:lnTo>
                      <a:lnTo>
                        <a:pt x="1007" y="1564"/>
                      </a:lnTo>
                      <a:lnTo>
                        <a:pt x="994" y="1292"/>
                      </a:lnTo>
                      <a:lnTo>
                        <a:pt x="967" y="1048"/>
                      </a:lnTo>
                      <a:lnTo>
                        <a:pt x="912" y="830"/>
                      </a:lnTo>
                      <a:lnTo>
                        <a:pt x="844" y="639"/>
                      </a:lnTo>
                      <a:lnTo>
                        <a:pt x="776" y="463"/>
                      </a:lnTo>
                      <a:lnTo>
                        <a:pt x="695" y="327"/>
                      </a:lnTo>
                      <a:lnTo>
                        <a:pt x="572" y="123"/>
                      </a:lnTo>
                      <a:lnTo>
                        <a:pt x="518" y="55"/>
                      </a:lnTo>
                      <a:lnTo>
                        <a:pt x="477" y="14"/>
                      </a:lnTo>
                      <a:lnTo>
                        <a:pt x="436" y="0"/>
                      </a:lnTo>
                      <a:close/>
                    </a:path>
                  </a:pathLst>
                </a:custGeom>
                <a:solidFill>
                  <a:srgbClr val="FDBB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2" name="Google Shape;1332;p30"/>
                <p:cNvSpPr/>
                <p:nvPr/>
              </p:nvSpPr>
              <p:spPr>
                <a:xfrm>
                  <a:off x="7901264" y="2839662"/>
                  <a:ext cx="445928" cy="16282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11" h="53350" extrusionOk="0">
                      <a:moveTo>
                        <a:pt x="1" y="0"/>
                      </a:moveTo>
                      <a:lnTo>
                        <a:pt x="9999" y="53064"/>
                      </a:lnTo>
                      <a:lnTo>
                        <a:pt x="14610" y="53349"/>
                      </a:lnTo>
                      <a:lnTo>
                        <a:pt x="11794" y="10814"/>
                      </a:lnTo>
                      <a:lnTo>
                        <a:pt x="10883" y="38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6E1CC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3" name="Google Shape;1333;p30"/>
                <p:cNvSpPr/>
                <p:nvPr/>
              </p:nvSpPr>
              <p:spPr>
                <a:xfrm>
                  <a:off x="8219288" y="4449225"/>
                  <a:ext cx="127909" cy="149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4884" extrusionOk="0">
                      <a:moveTo>
                        <a:pt x="1" y="0"/>
                      </a:moveTo>
                      <a:lnTo>
                        <a:pt x="667" y="4788"/>
                      </a:lnTo>
                      <a:lnTo>
                        <a:pt x="1062" y="4843"/>
                      </a:lnTo>
                      <a:lnTo>
                        <a:pt x="1429" y="4870"/>
                      </a:lnTo>
                      <a:lnTo>
                        <a:pt x="1783" y="4884"/>
                      </a:lnTo>
                      <a:lnTo>
                        <a:pt x="2123" y="4884"/>
                      </a:lnTo>
                      <a:lnTo>
                        <a:pt x="2435" y="4856"/>
                      </a:lnTo>
                      <a:lnTo>
                        <a:pt x="2721" y="4816"/>
                      </a:lnTo>
                      <a:lnTo>
                        <a:pt x="2993" y="4775"/>
                      </a:lnTo>
                      <a:lnTo>
                        <a:pt x="3224" y="4720"/>
                      </a:lnTo>
                      <a:lnTo>
                        <a:pt x="3456" y="4652"/>
                      </a:lnTo>
                      <a:lnTo>
                        <a:pt x="3646" y="4598"/>
                      </a:lnTo>
                      <a:lnTo>
                        <a:pt x="3945" y="4476"/>
                      </a:lnTo>
                      <a:lnTo>
                        <a:pt x="4136" y="4394"/>
                      </a:lnTo>
                      <a:lnTo>
                        <a:pt x="4190" y="4353"/>
                      </a:lnTo>
                      <a:lnTo>
                        <a:pt x="3877" y="31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FDBB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4" name="Google Shape;1334;p30"/>
                <p:cNvSpPr/>
                <p:nvPr/>
              </p:nvSpPr>
              <p:spPr>
                <a:xfrm>
                  <a:off x="8184006" y="4426396"/>
                  <a:ext cx="182693" cy="82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86" h="2694" extrusionOk="0">
                      <a:moveTo>
                        <a:pt x="5890" y="0"/>
                      </a:moveTo>
                      <a:lnTo>
                        <a:pt x="123" y="218"/>
                      </a:lnTo>
                      <a:lnTo>
                        <a:pt x="82" y="367"/>
                      </a:lnTo>
                      <a:lnTo>
                        <a:pt x="55" y="531"/>
                      </a:lnTo>
                      <a:lnTo>
                        <a:pt x="14" y="844"/>
                      </a:lnTo>
                      <a:lnTo>
                        <a:pt x="0" y="1156"/>
                      </a:lnTo>
                      <a:lnTo>
                        <a:pt x="14" y="1469"/>
                      </a:lnTo>
                      <a:lnTo>
                        <a:pt x="68" y="1782"/>
                      </a:lnTo>
                      <a:lnTo>
                        <a:pt x="123" y="2081"/>
                      </a:lnTo>
                      <a:lnTo>
                        <a:pt x="204" y="2394"/>
                      </a:lnTo>
                      <a:lnTo>
                        <a:pt x="313" y="2694"/>
                      </a:lnTo>
                      <a:lnTo>
                        <a:pt x="5849" y="2435"/>
                      </a:lnTo>
                      <a:lnTo>
                        <a:pt x="5904" y="2122"/>
                      </a:lnTo>
                      <a:lnTo>
                        <a:pt x="5945" y="1823"/>
                      </a:lnTo>
                      <a:lnTo>
                        <a:pt x="5972" y="1524"/>
                      </a:lnTo>
                      <a:lnTo>
                        <a:pt x="5985" y="1211"/>
                      </a:lnTo>
                      <a:lnTo>
                        <a:pt x="5985" y="912"/>
                      </a:lnTo>
                      <a:lnTo>
                        <a:pt x="5972" y="599"/>
                      </a:lnTo>
                      <a:lnTo>
                        <a:pt x="5945" y="299"/>
                      </a:lnTo>
                      <a:lnTo>
                        <a:pt x="5890" y="0"/>
                      </a:lnTo>
                      <a:close/>
                    </a:path>
                  </a:pathLst>
                </a:custGeom>
                <a:solidFill>
                  <a:srgbClr val="5D10B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5" name="Google Shape;1335;p30"/>
                <p:cNvSpPr/>
                <p:nvPr/>
              </p:nvSpPr>
              <p:spPr>
                <a:xfrm>
                  <a:off x="7938224" y="4528945"/>
                  <a:ext cx="424320" cy="203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03" h="6652" extrusionOk="0">
                      <a:moveTo>
                        <a:pt x="8638" y="0"/>
                      </a:moveTo>
                      <a:lnTo>
                        <a:pt x="8529" y="27"/>
                      </a:lnTo>
                      <a:lnTo>
                        <a:pt x="8353" y="109"/>
                      </a:lnTo>
                      <a:lnTo>
                        <a:pt x="8149" y="218"/>
                      </a:lnTo>
                      <a:lnTo>
                        <a:pt x="7890" y="367"/>
                      </a:lnTo>
                      <a:lnTo>
                        <a:pt x="7278" y="762"/>
                      </a:lnTo>
                      <a:lnTo>
                        <a:pt x="6543" y="1238"/>
                      </a:lnTo>
                      <a:lnTo>
                        <a:pt x="6013" y="1578"/>
                      </a:lnTo>
                      <a:lnTo>
                        <a:pt x="5646" y="1823"/>
                      </a:lnTo>
                      <a:lnTo>
                        <a:pt x="5020" y="2231"/>
                      </a:lnTo>
                      <a:lnTo>
                        <a:pt x="4775" y="2380"/>
                      </a:lnTo>
                      <a:lnTo>
                        <a:pt x="4204" y="2748"/>
                      </a:lnTo>
                      <a:lnTo>
                        <a:pt x="3360" y="3265"/>
                      </a:lnTo>
                      <a:lnTo>
                        <a:pt x="2952" y="3496"/>
                      </a:lnTo>
                      <a:lnTo>
                        <a:pt x="2571" y="3700"/>
                      </a:lnTo>
                      <a:lnTo>
                        <a:pt x="2204" y="3877"/>
                      </a:lnTo>
                      <a:lnTo>
                        <a:pt x="1878" y="4013"/>
                      </a:lnTo>
                      <a:lnTo>
                        <a:pt x="1578" y="4122"/>
                      </a:lnTo>
                      <a:lnTo>
                        <a:pt x="1442" y="4162"/>
                      </a:lnTo>
                      <a:lnTo>
                        <a:pt x="1320" y="4190"/>
                      </a:lnTo>
                      <a:lnTo>
                        <a:pt x="1021" y="4258"/>
                      </a:lnTo>
                      <a:lnTo>
                        <a:pt x="776" y="4339"/>
                      </a:lnTo>
                      <a:lnTo>
                        <a:pt x="667" y="4394"/>
                      </a:lnTo>
                      <a:lnTo>
                        <a:pt x="572" y="4448"/>
                      </a:lnTo>
                      <a:lnTo>
                        <a:pt x="477" y="4502"/>
                      </a:lnTo>
                      <a:lnTo>
                        <a:pt x="395" y="4570"/>
                      </a:lnTo>
                      <a:lnTo>
                        <a:pt x="327" y="4638"/>
                      </a:lnTo>
                      <a:lnTo>
                        <a:pt x="259" y="4707"/>
                      </a:lnTo>
                      <a:lnTo>
                        <a:pt x="150" y="4843"/>
                      </a:lnTo>
                      <a:lnTo>
                        <a:pt x="82" y="4992"/>
                      </a:lnTo>
                      <a:lnTo>
                        <a:pt x="28" y="5155"/>
                      </a:lnTo>
                      <a:lnTo>
                        <a:pt x="1" y="5319"/>
                      </a:lnTo>
                      <a:lnTo>
                        <a:pt x="1" y="5482"/>
                      </a:lnTo>
                      <a:lnTo>
                        <a:pt x="14" y="5645"/>
                      </a:lnTo>
                      <a:lnTo>
                        <a:pt x="41" y="5808"/>
                      </a:lnTo>
                      <a:lnTo>
                        <a:pt x="82" y="5958"/>
                      </a:lnTo>
                      <a:lnTo>
                        <a:pt x="123" y="6108"/>
                      </a:lnTo>
                      <a:lnTo>
                        <a:pt x="232" y="6380"/>
                      </a:lnTo>
                      <a:lnTo>
                        <a:pt x="259" y="6407"/>
                      </a:lnTo>
                      <a:lnTo>
                        <a:pt x="300" y="6434"/>
                      </a:lnTo>
                      <a:lnTo>
                        <a:pt x="436" y="6488"/>
                      </a:lnTo>
                      <a:lnTo>
                        <a:pt x="640" y="6529"/>
                      </a:lnTo>
                      <a:lnTo>
                        <a:pt x="898" y="6556"/>
                      </a:lnTo>
                      <a:lnTo>
                        <a:pt x="1225" y="6584"/>
                      </a:lnTo>
                      <a:lnTo>
                        <a:pt x="1592" y="6611"/>
                      </a:lnTo>
                      <a:lnTo>
                        <a:pt x="2476" y="6638"/>
                      </a:lnTo>
                      <a:lnTo>
                        <a:pt x="3496" y="6652"/>
                      </a:lnTo>
                      <a:lnTo>
                        <a:pt x="4639" y="6638"/>
                      </a:lnTo>
                      <a:lnTo>
                        <a:pt x="5850" y="6624"/>
                      </a:lnTo>
                      <a:lnTo>
                        <a:pt x="7088" y="6597"/>
                      </a:lnTo>
                      <a:lnTo>
                        <a:pt x="9536" y="6516"/>
                      </a:lnTo>
                      <a:lnTo>
                        <a:pt x="11644" y="6434"/>
                      </a:lnTo>
                      <a:lnTo>
                        <a:pt x="13712" y="6325"/>
                      </a:lnTo>
                      <a:lnTo>
                        <a:pt x="13766" y="5699"/>
                      </a:lnTo>
                      <a:lnTo>
                        <a:pt x="13821" y="5033"/>
                      </a:lnTo>
                      <a:lnTo>
                        <a:pt x="13875" y="4230"/>
                      </a:lnTo>
                      <a:lnTo>
                        <a:pt x="13902" y="3360"/>
                      </a:lnTo>
                      <a:lnTo>
                        <a:pt x="13902" y="2938"/>
                      </a:lnTo>
                      <a:lnTo>
                        <a:pt x="13889" y="2517"/>
                      </a:lnTo>
                      <a:lnTo>
                        <a:pt x="13875" y="2136"/>
                      </a:lnTo>
                      <a:lnTo>
                        <a:pt x="13834" y="1782"/>
                      </a:lnTo>
                      <a:lnTo>
                        <a:pt x="13794" y="1469"/>
                      </a:lnTo>
                      <a:lnTo>
                        <a:pt x="13753" y="1333"/>
                      </a:lnTo>
                      <a:lnTo>
                        <a:pt x="13726" y="1211"/>
                      </a:lnTo>
                      <a:lnTo>
                        <a:pt x="13671" y="1102"/>
                      </a:lnTo>
                      <a:lnTo>
                        <a:pt x="13630" y="1020"/>
                      </a:lnTo>
                      <a:lnTo>
                        <a:pt x="13562" y="939"/>
                      </a:lnTo>
                      <a:lnTo>
                        <a:pt x="13494" y="871"/>
                      </a:lnTo>
                      <a:lnTo>
                        <a:pt x="13426" y="816"/>
                      </a:lnTo>
                      <a:lnTo>
                        <a:pt x="13345" y="775"/>
                      </a:lnTo>
                      <a:lnTo>
                        <a:pt x="13250" y="748"/>
                      </a:lnTo>
                      <a:lnTo>
                        <a:pt x="13154" y="721"/>
                      </a:lnTo>
                      <a:lnTo>
                        <a:pt x="13059" y="707"/>
                      </a:lnTo>
                      <a:lnTo>
                        <a:pt x="12950" y="707"/>
                      </a:lnTo>
                      <a:lnTo>
                        <a:pt x="12733" y="721"/>
                      </a:lnTo>
                      <a:lnTo>
                        <a:pt x="12488" y="748"/>
                      </a:lnTo>
                      <a:lnTo>
                        <a:pt x="12229" y="803"/>
                      </a:lnTo>
                      <a:lnTo>
                        <a:pt x="11699" y="925"/>
                      </a:lnTo>
                      <a:lnTo>
                        <a:pt x="11413" y="993"/>
                      </a:lnTo>
                      <a:lnTo>
                        <a:pt x="11141" y="1047"/>
                      </a:lnTo>
                      <a:lnTo>
                        <a:pt x="10855" y="1088"/>
                      </a:lnTo>
                      <a:lnTo>
                        <a:pt x="10583" y="1102"/>
                      </a:lnTo>
                      <a:lnTo>
                        <a:pt x="10325" y="1102"/>
                      </a:lnTo>
                      <a:lnTo>
                        <a:pt x="10189" y="1088"/>
                      </a:lnTo>
                      <a:lnTo>
                        <a:pt x="10067" y="1061"/>
                      </a:lnTo>
                      <a:lnTo>
                        <a:pt x="9931" y="884"/>
                      </a:lnTo>
                      <a:lnTo>
                        <a:pt x="9781" y="721"/>
                      </a:lnTo>
                      <a:lnTo>
                        <a:pt x="9590" y="517"/>
                      </a:lnTo>
                      <a:lnTo>
                        <a:pt x="9373" y="326"/>
                      </a:lnTo>
                      <a:lnTo>
                        <a:pt x="9250" y="231"/>
                      </a:lnTo>
                      <a:lnTo>
                        <a:pt x="9128" y="150"/>
                      </a:lnTo>
                      <a:lnTo>
                        <a:pt x="9006" y="82"/>
                      </a:lnTo>
                      <a:lnTo>
                        <a:pt x="8883" y="41"/>
                      </a:lnTo>
                      <a:lnTo>
                        <a:pt x="8761" y="14"/>
                      </a:lnTo>
                      <a:lnTo>
                        <a:pt x="8638" y="0"/>
                      </a:lnTo>
                      <a:close/>
                    </a:path>
                  </a:pathLst>
                </a:custGeom>
                <a:solidFill>
                  <a:srgbClr val="D53F2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6" name="Google Shape;1336;p30"/>
                <p:cNvSpPr/>
                <p:nvPr/>
              </p:nvSpPr>
              <p:spPr>
                <a:xfrm>
                  <a:off x="8091407" y="4584554"/>
                  <a:ext cx="66473" cy="544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8" h="1783" extrusionOk="0">
                      <a:moveTo>
                        <a:pt x="627" y="1"/>
                      </a:moveTo>
                      <a:lnTo>
                        <a:pt x="504" y="14"/>
                      </a:lnTo>
                      <a:lnTo>
                        <a:pt x="382" y="28"/>
                      </a:lnTo>
                      <a:lnTo>
                        <a:pt x="273" y="69"/>
                      </a:lnTo>
                      <a:lnTo>
                        <a:pt x="178" y="110"/>
                      </a:lnTo>
                      <a:lnTo>
                        <a:pt x="96" y="150"/>
                      </a:lnTo>
                      <a:lnTo>
                        <a:pt x="42" y="218"/>
                      </a:lnTo>
                      <a:lnTo>
                        <a:pt x="15" y="300"/>
                      </a:lnTo>
                      <a:lnTo>
                        <a:pt x="1" y="409"/>
                      </a:lnTo>
                      <a:lnTo>
                        <a:pt x="151" y="395"/>
                      </a:lnTo>
                      <a:lnTo>
                        <a:pt x="327" y="422"/>
                      </a:lnTo>
                      <a:lnTo>
                        <a:pt x="518" y="463"/>
                      </a:lnTo>
                      <a:lnTo>
                        <a:pt x="613" y="504"/>
                      </a:lnTo>
                      <a:lnTo>
                        <a:pt x="722" y="545"/>
                      </a:lnTo>
                      <a:lnTo>
                        <a:pt x="831" y="613"/>
                      </a:lnTo>
                      <a:lnTo>
                        <a:pt x="926" y="681"/>
                      </a:lnTo>
                      <a:lnTo>
                        <a:pt x="1116" y="844"/>
                      </a:lnTo>
                      <a:lnTo>
                        <a:pt x="1293" y="1035"/>
                      </a:lnTo>
                      <a:lnTo>
                        <a:pt x="1443" y="1211"/>
                      </a:lnTo>
                      <a:lnTo>
                        <a:pt x="1565" y="1388"/>
                      </a:lnTo>
                      <a:lnTo>
                        <a:pt x="1660" y="1524"/>
                      </a:lnTo>
                      <a:lnTo>
                        <a:pt x="1742" y="1660"/>
                      </a:lnTo>
                      <a:lnTo>
                        <a:pt x="1769" y="1701"/>
                      </a:lnTo>
                      <a:lnTo>
                        <a:pt x="1797" y="1728"/>
                      </a:lnTo>
                      <a:lnTo>
                        <a:pt x="1837" y="1755"/>
                      </a:lnTo>
                      <a:lnTo>
                        <a:pt x="1878" y="1769"/>
                      </a:lnTo>
                      <a:lnTo>
                        <a:pt x="1919" y="1783"/>
                      </a:lnTo>
                      <a:lnTo>
                        <a:pt x="1973" y="1783"/>
                      </a:lnTo>
                      <a:lnTo>
                        <a:pt x="2014" y="1769"/>
                      </a:lnTo>
                      <a:lnTo>
                        <a:pt x="2055" y="1755"/>
                      </a:lnTo>
                      <a:lnTo>
                        <a:pt x="2096" y="1728"/>
                      </a:lnTo>
                      <a:lnTo>
                        <a:pt x="2137" y="1687"/>
                      </a:lnTo>
                      <a:lnTo>
                        <a:pt x="2150" y="1660"/>
                      </a:lnTo>
                      <a:lnTo>
                        <a:pt x="2177" y="1606"/>
                      </a:lnTo>
                      <a:lnTo>
                        <a:pt x="2177" y="1565"/>
                      </a:lnTo>
                      <a:lnTo>
                        <a:pt x="2177" y="1524"/>
                      </a:lnTo>
                      <a:lnTo>
                        <a:pt x="2177" y="1483"/>
                      </a:lnTo>
                      <a:lnTo>
                        <a:pt x="2150" y="1429"/>
                      </a:lnTo>
                      <a:lnTo>
                        <a:pt x="2055" y="1266"/>
                      </a:lnTo>
                      <a:lnTo>
                        <a:pt x="1946" y="1103"/>
                      </a:lnTo>
                      <a:lnTo>
                        <a:pt x="1797" y="899"/>
                      </a:lnTo>
                      <a:lnTo>
                        <a:pt x="1620" y="695"/>
                      </a:lnTo>
                      <a:lnTo>
                        <a:pt x="1416" y="477"/>
                      </a:lnTo>
                      <a:lnTo>
                        <a:pt x="1307" y="382"/>
                      </a:lnTo>
                      <a:lnTo>
                        <a:pt x="1184" y="286"/>
                      </a:lnTo>
                      <a:lnTo>
                        <a:pt x="1062" y="205"/>
                      </a:lnTo>
                      <a:lnTo>
                        <a:pt x="940" y="137"/>
                      </a:lnTo>
                      <a:lnTo>
                        <a:pt x="776" y="55"/>
                      </a:lnTo>
                      <a:lnTo>
                        <a:pt x="627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7" name="Google Shape;1337;p30"/>
                <p:cNvSpPr/>
                <p:nvPr/>
              </p:nvSpPr>
              <p:spPr>
                <a:xfrm>
                  <a:off x="8121714" y="4566699"/>
                  <a:ext cx="58171" cy="523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6" h="1715" extrusionOk="0">
                      <a:moveTo>
                        <a:pt x="531" y="1"/>
                      </a:moveTo>
                      <a:lnTo>
                        <a:pt x="355" y="14"/>
                      </a:lnTo>
                      <a:lnTo>
                        <a:pt x="273" y="28"/>
                      </a:lnTo>
                      <a:lnTo>
                        <a:pt x="205" y="55"/>
                      </a:lnTo>
                      <a:lnTo>
                        <a:pt x="137" y="82"/>
                      </a:lnTo>
                      <a:lnTo>
                        <a:pt x="83" y="150"/>
                      </a:lnTo>
                      <a:lnTo>
                        <a:pt x="42" y="232"/>
                      </a:lnTo>
                      <a:lnTo>
                        <a:pt x="1" y="341"/>
                      </a:lnTo>
                      <a:lnTo>
                        <a:pt x="110" y="355"/>
                      </a:lnTo>
                      <a:lnTo>
                        <a:pt x="219" y="382"/>
                      </a:lnTo>
                      <a:lnTo>
                        <a:pt x="327" y="423"/>
                      </a:lnTo>
                      <a:lnTo>
                        <a:pt x="436" y="477"/>
                      </a:lnTo>
                      <a:lnTo>
                        <a:pt x="545" y="545"/>
                      </a:lnTo>
                      <a:lnTo>
                        <a:pt x="654" y="613"/>
                      </a:lnTo>
                      <a:lnTo>
                        <a:pt x="844" y="776"/>
                      </a:lnTo>
                      <a:lnTo>
                        <a:pt x="1008" y="953"/>
                      </a:lnTo>
                      <a:lnTo>
                        <a:pt x="1157" y="1143"/>
                      </a:lnTo>
                      <a:lnTo>
                        <a:pt x="1280" y="1307"/>
                      </a:lnTo>
                      <a:lnTo>
                        <a:pt x="1375" y="1456"/>
                      </a:lnTo>
                      <a:lnTo>
                        <a:pt x="1456" y="1592"/>
                      </a:lnTo>
                      <a:lnTo>
                        <a:pt x="1484" y="1633"/>
                      </a:lnTo>
                      <a:lnTo>
                        <a:pt x="1524" y="1660"/>
                      </a:lnTo>
                      <a:lnTo>
                        <a:pt x="1552" y="1688"/>
                      </a:lnTo>
                      <a:lnTo>
                        <a:pt x="1592" y="1701"/>
                      </a:lnTo>
                      <a:lnTo>
                        <a:pt x="1647" y="1715"/>
                      </a:lnTo>
                      <a:lnTo>
                        <a:pt x="1688" y="1715"/>
                      </a:lnTo>
                      <a:lnTo>
                        <a:pt x="1742" y="1701"/>
                      </a:lnTo>
                      <a:lnTo>
                        <a:pt x="1783" y="1688"/>
                      </a:lnTo>
                      <a:lnTo>
                        <a:pt x="1824" y="1660"/>
                      </a:lnTo>
                      <a:lnTo>
                        <a:pt x="1851" y="1620"/>
                      </a:lnTo>
                      <a:lnTo>
                        <a:pt x="1878" y="1579"/>
                      </a:lnTo>
                      <a:lnTo>
                        <a:pt x="1892" y="1538"/>
                      </a:lnTo>
                      <a:lnTo>
                        <a:pt x="1905" y="1497"/>
                      </a:lnTo>
                      <a:lnTo>
                        <a:pt x="1905" y="1456"/>
                      </a:lnTo>
                      <a:lnTo>
                        <a:pt x="1892" y="1402"/>
                      </a:lnTo>
                      <a:lnTo>
                        <a:pt x="1878" y="1361"/>
                      </a:lnTo>
                      <a:lnTo>
                        <a:pt x="1769" y="1198"/>
                      </a:lnTo>
                      <a:lnTo>
                        <a:pt x="1660" y="1021"/>
                      </a:lnTo>
                      <a:lnTo>
                        <a:pt x="1524" y="831"/>
                      </a:lnTo>
                      <a:lnTo>
                        <a:pt x="1348" y="613"/>
                      </a:lnTo>
                      <a:lnTo>
                        <a:pt x="1144" y="409"/>
                      </a:lnTo>
                      <a:lnTo>
                        <a:pt x="1021" y="314"/>
                      </a:lnTo>
                      <a:lnTo>
                        <a:pt x="912" y="219"/>
                      </a:lnTo>
                      <a:lnTo>
                        <a:pt x="790" y="137"/>
                      </a:lnTo>
                      <a:lnTo>
                        <a:pt x="667" y="55"/>
                      </a:lnTo>
                      <a:lnTo>
                        <a:pt x="531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8" name="Google Shape;1338;p30"/>
                <p:cNvSpPr/>
                <p:nvPr/>
              </p:nvSpPr>
              <p:spPr>
                <a:xfrm>
                  <a:off x="8066502" y="4601584"/>
                  <a:ext cx="61895" cy="535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756" extrusionOk="0">
                      <a:moveTo>
                        <a:pt x="327" y="0"/>
                      </a:moveTo>
                      <a:lnTo>
                        <a:pt x="218" y="28"/>
                      </a:lnTo>
                      <a:lnTo>
                        <a:pt x="137" y="55"/>
                      </a:lnTo>
                      <a:lnTo>
                        <a:pt x="69" y="109"/>
                      </a:lnTo>
                      <a:lnTo>
                        <a:pt x="28" y="177"/>
                      </a:lnTo>
                      <a:lnTo>
                        <a:pt x="1" y="259"/>
                      </a:lnTo>
                      <a:lnTo>
                        <a:pt x="1" y="368"/>
                      </a:lnTo>
                      <a:lnTo>
                        <a:pt x="137" y="381"/>
                      </a:lnTo>
                      <a:lnTo>
                        <a:pt x="273" y="409"/>
                      </a:lnTo>
                      <a:lnTo>
                        <a:pt x="422" y="449"/>
                      </a:lnTo>
                      <a:lnTo>
                        <a:pt x="572" y="517"/>
                      </a:lnTo>
                      <a:lnTo>
                        <a:pt x="681" y="585"/>
                      </a:lnTo>
                      <a:lnTo>
                        <a:pt x="776" y="653"/>
                      </a:lnTo>
                      <a:lnTo>
                        <a:pt x="967" y="817"/>
                      </a:lnTo>
                      <a:lnTo>
                        <a:pt x="1143" y="993"/>
                      </a:lnTo>
                      <a:lnTo>
                        <a:pt x="1293" y="1184"/>
                      </a:lnTo>
                      <a:lnTo>
                        <a:pt x="1415" y="1347"/>
                      </a:lnTo>
                      <a:lnTo>
                        <a:pt x="1511" y="1497"/>
                      </a:lnTo>
                      <a:lnTo>
                        <a:pt x="1592" y="1633"/>
                      </a:lnTo>
                      <a:lnTo>
                        <a:pt x="1620" y="1674"/>
                      </a:lnTo>
                      <a:lnTo>
                        <a:pt x="1647" y="1701"/>
                      </a:lnTo>
                      <a:lnTo>
                        <a:pt x="1688" y="1728"/>
                      </a:lnTo>
                      <a:lnTo>
                        <a:pt x="1728" y="1742"/>
                      </a:lnTo>
                      <a:lnTo>
                        <a:pt x="1769" y="1755"/>
                      </a:lnTo>
                      <a:lnTo>
                        <a:pt x="1824" y="1755"/>
                      </a:lnTo>
                      <a:lnTo>
                        <a:pt x="1864" y="1742"/>
                      </a:lnTo>
                      <a:lnTo>
                        <a:pt x="1919" y="1728"/>
                      </a:lnTo>
                      <a:lnTo>
                        <a:pt x="1946" y="1701"/>
                      </a:lnTo>
                      <a:lnTo>
                        <a:pt x="1987" y="1660"/>
                      </a:lnTo>
                      <a:lnTo>
                        <a:pt x="2014" y="1619"/>
                      </a:lnTo>
                      <a:lnTo>
                        <a:pt x="2028" y="1578"/>
                      </a:lnTo>
                      <a:lnTo>
                        <a:pt x="2028" y="1538"/>
                      </a:lnTo>
                      <a:lnTo>
                        <a:pt x="2028" y="1497"/>
                      </a:lnTo>
                      <a:lnTo>
                        <a:pt x="2028" y="1442"/>
                      </a:lnTo>
                      <a:lnTo>
                        <a:pt x="2000" y="1402"/>
                      </a:lnTo>
                      <a:lnTo>
                        <a:pt x="1905" y="1238"/>
                      </a:lnTo>
                      <a:lnTo>
                        <a:pt x="1796" y="1061"/>
                      </a:lnTo>
                      <a:lnTo>
                        <a:pt x="1647" y="871"/>
                      </a:lnTo>
                      <a:lnTo>
                        <a:pt x="1470" y="653"/>
                      </a:lnTo>
                      <a:lnTo>
                        <a:pt x="1266" y="449"/>
                      </a:lnTo>
                      <a:lnTo>
                        <a:pt x="1157" y="354"/>
                      </a:lnTo>
                      <a:lnTo>
                        <a:pt x="1035" y="259"/>
                      </a:lnTo>
                      <a:lnTo>
                        <a:pt x="926" y="177"/>
                      </a:lnTo>
                      <a:lnTo>
                        <a:pt x="790" y="96"/>
                      </a:lnTo>
                      <a:lnTo>
                        <a:pt x="57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9" name="Google Shape;1339;p30"/>
                <p:cNvSpPr/>
                <p:nvPr/>
              </p:nvSpPr>
              <p:spPr>
                <a:xfrm>
                  <a:off x="8136272" y="2809752"/>
                  <a:ext cx="508982" cy="1668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77" h="54684" extrusionOk="0">
                      <a:moveTo>
                        <a:pt x="11725" y="1"/>
                      </a:moveTo>
                      <a:lnTo>
                        <a:pt x="10080" y="327"/>
                      </a:lnTo>
                      <a:lnTo>
                        <a:pt x="10052" y="327"/>
                      </a:lnTo>
                      <a:lnTo>
                        <a:pt x="9563" y="450"/>
                      </a:lnTo>
                      <a:lnTo>
                        <a:pt x="9481" y="477"/>
                      </a:lnTo>
                      <a:lnTo>
                        <a:pt x="0" y="1552"/>
                      </a:lnTo>
                      <a:lnTo>
                        <a:pt x="2013" y="29763"/>
                      </a:lnTo>
                      <a:lnTo>
                        <a:pt x="12569" y="54683"/>
                      </a:lnTo>
                      <a:lnTo>
                        <a:pt x="16677" y="54493"/>
                      </a:lnTo>
                      <a:lnTo>
                        <a:pt x="16323" y="52357"/>
                      </a:lnTo>
                      <a:lnTo>
                        <a:pt x="15929" y="50072"/>
                      </a:lnTo>
                      <a:lnTo>
                        <a:pt x="15425" y="47311"/>
                      </a:lnTo>
                      <a:lnTo>
                        <a:pt x="14868" y="44304"/>
                      </a:lnTo>
                      <a:lnTo>
                        <a:pt x="14568" y="42795"/>
                      </a:lnTo>
                      <a:lnTo>
                        <a:pt x="14283" y="41312"/>
                      </a:lnTo>
                      <a:lnTo>
                        <a:pt x="13984" y="39897"/>
                      </a:lnTo>
                      <a:lnTo>
                        <a:pt x="13684" y="38591"/>
                      </a:lnTo>
                      <a:lnTo>
                        <a:pt x="13399" y="37394"/>
                      </a:lnTo>
                      <a:lnTo>
                        <a:pt x="13127" y="36374"/>
                      </a:lnTo>
                      <a:lnTo>
                        <a:pt x="12855" y="35436"/>
                      </a:lnTo>
                      <a:lnTo>
                        <a:pt x="12582" y="34538"/>
                      </a:lnTo>
                      <a:lnTo>
                        <a:pt x="12310" y="33654"/>
                      </a:lnTo>
                      <a:lnTo>
                        <a:pt x="12038" y="32810"/>
                      </a:lnTo>
                      <a:lnTo>
                        <a:pt x="11494" y="31246"/>
                      </a:lnTo>
                      <a:lnTo>
                        <a:pt x="11005" y="29872"/>
                      </a:lnTo>
                      <a:lnTo>
                        <a:pt x="10583" y="28743"/>
                      </a:lnTo>
                      <a:lnTo>
                        <a:pt x="10243" y="27873"/>
                      </a:lnTo>
                      <a:lnTo>
                        <a:pt x="9944" y="27138"/>
                      </a:lnTo>
                      <a:lnTo>
                        <a:pt x="10134" y="23710"/>
                      </a:lnTo>
                      <a:lnTo>
                        <a:pt x="10324" y="20078"/>
                      </a:lnTo>
                      <a:lnTo>
                        <a:pt x="10569" y="15739"/>
                      </a:lnTo>
                      <a:lnTo>
                        <a:pt x="10855" y="11114"/>
                      </a:lnTo>
                      <a:lnTo>
                        <a:pt x="11005" y="8843"/>
                      </a:lnTo>
                      <a:lnTo>
                        <a:pt x="11154" y="6666"/>
                      </a:lnTo>
                      <a:lnTo>
                        <a:pt x="11304" y="4639"/>
                      </a:lnTo>
                      <a:lnTo>
                        <a:pt x="11440" y="2817"/>
                      </a:lnTo>
                      <a:lnTo>
                        <a:pt x="11589" y="1252"/>
                      </a:lnTo>
                      <a:lnTo>
                        <a:pt x="11725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0" name="Google Shape;1340;p30"/>
                <p:cNvSpPr/>
                <p:nvPr/>
              </p:nvSpPr>
              <p:spPr>
                <a:xfrm>
                  <a:off x="8519853" y="4447974"/>
                  <a:ext cx="144085" cy="1503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1" h="4925" extrusionOk="0">
                      <a:moveTo>
                        <a:pt x="1" y="1"/>
                      </a:moveTo>
                      <a:lnTo>
                        <a:pt x="1184" y="4829"/>
                      </a:lnTo>
                      <a:lnTo>
                        <a:pt x="1579" y="4884"/>
                      </a:lnTo>
                      <a:lnTo>
                        <a:pt x="1946" y="4911"/>
                      </a:lnTo>
                      <a:lnTo>
                        <a:pt x="2300" y="4925"/>
                      </a:lnTo>
                      <a:lnTo>
                        <a:pt x="2640" y="4925"/>
                      </a:lnTo>
                      <a:lnTo>
                        <a:pt x="2953" y="4897"/>
                      </a:lnTo>
                      <a:lnTo>
                        <a:pt x="3238" y="4857"/>
                      </a:lnTo>
                      <a:lnTo>
                        <a:pt x="3510" y="4816"/>
                      </a:lnTo>
                      <a:lnTo>
                        <a:pt x="3755" y="4761"/>
                      </a:lnTo>
                      <a:lnTo>
                        <a:pt x="3973" y="4693"/>
                      </a:lnTo>
                      <a:lnTo>
                        <a:pt x="4163" y="4639"/>
                      </a:lnTo>
                      <a:lnTo>
                        <a:pt x="4463" y="4517"/>
                      </a:lnTo>
                      <a:lnTo>
                        <a:pt x="4653" y="4435"/>
                      </a:lnTo>
                      <a:lnTo>
                        <a:pt x="4721" y="4394"/>
                      </a:lnTo>
                      <a:lnTo>
                        <a:pt x="3524" y="286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FDBB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1" name="Google Shape;1341;p30"/>
                <p:cNvSpPr/>
                <p:nvPr/>
              </p:nvSpPr>
              <p:spPr>
                <a:xfrm>
                  <a:off x="8482100" y="4431798"/>
                  <a:ext cx="201371" cy="82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98" h="2694" extrusionOk="0">
                      <a:moveTo>
                        <a:pt x="6298" y="0"/>
                      </a:moveTo>
                      <a:lnTo>
                        <a:pt x="109" y="367"/>
                      </a:lnTo>
                      <a:lnTo>
                        <a:pt x="41" y="735"/>
                      </a:lnTo>
                      <a:lnTo>
                        <a:pt x="14" y="1061"/>
                      </a:lnTo>
                      <a:lnTo>
                        <a:pt x="0" y="1224"/>
                      </a:lnTo>
                      <a:lnTo>
                        <a:pt x="14" y="1374"/>
                      </a:lnTo>
                      <a:lnTo>
                        <a:pt x="27" y="1524"/>
                      </a:lnTo>
                      <a:lnTo>
                        <a:pt x="54" y="1673"/>
                      </a:lnTo>
                      <a:lnTo>
                        <a:pt x="82" y="1823"/>
                      </a:lnTo>
                      <a:lnTo>
                        <a:pt x="136" y="1959"/>
                      </a:lnTo>
                      <a:lnTo>
                        <a:pt x="204" y="2081"/>
                      </a:lnTo>
                      <a:lnTo>
                        <a:pt x="272" y="2217"/>
                      </a:lnTo>
                      <a:lnTo>
                        <a:pt x="354" y="2340"/>
                      </a:lnTo>
                      <a:lnTo>
                        <a:pt x="463" y="2462"/>
                      </a:lnTo>
                      <a:lnTo>
                        <a:pt x="585" y="2571"/>
                      </a:lnTo>
                      <a:lnTo>
                        <a:pt x="707" y="2693"/>
                      </a:lnTo>
                      <a:lnTo>
                        <a:pt x="6502" y="2353"/>
                      </a:lnTo>
                      <a:lnTo>
                        <a:pt x="6556" y="2054"/>
                      </a:lnTo>
                      <a:lnTo>
                        <a:pt x="6584" y="1755"/>
                      </a:lnTo>
                      <a:lnTo>
                        <a:pt x="6597" y="1456"/>
                      </a:lnTo>
                      <a:lnTo>
                        <a:pt x="6584" y="1156"/>
                      </a:lnTo>
                      <a:lnTo>
                        <a:pt x="6543" y="857"/>
                      </a:lnTo>
                      <a:lnTo>
                        <a:pt x="6488" y="571"/>
                      </a:lnTo>
                      <a:lnTo>
                        <a:pt x="6407" y="286"/>
                      </a:lnTo>
                      <a:lnTo>
                        <a:pt x="6298" y="0"/>
                      </a:lnTo>
                      <a:close/>
                    </a:path>
                  </a:pathLst>
                </a:custGeom>
                <a:solidFill>
                  <a:srgbClr val="5D10B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2" name="Google Shape;1342;p30"/>
                <p:cNvSpPr/>
                <p:nvPr/>
              </p:nvSpPr>
              <p:spPr>
                <a:xfrm>
                  <a:off x="8262474" y="4528945"/>
                  <a:ext cx="424320" cy="203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03" h="6652" extrusionOk="0">
                      <a:moveTo>
                        <a:pt x="8638" y="0"/>
                      </a:moveTo>
                      <a:lnTo>
                        <a:pt x="8529" y="27"/>
                      </a:lnTo>
                      <a:lnTo>
                        <a:pt x="8352" y="109"/>
                      </a:lnTo>
                      <a:lnTo>
                        <a:pt x="8148" y="218"/>
                      </a:lnTo>
                      <a:lnTo>
                        <a:pt x="7890" y="367"/>
                      </a:lnTo>
                      <a:lnTo>
                        <a:pt x="7278" y="762"/>
                      </a:lnTo>
                      <a:lnTo>
                        <a:pt x="6543" y="1238"/>
                      </a:lnTo>
                      <a:lnTo>
                        <a:pt x="6013" y="1578"/>
                      </a:lnTo>
                      <a:lnTo>
                        <a:pt x="5645" y="1823"/>
                      </a:lnTo>
                      <a:lnTo>
                        <a:pt x="5020" y="2231"/>
                      </a:lnTo>
                      <a:lnTo>
                        <a:pt x="4775" y="2380"/>
                      </a:lnTo>
                      <a:lnTo>
                        <a:pt x="4203" y="2748"/>
                      </a:lnTo>
                      <a:lnTo>
                        <a:pt x="3360" y="3265"/>
                      </a:lnTo>
                      <a:lnTo>
                        <a:pt x="2952" y="3496"/>
                      </a:lnTo>
                      <a:lnTo>
                        <a:pt x="2571" y="3700"/>
                      </a:lnTo>
                      <a:lnTo>
                        <a:pt x="2204" y="3877"/>
                      </a:lnTo>
                      <a:lnTo>
                        <a:pt x="1877" y="4013"/>
                      </a:lnTo>
                      <a:lnTo>
                        <a:pt x="1578" y="4122"/>
                      </a:lnTo>
                      <a:lnTo>
                        <a:pt x="1442" y="4162"/>
                      </a:lnTo>
                      <a:lnTo>
                        <a:pt x="1320" y="4190"/>
                      </a:lnTo>
                      <a:lnTo>
                        <a:pt x="1020" y="4258"/>
                      </a:lnTo>
                      <a:lnTo>
                        <a:pt x="776" y="4339"/>
                      </a:lnTo>
                      <a:lnTo>
                        <a:pt x="667" y="4394"/>
                      </a:lnTo>
                      <a:lnTo>
                        <a:pt x="572" y="4448"/>
                      </a:lnTo>
                      <a:lnTo>
                        <a:pt x="476" y="4502"/>
                      </a:lnTo>
                      <a:lnTo>
                        <a:pt x="395" y="4570"/>
                      </a:lnTo>
                      <a:lnTo>
                        <a:pt x="327" y="4638"/>
                      </a:lnTo>
                      <a:lnTo>
                        <a:pt x="259" y="4707"/>
                      </a:lnTo>
                      <a:lnTo>
                        <a:pt x="150" y="4843"/>
                      </a:lnTo>
                      <a:lnTo>
                        <a:pt x="82" y="4992"/>
                      </a:lnTo>
                      <a:lnTo>
                        <a:pt x="27" y="5155"/>
                      </a:lnTo>
                      <a:lnTo>
                        <a:pt x="0" y="5319"/>
                      </a:lnTo>
                      <a:lnTo>
                        <a:pt x="0" y="5482"/>
                      </a:lnTo>
                      <a:lnTo>
                        <a:pt x="14" y="5645"/>
                      </a:lnTo>
                      <a:lnTo>
                        <a:pt x="41" y="5808"/>
                      </a:lnTo>
                      <a:lnTo>
                        <a:pt x="82" y="5958"/>
                      </a:lnTo>
                      <a:lnTo>
                        <a:pt x="123" y="6108"/>
                      </a:lnTo>
                      <a:lnTo>
                        <a:pt x="245" y="6380"/>
                      </a:lnTo>
                      <a:lnTo>
                        <a:pt x="259" y="6407"/>
                      </a:lnTo>
                      <a:lnTo>
                        <a:pt x="299" y="6434"/>
                      </a:lnTo>
                      <a:lnTo>
                        <a:pt x="436" y="6488"/>
                      </a:lnTo>
                      <a:lnTo>
                        <a:pt x="640" y="6529"/>
                      </a:lnTo>
                      <a:lnTo>
                        <a:pt x="898" y="6556"/>
                      </a:lnTo>
                      <a:lnTo>
                        <a:pt x="1224" y="6584"/>
                      </a:lnTo>
                      <a:lnTo>
                        <a:pt x="1592" y="6611"/>
                      </a:lnTo>
                      <a:lnTo>
                        <a:pt x="2476" y="6638"/>
                      </a:lnTo>
                      <a:lnTo>
                        <a:pt x="3496" y="6652"/>
                      </a:lnTo>
                      <a:lnTo>
                        <a:pt x="4639" y="6638"/>
                      </a:lnTo>
                      <a:lnTo>
                        <a:pt x="5849" y="6624"/>
                      </a:lnTo>
                      <a:lnTo>
                        <a:pt x="7087" y="6597"/>
                      </a:lnTo>
                      <a:lnTo>
                        <a:pt x="9536" y="6516"/>
                      </a:lnTo>
                      <a:lnTo>
                        <a:pt x="11644" y="6434"/>
                      </a:lnTo>
                      <a:lnTo>
                        <a:pt x="13712" y="6325"/>
                      </a:lnTo>
                      <a:lnTo>
                        <a:pt x="13766" y="5699"/>
                      </a:lnTo>
                      <a:lnTo>
                        <a:pt x="13820" y="5033"/>
                      </a:lnTo>
                      <a:lnTo>
                        <a:pt x="13875" y="4230"/>
                      </a:lnTo>
                      <a:lnTo>
                        <a:pt x="13902" y="3360"/>
                      </a:lnTo>
                      <a:lnTo>
                        <a:pt x="13902" y="2938"/>
                      </a:lnTo>
                      <a:lnTo>
                        <a:pt x="13888" y="2517"/>
                      </a:lnTo>
                      <a:lnTo>
                        <a:pt x="13875" y="2136"/>
                      </a:lnTo>
                      <a:lnTo>
                        <a:pt x="13834" y="1782"/>
                      </a:lnTo>
                      <a:lnTo>
                        <a:pt x="13793" y="1469"/>
                      </a:lnTo>
                      <a:lnTo>
                        <a:pt x="13752" y="1333"/>
                      </a:lnTo>
                      <a:lnTo>
                        <a:pt x="13725" y="1211"/>
                      </a:lnTo>
                      <a:lnTo>
                        <a:pt x="13671" y="1102"/>
                      </a:lnTo>
                      <a:lnTo>
                        <a:pt x="13630" y="1020"/>
                      </a:lnTo>
                      <a:lnTo>
                        <a:pt x="13562" y="939"/>
                      </a:lnTo>
                      <a:lnTo>
                        <a:pt x="13494" y="871"/>
                      </a:lnTo>
                      <a:lnTo>
                        <a:pt x="13426" y="816"/>
                      </a:lnTo>
                      <a:lnTo>
                        <a:pt x="13344" y="775"/>
                      </a:lnTo>
                      <a:lnTo>
                        <a:pt x="13249" y="748"/>
                      </a:lnTo>
                      <a:lnTo>
                        <a:pt x="13154" y="721"/>
                      </a:lnTo>
                      <a:lnTo>
                        <a:pt x="13059" y="707"/>
                      </a:lnTo>
                      <a:lnTo>
                        <a:pt x="12950" y="707"/>
                      </a:lnTo>
                      <a:lnTo>
                        <a:pt x="12732" y="721"/>
                      </a:lnTo>
                      <a:lnTo>
                        <a:pt x="12487" y="748"/>
                      </a:lnTo>
                      <a:lnTo>
                        <a:pt x="12229" y="803"/>
                      </a:lnTo>
                      <a:lnTo>
                        <a:pt x="11698" y="925"/>
                      </a:lnTo>
                      <a:lnTo>
                        <a:pt x="11413" y="993"/>
                      </a:lnTo>
                      <a:lnTo>
                        <a:pt x="11141" y="1047"/>
                      </a:lnTo>
                      <a:lnTo>
                        <a:pt x="10855" y="1088"/>
                      </a:lnTo>
                      <a:lnTo>
                        <a:pt x="10583" y="1102"/>
                      </a:lnTo>
                      <a:lnTo>
                        <a:pt x="10325" y="1102"/>
                      </a:lnTo>
                      <a:lnTo>
                        <a:pt x="10189" y="1088"/>
                      </a:lnTo>
                      <a:lnTo>
                        <a:pt x="10066" y="1061"/>
                      </a:lnTo>
                      <a:lnTo>
                        <a:pt x="9930" y="884"/>
                      </a:lnTo>
                      <a:lnTo>
                        <a:pt x="9781" y="721"/>
                      </a:lnTo>
                      <a:lnTo>
                        <a:pt x="9590" y="517"/>
                      </a:lnTo>
                      <a:lnTo>
                        <a:pt x="9372" y="326"/>
                      </a:lnTo>
                      <a:lnTo>
                        <a:pt x="9250" y="231"/>
                      </a:lnTo>
                      <a:lnTo>
                        <a:pt x="9128" y="150"/>
                      </a:lnTo>
                      <a:lnTo>
                        <a:pt x="9005" y="82"/>
                      </a:lnTo>
                      <a:lnTo>
                        <a:pt x="8883" y="41"/>
                      </a:lnTo>
                      <a:lnTo>
                        <a:pt x="8760" y="14"/>
                      </a:lnTo>
                      <a:lnTo>
                        <a:pt x="8638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3" name="Google Shape;1343;p30"/>
                <p:cNvSpPr/>
                <p:nvPr/>
              </p:nvSpPr>
              <p:spPr>
                <a:xfrm>
                  <a:off x="8415657" y="4584554"/>
                  <a:ext cx="66442" cy="544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7" h="1783" extrusionOk="0">
                      <a:moveTo>
                        <a:pt x="626" y="1"/>
                      </a:moveTo>
                      <a:lnTo>
                        <a:pt x="504" y="14"/>
                      </a:lnTo>
                      <a:lnTo>
                        <a:pt x="381" y="28"/>
                      </a:lnTo>
                      <a:lnTo>
                        <a:pt x="273" y="69"/>
                      </a:lnTo>
                      <a:lnTo>
                        <a:pt x="177" y="110"/>
                      </a:lnTo>
                      <a:lnTo>
                        <a:pt x="96" y="150"/>
                      </a:lnTo>
                      <a:lnTo>
                        <a:pt x="41" y="218"/>
                      </a:lnTo>
                      <a:lnTo>
                        <a:pt x="14" y="300"/>
                      </a:lnTo>
                      <a:lnTo>
                        <a:pt x="1" y="409"/>
                      </a:lnTo>
                      <a:lnTo>
                        <a:pt x="150" y="395"/>
                      </a:lnTo>
                      <a:lnTo>
                        <a:pt x="327" y="422"/>
                      </a:lnTo>
                      <a:lnTo>
                        <a:pt x="517" y="463"/>
                      </a:lnTo>
                      <a:lnTo>
                        <a:pt x="613" y="504"/>
                      </a:lnTo>
                      <a:lnTo>
                        <a:pt x="722" y="545"/>
                      </a:lnTo>
                      <a:lnTo>
                        <a:pt x="830" y="613"/>
                      </a:lnTo>
                      <a:lnTo>
                        <a:pt x="926" y="681"/>
                      </a:lnTo>
                      <a:lnTo>
                        <a:pt x="1116" y="844"/>
                      </a:lnTo>
                      <a:lnTo>
                        <a:pt x="1293" y="1035"/>
                      </a:lnTo>
                      <a:lnTo>
                        <a:pt x="1442" y="1211"/>
                      </a:lnTo>
                      <a:lnTo>
                        <a:pt x="1565" y="1388"/>
                      </a:lnTo>
                      <a:lnTo>
                        <a:pt x="1660" y="1524"/>
                      </a:lnTo>
                      <a:lnTo>
                        <a:pt x="1742" y="1660"/>
                      </a:lnTo>
                      <a:lnTo>
                        <a:pt x="1769" y="1701"/>
                      </a:lnTo>
                      <a:lnTo>
                        <a:pt x="1796" y="1728"/>
                      </a:lnTo>
                      <a:lnTo>
                        <a:pt x="1837" y="1755"/>
                      </a:lnTo>
                      <a:lnTo>
                        <a:pt x="1878" y="1769"/>
                      </a:lnTo>
                      <a:lnTo>
                        <a:pt x="1919" y="1783"/>
                      </a:lnTo>
                      <a:lnTo>
                        <a:pt x="1973" y="1783"/>
                      </a:lnTo>
                      <a:lnTo>
                        <a:pt x="2014" y="1769"/>
                      </a:lnTo>
                      <a:lnTo>
                        <a:pt x="2055" y="1755"/>
                      </a:lnTo>
                      <a:lnTo>
                        <a:pt x="2095" y="1728"/>
                      </a:lnTo>
                      <a:lnTo>
                        <a:pt x="2136" y="1687"/>
                      </a:lnTo>
                      <a:lnTo>
                        <a:pt x="2150" y="1660"/>
                      </a:lnTo>
                      <a:lnTo>
                        <a:pt x="2177" y="1606"/>
                      </a:lnTo>
                      <a:lnTo>
                        <a:pt x="2177" y="1565"/>
                      </a:lnTo>
                      <a:lnTo>
                        <a:pt x="2177" y="1524"/>
                      </a:lnTo>
                      <a:lnTo>
                        <a:pt x="2177" y="1483"/>
                      </a:lnTo>
                      <a:lnTo>
                        <a:pt x="2150" y="1429"/>
                      </a:lnTo>
                      <a:lnTo>
                        <a:pt x="2055" y="1266"/>
                      </a:lnTo>
                      <a:lnTo>
                        <a:pt x="1946" y="1103"/>
                      </a:lnTo>
                      <a:lnTo>
                        <a:pt x="1796" y="899"/>
                      </a:lnTo>
                      <a:lnTo>
                        <a:pt x="1619" y="695"/>
                      </a:lnTo>
                      <a:lnTo>
                        <a:pt x="1415" y="477"/>
                      </a:lnTo>
                      <a:lnTo>
                        <a:pt x="1306" y="382"/>
                      </a:lnTo>
                      <a:lnTo>
                        <a:pt x="1184" y="286"/>
                      </a:lnTo>
                      <a:lnTo>
                        <a:pt x="1062" y="205"/>
                      </a:lnTo>
                      <a:lnTo>
                        <a:pt x="939" y="137"/>
                      </a:lnTo>
                      <a:lnTo>
                        <a:pt x="776" y="55"/>
                      </a:lnTo>
                      <a:lnTo>
                        <a:pt x="626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4" name="Google Shape;1344;p30"/>
                <p:cNvSpPr/>
                <p:nvPr/>
              </p:nvSpPr>
              <p:spPr>
                <a:xfrm>
                  <a:off x="8445963" y="4566699"/>
                  <a:ext cx="58141" cy="523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" h="1715" extrusionOk="0">
                      <a:moveTo>
                        <a:pt x="531" y="1"/>
                      </a:moveTo>
                      <a:lnTo>
                        <a:pt x="354" y="14"/>
                      </a:lnTo>
                      <a:lnTo>
                        <a:pt x="273" y="28"/>
                      </a:lnTo>
                      <a:lnTo>
                        <a:pt x="205" y="55"/>
                      </a:lnTo>
                      <a:lnTo>
                        <a:pt x="137" y="82"/>
                      </a:lnTo>
                      <a:lnTo>
                        <a:pt x="82" y="150"/>
                      </a:lnTo>
                      <a:lnTo>
                        <a:pt x="41" y="232"/>
                      </a:lnTo>
                      <a:lnTo>
                        <a:pt x="1" y="341"/>
                      </a:lnTo>
                      <a:lnTo>
                        <a:pt x="109" y="355"/>
                      </a:lnTo>
                      <a:lnTo>
                        <a:pt x="218" y="382"/>
                      </a:lnTo>
                      <a:lnTo>
                        <a:pt x="327" y="423"/>
                      </a:lnTo>
                      <a:lnTo>
                        <a:pt x="436" y="477"/>
                      </a:lnTo>
                      <a:lnTo>
                        <a:pt x="545" y="545"/>
                      </a:lnTo>
                      <a:lnTo>
                        <a:pt x="654" y="613"/>
                      </a:lnTo>
                      <a:lnTo>
                        <a:pt x="844" y="776"/>
                      </a:lnTo>
                      <a:lnTo>
                        <a:pt x="1007" y="953"/>
                      </a:lnTo>
                      <a:lnTo>
                        <a:pt x="1157" y="1143"/>
                      </a:lnTo>
                      <a:lnTo>
                        <a:pt x="1279" y="1307"/>
                      </a:lnTo>
                      <a:lnTo>
                        <a:pt x="1374" y="1456"/>
                      </a:lnTo>
                      <a:lnTo>
                        <a:pt x="1456" y="1592"/>
                      </a:lnTo>
                      <a:lnTo>
                        <a:pt x="1483" y="1633"/>
                      </a:lnTo>
                      <a:lnTo>
                        <a:pt x="1524" y="1660"/>
                      </a:lnTo>
                      <a:lnTo>
                        <a:pt x="1551" y="1688"/>
                      </a:lnTo>
                      <a:lnTo>
                        <a:pt x="1592" y="1701"/>
                      </a:lnTo>
                      <a:lnTo>
                        <a:pt x="1647" y="1715"/>
                      </a:lnTo>
                      <a:lnTo>
                        <a:pt x="1687" y="1715"/>
                      </a:lnTo>
                      <a:lnTo>
                        <a:pt x="1742" y="1701"/>
                      </a:lnTo>
                      <a:lnTo>
                        <a:pt x="1783" y="1688"/>
                      </a:lnTo>
                      <a:lnTo>
                        <a:pt x="1823" y="1660"/>
                      </a:lnTo>
                      <a:lnTo>
                        <a:pt x="1851" y="1620"/>
                      </a:lnTo>
                      <a:lnTo>
                        <a:pt x="1878" y="1579"/>
                      </a:lnTo>
                      <a:lnTo>
                        <a:pt x="1891" y="1538"/>
                      </a:lnTo>
                      <a:lnTo>
                        <a:pt x="1905" y="1497"/>
                      </a:lnTo>
                      <a:lnTo>
                        <a:pt x="1905" y="1456"/>
                      </a:lnTo>
                      <a:lnTo>
                        <a:pt x="1891" y="1402"/>
                      </a:lnTo>
                      <a:lnTo>
                        <a:pt x="1878" y="1361"/>
                      </a:lnTo>
                      <a:lnTo>
                        <a:pt x="1769" y="1198"/>
                      </a:lnTo>
                      <a:lnTo>
                        <a:pt x="1660" y="1021"/>
                      </a:lnTo>
                      <a:lnTo>
                        <a:pt x="1524" y="831"/>
                      </a:lnTo>
                      <a:lnTo>
                        <a:pt x="1347" y="613"/>
                      </a:lnTo>
                      <a:lnTo>
                        <a:pt x="1143" y="409"/>
                      </a:lnTo>
                      <a:lnTo>
                        <a:pt x="1021" y="314"/>
                      </a:lnTo>
                      <a:lnTo>
                        <a:pt x="912" y="219"/>
                      </a:lnTo>
                      <a:lnTo>
                        <a:pt x="790" y="137"/>
                      </a:lnTo>
                      <a:lnTo>
                        <a:pt x="667" y="55"/>
                      </a:lnTo>
                      <a:lnTo>
                        <a:pt x="531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5" name="Google Shape;1345;p30"/>
                <p:cNvSpPr/>
                <p:nvPr/>
              </p:nvSpPr>
              <p:spPr>
                <a:xfrm>
                  <a:off x="8390752" y="4601584"/>
                  <a:ext cx="61895" cy="535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8" h="1756" extrusionOk="0">
                      <a:moveTo>
                        <a:pt x="327" y="0"/>
                      </a:moveTo>
                      <a:lnTo>
                        <a:pt x="218" y="28"/>
                      </a:lnTo>
                      <a:lnTo>
                        <a:pt x="136" y="55"/>
                      </a:lnTo>
                      <a:lnTo>
                        <a:pt x="68" y="109"/>
                      </a:lnTo>
                      <a:lnTo>
                        <a:pt x="28" y="177"/>
                      </a:lnTo>
                      <a:lnTo>
                        <a:pt x="0" y="259"/>
                      </a:lnTo>
                      <a:lnTo>
                        <a:pt x="0" y="368"/>
                      </a:lnTo>
                      <a:lnTo>
                        <a:pt x="136" y="381"/>
                      </a:lnTo>
                      <a:lnTo>
                        <a:pt x="272" y="409"/>
                      </a:lnTo>
                      <a:lnTo>
                        <a:pt x="422" y="449"/>
                      </a:lnTo>
                      <a:lnTo>
                        <a:pt x="572" y="517"/>
                      </a:lnTo>
                      <a:lnTo>
                        <a:pt x="681" y="585"/>
                      </a:lnTo>
                      <a:lnTo>
                        <a:pt x="776" y="653"/>
                      </a:lnTo>
                      <a:lnTo>
                        <a:pt x="966" y="817"/>
                      </a:lnTo>
                      <a:lnTo>
                        <a:pt x="1143" y="993"/>
                      </a:lnTo>
                      <a:lnTo>
                        <a:pt x="1293" y="1184"/>
                      </a:lnTo>
                      <a:lnTo>
                        <a:pt x="1415" y="1347"/>
                      </a:lnTo>
                      <a:lnTo>
                        <a:pt x="1510" y="1497"/>
                      </a:lnTo>
                      <a:lnTo>
                        <a:pt x="1592" y="1633"/>
                      </a:lnTo>
                      <a:lnTo>
                        <a:pt x="1619" y="1674"/>
                      </a:lnTo>
                      <a:lnTo>
                        <a:pt x="1646" y="1701"/>
                      </a:lnTo>
                      <a:lnTo>
                        <a:pt x="1687" y="1728"/>
                      </a:lnTo>
                      <a:lnTo>
                        <a:pt x="1728" y="1742"/>
                      </a:lnTo>
                      <a:lnTo>
                        <a:pt x="1769" y="1755"/>
                      </a:lnTo>
                      <a:lnTo>
                        <a:pt x="1823" y="1755"/>
                      </a:lnTo>
                      <a:lnTo>
                        <a:pt x="1864" y="1742"/>
                      </a:lnTo>
                      <a:lnTo>
                        <a:pt x="1918" y="1728"/>
                      </a:lnTo>
                      <a:lnTo>
                        <a:pt x="1946" y="1701"/>
                      </a:lnTo>
                      <a:lnTo>
                        <a:pt x="1986" y="1660"/>
                      </a:lnTo>
                      <a:lnTo>
                        <a:pt x="2014" y="1619"/>
                      </a:lnTo>
                      <a:lnTo>
                        <a:pt x="2027" y="1578"/>
                      </a:lnTo>
                      <a:lnTo>
                        <a:pt x="2027" y="1538"/>
                      </a:lnTo>
                      <a:lnTo>
                        <a:pt x="2027" y="1497"/>
                      </a:lnTo>
                      <a:lnTo>
                        <a:pt x="2027" y="1442"/>
                      </a:lnTo>
                      <a:lnTo>
                        <a:pt x="2000" y="1402"/>
                      </a:lnTo>
                      <a:lnTo>
                        <a:pt x="1905" y="1238"/>
                      </a:lnTo>
                      <a:lnTo>
                        <a:pt x="1796" y="1061"/>
                      </a:lnTo>
                      <a:lnTo>
                        <a:pt x="1646" y="871"/>
                      </a:lnTo>
                      <a:lnTo>
                        <a:pt x="1470" y="653"/>
                      </a:lnTo>
                      <a:lnTo>
                        <a:pt x="1265" y="449"/>
                      </a:lnTo>
                      <a:lnTo>
                        <a:pt x="1157" y="354"/>
                      </a:lnTo>
                      <a:lnTo>
                        <a:pt x="1034" y="259"/>
                      </a:lnTo>
                      <a:lnTo>
                        <a:pt x="925" y="177"/>
                      </a:lnTo>
                      <a:lnTo>
                        <a:pt x="789" y="96"/>
                      </a:lnTo>
                      <a:lnTo>
                        <a:pt x="57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6" name="Google Shape;1346;p30"/>
                <p:cNvSpPr/>
                <p:nvPr/>
              </p:nvSpPr>
              <p:spPr>
                <a:xfrm>
                  <a:off x="7909169" y="1477529"/>
                  <a:ext cx="135783" cy="1615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9" h="5292" extrusionOk="0">
                      <a:moveTo>
                        <a:pt x="218" y="0"/>
                      </a:moveTo>
                      <a:lnTo>
                        <a:pt x="109" y="14"/>
                      </a:lnTo>
                      <a:lnTo>
                        <a:pt x="0" y="28"/>
                      </a:lnTo>
                      <a:lnTo>
                        <a:pt x="68" y="164"/>
                      </a:lnTo>
                      <a:lnTo>
                        <a:pt x="218" y="517"/>
                      </a:lnTo>
                      <a:lnTo>
                        <a:pt x="313" y="762"/>
                      </a:lnTo>
                      <a:lnTo>
                        <a:pt x="422" y="1061"/>
                      </a:lnTo>
                      <a:lnTo>
                        <a:pt x="531" y="1388"/>
                      </a:lnTo>
                      <a:lnTo>
                        <a:pt x="640" y="1755"/>
                      </a:lnTo>
                      <a:lnTo>
                        <a:pt x="721" y="2150"/>
                      </a:lnTo>
                      <a:lnTo>
                        <a:pt x="803" y="2558"/>
                      </a:lnTo>
                      <a:lnTo>
                        <a:pt x="857" y="2979"/>
                      </a:lnTo>
                      <a:lnTo>
                        <a:pt x="885" y="3415"/>
                      </a:lnTo>
                      <a:lnTo>
                        <a:pt x="885" y="3646"/>
                      </a:lnTo>
                      <a:lnTo>
                        <a:pt x="885" y="3864"/>
                      </a:lnTo>
                      <a:lnTo>
                        <a:pt x="857" y="4081"/>
                      </a:lnTo>
                      <a:lnTo>
                        <a:pt x="844" y="4312"/>
                      </a:lnTo>
                      <a:lnTo>
                        <a:pt x="803" y="4530"/>
                      </a:lnTo>
                      <a:lnTo>
                        <a:pt x="749" y="4748"/>
                      </a:lnTo>
                      <a:lnTo>
                        <a:pt x="694" y="4965"/>
                      </a:lnTo>
                      <a:lnTo>
                        <a:pt x="613" y="5183"/>
                      </a:lnTo>
                      <a:lnTo>
                        <a:pt x="1089" y="5224"/>
                      </a:lnTo>
                      <a:lnTo>
                        <a:pt x="1578" y="5265"/>
                      </a:lnTo>
                      <a:lnTo>
                        <a:pt x="2054" y="5278"/>
                      </a:lnTo>
                      <a:lnTo>
                        <a:pt x="2530" y="5292"/>
                      </a:lnTo>
                      <a:lnTo>
                        <a:pt x="3020" y="5292"/>
                      </a:lnTo>
                      <a:lnTo>
                        <a:pt x="3496" y="5265"/>
                      </a:lnTo>
                      <a:lnTo>
                        <a:pt x="3972" y="5237"/>
                      </a:lnTo>
                      <a:lnTo>
                        <a:pt x="4448" y="5183"/>
                      </a:lnTo>
                      <a:lnTo>
                        <a:pt x="4394" y="4761"/>
                      </a:lnTo>
                      <a:lnTo>
                        <a:pt x="4326" y="4449"/>
                      </a:lnTo>
                      <a:lnTo>
                        <a:pt x="4258" y="4136"/>
                      </a:lnTo>
                      <a:lnTo>
                        <a:pt x="4163" y="3850"/>
                      </a:lnTo>
                      <a:lnTo>
                        <a:pt x="4068" y="3564"/>
                      </a:lnTo>
                      <a:lnTo>
                        <a:pt x="3972" y="3292"/>
                      </a:lnTo>
                      <a:lnTo>
                        <a:pt x="3850" y="3034"/>
                      </a:lnTo>
                      <a:lnTo>
                        <a:pt x="3728" y="2789"/>
                      </a:lnTo>
                      <a:lnTo>
                        <a:pt x="3592" y="2544"/>
                      </a:lnTo>
                      <a:lnTo>
                        <a:pt x="3455" y="2313"/>
                      </a:lnTo>
                      <a:lnTo>
                        <a:pt x="3319" y="2095"/>
                      </a:lnTo>
                      <a:lnTo>
                        <a:pt x="3170" y="1891"/>
                      </a:lnTo>
                      <a:lnTo>
                        <a:pt x="3020" y="1687"/>
                      </a:lnTo>
                      <a:lnTo>
                        <a:pt x="2857" y="1510"/>
                      </a:lnTo>
                      <a:lnTo>
                        <a:pt x="2694" y="1334"/>
                      </a:lnTo>
                      <a:lnTo>
                        <a:pt x="2530" y="1157"/>
                      </a:lnTo>
                      <a:lnTo>
                        <a:pt x="2367" y="1007"/>
                      </a:lnTo>
                      <a:lnTo>
                        <a:pt x="2190" y="857"/>
                      </a:lnTo>
                      <a:lnTo>
                        <a:pt x="2027" y="735"/>
                      </a:lnTo>
                      <a:lnTo>
                        <a:pt x="1864" y="613"/>
                      </a:lnTo>
                      <a:lnTo>
                        <a:pt x="1687" y="504"/>
                      </a:lnTo>
                      <a:lnTo>
                        <a:pt x="1524" y="395"/>
                      </a:lnTo>
                      <a:lnTo>
                        <a:pt x="1361" y="313"/>
                      </a:lnTo>
                      <a:lnTo>
                        <a:pt x="1197" y="232"/>
                      </a:lnTo>
                      <a:lnTo>
                        <a:pt x="1048" y="164"/>
                      </a:lnTo>
                      <a:lnTo>
                        <a:pt x="898" y="109"/>
                      </a:lnTo>
                      <a:lnTo>
                        <a:pt x="749" y="68"/>
                      </a:lnTo>
                      <a:lnTo>
                        <a:pt x="599" y="28"/>
                      </a:lnTo>
                      <a:lnTo>
                        <a:pt x="463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7" name="Google Shape;1347;p30"/>
                <p:cNvSpPr/>
                <p:nvPr/>
              </p:nvSpPr>
              <p:spPr>
                <a:xfrm>
                  <a:off x="7883440" y="1599581"/>
                  <a:ext cx="635213" cy="13260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13" h="43448" extrusionOk="0">
                      <a:moveTo>
                        <a:pt x="8502" y="1"/>
                      </a:moveTo>
                      <a:lnTo>
                        <a:pt x="8189" y="14"/>
                      </a:lnTo>
                      <a:lnTo>
                        <a:pt x="7862" y="28"/>
                      </a:lnTo>
                      <a:lnTo>
                        <a:pt x="7536" y="55"/>
                      </a:lnTo>
                      <a:lnTo>
                        <a:pt x="7223" y="109"/>
                      </a:lnTo>
                      <a:lnTo>
                        <a:pt x="6992" y="150"/>
                      </a:lnTo>
                      <a:lnTo>
                        <a:pt x="6774" y="218"/>
                      </a:lnTo>
                      <a:lnTo>
                        <a:pt x="6557" y="286"/>
                      </a:lnTo>
                      <a:lnTo>
                        <a:pt x="6325" y="381"/>
                      </a:lnTo>
                      <a:lnTo>
                        <a:pt x="6108" y="490"/>
                      </a:lnTo>
                      <a:lnTo>
                        <a:pt x="5876" y="613"/>
                      </a:lnTo>
                      <a:lnTo>
                        <a:pt x="5659" y="749"/>
                      </a:lnTo>
                      <a:lnTo>
                        <a:pt x="5427" y="898"/>
                      </a:lnTo>
                      <a:lnTo>
                        <a:pt x="5210" y="1062"/>
                      </a:lnTo>
                      <a:lnTo>
                        <a:pt x="4992" y="1225"/>
                      </a:lnTo>
                      <a:lnTo>
                        <a:pt x="4557" y="1579"/>
                      </a:lnTo>
                      <a:lnTo>
                        <a:pt x="4149" y="1959"/>
                      </a:lnTo>
                      <a:lnTo>
                        <a:pt x="3754" y="2367"/>
                      </a:lnTo>
                      <a:lnTo>
                        <a:pt x="3387" y="2789"/>
                      </a:lnTo>
                      <a:lnTo>
                        <a:pt x="3033" y="3197"/>
                      </a:lnTo>
                      <a:lnTo>
                        <a:pt x="2721" y="3619"/>
                      </a:lnTo>
                      <a:lnTo>
                        <a:pt x="2435" y="4027"/>
                      </a:lnTo>
                      <a:lnTo>
                        <a:pt x="2190" y="4408"/>
                      </a:lnTo>
                      <a:lnTo>
                        <a:pt x="1986" y="4762"/>
                      </a:lnTo>
                      <a:lnTo>
                        <a:pt x="1836" y="5074"/>
                      </a:lnTo>
                      <a:lnTo>
                        <a:pt x="1728" y="5360"/>
                      </a:lnTo>
                      <a:lnTo>
                        <a:pt x="1632" y="5700"/>
                      </a:lnTo>
                      <a:lnTo>
                        <a:pt x="1537" y="6054"/>
                      </a:lnTo>
                      <a:lnTo>
                        <a:pt x="1456" y="6421"/>
                      </a:lnTo>
                      <a:lnTo>
                        <a:pt x="1388" y="6843"/>
                      </a:lnTo>
                      <a:lnTo>
                        <a:pt x="1333" y="7319"/>
                      </a:lnTo>
                      <a:lnTo>
                        <a:pt x="1292" y="7876"/>
                      </a:lnTo>
                      <a:lnTo>
                        <a:pt x="1251" y="8543"/>
                      </a:lnTo>
                      <a:lnTo>
                        <a:pt x="1238" y="9332"/>
                      </a:lnTo>
                      <a:lnTo>
                        <a:pt x="1211" y="10447"/>
                      </a:lnTo>
                      <a:lnTo>
                        <a:pt x="1197" y="11522"/>
                      </a:lnTo>
                      <a:lnTo>
                        <a:pt x="1197" y="12597"/>
                      </a:lnTo>
                      <a:lnTo>
                        <a:pt x="1224" y="13671"/>
                      </a:lnTo>
                      <a:lnTo>
                        <a:pt x="1265" y="14746"/>
                      </a:lnTo>
                      <a:lnTo>
                        <a:pt x="1333" y="15820"/>
                      </a:lnTo>
                      <a:lnTo>
                        <a:pt x="1388" y="16378"/>
                      </a:lnTo>
                      <a:lnTo>
                        <a:pt x="1442" y="16936"/>
                      </a:lnTo>
                      <a:lnTo>
                        <a:pt x="1510" y="17507"/>
                      </a:lnTo>
                      <a:lnTo>
                        <a:pt x="1592" y="18078"/>
                      </a:lnTo>
                      <a:lnTo>
                        <a:pt x="1632" y="18364"/>
                      </a:lnTo>
                      <a:lnTo>
                        <a:pt x="1673" y="18663"/>
                      </a:lnTo>
                      <a:lnTo>
                        <a:pt x="1700" y="18963"/>
                      </a:lnTo>
                      <a:lnTo>
                        <a:pt x="1755" y="19629"/>
                      </a:lnTo>
                      <a:lnTo>
                        <a:pt x="1782" y="20364"/>
                      </a:lnTo>
                      <a:lnTo>
                        <a:pt x="1782" y="21139"/>
                      </a:lnTo>
                      <a:lnTo>
                        <a:pt x="1755" y="21982"/>
                      </a:lnTo>
                      <a:lnTo>
                        <a:pt x="1714" y="22853"/>
                      </a:lnTo>
                      <a:lnTo>
                        <a:pt x="1660" y="23778"/>
                      </a:lnTo>
                      <a:lnTo>
                        <a:pt x="1578" y="24716"/>
                      </a:lnTo>
                      <a:lnTo>
                        <a:pt x="1564" y="25016"/>
                      </a:lnTo>
                      <a:lnTo>
                        <a:pt x="1551" y="25165"/>
                      </a:lnTo>
                      <a:lnTo>
                        <a:pt x="1524" y="25465"/>
                      </a:lnTo>
                      <a:lnTo>
                        <a:pt x="1415" y="26621"/>
                      </a:lnTo>
                      <a:lnTo>
                        <a:pt x="1292" y="27818"/>
                      </a:lnTo>
                      <a:lnTo>
                        <a:pt x="1251" y="28199"/>
                      </a:lnTo>
                      <a:lnTo>
                        <a:pt x="1238" y="28294"/>
                      </a:lnTo>
                      <a:lnTo>
                        <a:pt x="1129" y="29232"/>
                      </a:lnTo>
                      <a:lnTo>
                        <a:pt x="1034" y="30049"/>
                      </a:lnTo>
                      <a:lnTo>
                        <a:pt x="979" y="30484"/>
                      </a:lnTo>
                      <a:lnTo>
                        <a:pt x="979" y="30606"/>
                      </a:lnTo>
                      <a:lnTo>
                        <a:pt x="857" y="31640"/>
                      </a:lnTo>
                      <a:lnTo>
                        <a:pt x="694" y="32987"/>
                      </a:lnTo>
                      <a:lnTo>
                        <a:pt x="571" y="34021"/>
                      </a:lnTo>
                      <a:lnTo>
                        <a:pt x="408" y="35462"/>
                      </a:lnTo>
                      <a:lnTo>
                        <a:pt x="259" y="36809"/>
                      </a:lnTo>
                      <a:lnTo>
                        <a:pt x="136" y="38074"/>
                      </a:lnTo>
                      <a:lnTo>
                        <a:pt x="54" y="39217"/>
                      </a:lnTo>
                      <a:lnTo>
                        <a:pt x="27" y="39734"/>
                      </a:lnTo>
                      <a:lnTo>
                        <a:pt x="14" y="40223"/>
                      </a:lnTo>
                      <a:lnTo>
                        <a:pt x="0" y="40672"/>
                      </a:lnTo>
                      <a:lnTo>
                        <a:pt x="14" y="41067"/>
                      </a:lnTo>
                      <a:lnTo>
                        <a:pt x="27" y="41434"/>
                      </a:lnTo>
                      <a:lnTo>
                        <a:pt x="68" y="41747"/>
                      </a:lnTo>
                      <a:lnTo>
                        <a:pt x="109" y="42005"/>
                      </a:lnTo>
                      <a:lnTo>
                        <a:pt x="177" y="42223"/>
                      </a:lnTo>
                      <a:lnTo>
                        <a:pt x="231" y="42345"/>
                      </a:lnTo>
                      <a:lnTo>
                        <a:pt x="299" y="42454"/>
                      </a:lnTo>
                      <a:lnTo>
                        <a:pt x="367" y="42563"/>
                      </a:lnTo>
                      <a:lnTo>
                        <a:pt x="463" y="42672"/>
                      </a:lnTo>
                      <a:lnTo>
                        <a:pt x="558" y="42767"/>
                      </a:lnTo>
                      <a:lnTo>
                        <a:pt x="680" y="42862"/>
                      </a:lnTo>
                      <a:lnTo>
                        <a:pt x="803" y="42944"/>
                      </a:lnTo>
                      <a:lnTo>
                        <a:pt x="925" y="43025"/>
                      </a:lnTo>
                      <a:lnTo>
                        <a:pt x="1075" y="43107"/>
                      </a:lnTo>
                      <a:lnTo>
                        <a:pt x="1238" y="43175"/>
                      </a:lnTo>
                      <a:lnTo>
                        <a:pt x="1401" y="43229"/>
                      </a:lnTo>
                      <a:lnTo>
                        <a:pt x="1578" y="43284"/>
                      </a:lnTo>
                      <a:lnTo>
                        <a:pt x="1768" y="43325"/>
                      </a:lnTo>
                      <a:lnTo>
                        <a:pt x="1972" y="43365"/>
                      </a:lnTo>
                      <a:lnTo>
                        <a:pt x="2190" y="43393"/>
                      </a:lnTo>
                      <a:lnTo>
                        <a:pt x="2408" y="43420"/>
                      </a:lnTo>
                      <a:lnTo>
                        <a:pt x="2639" y="43433"/>
                      </a:lnTo>
                      <a:lnTo>
                        <a:pt x="2884" y="43447"/>
                      </a:lnTo>
                      <a:lnTo>
                        <a:pt x="3142" y="43447"/>
                      </a:lnTo>
                      <a:lnTo>
                        <a:pt x="3414" y="43433"/>
                      </a:lnTo>
                      <a:lnTo>
                        <a:pt x="3972" y="43393"/>
                      </a:lnTo>
                      <a:lnTo>
                        <a:pt x="4584" y="43311"/>
                      </a:lnTo>
                      <a:lnTo>
                        <a:pt x="5223" y="43189"/>
                      </a:lnTo>
                      <a:lnTo>
                        <a:pt x="5917" y="43039"/>
                      </a:lnTo>
                      <a:lnTo>
                        <a:pt x="6652" y="42849"/>
                      </a:lnTo>
                      <a:lnTo>
                        <a:pt x="7413" y="42604"/>
                      </a:lnTo>
                      <a:lnTo>
                        <a:pt x="7822" y="42481"/>
                      </a:lnTo>
                      <a:lnTo>
                        <a:pt x="8243" y="42372"/>
                      </a:lnTo>
                      <a:lnTo>
                        <a:pt x="8665" y="42277"/>
                      </a:lnTo>
                      <a:lnTo>
                        <a:pt x="9114" y="42182"/>
                      </a:lnTo>
                      <a:lnTo>
                        <a:pt x="9563" y="42100"/>
                      </a:lnTo>
                      <a:lnTo>
                        <a:pt x="10012" y="42019"/>
                      </a:lnTo>
                      <a:lnTo>
                        <a:pt x="10950" y="41883"/>
                      </a:lnTo>
                      <a:lnTo>
                        <a:pt x="11902" y="41774"/>
                      </a:lnTo>
                      <a:lnTo>
                        <a:pt x="12855" y="41665"/>
                      </a:lnTo>
                      <a:lnTo>
                        <a:pt x="14718" y="41488"/>
                      </a:lnTo>
                      <a:lnTo>
                        <a:pt x="15616" y="41407"/>
                      </a:lnTo>
                      <a:lnTo>
                        <a:pt x="16459" y="41298"/>
                      </a:lnTo>
                      <a:lnTo>
                        <a:pt x="17248" y="41175"/>
                      </a:lnTo>
                      <a:lnTo>
                        <a:pt x="17629" y="41107"/>
                      </a:lnTo>
                      <a:lnTo>
                        <a:pt x="17969" y="41039"/>
                      </a:lnTo>
                      <a:lnTo>
                        <a:pt x="18309" y="40958"/>
                      </a:lnTo>
                      <a:lnTo>
                        <a:pt x="18622" y="40863"/>
                      </a:lnTo>
                      <a:lnTo>
                        <a:pt x="18908" y="40767"/>
                      </a:lnTo>
                      <a:lnTo>
                        <a:pt x="19166" y="40659"/>
                      </a:lnTo>
                      <a:lnTo>
                        <a:pt x="19411" y="40550"/>
                      </a:lnTo>
                      <a:lnTo>
                        <a:pt x="19615" y="40414"/>
                      </a:lnTo>
                      <a:lnTo>
                        <a:pt x="19805" y="40278"/>
                      </a:lnTo>
                      <a:lnTo>
                        <a:pt x="19955" y="40114"/>
                      </a:lnTo>
                      <a:lnTo>
                        <a:pt x="20037" y="40019"/>
                      </a:lnTo>
                      <a:lnTo>
                        <a:pt x="20105" y="39910"/>
                      </a:lnTo>
                      <a:lnTo>
                        <a:pt x="20254" y="39652"/>
                      </a:lnTo>
                      <a:lnTo>
                        <a:pt x="20390" y="39366"/>
                      </a:lnTo>
                      <a:lnTo>
                        <a:pt x="20499" y="39026"/>
                      </a:lnTo>
                      <a:lnTo>
                        <a:pt x="20608" y="38645"/>
                      </a:lnTo>
                      <a:lnTo>
                        <a:pt x="20690" y="38224"/>
                      </a:lnTo>
                      <a:lnTo>
                        <a:pt x="20744" y="37761"/>
                      </a:lnTo>
                      <a:lnTo>
                        <a:pt x="20785" y="37272"/>
                      </a:lnTo>
                      <a:lnTo>
                        <a:pt x="20812" y="36727"/>
                      </a:lnTo>
                      <a:lnTo>
                        <a:pt x="20798" y="36143"/>
                      </a:lnTo>
                      <a:lnTo>
                        <a:pt x="20771" y="35530"/>
                      </a:lnTo>
                      <a:lnTo>
                        <a:pt x="20717" y="34877"/>
                      </a:lnTo>
                      <a:lnTo>
                        <a:pt x="20622" y="34184"/>
                      </a:lnTo>
                      <a:lnTo>
                        <a:pt x="20499" y="33449"/>
                      </a:lnTo>
                      <a:lnTo>
                        <a:pt x="20350" y="32674"/>
                      </a:lnTo>
                      <a:lnTo>
                        <a:pt x="20173" y="31871"/>
                      </a:lnTo>
                      <a:lnTo>
                        <a:pt x="19914" y="30865"/>
                      </a:lnTo>
                      <a:lnTo>
                        <a:pt x="19588" y="29545"/>
                      </a:lnTo>
                      <a:lnTo>
                        <a:pt x="19343" y="28539"/>
                      </a:lnTo>
                      <a:lnTo>
                        <a:pt x="19030" y="27206"/>
                      </a:lnTo>
                      <a:lnTo>
                        <a:pt x="18880" y="26539"/>
                      </a:lnTo>
                      <a:lnTo>
                        <a:pt x="18799" y="26185"/>
                      </a:lnTo>
                      <a:lnTo>
                        <a:pt x="18704" y="25723"/>
                      </a:lnTo>
                      <a:lnTo>
                        <a:pt x="18568" y="25070"/>
                      </a:lnTo>
                      <a:lnTo>
                        <a:pt x="18445" y="24431"/>
                      </a:lnTo>
                      <a:lnTo>
                        <a:pt x="18336" y="23819"/>
                      </a:lnTo>
                      <a:lnTo>
                        <a:pt x="18241" y="23234"/>
                      </a:lnTo>
                      <a:lnTo>
                        <a:pt x="18146" y="22472"/>
                      </a:lnTo>
                      <a:lnTo>
                        <a:pt x="18078" y="21697"/>
                      </a:lnTo>
                      <a:lnTo>
                        <a:pt x="18051" y="20921"/>
                      </a:lnTo>
                      <a:lnTo>
                        <a:pt x="18037" y="20146"/>
                      </a:lnTo>
                      <a:lnTo>
                        <a:pt x="18037" y="19357"/>
                      </a:lnTo>
                      <a:lnTo>
                        <a:pt x="18051" y="18582"/>
                      </a:lnTo>
                      <a:lnTo>
                        <a:pt x="18092" y="17793"/>
                      </a:lnTo>
                      <a:lnTo>
                        <a:pt x="18132" y="17017"/>
                      </a:lnTo>
                      <a:lnTo>
                        <a:pt x="18132" y="17004"/>
                      </a:lnTo>
                      <a:lnTo>
                        <a:pt x="18268" y="15072"/>
                      </a:lnTo>
                      <a:lnTo>
                        <a:pt x="18336" y="14120"/>
                      </a:lnTo>
                      <a:lnTo>
                        <a:pt x="18391" y="13181"/>
                      </a:lnTo>
                      <a:lnTo>
                        <a:pt x="18432" y="12256"/>
                      </a:lnTo>
                      <a:lnTo>
                        <a:pt x="18445" y="11372"/>
                      </a:lnTo>
                      <a:lnTo>
                        <a:pt x="18445" y="10937"/>
                      </a:lnTo>
                      <a:lnTo>
                        <a:pt x="18432" y="10502"/>
                      </a:lnTo>
                      <a:lnTo>
                        <a:pt x="18418" y="10080"/>
                      </a:lnTo>
                      <a:lnTo>
                        <a:pt x="18391" y="9672"/>
                      </a:lnTo>
                      <a:lnTo>
                        <a:pt x="18391" y="9658"/>
                      </a:lnTo>
                      <a:lnTo>
                        <a:pt x="18350" y="9237"/>
                      </a:lnTo>
                      <a:lnTo>
                        <a:pt x="18296" y="8815"/>
                      </a:lnTo>
                      <a:lnTo>
                        <a:pt x="18228" y="8407"/>
                      </a:lnTo>
                      <a:lnTo>
                        <a:pt x="18146" y="7999"/>
                      </a:lnTo>
                      <a:lnTo>
                        <a:pt x="18037" y="7618"/>
                      </a:lnTo>
                      <a:lnTo>
                        <a:pt x="17928" y="7237"/>
                      </a:lnTo>
                      <a:lnTo>
                        <a:pt x="17792" y="6870"/>
                      </a:lnTo>
                      <a:lnTo>
                        <a:pt x="17643" y="6516"/>
                      </a:lnTo>
                      <a:lnTo>
                        <a:pt x="17534" y="6299"/>
                      </a:lnTo>
                      <a:lnTo>
                        <a:pt x="17425" y="6095"/>
                      </a:lnTo>
                      <a:lnTo>
                        <a:pt x="17167" y="5659"/>
                      </a:lnTo>
                      <a:lnTo>
                        <a:pt x="16894" y="5251"/>
                      </a:lnTo>
                      <a:lnTo>
                        <a:pt x="16582" y="4843"/>
                      </a:lnTo>
                      <a:lnTo>
                        <a:pt x="16269" y="4462"/>
                      </a:lnTo>
                      <a:lnTo>
                        <a:pt x="15915" y="4081"/>
                      </a:lnTo>
                      <a:lnTo>
                        <a:pt x="15561" y="3714"/>
                      </a:lnTo>
                      <a:lnTo>
                        <a:pt x="15194" y="3360"/>
                      </a:lnTo>
                      <a:lnTo>
                        <a:pt x="14813" y="3034"/>
                      </a:lnTo>
                      <a:lnTo>
                        <a:pt x="14432" y="2708"/>
                      </a:lnTo>
                      <a:lnTo>
                        <a:pt x="14038" y="2395"/>
                      </a:lnTo>
                      <a:lnTo>
                        <a:pt x="13657" y="2109"/>
                      </a:lnTo>
                      <a:lnTo>
                        <a:pt x="13263" y="1823"/>
                      </a:lnTo>
                      <a:lnTo>
                        <a:pt x="12882" y="1565"/>
                      </a:lnTo>
                      <a:lnTo>
                        <a:pt x="12514" y="1320"/>
                      </a:lnTo>
                      <a:lnTo>
                        <a:pt x="12147" y="1089"/>
                      </a:lnTo>
                      <a:lnTo>
                        <a:pt x="11875" y="912"/>
                      </a:lnTo>
                      <a:lnTo>
                        <a:pt x="11589" y="762"/>
                      </a:lnTo>
                      <a:lnTo>
                        <a:pt x="11304" y="626"/>
                      </a:lnTo>
                      <a:lnTo>
                        <a:pt x="11005" y="504"/>
                      </a:lnTo>
                      <a:lnTo>
                        <a:pt x="10705" y="395"/>
                      </a:lnTo>
                      <a:lnTo>
                        <a:pt x="10392" y="300"/>
                      </a:lnTo>
                      <a:lnTo>
                        <a:pt x="10093" y="205"/>
                      </a:lnTo>
                      <a:lnTo>
                        <a:pt x="9780" y="137"/>
                      </a:lnTo>
                      <a:lnTo>
                        <a:pt x="9467" y="82"/>
                      </a:lnTo>
                      <a:lnTo>
                        <a:pt x="9141" y="41"/>
                      </a:lnTo>
                      <a:lnTo>
                        <a:pt x="8828" y="14"/>
                      </a:lnTo>
                      <a:lnTo>
                        <a:pt x="8502" y="1"/>
                      </a:lnTo>
                      <a:close/>
                    </a:path>
                  </a:pathLst>
                </a:custGeom>
                <a:solidFill>
                  <a:srgbClr val="F3A63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8" name="Google Shape;1348;p30"/>
                <p:cNvSpPr/>
                <p:nvPr/>
              </p:nvSpPr>
              <p:spPr>
                <a:xfrm>
                  <a:off x="7981808" y="1452624"/>
                  <a:ext cx="226306" cy="2611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15" h="8557" extrusionOk="0">
                      <a:moveTo>
                        <a:pt x="5047" y="0"/>
                      </a:moveTo>
                      <a:lnTo>
                        <a:pt x="1" y="3347"/>
                      </a:lnTo>
                      <a:lnTo>
                        <a:pt x="314" y="3972"/>
                      </a:lnTo>
                      <a:lnTo>
                        <a:pt x="355" y="4040"/>
                      </a:lnTo>
                      <a:lnTo>
                        <a:pt x="355" y="4054"/>
                      </a:lnTo>
                      <a:lnTo>
                        <a:pt x="599" y="4503"/>
                      </a:lnTo>
                      <a:lnTo>
                        <a:pt x="899" y="5033"/>
                      </a:lnTo>
                      <a:lnTo>
                        <a:pt x="1143" y="5455"/>
                      </a:lnTo>
                      <a:lnTo>
                        <a:pt x="1375" y="5849"/>
                      </a:lnTo>
                      <a:lnTo>
                        <a:pt x="1837" y="6570"/>
                      </a:lnTo>
                      <a:lnTo>
                        <a:pt x="2082" y="6924"/>
                      </a:lnTo>
                      <a:lnTo>
                        <a:pt x="2341" y="7278"/>
                      </a:lnTo>
                      <a:lnTo>
                        <a:pt x="2599" y="7631"/>
                      </a:lnTo>
                      <a:lnTo>
                        <a:pt x="2857" y="7958"/>
                      </a:lnTo>
                      <a:lnTo>
                        <a:pt x="3129" y="8271"/>
                      </a:lnTo>
                      <a:lnTo>
                        <a:pt x="3402" y="8556"/>
                      </a:lnTo>
                      <a:lnTo>
                        <a:pt x="3782" y="8407"/>
                      </a:lnTo>
                      <a:lnTo>
                        <a:pt x="4150" y="8257"/>
                      </a:lnTo>
                      <a:lnTo>
                        <a:pt x="4503" y="8094"/>
                      </a:lnTo>
                      <a:lnTo>
                        <a:pt x="4843" y="7917"/>
                      </a:lnTo>
                      <a:lnTo>
                        <a:pt x="5156" y="7740"/>
                      </a:lnTo>
                      <a:lnTo>
                        <a:pt x="5469" y="7563"/>
                      </a:lnTo>
                      <a:lnTo>
                        <a:pt x="5741" y="7373"/>
                      </a:lnTo>
                      <a:lnTo>
                        <a:pt x="6013" y="7182"/>
                      </a:lnTo>
                      <a:lnTo>
                        <a:pt x="6258" y="6978"/>
                      </a:lnTo>
                      <a:lnTo>
                        <a:pt x="6489" y="6774"/>
                      </a:lnTo>
                      <a:lnTo>
                        <a:pt x="6693" y="6557"/>
                      </a:lnTo>
                      <a:lnTo>
                        <a:pt x="6884" y="6326"/>
                      </a:lnTo>
                      <a:lnTo>
                        <a:pt x="7047" y="6094"/>
                      </a:lnTo>
                      <a:lnTo>
                        <a:pt x="7197" y="5849"/>
                      </a:lnTo>
                      <a:lnTo>
                        <a:pt x="7319" y="5605"/>
                      </a:lnTo>
                      <a:lnTo>
                        <a:pt x="7414" y="5346"/>
                      </a:lnTo>
                      <a:lnTo>
                        <a:pt x="7319" y="5224"/>
                      </a:lnTo>
                      <a:lnTo>
                        <a:pt x="7061" y="4884"/>
                      </a:lnTo>
                      <a:lnTo>
                        <a:pt x="6884" y="4639"/>
                      </a:lnTo>
                      <a:lnTo>
                        <a:pt x="6693" y="4353"/>
                      </a:lnTo>
                      <a:lnTo>
                        <a:pt x="6489" y="4013"/>
                      </a:lnTo>
                      <a:lnTo>
                        <a:pt x="6272" y="3659"/>
                      </a:lnTo>
                      <a:lnTo>
                        <a:pt x="6054" y="3265"/>
                      </a:lnTo>
                      <a:lnTo>
                        <a:pt x="5836" y="2843"/>
                      </a:lnTo>
                      <a:lnTo>
                        <a:pt x="5632" y="2394"/>
                      </a:lnTo>
                      <a:lnTo>
                        <a:pt x="5456" y="1945"/>
                      </a:lnTo>
                      <a:lnTo>
                        <a:pt x="5306" y="1469"/>
                      </a:lnTo>
                      <a:lnTo>
                        <a:pt x="5238" y="1225"/>
                      </a:lnTo>
                      <a:lnTo>
                        <a:pt x="5183" y="980"/>
                      </a:lnTo>
                      <a:lnTo>
                        <a:pt x="5129" y="735"/>
                      </a:lnTo>
                      <a:lnTo>
                        <a:pt x="5088" y="490"/>
                      </a:lnTo>
                      <a:lnTo>
                        <a:pt x="5061" y="245"/>
                      </a:lnTo>
                      <a:lnTo>
                        <a:pt x="5047" y="0"/>
                      </a:lnTo>
                      <a:close/>
                    </a:path>
                  </a:pathLst>
                </a:custGeom>
                <a:solidFill>
                  <a:srgbClr val="FDBB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9" name="Google Shape;1349;p30"/>
                <p:cNvSpPr/>
                <p:nvPr/>
              </p:nvSpPr>
              <p:spPr>
                <a:xfrm>
                  <a:off x="7991361" y="1547696"/>
                  <a:ext cx="54020" cy="83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0" h="2735" extrusionOk="0">
                      <a:moveTo>
                        <a:pt x="1769" y="0"/>
                      </a:moveTo>
                      <a:lnTo>
                        <a:pt x="1" y="857"/>
                      </a:lnTo>
                      <a:lnTo>
                        <a:pt x="42" y="925"/>
                      </a:lnTo>
                      <a:lnTo>
                        <a:pt x="42" y="939"/>
                      </a:lnTo>
                      <a:lnTo>
                        <a:pt x="286" y="1388"/>
                      </a:lnTo>
                      <a:lnTo>
                        <a:pt x="586" y="1918"/>
                      </a:lnTo>
                      <a:lnTo>
                        <a:pt x="830" y="2340"/>
                      </a:lnTo>
                      <a:lnTo>
                        <a:pt x="1062" y="2734"/>
                      </a:lnTo>
                      <a:lnTo>
                        <a:pt x="1157" y="2530"/>
                      </a:lnTo>
                      <a:lnTo>
                        <a:pt x="1252" y="2326"/>
                      </a:lnTo>
                      <a:lnTo>
                        <a:pt x="1334" y="2095"/>
                      </a:lnTo>
                      <a:lnTo>
                        <a:pt x="1402" y="1877"/>
                      </a:lnTo>
                      <a:lnTo>
                        <a:pt x="1524" y="1429"/>
                      </a:lnTo>
                      <a:lnTo>
                        <a:pt x="1619" y="993"/>
                      </a:lnTo>
                      <a:lnTo>
                        <a:pt x="1687" y="612"/>
                      </a:lnTo>
                      <a:lnTo>
                        <a:pt x="1728" y="300"/>
                      </a:lnTo>
                      <a:lnTo>
                        <a:pt x="1769" y="0"/>
                      </a:lnTo>
                      <a:close/>
                    </a:path>
                  </a:pathLst>
                </a:custGeom>
                <a:solidFill>
                  <a:srgbClr val="FD967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0" name="Google Shape;1350;p30"/>
                <p:cNvSpPr/>
                <p:nvPr/>
              </p:nvSpPr>
              <p:spPr>
                <a:xfrm>
                  <a:off x="7843580" y="1269532"/>
                  <a:ext cx="367858" cy="345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53" h="11318" extrusionOk="0">
                      <a:moveTo>
                        <a:pt x="8570" y="1"/>
                      </a:moveTo>
                      <a:lnTo>
                        <a:pt x="8175" y="14"/>
                      </a:lnTo>
                      <a:lnTo>
                        <a:pt x="7781" y="41"/>
                      </a:lnTo>
                      <a:lnTo>
                        <a:pt x="7359" y="82"/>
                      </a:lnTo>
                      <a:lnTo>
                        <a:pt x="6924" y="150"/>
                      </a:lnTo>
                      <a:lnTo>
                        <a:pt x="6475" y="232"/>
                      </a:lnTo>
                      <a:lnTo>
                        <a:pt x="6026" y="327"/>
                      </a:lnTo>
                      <a:lnTo>
                        <a:pt x="5591" y="436"/>
                      </a:lnTo>
                      <a:lnTo>
                        <a:pt x="5142" y="545"/>
                      </a:lnTo>
                      <a:lnTo>
                        <a:pt x="4285" y="790"/>
                      </a:lnTo>
                      <a:lnTo>
                        <a:pt x="3510" y="1034"/>
                      </a:lnTo>
                      <a:lnTo>
                        <a:pt x="2830" y="1266"/>
                      </a:lnTo>
                      <a:lnTo>
                        <a:pt x="2680" y="1334"/>
                      </a:lnTo>
                      <a:lnTo>
                        <a:pt x="2530" y="1388"/>
                      </a:lnTo>
                      <a:lnTo>
                        <a:pt x="2394" y="1470"/>
                      </a:lnTo>
                      <a:lnTo>
                        <a:pt x="2258" y="1551"/>
                      </a:lnTo>
                      <a:lnTo>
                        <a:pt x="2136" y="1633"/>
                      </a:lnTo>
                      <a:lnTo>
                        <a:pt x="2013" y="1742"/>
                      </a:lnTo>
                      <a:lnTo>
                        <a:pt x="1891" y="1837"/>
                      </a:lnTo>
                      <a:lnTo>
                        <a:pt x="1796" y="1946"/>
                      </a:lnTo>
                      <a:lnTo>
                        <a:pt x="1687" y="2068"/>
                      </a:lnTo>
                      <a:lnTo>
                        <a:pt x="1592" y="2191"/>
                      </a:lnTo>
                      <a:lnTo>
                        <a:pt x="1510" y="2313"/>
                      </a:lnTo>
                      <a:lnTo>
                        <a:pt x="1428" y="2449"/>
                      </a:lnTo>
                      <a:lnTo>
                        <a:pt x="1360" y="2599"/>
                      </a:lnTo>
                      <a:lnTo>
                        <a:pt x="1292" y="2735"/>
                      </a:lnTo>
                      <a:lnTo>
                        <a:pt x="1252" y="2884"/>
                      </a:lnTo>
                      <a:lnTo>
                        <a:pt x="1211" y="3034"/>
                      </a:lnTo>
                      <a:lnTo>
                        <a:pt x="1143" y="3333"/>
                      </a:lnTo>
                      <a:lnTo>
                        <a:pt x="1075" y="3632"/>
                      </a:lnTo>
                      <a:lnTo>
                        <a:pt x="1034" y="3945"/>
                      </a:lnTo>
                      <a:lnTo>
                        <a:pt x="993" y="4272"/>
                      </a:lnTo>
                      <a:lnTo>
                        <a:pt x="925" y="4938"/>
                      </a:lnTo>
                      <a:lnTo>
                        <a:pt x="898" y="5618"/>
                      </a:lnTo>
                      <a:lnTo>
                        <a:pt x="14" y="7183"/>
                      </a:lnTo>
                      <a:lnTo>
                        <a:pt x="0" y="7210"/>
                      </a:lnTo>
                      <a:lnTo>
                        <a:pt x="0" y="7251"/>
                      </a:lnTo>
                      <a:lnTo>
                        <a:pt x="27" y="7292"/>
                      </a:lnTo>
                      <a:lnTo>
                        <a:pt x="68" y="7319"/>
                      </a:lnTo>
                      <a:lnTo>
                        <a:pt x="163" y="7387"/>
                      </a:lnTo>
                      <a:lnTo>
                        <a:pt x="313" y="7441"/>
                      </a:lnTo>
                      <a:lnTo>
                        <a:pt x="476" y="7496"/>
                      </a:lnTo>
                      <a:lnTo>
                        <a:pt x="640" y="7536"/>
                      </a:lnTo>
                      <a:lnTo>
                        <a:pt x="939" y="7604"/>
                      </a:lnTo>
                      <a:lnTo>
                        <a:pt x="980" y="8026"/>
                      </a:lnTo>
                      <a:lnTo>
                        <a:pt x="1129" y="9237"/>
                      </a:lnTo>
                      <a:lnTo>
                        <a:pt x="1238" y="9808"/>
                      </a:lnTo>
                      <a:lnTo>
                        <a:pt x="1292" y="10012"/>
                      </a:lnTo>
                      <a:lnTo>
                        <a:pt x="1347" y="10216"/>
                      </a:lnTo>
                      <a:lnTo>
                        <a:pt x="1401" y="10393"/>
                      </a:lnTo>
                      <a:lnTo>
                        <a:pt x="1469" y="10556"/>
                      </a:lnTo>
                      <a:lnTo>
                        <a:pt x="1537" y="10692"/>
                      </a:lnTo>
                      <a:lnTo>
                        <a:pt x="1619" y="10828"/>
                      </a:lnTo>
                      <a:lnTo>
                        <a:pt x="1687" y="10937"/>
                      </a:lnTo>
                      <a:lnTo>
                        <a:pt x="1782" y="11032"/>
                      </a:lnTo>
                      <a:lnTo>
                        <a:pt x="1864" y="11114"/>
                      </a:lnTo>
                      <a:lnTo>
                        <a:pt x="1959" y="11182"/>
                      </a:lnTo>
                      <a:lnTo>
                        <a:pt x="2068" y="11236"/>
                      </a:lnTo>
                      <a:lnTo>
                        <a:pt x="2163" y="11277"/>
                      </a:lnTo>
                      <a:lnTo>
                        <a:pt x="2272" y="11304"/>
                      </a:lnTo>
                      <a:lnTo>
                        <a:pt x="2394" y="11318"/>
                      </a:lnTo>
                      <a:lnTo>
                        <a:pt x="2517" y="11318"/>
                      </a:lnTo>
                      <a:lnTo>
                        <a:pt x="2639" y="11304"/>
                      </a:lnTo>
                      <a:lnTo>
                        <a:pt x="2762" y="11291"/>
                      </a:lnTo>
                      <a:lnTo>
                        <a:pt x="2911" y="11250"/>
                      </a:lnTo>
                      <a:lnTo>
                        <a:pt x="3265" y="11127"/>
                      </a:lnTo>
                      <a:lnTo>
                        <a:pt x="3700" y="10951"/>
                      </a:lnTo>
                      <a:lnTo>
                        <a:pt x="4190" y="10719"/>
                      </a:lnTo>
                      <a:lnTo>
                        <a:pt x="4734" y="10447"/>
                      </a:lnTo>
                      <a:lnTo>
                        <a:pt x="5332" y="10134"/>
                      </a:lnTo>
                      <a:lnTo>
                        <a:pt x="5945" y="9794"/>
                      </a:lnTo>
                      <a:lnTo>
                        <a:pt x="6584" y="9414"/>
                      </a:lnTo>
                      <a:lnTo>
                        <a:pt x="7237" y="9019"/>
                      </a:lnTo>
                      <a:lnTo>
                        <a:pt x="7876" y="8611"/>
                      </a:lnTo>
                      <a:lnTo>
                        <a:pt x="8515" y="8189"/>
                      </a:lnTo>
                      <a:lnTo>
                        <a:pt x="9128" y="7754"/>
                      </a:lnTo>
                      <a:lnTo>
                        <a:pt x="9699" y="7332"/>
                      </a:lnTo>
                      <a:lnTo>
                        <a:pt x="10243" y="6911"/>
                      </a:lnTo>
                      <a:lnTo>
                        <a:pt x="10719" y="6489"/>
                      </a:lnTo>
                      <a:lnTo>
                        <a:pt x="10937" y="6285"/>
                      </a:lnTo>
                      <a:lnTo>
                        <a:pt x="11127" y="6095"/>
                      </a:lnTo>
                      <a:lnTo>
                        <a:pt x="11304" y="5891"/>
                      </a:lnTo>
                      <a:lnTo>
                        <a:pt x="11467" y="5686"/>
                      </a:lnTo>
                      <a:lnTo>
                        <a:pt x="11603" y="5482"/>
                      </a:lnTo>
                      <a:lnTo>
                        <a:pt x="11726" y="5265"/>
                      </a:lnTo>
                      <a:lnTo>
                        <a:pt x="11821" y="5034"/>
                      </a:lnTo>
                      <a:lnTo>
                        <a:pt x="11902" y="4816"/>
                      </a:lnTo>
                      <a:lnTo>
                        <a:pt x="11970" y="4585"/>
                      </a:lnTo>
                      <a:lnTo>
                        <a:pt x="12011" y="4353"/>
                      </a:lnTo>
                      <a:lnTo>
                        <a:pt x="12039" y="4109"/>
                      </a:lnTo>
                      <a:lnTo>
                        <a:pt x="12052" y="3877"/>
                      </a:lnTo>
                      <a:lnTo>
                        <a:pt x="12052" y="3646"/>
                      </a:lnTo>
                      <a:lnTo>
                        <a:pt x="12039" y="3401"/>
                      </a:lnTo>
                      <a:lnTo>
                        <a:pt x="11998" y="3170"/>
                      </a:lnTo>
                      <a:lnTo>
                        <a:pt x="11957" y="2939"/>
                      </a:lnTo>
                      <a:lnTo>
                        <a:pt x="11889" y="2708"/>
                      </a:lnTo>
                      <a:lnTo>
                        <a:pt x="11821" y="2490"/>
                      </a:lnTo>
                      <a:lnTo>
                        <a:pt x="11739" y="2259"/>
                      </a:lnTo>
                      <a:lnTo>
                        <a:pt x="11630" y="2055"/>
                      </a:lnTo>
                      <a:lnTo>
                        <a:pt x="11522" y="1837"/>
                      </a:lnTo>
                      <a:lnTo>
                        <a:pt x="11399" y="1633"/>
                      </a:lnTo>
                      <a:lnTo>
                        <a:pt x="11263" y="1442"/>
                      </a:lnTo>
                      <a:lnTo>
                        <a:pt x="11127" y="1266"/>
                      </a:lnTo>
                      <a:lnTo>
                        <a:pt x="10978" y="1089"/>
                      </a:lnTo>
                      <a:lnTo>
                        <a:pt x="10814" y="926"/>
                      </a:lnTo>
                      <a:lnTo>
                        <a:pt x="10637" y="762"/>
                      </a:lnTo>
                      <a:lnTo>
                        <a:pt x="10461" y="626"/>
                      </a:lnTo>
                      <a:lnTo>
                        <a:pt x="10284" y="490"/>
                      </a:lnTo>
                      <a:lnTo>
                        <a:pt x="10080" y="381"/>
                      </a:lnTo>
                      <a:lnTo>
                        <a:pt x="9889" y="286"/>
                      </a:lnTo>
                      <a:lnTo>
                        <a:pt x="9672" y="191"/>
                      </a:lnTo>
                      <a:lnTo>
                        <a:pt x="9468" y="123"/>
                      </a:lnTo>
                      <a:lnTo>
                        <a:pt x="9250" y="69"/>
                      </a:lnTo>
                      <a:lnTo>
                        <a:pt x="9087" y="41"/>
                      </a:lnTo>
                      <a:lnTo>
                        <a:pt x="8924" y="28"/>
                      </a:lnTo>
                      <a:lnTo>
                        <a:pt x="8570" y="1"/>
                      </a:lnTo>
                      <a:close/>
                    </a:path>
                  </a:pathLst>
                </a:custGeom>
                <a:solidFill>
                  <a:srgbClr val="FDBB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1" name="Google Shape;1351;p30"/>
                <p:cNvSpPr/>
                <p:nvPr/>
              </p:nvSpPr>
              <p:spPr>
                <a:xfrm>
                  <a:off x="7884661" y="1384106"/>
                  <a:ext cx="54417" cy="32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3" h="1062" extrusionOk="0">
                      <a:moveTo>
                        <a:pt x="463" y="1"/>
                      </a:moveTo>
                      <a:lnTo>
                        <a:pt x="314" y="15"/>
                      </a:lnTo>
                      <a:lnTo>
                        <a:pt x="150" y="42"/>
                      </a:lnTo>
                      <a:lnTo>
                        <a:pt x="123" y="55"/>
                      </a:lnTo>
                      <a:lnTo>
                        <a:pt x="82" y="83"/>
                      </a:lnTo>
                      <a:lnTo>
                        <a:pt x="28" y="137"/>
                      </a:lnTo>
                      <a:lnTo>
                        <a:pt x="14" y="219"/>
                      </a:lnTo>
                      <a:lnTo>
                        <a:pt x="1" y="259"/>
                      </a:lnTo>
                      <a:lnTo>
                        <a:pt x="14" y="300"/>
                      </a:lnTo>
                      <a:lnTo>
                        <a:pt x="28" y="341"/>
                      </a:lnTo>
                      <a:lnTo>
                        <a:pt x="55" y="368"/>
                      </a:lnTo>
                      <a:lnTo>
                        <a:pt x="110" y="423"/>
                      </a:lnTo>
                      <a:lnTo>
                        <a:pt x="178" y="450"/>
                      </a:lnTo>
                      <a:lnTo>
                        <a:pt x="219" y="450"/>
                      </a:lnTo>
                      <a:lnTo>
                        <a:pt x="259" y="436"/>
                      </a:lnTo>
                      <a:lnTo>
                        <a:pt x="395" y="409"/>
                      </a:lnTo>
                      <a:lnTo>
                        <a:pt x="640" y="409"/>
                      </a:lnTo>
                      <a:lnTo>
                        <a:pt x="749" y="436"/>
                      </a:lnTo>
                      <a:lnTo>
                        <a:pt x="844" y="463"/>
                      </a:lnTo>
                      <a:lnTo>
                        <a:pt x="939" y="504"/>
                      </a:lnTo>
                      <a:lnTo>
                        <a:pt x="1021" y="559"/>
                      </a:lnTo>
                      <a:lnTo>
                        <a:pt x="1103" y="613"/>
                      </a:lnTo>
                      <a:lnTo>
                        <a:pt x="1225" y="722"/>
                      </a:lnTo>
                      <a:lnTo>
                        <a:pt x="1320" y="831"/>
                      </a:lnTo>
                      <a:lnTo>
                        <a:pt x="1388" y="953"/>
                      </a:lnTo>
                      <a:lnTo>
                        <a:pt x="1429" y="1008"/>
                      </a:lnTo>
                      <a:lnTo>
                        <a:pt x="1470" y="1035"/>
                      </a:lnTo>
                      <a:lnTo>
                        <a:pt x="1524" y="1062"/>
                      </a:lnTo>
                      <a:lnTo>
                        <a:pt x="1633" y="1062"/>
                      </a:lnTo>
                      <a:lnTo>
                        <a:pt x="1674" y="1035"/>
                      </a:lnTo>
                      <a:lnTo>
                        <a:pt x="1701" y="1021"/>
                      </a:lnTo>
                      <a:lnTo>
                        <a:pt x="1728" y="980"/>
                      </a:lnTo>
                      <a:lnTo>
                        <a:pt x="1769" y="912"/>
                      </a:lnTo>
                      <a:lnTo>
                        <a:pt x="1783" y="844"/>
                      </a:lnTo>
                      <a:lnTo>
                        <a:pt x="1769" y="803"/>
                      </a:lnTo>
                      <a:lnTo>
                        <a:pt x="1756" y="763"/>
                      </a:lnTo>
                      <a:lnTo>
                        <a:pt x="1660" y="627"/>
                      </a:lnTo>
                      <a:lnTo>
                        <a:pt x="1538" y="477"/>
                      </a:lnTo>
                      <a:lnTo>
                        <a:pt x="1388" y="327"/>
                      </a:lnTo>
                      <a:lnTo>
                        <a:pt x="1293" y="259"/>
                      </a:lnTo>
                      <a:lnTo>
                        <a:pt x="1198" y="191"/>
                      </a:lnTo>
                      <a:lnTo>
                        <a:pt x="1089" y="137"/>
                      </a:lnTo>
                      <a:lnTo>
                        <a:pt x="980" y="83"/>
                      </a:lnTo>
                      <a:lnTo>
                        <a:pt x="858" y="42"/>
                      </a:lnTo>
                      <a:lnTo>
                        <a:pt x="735" y="15"/>
                      </a:lnTo>
                      <a:lnTo>
                        <a:pt x="599" y="1"/>
                      </a:lnTo>
                      <a:close/>
                    </a:path>
                  </a:pathLst>
                </a:custGeom>
                <a:solidFill>
                  <a:srgbClr val="00202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2" name="Google Shape;1352;p30"/>
                <p:cNvSpPr/>
                <p:nvPr/>
              </p:nvSpPr>
              <p:spPr>
                <a:xfrm>
                  <a:off x="7872636" y="1372905"/>
                  <a:ext cx="49015" cy="109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6" h="3579" extrusionOk="0">
                      <a:moveTo>
                        <a:pt x="817" y="177"/>
                      </a:moveTo>
                      <a:lnTo>
                        <a:pt x="871" y="205"/>
                      </a:lnTo>
                      <a:lnTo>
                        <a:pt x="939" y="232"/>
                      </a:lnTo>
                      <a:lnTo>
                        <a:pt x="993" y="286"/>
                      </a:lnTo>
                      <a:lnTo>
                        <a:pt x="1048" y="354"/>
                      </a:lnTo>
                      <a:lnTo>
                        <a:pt x="1102" y="422"/>
                      </a:lnTo>
                      <a:lnTo>
                        <a:pt x="1197" y="613"/>
                      </a:lnTo>
                      <a:lnTo>
                        <a:pt x="1293" y="844"/>
                      </a:lnTo>
                      <a:lnTo>
                        <a:pt x="1361" y="1116"/>
                      </a:lnTo>
                      <a:lnTo>
                        <a:pt x="1415" y="1429"/>
                      </a:lnTo>
                      <a:lnTo>
                        <a:pt x="1442" y="1769"/>
                      </a:lnTo>
                      <a:lnTo>
                        <a:pt x="1429" y="2123"/>
                      </a:lnTo>
                      <a:lnTo>
                        <a:pt x="1401" y="2435"/>
                      </a:lnTo>
                      <a:lnTo>
                        <a:pt x="1347" y="2708"/>
                      </a:lnTo>
                      <a:lnTo>
                        <a:pt x="1265" y="2952"/>
                      </a:lnTo>
                      <a:lnTo>
                        <a:pt x="1170" y="3143"/>
                      </a:lnTo>
                      <a:lnTo>
                        <a:pt x="1129" y="3224"/>
                      </a:lnTo>
                      <a:lnTo>
                        <a:pt x="1075" y="3279"/>
                      </a:lnTo>
                      <a:lnTo>
                        <a:pt x="1021" y="3333"/>
                      </a:lnTo>
                      <a:lnTo>
                        <a:pt x="966" y="3374"/>
                      </a:lnTo>
                      <a:lnTo>
                        <a:pt x="912" y="3401"/>
                      </a:lnTo>
                      <a:lnTo>
                        <a:pt x="857" y="3415"/>
                      </a:lnTo>
                      <a:lnTo>
                        <a:pt x="803" y="3401"/>
                      </a:lnTo>
                      <a:lnTo>
                        <a:pt x="749" y="3388"/>
                      </a:lnTo>
                      <a:lnTo>
                        <a:pt x="694" y="3360"/>
                      </a:lnTo>
                      <a:lnTo>
                        <a:pt x="640" y="3306"/>
                      </a:lnTo>
                      <a:lnTo>
                        <a:pt x="585" y="3252"/>
                      </a:lnTo>
                      <a:lnTo>
                        <a:pt x="531" y="3184"/>
                      </a:lnTo>
                      <a:lnTo>
                        <a:pt x="436" y="3020"/>
                      </a:lnTo>
                      <a:lnTo>
                        <a:pt x="340" y="2816"/>
                      </a:lnTo>
                      <a:lnTo>
                        <a:pt x="272" y="2572"/>
                      </a:lnTo>
                      <a:lnTo>
                        <a:pt x="218" y="2286"/>
                      </a:lnTo>
                      <a:lnTo>
                        <a:pt x="191" y="1973"/>
                      </a:lnTo>
                      <a:lnTo>
                        <a:pt x="177" y="1810"/>
                      </a:lnTo>
                      <a:lnTo>
                        <a:pt x="177" y="1769"/>
                      </a:lnTo>
                      <a:lnTo>
                        <a:pt x="191" y="1429"/>
                      </a:lnTo>
                      <a:lnTo>
                        <a:pt x="218" y="1116"/>
                      </a:lnTo>
                      <a:lnTo>
                        <a:pt x="272" y="844"/>
                      </a:lnTo>
                      <a:lnTo>
                        <a:pt x="354" y="613"/>
                      </a:lnTo>
                      <a:lnTo>
                        <a:pt x="436" y="436"/>
                      </a:lnTo>
                      <a:lnTo>
                        <a:pt x="490" y="354"/>
                      </a:lnTo>
                      <a:lnTo>
                        <a:pt x="544" y="286"/>
                      </a:lnTo>
                      <a:lnTo>
                        <a:pt x="599" y="245"/>
                      </a:lnTo>
                      <a:lnTo>
                        <a:pt x="653" y="205"/>
                      </a:lnTo>
                      <a:lnTo>
                        <a:pt x="708" y="177"/>
                      </a:lnTo>
                      <a:close/>
                      <a:moveTo>
                        <a:pt x="762" y="1"/>
                      </a:moveTo>
                      <a:lnTo>
                        <a:pt x="681" y="14"/>
                      </a:lnTo>
                      <a:lnTo>
                        <a:pt x="599" y="41"/>
                      </a:lnTo>
                      <a:lnTo>
                        <a:pt x="531" y="82"/>
                      </a:lnTo>
                      <a:lnTo>
                        <a:pt x="449" y="137"/>
                      </a:lnTo>
                      <a:lnTo>
                        <a:pt x="395" y="218"/>
                      </a:lnTo>
                      <a:lnTo>
                        <a:pt x="327" y="300"/>
                      </a:lnTo>
                      <a:lnTo>
                        <a:pt x="272" y="395"/>
                      </a:lnTo>
                      <a:lnTo>
                        <a:pt x="218" y="504"/>
                      </a:lnTo>
                      <a:lnTo>
                        <a:pt x="164" y="626"/>
                      </a:lnTo>
                      <a:lnTo>
                        <a:pt x="123" y="762"/>
                      </a:lnTo>
                      <a:lnTo>
                        <a:pt x="55" y="1062"/>
                      </a:lnTo>
                      <a:lnTo>
                        <a:pt x="14" y="1388"/>
                      </a:lnTo>
                      <a:lnTo>
                        <a:pt x="0" y="1728"/>
                      </a:lnTo>
                      <a:lnTo>
                        <a:pt x="0" y="1810"/>
                      </a:lnTo>
                      <a:lnTo>
                        <a:pt x="14" y="1905"/>
                      </a:lnTo>
                      <a:lnTo>
                        <a:pt x="41" y="2259"/>
                      </a:lnTo>
                      <a:lnTo>
                        <a:pt x="96" y="2572"/>
                      </a:lnTo>
                      <a:lnTo>
                        <a:pt x="177" y="2857"/>
                      </a:lnTo>
                      <a:lnTo>
                        <a:pt x="232" y="2993"/>
                      </a:lnTo>
                      <a:lnTo>
                        <a:pt x="286" y="3102"/>
                      </a:lnTo>
                      <a:lnTo>
                        <a:pt x="340" y="3211"/>
                      </a:lnTo>
                      <a:lnTo>
                        <a:pt x="408" y="3306"/>
                      </a:lnTo>
                      <a:lnTo>
                        <a:pt x="476" y="3388"/>
                      </a:lnTo>
                      <a:lnTo>
                        <a:pt x="544" y="3456"/>
                      </a:lnTo>
                      <a:lnTo>
                        <a:pt x="626" y="3510"/>
                      </a:lnTo>
                      <a:lnTo>
                        <a:pt x="694" y="3551"/>
                      </a:lnTo>
                      <a:lnTo>
                        <a:pt x="776" y="3578"/>
                      </a:lnTo>
                      <a:lnTo>
                        <a:pt x="857" y="3578"/>
                      </a:lnTo>
                      <a:lnTo>
                        <a:pt x="939" y="3565"/>
                      </a:lnTo>
                      <a:lnTo>
                        <a:pt x="1021" y="3537"/>
                      </a:lnTo>
                      <a:lnTo>
                        <a:pt x="1102" y="3496"/>
                      </a:lnTo>
                      <a:lnTo>
                        <a:pt x="1170" y="3428"/>
                      </a:lnTo>
                      <a:lnTo>
                        <a:pt x="1238" y="3360"/>
                      </a:lnTo>
                      <a:lnTo>
                        <a:pt x="1306" y="3265"/>
                      </a:lnTo>
                      <a:lnTo>
                        <a:pt x="1361" y="3156"/>
                      </a:lnTo>
                      <a:lnTo>
                        <a:pt x="1415" y="3048"/>
                      </a:lnTo>
                      <a:lnTo>
                        <a:pt x="1456" y="2925"/>
                      </a:lnTo>
                      <a:lnTo>
                        <a:pt x="1497" y="2776"/>
                      </a:lnTo>
                      <a:lnTo>
                        <a:pt x="1537" y="2626"/>
                      </a:lnTo>
                      <a:lnTo>
                        <a:pt x="1565" y="2476"/>
                      </a:lnTo>
                      <a:lnTo>
                        <a:pt x="1592" y="2313"/>
                      </a:lnTo>
                      <a:lnTo>
                        <a:pt x="1605" y="2136"/>
                      </a:lnTo>
                      <a:lnTo>
                        <a:pt x="1605" y="1959"/>
                      </a:lnTo>
                      <a:lnTo>
                        <a:pt x="1605" y="1769"/>
                      </a:lnTo>
                      <a:lnTo>
                        <a:pt x="1605" y="1579"/>
                      </a:lnTo>
                      <a:lnTo>
                        <a:pt x="1578" y="1402"/>
                      </a:lnTo>
                      <a:lnTo>
                        <a:pt x="1565" y="1238"/>
                      </a:lnTo>
                      <a:lnTo>
                        <a:pt x="1524" y="1062"/>
                      </a:lnTo>
                      <a:lnTo>
                        <a:pt x="1483" y="912"/>
                      </a:lnTo>
                      <a:lnTo>
                        <a:pt x="1442" y="762"/>
                      </a:lnTo>
                      <a:lnTo>
                        <a:pt x="1401" y="626"/>
                      </a:lnTo>
                      <a:lnTo>
                        <a:pt x="1347" y="504"/>
                      </a:lnTo>
                      <a:lnTo>
                        <a:pt x="1279" y="395"/>
                      </a:lnTo>
                      <a:lnTo>
                        <a:pt x="1211" y="286"/>
                      </a:lnTo>
                      <a:lnTo>
                        <a:pt x="1143" y="205"/>
                      </a:lnTo>
                      <a:lnTo>
                        <a:pt x="1075" y="137"/>
                      </a:lnTo>
                      <a:lnTo>
                        <a:pt x="1007" y="69"/>
                      </a:lnTo>
                      <a:lnTo>
                        <a:pt x="925" y="28"/>
                      </a:lnTo>
                      <a:lnTo>
                        <a:pt x="844" y="14"/>
                      </a:lnTo>
                      <a:lnTo>
                        <a:pt x="762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3" name="Google Shape;1353;p30"/>
                <p:cNvSpPr/>
                <p:nvPr/>
              </p:nvSpPr>
              <p:spPr>
                <a:xfrm>
                  <a:off x="7866410" y="1425644"/>
                  <a:ext cx="12055" cy="79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" h="259" extrusionOk="0">
                      <a:moveTo>
                        <a:pt x="204" y="0"/>
                      </a:moveTo>
                      <a:lnTo>
                        <a:pt x="164" y="14"/>
                      </a:lnTo>
                      <a:lnTo>
                        <a:pt x="123" y="41"/>
                      </a:lnTo>
                      <a:lnTo>
                        <a:pt x="68" y="68"/>
                      </a:lnTo>
                      <a:lnTo>
                        <a:pt x="28" y="123"/>
                      </a:lnTo>
                      <a:lnTo>
                        <a:pt x="0" y="150"/>
                      </a:lnTo>
                      <a:lnTo>
                        <a:pt x="0" y="177"/>
                      </a:lnTo>
                      <a:lnTo>
                        <a:pt x="14" y="218"/>
                      </a:lnTo>
                      <a:lnTo>
                        <a:pt x="41" y="245"/>
                      </a:lnTo>
                      <a:lnTo>
                        <a:pt x="68" y="259"/>
                      </a:lnTo>
                      <a:lnTo>
                        <a:pt x="96" y="259"/>
                      </a:lnTo>
                      <a:lnTo>
                        <a:pt x="123" y="245"/>
                      </a:lnTo>
                      <a:lnTo>
                        <a:pt x="150" y="231"/>
                      </a:lnTo>
                      <a:lnTo>
                        <a:pt x="191" y="204"/>
                      </a:lnTo>
                      <a:lnTo>
                        <a:pt x="218" y="177"/>
                      </a:lnTo>
                      <a:lnTo>
                        <a:pt x="272" y="177"/>
                      </a:lnTo>
                      <a:lnTo>
                        <a:pt x="313" y="191"/>
                      </a:lnTo>
                      <a:lnTo>
                        <a:pt x="340" y="218"/>
                      </a:lnTo>
                      <a:lnTo>
                        <a:pt x="368" y="245"/>
                      </a:lnTo>
                      <a:lnTo>
                        <a:pt x="395" y="245"/>
                      </a:lnTo>
                      <a:lnTo>
                        <a:pt x="381" y="82"/>
                      </a:lnTo>
                      <a:lnTo>
                        <a:pt x="381" y="41"/>
                      </a:lnTo>
                      <a:lnTo>
                        <a:pt x="313" y="14"/>
                      </a:lnTo>
                      <a:lnTo>
                        <a:pt x="245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4" name="Google Shape;1354;p30"/>
                <p:cNvSpPr/>
                <p:nvPr/>
              </p:nvSpPr>
              <p:spPr>
                <a:xfrm>
                  <a:off x="7916219" y="1400312"/>
                  <a:ext cx="92628" cy="23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5" h="776" extrusionOk="0">
                      <a:moveTo>
                        <a:pt x="3034" y="0"/>
                      </a:moveTo>
                      <a:lnTo>
                        <a:pt x="82" y="613"/>
                      </a:lnTo>
                      <a:lnTo>
                        <a:pt x="55" y="626"/>
                      </a:lnTo>
                      <a:lnTo>
                        <a:pt x="28" y="640"/>
                      </a:lnTo>
                      <a:lnTo>
                        <a:pt x="1" y="667"/>
                      </a:lnTo>
                      <a:lnTo>
                        <a:pt x="1" y="694"/>
                      </a:lnTo>
                      <a:lnTo>
                        <a:pt x="14" y="735"/>
                      </a:lnTo>
                      <a:lnTo>
                        <a:pt x="28" y="762"/>
                      </a:lnTo>
                      <a:lnTo>
                        <a:pt x="55" y="776"/>
                      </a:lnTo>
                      <a:lnTo>
                        <a:pt x="96" y="776"/>
                      </a:lnTo>
                      <a:lnTo>
                        <a:pt x="2925" y="150"/>
                      </a:lnTo>
                      <a:lnTo>
                        <a:pt x="2939" y="109"/>
                      </a:lnTo>
                      <a:lnTo>
                        <a:pt x="2980" y="68"/>
                      </a:lnTo>
                      <a:lnTo>
                        <a:pt x="3007" y="41"/>
                      </a:lnTo>
                      <a:lnTo>
                        <a:pt x="303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5" name="Google Shape;1355;p30"/>
                <p:cNvSpPr/>
                <p:nvPr/>
              </p:nvSpPr>
              <p:spPr>
                <a:xfrm>
                  <a:off x="7883013" y="1518640"/>
                  <a:ext cx="39890" cy="22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7" h="735" extrusionOk="0">
                      <a:moveTo>
                        <a:pt x="1157" y="0"/>
                      </a:moveTo>
                      <a:lnTo>
                        <a:pt x="1116" y="14"/>
                      </a:lnTo>
                      <a:lnTo>
                        <a:pt x="1075" y="55"/>
                      </a:lnTo>
                      <a:lnTo>
                        <a:pt x="1007" y="136"/>
                      </a:lnTo>
                      <a:lnTo>
                        <a:pt x="925" y="218"/>
                      </a:lnTo>
                      <a:lnTo>
                        <a:pt x="817" y="299"/>
                      </a:lnTo>
                      <a:lnTo>
                        <a:pt x="681" y="381"/>
                      </a:lnTo>
                      <a:lnTo>
                        <a:pt x="613" y="422"/>
                      </a:lnTo>
                      <a:lnTo>
                        <a:pt x="531" y="449"/>
                      </a:lnTo>
                      <a:lnTo>
                        <a:pt x="449" y="463"/>
                      </a:lnTo>
                      <a:lnTo>
                        <a:pt x="354" y="476"/>
                      </a:lnTo>
                      <a:lnTo>
                        <a:pt x="259" y="476"/>
                      </a:lnTo>
                      <a:lnTo>
                        <a:pt x="150" y="463"/>
                      </a:lnTo>
                      <a:lnTo>
                        <a:pt x="96" y="463"/>
                      </a:lnTo>
                      <a:lnTo>
                        <a:pt x="55" y="490"/>
                      </a:lnTo>
                      <a:lnTo>
                        <a:pt x="14" y="517"/>
                      </a:lnTo>
                      <a:lnTo>
                        <a:pt x="0" y="571"/>
                      </a:lnTo>
                      <a:lnTo>
                        <a:pt x="0" y="612"/>
                      </a:lnTo>
                      <a:lnTo>
                        <a:pt x="14" y="667"/>
                      </a:lnTo>
                      <a:lnTo>
                        <a:pt x="55" y="694"/>
                      </a:lnTo>
                      <a:lnTo>
                        <a:pt x="109" y="721"/>
                      </a:lnTo>
                      <a:lnTo>
                        <a:pt x="204" y="735"/>
                      </a:lnTo>
                      <a:lnTo>
                        <a:pt x="409" y="735"/>
                      </a:lnTo>
                      <a:lnTo>
                        <a:pt x="517" y="707"/>
                      </a:lnTo>
                      <a:lnTo>
                        <a:pt x="613" y="694"/>
                      </a:lnTo>
                      <a:lnTo>
                        <a:pt x="708" y="653"/>
                      </a:lnTo>
                      <a:lnTo>
                        <a:pt x="885" y="571"/>
                      </a:lnTo>
                      <a:lnTo>
                        <a:pt x="1021" y="476"/>
                      </a:lnTo>
                      <a:lnTo>
                        <a:pt x="1129" y="381"/>
                      </a:lnTo>
                      <a:lnTo>
                        <a:pt x="1211" y="286"/>
                      </a:lnTo>
                      <a:lnTo>
                        <a:pt x="1293" y="191"/>
                      </a:lnTo>
                      <a:lnTo>
                        <a:pt x="1306" y="150"/>
                      </a:lnTo>
                      <a:lnTo>
                        <a:pt x="1306" y="95"/>
                      </a:lnTo>
                      <a:lnTo>
                        <a:pt x="1293" y="55"/>
                      </a:lnTo>
                      <a:lnTo>
                        <a:pt x="1252" y="14"/>
                      </a:lnTo>
                      <a:lnTo>
                        <a:pt x="1211" y="0"/>
                      </a:lnTo>
                      <a:close/>
                    </a:path>
                  </a:pathLst>
                </a:custGeom>
                <a:solidFill>
                  <a:srgbClr val="FD967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6" name="Google Shape;1356;p30"/>
                <p:cNvSpPr/>
                <p:nvPr/>
              </p:nvSpPr>
              <p:spPr>
                <a:xfrm>
                  <a:off x="7919973" y="1467579"/>
                  <a:ext cx="61864" cy="340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7" h="1116" extrusionOk="0">
                      <a:moveTo>
                        <a:pt x="1292" y="0"/>
                      </a:moveTo>
                      <a:lnTo>
                        <a:pt x="1102" y="14"/>
                      </a:lnTo>
                      <a:lnTo>
                        <a:pt x="898" y="41"/>
                      </a:lnTo>
                      <a:lnTo>
                        <a:pt x="694" y="109"/>
                      </a:lnTo>
                      <a:lnTo>
                        <a:pt x="503" y="177"/>
                      </a:lnTo>
                      <a:lnTo>
                        <a:pt x="354" y="258"/>
                      </a:lnTo>
                      <a:lnTo>
                        <a:pt x="218" y="354"/>
                      </a:lnTo>
                      <a:lnTo>
                        <a:pt x="109" y="463"/>
                      </a:lnTo>
                      <a:lnTo>
                        <a:pt x="41" y="571"/>
                      </a:lnTo>
                      <a:lnTo>
                        <a:pt x="14" y="626"/>
                      </a:lnTo>
                      <a:lnTo>
                        <a:pt x="0" y="680"/>
                      </a:lnTo>
                      <a:lnTo>
                        <a:pt x="0" y="735"/>
                      </a:lnTo>
                      <a:lnTo>
                        <a:pt x="0" y="789"/>
                      </a:lnTo>
                      <a:lnTo>
                        <a:pt x="27" y="843"/>
                      </a:lnTo>
                      <a:lnTo>
                        <a:pt x="54" y="884"/>
                      </a:lnTo>
                      <a:lnTo>
                        <a:pt x="82" y="939"/>
                      </a:lnTo>
                      <a:lnTo>
                        <a:pt x="136" y="966"/>
                      </a:lnTo>
                      <a:lnTo>
                        <a:pt x="245" y="1034"/>
                      </a:lnTo>
                      <a:lnTo>
                        <a:pt x="381" y="1088"/>
                      </a:lnTo>
                      <a:lnTo>
                        <a:pt x="544" y="1115"/>
                      </a:lnTo>
                      <a:lnTo>
                        <a:pt x="735" y="1115"/>
                      </a:lnTo>
                      <a:lnTo>
                        <a:pt x="925" y="1102"/>
                      </a:lnTo>
                      <a:lnTo>
                        <a:pt x="1129" y="1075"/>
                      </a:lnTo>
                      <a:lnTo>
                        <a:pt x="1333" y="1020"/>
                      </a:lnTo>
                      <a:lnTo>
                        <a:pt x="1510" y="939"/>
                      </a:lnTo>
                      <a:lnTo>
                        <a:pt x="1673" y="857"/>
                      </a:lnTo>
                      <a:lnTo>
                        <a:pt x="1809" y="762"/>
                      </a:lnTo>
                      <a:lnTo>
                        <a:pt x="1904" y="653"/>
                      </a:lnTo>
                      <a:lnTo>
                        <a:pt x="1986" y="544"/>
                      </a:lnTo>
                      <a:lnTo>
                        <a:pt x="2013" y="490"/>
                      </a:lnTo>
                      <a:lnTo>
                        <a:pt x="2013" y="435"/>
                      </a:lnTo>
                      <a:lnTo>
                        <a:pt x="2027" y="381"/>
                      </a:lnTo>
                      <a:lnTo>
                        <a:pt x="2013" y="326"/>
                      </a:lnTo>
                      <a:lnTo>
                        <a:pt x="2000" y="272"/>
                      </a:lnTo>
                      <a:lnTo>
                        <a:pt x="1972" y="231"/>
                      </a:lnTo>
                      <a:lnTo>
                        <a:pt x="1932" y="177"/>
                      </a:lnTo>
                      <a:lnTo>
                        <a:pt x="1891" y="150"/>
                      </a:lnTo>
                      <a:lnTo>
                        <a:pt x="1782" y="82"/>
                      </a:lnTo>
                      <a:lnTo>
                        <a:pt x="1632" y="27"/>
                      </a:lnTo>
                      <a:lnTo>
                        <a:pt x="1469" y="0"/>
                      </a:lnTo>
                      <a:close/>
                    </a:path>
                  </a:pathLst>
                </a:custGeom>
                <a:solidFill>
                  <a:srgbClr val="FD967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7" name="Google Shape;1357;p30"/>
                <p:cNvSpPr/>
                <p:nvPr/>
              </p:nvSpPr>
              <p:spPr>
                <a:xfrm>
                  <a:off x="7892963" y="1416488"/>
                  <a:ext cx="14558" cy="257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7" h="845" extrusionOk="0">
                      <a:moveTo>
                        <a:pt x="232" y="1"/>
                      </a:moveTo>
                      <a:lnTo>
                        <a:pt x="191" y="28"/>
                      </a:lnTo>
                      <a:lnTo>
                        <a:pt x="151" y="55"/>
                      </a:lnTo>
                      <a:lnTo>
                        <a:pt x="110" y="110"/>
                      </a:lnTo>
                      <a:lnTo>
                        <a:pt x="69" y="164"/>
                      </a:lnTo>
                      <a:lnTo>
                        <a:pt x="42" y="232"/>
                      </a:lnTo>
                      <a:lnTo>
                        <a:pt x="15" y="314"/>
                      </a:lnTo>
                      <a:lnTo>
                        <a:pt x="1" y="395"/>
                      </a:lnTo>
                      <a:lnTo>
                        <a:pt x="1" y="491"/>
                      </a:lnTo>
                      <a:lnTo>
                        <a:pt x="1" y="572"/>
                      </a:lnTo>
                      <a:lnTo>
                        <a:pt x="15" y="640"/>
                      </a:lnTo>
                      <a:lnTo>
                        <a:pt x="42" y="708"/>
                      </a:lnTo>
                      <a:lnTo>
                        <a:pt x="69" y="763"/>
                      </a:lnTo>
                      <a:lnTo>
                        <a:pt x="110" y="803"/>
                      </a:lnTo>
                      <a:lnTo>
                        <a:pt x="151" y="831"/>
                      </a:lnTo>
                      <a:lnTo>
                        <a:pt x="191" y="844"/>
                      </a:lnTo>
                      <a:lnTo>
                        <a:pt x="246" y="844"/>
                      </a:lnTo>
                      <a:lnTo>
                        <a:pt x="287" y="831"/>
                      </a:lnTo>
                      <a:lnTo>
                        <a:pt x="327" y="790"/>
                      </a:lnTo>
                      <a:lnTo>
                        <a:pt x="368" y="749"/>
                      </a:lnTo>
                      <a:lnTo>
                        <a:pt x="409" y="681"/>
                      </a:lnTo>
                      <a:lnTo>
                        <a:pt x="436" y="613"/>
                      </a:lnTo>
                      <a:lnTo>
                        <a:pt x="463" y="531"/>
                      </a:lnTo>
                      <a:lnTo>
                        <a:pt x="477" y="450"/>
                      </a:lnTo>
                      <a:lnTo>
                        <a:pt x="477" y="368"/>
                      </a:lnTo>
                      <a:lnTo>
                        <a:pt x="477" y="287"/>
                      </a:lnTo>
                      <a:lnTo>
                        <a:pt x="463" y="205"/>
                      </a:lnTo>
                      <a:lnTo>
                        <a:pt x="436" y="151"/>
                      </a:lnTo>
                      <a:lnTo>
                        <a:pt x="409" y="83"/>
                      </a:lnTo>
                      <a:lnTo>
                        <a:pt x="368" y="42"/>
                      </a:lnTo>
                      <a:lnTo>
                        <a:pt x="327" y="15"/>
                      </a:lnTo>
                      <a:lnTo>
                        <a:pt x="287" y="1"/>
                      </a:lnTo>
                      <a:close/>
                    </a:path>
                  </a:pathLst>
                </a:custGeom>
                <a:solidFill>
                  <a:srgbClr val="00202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8" name="Google Shape;1358;p30"/>
                <p:cNvSpPr/>
                <p:nvPr/>
              </p:nvSpPr>
              <p:spPr>
                <a:xfrm>
                  <a:off x="8025818" y="1402815"/>
                  <a:ext cx="36166" cy="56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5" h="1850" extrusionOk="0">
                      <a:moveTo>
                        <a:pt x="1062" y="0"/>
                      </a:moveTo>
                      <a:lnTo>
                        <a:pt x="1007" y="14"/>
                      </a:lnTo>
                      <a:lnTo>
                        <a:pt x="967" y="27"/>
                      </a:lnTo>
                      <a:lnTo>
                        <a:pt x="817" y="150"/>
                      </a:lnTo>
                      <a:lnTo>
                        <a:pt x="681" y="286"/>
                      </a:lnTo>
                      <a:lnTo>
                        <a:pt x="531" y="463"/>
                      </a:lnTo>
                      <a:lnTo>
                        <a:pt x="368" y="694"/>
                      </a:lnTo>
                      <a:lnTo>
                        <a:pt x="286" y="830"/>
                      </a:lnTo>
                      <a:lnTo>
                        <a:pt x="205" y="979"/>
                      </a:lnTo>
                      <a:lnTo>
                        <a:pt x="137" y="1143"/>
                      </a:lnTo>
                      <a:lnTo>
                        <a:pt x="82" y="1306"/>
                      </a:lnTo>
                      <a:lnTo>
                        <a:pt x="28" y="1496"/>
                      </a:lnTo>
                      <a:lnTo>
                        <a:pt x="1" y="1687"/>
                      </a:lnTo>
                      <a:lnTo>
                        <a:pt x="1" y="1741"/>
                      </a:lnTo>
                      <a:lnTo>
                        <a:pt x="14" y="1796"/>
                      </a:lnTo>
                      <a:lnTo>
                        <a:pt x="55" y="1823"/>
                      </a:lnTo>
                      <a:lnTo>
                        <a:pt x="110" y="1850"/>
                      </a:lnTo>
                      <a:lnTo>
                        <a:pt x="137" y="1850"/>
                      </a:lnTo>
                      <a:lnTo>
                        <a:pt x="191" y="1836"/>
                      </a:lnTo>
                      <a:lnTo>
                        <a:pt x="232" y="1809"/>
                      </a:lnTo>
                      <a:lnTo>
                        <a:pt x="259" y="1768"/>
                      </a:lnTo>
                      <a:lnTo>
                        <a:pt x="273" y="1728"/>
                      </a:lnTo>
                      <a:lnTo>
                        <a:pt x="314" y="1551"/>
                      </a:lnTo>
                      <a:lnTo>
                        <a:pt x="354" y="1387"/>
                      </a:lnTo>
                      <a:lnTo>
                        <a:pt x="409" y="1238"/>
                      </a:lnTo>
                      <a:lnTo>
                        <a:pt x="463" y="1102"/>
                      </a:lnTo>
                      <a:lnTo>
                        <a:pt x="531" y="966"/>
                      </a:lnTo>
                      <a:lnTo>
                        <a:pt x="599" y="843"/>
                      </a:lnTo>
                      <a:lnTo>
                        <a:pt x="749" y="639"/>
                      </a:lnTo>
                      <a:lnTo>
                        <a:pt x="885" y="476"/>
                      </a:lnTo>
                      <a:lnTo>
                        <a:pt x="1007" y="354"/>
                      </a:lnTo>
                      <a:lnTo>
                        <a:pt x="1130" y="258"/>
                      </a:lnTo>
                      <a:lnTo>
                        <a:pt x="1171" y="218"/>
                      </a:lnTo>
                      <a:lnTo>
                        <a:pt x="1184" y="163"/>
                      </a:lnTo>
                      <a:lnTo>
                        <a:pt x="1184" y="109"/>
                      </a:lnTo>
                      <a:lnTo>
                        <a:pt x="1157" y="68"/>
                      </a:lnTo>
                      <a:lnTo>
                        <a:pt x="1116" y="27"/>
                      </a:lnTo>
                      <a:lnTo>
                        <a:pt x="1062" y="0"/>
                      </a:lnTo>
                      <a:close/>
                    </a:path>
                  </a:pathLst>
                </a:custGeom>
                <a:solidFill>
                  <a:srgbClr val="FD967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9" name="Google Shape;1359;p30"/>
                <p:cNvSpPr/>
                <p:nvPr/>
              </p:nvSpPr>
              <p:spPr>
                <a:xfrm>
                  <a:off x="8034974" y="1423966"/>
                  <a:ext cx="31985" cy="133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8" h="437" extrusionOk="0">
                      <a:moveTo>
                        <a:pt x="258" y="1"/>
                      </a:moveTo>
                      <a:lnTo>
                        <a:pt x="109" y="14"/>
                      </a:lnTo>
                      <a:lnTo>
                        <a:pt x="54" y="28"/>
                      </a:lnTo>
                      <a:lnTo>
                        <a:pt x="27" y="69"/>
                      </a:lnTo>
                      <a:lnTo>
                        <a:pt x="0" y="123"/>
                      </a:lnTo>
                      <a:lnTo>
                        <a:pt x="0" y="178"/>
                      </a:lnTo>
                      <a:lnTo>
                        <a:pt x="27" y="232"/>
                      </a:lnTo>
                      <a:lnTo>
                        <a:pt x="68" y="273"/>
                      </a:lnTo>
                      <a:lnTo>
                        <a:pt x="109" y="286"/>
                      </a:lnTo>
                      <a:lnTo>
                        <a:pt x="177" y="286"/>
                      </a:lnTo>
                      <a:lnTo>
                        <a:pt x="258" y="273"/>
                      </a:lnTo>
                      <a:lnTo>
                        <a:pt x="354" y="286"/>
                      </a:lnTo>
                      <a:lnTo>
                        <a:pt x="449" y="300"/>
                      </a:lnTo>
                      <a:lnTo>
                        <a:pt x="544" y="314"/>
                      </a:lnTo>
                      <a:lnTo>
                        <a:pt x="721" y="368"/>
                      </a:lnTo>
                      <a:lnTo>
                        <a:pt x="843" y="422"/>
                      </a:lnTo>
                      <a:lnTo>
                        <a:pt x="871" y="436"/>
                      </a:lnTo>
                      <a:lnTo>
                        <a:pt x="911" y="436"/>
                      </a:lnTo>
                      <a:lnTo>
                        <a:pt x="952" y="422"/>
                      </a:lnTo>
                      <a:lnTo>
                        <a:pt x="979" y="409"/>
                      </a:lnTo>
                      <a:lnTo>
                        <a:pt x="1007" y="382"/>
                      </a:lnTo>
                      <a:lnTo>
                        <a:pt x="1034" y="354"/>
                      </a:lnTo>
                      <a:lnTo>
                        <a:pt x="1047" y="300"/>
                      </a:lnTo>
                      <a:lnTo>
                        <a:pt x="1034" y="246"/>
                      </a:lnTo>
                      <a:lnTo>
                        <a:pt x="1007" y="205"/>
                      </a:lnTo>
                      <a:lnTo>
                        <a:pt x="966" y="164"/>
                      </a:lnTo>
                      <a:lnTo>
                        <a:pt x="871" y="123"/>
                      </a:lnTo>
                      <a:lnTo>
                        <a:pt x="667" y="55"/>
                      </a:lnTo>
                      <a:lnTo>
                        <a:pt x="544" y="28"/>
                      </a:lnTo>
                      <a:lnTo>
                        <a:pt x="394" y="1"/>
                      </a:lnTo>
                      <a:close/>
                    </a:path>
                  </a:pathLst>
                </a:custGeom>
                <a:solidFill>
                  <a:srgbClr val="FD967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0" name="Google Shape;1360;p30"/>
                <p:cNvSpPr/>
                <p:nvPr/>
              </p:nvSpPr>
              <p:spPr>
                <a:xfrm>
                  <a:off x="7878038" y="1195214"/>
                  <a:ext cx="420169" cy="4185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67" h="13713" extrusionOk="0">
                      <a:moveTo>
                        <a:pt x="7726" y="1"/>
                      </a:moveTo>
                      <a:lnTo>
                        <a:pt x="7223" y="14"/>
                      </a:lnTo>
                      <a:lnTo>
                        <a:pt x="6693" y="69"/>
                      </a:lnTo>
                      <a:lnTo>
                        <a:pt x="6121" y="150"/>
                      </a:lnTo>
                      <a:lnTo>
                        <a:pt x="5523" y="259"/>
                      </a:lnTo>
                      <a:lnTo>
                        <a:pt x="4897" y="422"/>
                      </a:lnTo>
                      <a:lnTo>
                        <a:pt x="4285" y="599"/>
                      </a:lnTo>
                      <a:lnTo>
                        <a:pt x="3727" y="776"/>
                      </a:lnTo>
                      <a:lnTo>
                        <a:pt x="3210" y="967"/>
                      </a:lnTo>
                      <a:lnTo>
                        <a:pt x="2762" y="1157"/>
                      </a:lnTo>
                      <a:lnTo>
                        <a:pt x="2340" y="1347"/>
                      </a:lnTo>
                      <a:lnTo>
                        <a:pt x="1973" y="1538"/>
                      </a:lnTo>
                      <a:lnTo>
                        <a:pt x="1646" y="1728"/>
                      </a:lnTo>
                      <a:lnTo>
                        <a:pt x="1360" y="1919"/>
                      </a:lnTo>
                      <a:lnTo>
                        <a:pt x="1102" y="2109"/>
                      </a:lnTo>
                      <a:lnTo>
                        <a:pt x="884" y="2300"/>
                      </a:lnTo>
                      <a:lnTo>
                        <a:pt x="708" y="2490"/>
                      </a:lnTo>
                      <a:lnTo>
                        <a:pt x="544" y="2680"/>
                      </a:lnTo>
                      <a:lnTo>
                        <a:pt x="422" y="2871"/>
                      </a:lnTo>
                      <a:lnTo>
                        <a:pt x="313" y="3048"/>
                      </a:lnTo>
                      <a:lnTo>
                        <a:pt x="231" y="3238"/>
                      </a:lnTo>
                      <a:lnTo>
                        <a:pt x="163" y="3415"/>
                      </a:lnTo>
                      <a:lnTo>
                        <a:pt x="82" y="3701"/>
                      </a:lnTo>
                      <a:lnTo>
                        <a:pt x="27" y="3973"/>
                      </a:lnTo>
                      <a:lnTo>
                        <a:pt x="0" y="4218"/>
                      </a:lnTo>
                      <a:lnTo>
                        <a:pt x="0" y="4435"/>
                      </a:lnTo>
                      <a:lnTo>
                        <a:pt x="14" y="4626"/>
                      </a:lnTo>
                      <a:lnTo>
                        <a:pt x="68" y="4789"/>
                      </a:lnTo>
                      <a:lnTo>
                        <a:pt x="136" y="4925"/>
                      </a:lnTo>
                      <a:lnTo>
                        <a:pt x="177" y="4993"/>
                      </a:lnTo>
                      <a:lnTo>
                        <a:pt x="218" y="5047"/>
                      </a:lnTo>
                      <a:lnTo>
                        <a:pt x="381" y="5197"/>
                      </a:lnTo>
                      <a:lnTo>
                        <a:pt x="558" y="5347"/>
                      </a:lnTo>
                      <a:lnTo>
                        <a:pt x="762" y="5510"/>
                      </a:lnTo>
                      <a:lnTo>
                        <a:pt x="980" y="5659"/>
                      </a:lnTo>
                      <a:lnTo>
                        <a:pt x="1197" y="5823"/>
                      </a:lnTo>
                      <a:lnTo>
                        <a:pt x="1442" y="5972"/>
                      </a:lnTo>
                      <a:lnTo>
                        <a:pt x="1701" y="6122"/>
                      </a:lnTo>
                      <a:lnTo>
                        <a:pt x="1959" y="6258"/>
                      </a:lnTo>
                      <a:lnTo>
                        <a:pt x="2231" y="6380"/>
                      </a:lnTo>
                      <a:lnTo>
                        <a:pt x="2503" y="6503"/>
                      </a:lnTo>
                      <a:lnTo>
                        <a:pt x="2775" y="6612"/>
                      </a:lnTo>
                      <a:lnTo>
                        <a:pt x="3061" y="6693"/>
                      </a:lnTo>
                      <a:lnTo>
                        <a:pt x="3346" y="6761"/>
                      </a:lnTo>
                      <a:lnTo>
                        <a:pt x="3619" y="6816"/>
                      </a:lnTo>
                      <a:lnTo>
                        <a:pt x="3904" y="6856"/>
                      </a:lnTo>
                      <a:lnTo>
                        <a:pt x="4176" y="6870"/>
                      </a:lnTo>
                      <a:lnTo>
                        <a:pt x="4231" y="6788"/>
                      </a:lnTo>
                      <a:lnTo>
                        <a:pt x="4367" y="6612"/>
                      </a:lnTo>
                      <a:lnTo>
                        <a:pt x="4475" y="6489"/>
                      </a:lnTo>
                      <a:lnTo>
                        <a:pt x="4598" y="6367"/>
                      </a:lnTo>
                      <a:lnTo>
                        <a:pt x="4734" y="6244"/>
                      </a:lnTo>
                      <a:lnTo>
                        <a:pt x="4897" y="6122"/>
                      </a:lnTo>
                      <a:lnTo>
                        <a:pt x="5074" y="6013"/>
                      </a:lnTo>
                      <a:lnTo>
                        <a:pt x="5264" y="5931"/>
                      </a:lnTo>
                      <a:lnTo>
                        <a:pt x="5373" y="5904"/>
                      </a:lnTo>
                      <a:lnTo>
                        <a:pt x="5482" y="5877"/>
                      </a:lnTo>
                      <a:lnTo>
                        <a:pt x="5591" y="5863"/>
                      </a:lnTo>
                      <a:lnTo>
                        <a:pt x="5700" y="5850"/>
                      </a:lnTo>
                      <a:lnTo>
                        <a:pt x="5809" y="5850"/>
                      </a:lnTo>
                      <a:lnTo>
                        <a:pt x="5931" y="5863"/>
                      </a:lnTo>
                      <a:lnTo>
                        <a:pt x="6053" y="5891"/>
                      </a:lnTo>
                      <a:lnTo>
                        <a:pt x="6176" y="5931"/>
                      </a:lnTo>
                      <a:lnTo>
                        <a:pt x="6298" y="5972"/>
                      </a:lnTo>
                      <a:lnTo>
                        <a:pt x="6434" y="6040"/>
                      </a:lnTo>
                      <a:lnTo>
                        <a:pt x="6557" y="6122"/>
                      </a:lnTo>
                      <a:lnTo>
                        <a:pt x="6693" y="6217"/>
                      </a:lnTo>
                      <a:lnTo>
                        <a:pt x="6815" y="6326"/>
                      </a:lnTo>
                      <a:lnTo>
                        <a:pt x="6924" y="6435"/>
                      </a:lnTo>
                      <a:lnTo>
                        <a:pt x="7019" y="6557"/>
                      </a:lnTo>
                      <a:lnTo>
                        <a:pt x="7087" y="6693"/>
                      </a:lnTo>
                      <a:lnTo>
                        <a:pt x="7142" y="6829"/>
                      </a:lnTo>
                      <a:lnTo>
                        <a:pt x="7182" y="6965"/>
                      </a:lnTo>
                      <a:lnTo>
                        <a:pt x="7196" y="7115"/>
                      </a:lnTo>
                      <a:lnTo>
                        <a:pt x="7210" y="7265"/>
                      </a:lnTo>
                      <a:lnTo>
                        <a:pt x="7196" y="7401"/>
                      </a:lnTo>
                      <a:lnTo>
                        <a:pt x="7182" y="7564"/>
                      </a:lnTo>
                      <a:lnTo>
                        <a:pt x="7155" y="7713"/>
                      </a:lnTo>
                      <a:lnTo>
                        <a:pt x="7101" y="7863"/>
                      </a:lnTo>
                      <a:lnTo>
                        <a:pt x="7046" y="8013"/>
                      </a:lnTo>
                      <a:lnTo>
                        <a:pt x="6992" y="8162"/>
                      </a:lnTo>
                      <a:lnTo>
                        <a:pt x="6910" y="8298"/>
                      </a:lnTo>
                      <a:lnTo>
                        <a:pt x="6829" y="8448"/>
                      </a:lnTo>
                      <a:lnTo>
                        <a:pt x="6734" y="8584"/>
                      </a:lnTo>
                      <a:lnTo>
                        <a:pt x="6638" y="8720"/>
                      </a:lnTo>
                      <a:lnTo>
                        <a:pt x="6529" y="8842"/>
                      </a:lnTo>
                      <a:lnTo>
                        <a:pt x="6407" y="8965"/>
                      </a:lnTo>
                      <a:lnTo>
                        <a:pt x="6285" y="9074"/>
                      </a:lnTo>
                      <a:lnTo>
                        <a:pt x="6162" y="9182"/>
                      </a:lnTo>
                      <a:lnTo>
                        <a:pt x="6026" y="9278"/>
                      </a:lnTo>
                      <a:lnTo>
                        <a:pt x="5890" y="9359"/>
                      </a:lnTo>
                      <a:lnTo>
                        <a:pt x="5754" y="9427"/>
                      </a:lnTo>
                      <a:lnTo>
                        <a:pt x="5604" y="9495"/>
                      </a:lnTo>
                      <a:lnTo>
                        <a:pt x="5468" y="9550"/>
                      </a:lnTo>
                      <a:lnTo>
                        <a:pt x="5319" y="9577"/>
                      </a:lnTo>
                      <a:lnTo>
                        <a:pt x="5169" y="9604"/>
                      </a:lnTo>
                      <a:lnTo>
                        <a:pt x="5033" y="9618"/>
                      </a:lnTo>
                      <a:lnTo>
                        <a:pt x="4884" y="9604"/>
                      </a:lnTo>
                      <a:lnTo>
                        <a:pt x="4734" y="9577"/>
                      </a:lnTo>
                      <a:lnTo>
                        <a:pt x="4720" y="9659"/>
                      </a:lnTo>
                      <a:lnTo>
                        <a:pt x="4680" y="9890"/>
                      </a:lnTo>
                      <a:lnTo>
                        <a:pt x="4652" y="10053"/>
                      </a:lnTo>
                      <a:lnTo>
                        <a:pt x="4639" y="10243"/>
                      </a:lnTo>
                      <a:lnTo>
                        <a:pt x="4639" y="10448"/>
                      </a:lnTo>
                      <a:lnTo>
                        <a:pt x="4652" y="10692"/>
                      </a:lnTo>
                      <a:lnTo>
                        <a:pt x="4666" y="10937"/>
                      </a:lnTo>
                      <a:lnTo>
                        <a:pt x="4707" y="11209"/>
                      </a:lnTo>
                      <a:lnTo>
                        <a:pt x="4775" y="11481"/>
                      </a:lnTo>
                      <a:lnTo>
                        <a:pt x="4870" y="11767"/>
                      </a:lnTo>
                      <a:lnTo>
                        <a:pt x="4992" y="12053"/>
                      </a:lnTo>
                      <a:lnTo>
                        <a:pt x="5142" y="12352"/>
                      </a:lnTo>
                      <a:lnTo>
                        <a:pt x="5237" y="12488"/>
                      </a:lnTo>
                      <a:lnTo>
                        <a:pt x="5346" y="12638"/>
                      </a:lnTo>
                      <a:lnTo>
                        <a:pt x="5455" y="12787"/>
                      </a:lnTo>
                      <a:lnTo>
                        <a:pt x="5577" y="12923"/>
                      </a:lnTo>
                      <a:lnTo>
                        <a:pt x="5917" y="13086"/>
                      </a:lnTo>
                      <a:lnTo>
                        <a:pt x="6257" y="13236"/>
                      </a:lnTo>
                      <a:lnTo>
                        <a:pt x="6611" y="13358"/>
                      </a:lnTo>
                      <a:lnTo>
                        <a:pt x="6951" y="13454"/>
                      </a:lnTo>
                      <a:lnTo>
                        <a:pt x="7305" y="13535"/>
                      </a:lnTo>
                      <a:lnTo>
                        <a:pt x="7658" y="13603"/>
                      </a:lnTo>
                      <a:lnTo>
                        <a:pt x="8012" y="13658"/>
                      </a:lnTo>
                      <a:lnTo>
                        <a:pt x="8352" y="13685"/>
                      </a:lnTo>
                      <a:lnTo>
                        <a:pt x="8706" y="13699"/>
                      </a:lnTo>
                      <a:lnTo>
                        <a:pt x="9046" y="13712"/>
                      </a:lnTo>
                      <a:lnTo>
                        <a:pt x="9386" y="13699"/>
                      </a:lnTo>
                      <a:lnTo>
                        <a:pt x="9712" y="13685"/>
                      </a:lnTo>
                      <a:lnTo>
                        <a:pt x="10039" y="13658"/>
                      </a:lnTo>
                      <a:lnTo>
                        <a:pt x="10352" y="13617"/>
                      </a:lnTo>
                      <a:lnTo>
                        <a:pt x="10665" y="13576"/>
                      </a:lnTo>
                      <a:lnTo>
                        <a:pt x="10964" y="13522"/>
                      </a:lnTo>
                      <a:lnTo>
                        <a:pt x="11522" y="13413"/>
                      </a:lnTo>
                      <a:lnTo>
                        <a:pt x="12039" y="13277"/>
                      </a:lnTo>
                      <a:lnTo>
                        <a:pt x="12487" y="13141"/>
                      </a:lnTo>
                      <a:lnTo>
                        <a:pt x="12882" y="13018"/>
                      </a:lnTo>
                      <a:lnTo>
                        <a:pt x="13195" y="12896"/>
                      </a:lnTo>
                      <a:lnTo>
                        <a:pt x="13440" y="12801"/>
                      </a:lnTo>
                      <a:lnTo>
                        <a:pt x="13630" y="12719"/>
                      </a:lnTo>
                      <a:lnTo>
                        <a:pt x="13698" y="12189"/>
                      </a:lnTo>
                      <a:lnTo>
                        <a:pt x="13739" y="11658"/>
                      </a:lnTo>
                      <a:lnTo>
                        <a:pt x="13752" y="11141"/>
                      </a:lnTo>
                      <a:lnTo>
                        <a:pt x="13766" y="10638"/>
                      </a:lnTo>
                      <a:lnTo>
                        <a:pt x="13752" y="10148"/>
                      </a:lnTo>
                      <a:lnTo>
                        <a:pt x="13739" y="9672"/>
                      </a:lnTo>
                      <a:lnTo>
                        <a:pt x="13698" y="9237"/>
                      </a:lnTo>
                      <a:lnTo>
                        <a:pt x="13671" y="8815"/>
                      </a:lnTo>
                      <a:lnTo>
                        <a:pt x="13589" y="8094"/>
                      </a:lnTo>
                      <a:lnTo>
                        <a:pt x="13494" y="7523"/>
                      </a:lnTo>
                      <a:lnTo>
                        <a:pt x="13426" y="7128"/>
                      </a:lnTo>
                      <a:lnTo>
                        <a:pt x="13399" y="6965"/>
                      </a:lnTo>
                      <a:lnTo>
                        <a:pt x="13317" y="6285"/>
                      </a:lnTo>
                      <a:lnTo>
                        <a:pt x="13208" y="5591"/>
                      </a:lnTo>
                      <a:lnTo>
                        <a:pt x="13140" y="5251"/>
                      </a:lnTo>
                      <a:lnTo>
                        <a:pt x="13059" y="4898"/>
                      </a:lnTo>
                      <a:lnTo>
                        <a:pt x="12977" y="4544"/>
                      </a:lnTo>
                      <a:lnTo>
                        <a:pt x="12868" y="4190"/>
                      </a:lnTo>
                      <a:lnTo>
                        <a:pt x="12759" y="3850"/>
                      </a:lnTo>
                      <a:lnTo>
                        <a:pt x="12637" y="3510"/>
                      </a:lnTo>
                      <a:lnTo>
                        <a:pt x="12501" y="3170"/>
                      </a:lnTo>
                      <a:lnTo>
                        <a:pt x="12351" y="2857"/>
                      </a:lnTo>
                      <a:lnTo>
                        <a:pt x="12188" y="2531"/>
                      </a:lnTo>
                      <a:lnTo>
                        <a:pt x="11998" y="2232"/>
                      </a:lnTo>
                      <a:lnTo>
                        <a:pt x="11807" y="1946"/>
                      </a:lnTo>
                      <a:lnTo>
                        <a:pt x="11576" y="1660"/>
                      </a:lnTo>
                      <a:lnTo>
                        <a:pt x="11345" y="1402"/>
                      </a:lnTo>
                      <a:lnTo>
                        <a:pt x="11086" y="1157"/>
                      </a:lnTo>
                      <a:lnTo>
                        <a:pt x="10814" y="939"/>
                      </a:lnTo>
                      <a:lnTo>
                        <a:pt x="10501" y="735"/>
                      </a:lnTo>
                      <a:lnTo>
                        <a:pt x="10189" y="558"/>
                      </a:lnTo>
                      <a:lnTo>
                        <a:pt x="9835" y="395"/>
                      </a:lnTo>
                      <a:lnTo>
                        <a:pt x="9658" y="327"/>
                      </a:lnTo>
                      <a:lnTo>
                        <a:pt x="9468" y="259"/>
                      </a:lnTo>
                      <a:lnTo>
                        <a:pt x="9277" y="205"/>
                      </a:lnTo>
                      <a:lnTo>
                        <a:pt x="9073" y="150"/>
                      </a:lnTo>
                      <a:lnTo>
                        <a:pt x="8869" y="110"/>
                      </a:lnTo>
                      <a:lnTo>
                        <a:pt x="8651" y="69"/>
                      </a:lnTo>
                      <a:lnTo>
                        <a:pt x="8434" y="42"/>
                      </a:lnTo>
                      <a:lnTo>
                        <a:pt x="8203" y="28"/>
                      </a:lnTo>
                      <a:lnTo>
                        <a:pt x="7971" y="14"/>
                      </a:lnTo>
                      <a:lnTo>
                        <a:pt x="7726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1" name="Google Shape;1361;p30"/>
                <p:cNvSpPr/>
                <p:nvPr/>
              </p:nvSpPr>
              <p:spPr>
                <a:xfrm>
                  <a:off x="8019195" y="1470876"/>
                  <a:ext cx="27834" cy="27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2" h="899" extrusionOk="0">
                      <a:moveTo>
                        <a:pt x="367" y="1"/>
                      </a:moveTo>
                      <a:lnTo>
                        <a:pt x="272" y="28"/>
                      </a:lnTo>
                      <a:lnTo>
                        <a:pt x="204" y="69"/>
                      </a:lnTo>
                      <a:lnTo>
                        <a:pt x="136" y="123"/>
                      </a:lnTo>
                      <a:lnTo>
                        <a:pt x="82" y="191"/>
                      </a:lnTo>
                      <a:lnTo>
                        <a:pt x="41" y="273"/>
                      </a:lnTo>
                      <a:lnTo>
                        <a:pt x="14" y="355"/>
                      </a:lnTo>
                      <a:lnTo>
                        <a:pt x="0" y="450"/>
                      </a:lnTo>
                      <a:lnTo>
                        <a:pt x="14" y="545"/>
                      </a:lnTo>
                      <a:lnTo>
                        <a:pt x="41" y="627"/>
                      </a:lnTo>
                      <a:lnTo>
                        <a:pt x="82" y="708"/>
                      </a:lnTo>
                      <a:lnTo>
                        <a:pt x="136" y="776"/>
                      </a:lnTo>
                      <a:lnTo>
                        <a:pt x="204" y="831"/>
                      </a:lnTo>
                      <a:lnTo>
                        <a:pt x="272" y="871"/>
                      </a:lnTo>
                      <a:lnTo>
                        <a:pt x="367" y="899"/>
                      </a:lnTo>
                      <a:lnTo>
                        <a:pt x="544" y="899"/>
                      </a:lnTo>
                      <a:lnTo>
                        <a:pt x="626" y="871"/>
                      </a:lnTo>
                      <a:lnTo>
                        <a:pt x="707" y="831"/>
                      </a:lnTo>
                      <a:lnTo>
                        <a:pt x="775" y="776"/>
                      </a:lnTo>
                      <a:lnTo>
                        <a:pt x="830" y="708"/>
                      </a:lnTo>
                      <a:lnTo>
                        <a:pt x="871" y="627"/>
                      </a:lnTo>
                      <a:lnTo>
                        <a:pt x="898" y="545"/>
                      </a:lnTo>
                      <a:lnTo>
                        <a:pt x="911" y="450"/>
                      </a:lnTo>
                      <a:lnTo>
                        <a:pt x="898" y="355"/>
                      </a:lnTo>
                      <a:lnTo>
                        <a:pt x="871" y="273"/>
                      </a:lnTo>
                      <a:lnTo>
                        <a:pt x="830" y="191"/>
                      </a:lnTo>
                      <a:lnTo>
                        <a:pt x="775" y="123"/>
                      </a:lnTo>
                      <a:lnTo>
                        <a:pt x="707" y="69"/>
                      </a:lnTo>
                      <a:lnTo>
                        <a:pt x="626" y="28"/>
                      </a:lnTo>
                      <a:lnTo>
                        <a:pt x="544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2" name="Google Shape;1362;p30"/>
                <p:cNvSpPr/>
                <p:nvPr/>
              </p:nvSpPr>
              <p:spPr>
                <a:xfrm>
                  <a:off x="7661312" y="1715834"/>
                  <a:ext cx="823704" cy="8141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89" h="26675" extrusionOk="0">
                      <a:moveTo>
                        <a:pt x="21207" y="0"/>
                      </a:moveTo>
                      <a:lnTo>
                        <a:pt x="20881" y="14"/>
                      </a:lnTo>
                      <a:lnTo>
                        <a:pt x="20717" y="41"/>
                      </a:lnTo>
                      <a:lnTo>
                        <a:pt x="20554" y="68"/>
                      </a:lnTo>
                      <a:lnTo>
                        <a:pt x="20391" y="96"/>
                      </a:lnTo>
                      <a:lnTo>
                        <a:pt x="20228" y="136"/>
                      </a:lnTo>
                      <a:lnTo>
                        <a:pt x="20065" y="191"/>
                      </a:lnTo>
                      <a:lnTo>
                        <a:pt x="19901" y="259"/>
                      </a:lnTo>
                      <a:lnTo>
                        <a:pt x="19752" y="327"/>
                      </a:lnTo>
                      <a:lnTo>
                        <a:pt x="19588" y="408"/>
                      </a:lnTo>
                      <a:lnTo>
                        <a:pt x="19452" y="490"/>
                      </a:lnTo>
                      <a:lnTo>
                        <a:pt x="19303" y="572"/>
                      </a:lnTo>
                      <a:lnTo>
                        <a:pt x="19167" y="667"/>
                      </a:lnTo>
                      <a:lnTo>
                        <a:pt x="19044" y="776"/>
                      </a:lnTo>
                      <a:lnTo>
                        <a:pt x="18799" y="993"/>
                      </a:lnTo>
                      <a:lnTo>
                        <a:pt x="18582" y="1238"/>
                      </a:lnTo>
                      <a:lnTo>
                        <a:pt x="18391" y="1497"/>
                      </a:lnTo>
                      <a:lnTo>
                        <a:pt x="18228" y="1769"/>
                      </a:lnTo>
                      <a:lnTo>
                        <a:pt x="18079" y="2068"/>
                      </a:lnTo>
                      <a:lnTo>
                        <a:pt x="17970" y="2367"/>
                      </a:lnTo>
                      <a:lnTo>
                        <a:pt x="17888" y="2680"/>
                      </a:lnTo>
                      <a:lnTo>
                        <a:pt x="17847" y="2993"/>
                      </a:lnTo>
                      <a:lnTo>
                        <a:pt x="17820" y="3319"/>
                      </a:lnTo>
                      <a:lnTo>
                        <a:pt x="17834" y="3646"/>
                      </a:lnTo>
                      <a:lnTo>
                        <a:pt x="17847" y="3809"/>
                      </a:lnTo>
                      <a:lnTo>
                        <a:pt x="17874" y="3972"/>
                      </a:lnTo>
                      <a:lnTo>
                        <a:pt x="17915" y="4149"/>
                      </a:lnTo>
                      <a:lnTo>
                        <a:pt x="17956" y="4312"/>
                      </a:lnTo>
                      <a:lnTo>
                        <a:pt x="18011" y="4462"/>
                      </a:lnTo>
                      <a:lnTo>
                        <a:pt x="18079" y="4625"/>
                      </a:lnTo>
                      <a:lnTo>
                        <a:pt x="18119" y="4734"/>
                      </a:lnTo>
                      <a:lnTo>
                        <a:pt x="18201" y="4938"/>
                      </a:lnTo>
                      <a:lnTo>
                        <a:pt x="18296" y="5196"/>
                      </a:lnTo>
                      <a:lnTo>
                        <a:pt x="18500" y="5727"/>
                      </a:lnTo>
                      <a:lnTo>
                        <a:pt x="18691" y="6271"/>
                      </a:lnTo>
                      <a:lnTo>
                        <a:pt x="18867" y="6815"/>
                      </a:lnTo>
                      <a:lnTo>
                        <a:pt x="19044" y="7373"/>
                      </a:lnTo>
                      <a:lnTo>
                        <a:pt x="19194" y="7944"/>
                      </a:lnTo>
                      <a:lnTo>
                        <a:pt x="19357" y="8502"/>
                      </a:lnTo>
                      <a:lnTo>
                        <a:pt x="19493" y="9073"/>
                      </a:lnTo>
                      <a:lnTo>
                        <a:pt x="19629" y="9631"/>
                      </a:lnTo>
                      <a:lnTo>
                        <a:pt x="19738" y="10202"/>
                      </a:lnTo>
                      <a:lnTo>
                        <a:pt x="19847" y="10774"/>
                      </a:lnTo>
                      <a:lnTo>
                        <a:pt x="19956" y="11331"/>
                      </a:lnTo>
                      <a:lnTo>
                        <a:pt x="20037" y="11903"/>
                      </a:lnTo>
                      <a:lnTo>
                        <a:pt x="20105" y="12474"/>
                      </a:lnTo>
                      <a:lnTo>
                        <a:pt x="20173" y="13032"/>
                      </a:lnTo>
                      <a:lnTo>
                        <a:pt x="20228" y="13603"/>
                      </a:lnTo>
                      <a:lnTo>
                        <a:pt x="20255" y="14161"/>
                      </a:lnTo>
                      <a:lnTo>
                        <a:pt x="20282" y="14718"/>
                      </a:lnTo>
                      <a:lnTo>
                        <a:pt x="20282" y="15262"/>
                      </a:lnTo>
                      <a:lnTo>
                        <a:pt x="20282" y="15820"/>
                      </a:lnTo>
                      <a:lnTo>
                        <a:pt x="20255" y="16364"/>
                      </a:lnTo>
                      <a:lnTo>
                        <a:pt x="20214" y="16895"/>
                      </a:lnTo>
                      <a:lnTo>
                        <a:pt x="20160" y="17425"/>
                      </a:lnTo>
                      <a:lnTo>
                        <a:pt x="20092" y="17956"/>
                      </a:lnTo>
                      <a:lnTo>
                        <a:pt x="19996" y="18432"/>
                      </a:lnTo>
                      <a:lnTo>
                        <a:pt x="19901" y="18908"/>
                      </a:lnTo>
                      <a:lnTo>
                        <a:pt x="19792" y="19384"/>
                      </a:lnTo>
                      <a:lnTo>
                        <a:pt x="19656" y="19833"/>
                      </a:lnTo>
                      <a:lnTo>
                        <a:pt x="19616" y="19942"/>
                      </a:lnTo>
                      <a:lnTo>
                        <a:pt x="19520" y="20268"/>
                      </a:lnTo>
                      <a:lnTo>
                        <a:pt x="19507" y="20268"/>
                      </a:lnTo>
                      <a:lnTo>
                        <a:pt x="16650" y="20663"/>
                      </a:lnTo>
                      <a:lnTo>
                        <a:pt x="14175" y="20975"/>
                      </a:lnTo>
                      <a:lnTo>
                        <a:pt x="11685" y="21288"/>
                      </a:lnTo>
                      <a:lnTo>
                        <a:pt x="9210" y="21601"/>
                      </a:lnTo>
                      <a:lnTo>
                        <a:pt x="6734" y="21887"/>
                      </a:lnTo>
                      <a:lnTo>
                        <a:pt x="4245" y="22159"/>
                      </a:lnTo>
                      <a:lnTo>
                        <a:pt x="1769" y="22404"/>
                      </a:lnTo>
                      <a:lnTo>
                        <a:pt x="1592" y="22431"/>
                      </a:lnTo>
                      <a:lnTo>
                        <a:pt x="1415" y="22472"/>
                      </a:lnTo>
                      <a:lnTo>
                        <a:pt x="1252" y="22526"/>
                      </a:lnTo>
                      <a:lnTo>
                        <a:pt x="1102" y="22594"/>
                      </a:lnTo>
                      <a:lnTo>
                        <a:pt x="953" y="22676"/>
                      </a:lnTo>
                      <a:lnTo>
                        <a:pt x="803" y="22771"/>
                      </a:lnTo>
                      <a:lnTo>
                        <a:pt x="681" y="22880"/>
                      </a:lnTo>
                      <a:lnTo>
                        <a:pt x="558" y="23002"/>
                      </a:lnTo>
                      <a:lnTo>
                        <a:pt x="436" y="23125"/>
                      </a:lnTo>
                      <a:lnTo>
                        <a:pt x="341" y="23261"/>
                      </a:lnTo>
                      <a:lnTo>
                        <a:pt x="245" y="23410"/>
                      </a:lnTo>
                      <a:lnTo>
                        <a:pt x="177" y="23560"/>
                      </a:lnTo>
                      <a:lnTo>
                        <a:pt x="109" y="23723"/>
                      </a:lnTo>
                      <a:lnTo>
                        <a:pt x="69" y="23900"/>
                      </a:lnTo>
                      <a:lnTo>
                        <a:pt x="28" y="24077"/>
                      </a:lnTo>
                      <a:lnTo>
                        <a:pt x="14" y="24254"/>
                      </a:lnTo>
                      <a:lnTo>
                        <a:pt x="1" y="24621"/>
                      </a:lnTo>
                      <a:lnTo>
                        <a:pt x="14" y="24920"/>
                      </a:lnTo>
                      <a:lnTo>
                        <a:pt x="28" y="25151"/>
                      </a:lnTo>
                      <a:lnTo>
                        <a:pt x="55" y="25260"/>
                      </a:lnTo>
                      <a:lnTo>
                        <a:pt x="82" y="25342"/>
                      </a:lnTo>
                      <a:lnTo>
                        <a:pt x="109" y="25410"/>
                      </a:lnTo>
                      <a:lnTo>
                        <a:pt x="150" y="25478"/>
                      </a:lnTo>
                      <a:lnTo>
                        <a:pt x="191" y="25532"/>
                      </a:lnTo>
                      <a:lnTo>
                        <a:pt x="245" y="25573"/>
                      </a:lnTo>
                      <a:lnTo>
                        <a:pt x="314" y="25614"/>
                      </a:lnTo>
                      <a:lnTo>
                        <a:pt x="382" y="25641"/>
                      </a:lnTo>
                      <a:lnTo>
                        <a:pt x="558" y="25682"/>
                      </a:lnTo>
                      <a:lnTo>
                        <a:pt x="1211" y="25723"/>
                      </a:lnTo>
                      <a:lnTo>
                        <a:pt x="1878" y="25764"/>
                      </a:lnTo>
                      <a:lnTo>
                        <a:pt x="3292" y="25886"/>
                      </a:lnTo>
                      <a:lnTo>
                        <a:pt x="4762" y="26022"/>
                      </a:lnTo>
                      <a:lnTo>
                        <a:pt x="6271" y="26158"/>
                      </a:lnTo>
                      <a:lnTo>
                        <a:pt x="7768" y="26308"/>
                      </a:lnTo>
                      <a:lnTo>
                        <a:pt x="9237" y="26430"/>
                      </a:lnTo>
                      <a:lnTo>
                        <a:pt x="9958" y="26484"/>
                      </a:lnTo>
                      <a:lnTo>
                        <a:pt x="10651" y="26525"/>
                      </a:lnTo>
                      <a:lnTo>
                        <a:pt x="11318" y="26552"/>
                      </a:lnTo>
                      <a:lnTo>
                        <a:pt x="11971" y="26566"/>
                      </a:lnTo>
                      <a:lnTo>
                        <a:pt x="14487" y="26607"/>
                      </a:lnTo>
                      <a:lnTo>
                        <a:pt x="17004" y="26648"/>
                      </a:lnTo>
                      <a:lnTo>
                        <a:pt x="19534" y="26661"/>
                      </a:lnTo>
                      <a:lnTo>
                        <a:pt x="22064" y="26675"/>
                      </a:lnTo>
                      <a:lnTo>
                        <a:pt x="22255" y="26675"/>
                      </a:lnTo>
                      <a:lnTo>
                        <a:pt x="22445" y="26648"/>
                      </a:lnTo>
                      <a:lnTo>
                        <a:pt x="22622" y="26620"/>
                      </a:lnTo>
                      <a:lnTo>
                        <a:pt x="22812" y="26580"/>
                      </a:lnTo>
                      <a:lnTo>
                        <a:pt x="22989" y="26525"/>
                      </a:lnTo>
                      <a:lnTo>
                        <a:pt x="23180" y="26457"/>
                      </a:lnTo>
                      <a:lnTo>
                        <a:pt x="23343" y="26376"/>
                      </a:lnTo>
                      <a:lnTo>
                        <a:pt x="23520" y="26294"/>
                      </a:lnTo>
                      <a:lnTo>
                        <a:pt x="23683" y="26185"/>
                      </a:lnTo>
                      <a:lnTo>
                        <a:pt x="23832" y="26076"/>
                      </a:lnTo>
                      <a:lnTo>
                        <a:pt x="23996" y="25954"/>
                      </a:lnTo>
                      <a:lnTo>
                        <a:pt x="24132" y="25832"/>
                      </a:lnTo>
                      <a:lnTo>
                        <a:pt x="24268" y="25682"/>
                      </a:lnTo>
                      <a:lnTo>
                        <a:pt x="24390" y="25532"/>
                      </a:lnTo>
                      <a:lnTo>
                        <a:pt x="24513" y="25369"/>
                      </a:lnTo>
                      <a:lnTo>
                        <a:pt x="24621" y="25192"/>
                      </a:lnTo>
                      <a:lnTo>
                        <a:pt x="24785" y="24907"/>
                      </a:lnTo>
                      <a:lnTo>
                        <a:pt x="24975" y="24553"/>
                      </a:lnTo>
                      <a:lnTo>
                        <a:pt x="25152" y="24186"/>
                      </a:lnTo>
                      <a:lnTo>
                        <a:pt x="25315" y="23832"/>
                      </a:lnTo>
                      <a:lnTo>
                        <a:pt x="25465" y="23465"/>
                      </a:lnTo>
                      <a:lnTo>
                        <a:pt x="25750" y="22730"/>
                      </a:lnTo>
                      <a:lnTo>
                        <a:pt x="25886" y="22349"/>
                      </a:lnTo>
                      <a:lnTo>
                        <a:pt x="26009" y="21982"/>
                      </a:lnTo>
                      <a:lnTo>
                        <a:pt x="26226" y="21234"/>
                      </a:lnTo>
                      <a:lnTo>
                        <a:pt x="26417" y="20486"/>
                      </a:lnTo>
                      <a:lnTo>
                        <a:pt x="26580" y="19738"/>
                      </a:lnTo>
                      <a:lnTo>
                        <a:pt x="26716" y="18989"/>
                      </a:lnTo>
                      <a:lnTo>
                        <a:pt x="26811" y="18241"/>
                      </a:lnTo>
                      <a:lnTo>
                        <a:pt x="26893" y="17493"/>
                      </a:lnTo>
                      <a:lnTo>
                        <a:pt x="26947" y="16745"/>
                      </a:lnTo>
                      <a:lnTo>
                        <a:pt x="26975" y="16011"/>
                      </a:lnTo>
                      <a:lnTo>
                        <a:pt x="26988" y="15276"/>
                      </a:lnTo>
                      <a:lnTo>
                        <a:pt x="26988" y="14541"/>
                      </a:lnTo>
                      <a:lnTo>
                        <a:pt x="26961" y="13820"/>
                      </a:lnTo>
                      <a:lnTo>
                        <a:pt x="26907" y="13100"/>
                      </a:lnTo>
                      <a:lnTo>
                        <a:pt x="26852" y="12379"/>
                      </a:lnTo>
                      <a:lnTo>
                        <a:pt x="26771" y="11671"/>
                      </a:lnTo>
                      <a:lnTo>
                        <a:pt x="26675" y="10964"/>
                      </a:lnTo>
                      <a:lnTo>
                        <a:pt x="26567" y="10257"/>
                      </a:lnTo>
                      <a:lnTo>
                        <a:pt x="26444" y="9563"/>
                      </a:lnTo>
                      <a:lnTo>
                        <a:pt x="26322" y="8869"/>
                      </a:lnTo>
                      <a:lnTo>
                        <a:pt x="26172" y="8175"/>
                      </a:lnTo>
                      <a:lnTo>
                        <a:pt x="26009" y="7495"/>
                      </a:lnTo>
                      <a:lnTo>
                        <a:pt x="25846" y="6815"/>
                      </a:lnTo>
                      <a:lnTo>
                        <a:pt x="25655" y="6135"/>
                      </a:lnTo>
                      <a:lnTo>
                        <a:pt x="25465" y="5469"/>
                      </a:lnTo>
                      <a:lnTo>
                        <a:pt x="25261" y="4802"/>
                      </a:lnTo>
                      <a:lnTo>
                        <a:pt x="25043" y="4135"/>
                      </a:lnTo>
                      <a:lnTo>
                        <a:pt x="24812" y="3469"/>
                      </a:lnTo>
                      <a:lnTo>
                        <a:pt x="24567" y="2789"/>
                      </a:lnTo>
                      <a:lnTo>
                        <a:pt x="24431" y="2449"/>
                      </a:lnTo>
                      <a:lnTo>
                        <a:pt x="24349" y="2272"/>
                      </a:lnTo>
                      <a:lnTo>
                        <a:pt x="24268" y="2054"/>
                      </a:lnTo>
                      <a:lnTo>
                        <a:pt x="24200" y="1905"/>
                      </a:lnTo>
                      <a:lnTo>
                        <a:pt x="24118" y="1755"/>
                      </a:lnTo>
                      <a:lnTo>
                        <a:pt x="24036" y="1605"/>
                      </a:lnTo>
                      <a:lnTo>
                        <a:pt x="23941" y="1469"/>
                      </a:lnTo>
                      <a:lnTo>
                        <a:pt x="23846" y="1333"/>
                      </a:lnTo>
                      <a:lnTo>
                        <a:pt x="23751" y="1211"/>
                      </a:lnTo>
                      <a:lnTo>
                        <a:pt x="23520" y="966"/>
                      </a:lnTo>
                      <a:lnTo>
                        <a:pt x="23288" y="748"/>
                      </a:lnTo>
                      <a:lnTo>
                        <a:pt x="23016" y="558"/>
                      </a:lnTo>
                      <a:lnTo>
                        <a:pt x="22744" y="395"/>
                      </a:lnTo>
                      <a:lnTo>
                        <a:pt x="22459" y="259"/>
                      </a:lnTo>
                      <a:lnTo>
                        <a:pt x="22159" y="150"/>
                      </a:lnTo>
                      <a:lnTo>
                        <a:pt x="21846" y="68"/>
                      </a:lnTo>
                      <a:lnTo>
                        <a:pt x="21534" y="28"/>
                      </a:lnTo>
                      <a:lnTo>
                        <a:pt x="21207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63" name="Google Shape;1363;p30"/>
                <p:cNvSpPr/>
                <p:nvPr/>
              </p:nvSpPr>
              <p:spPr>
                <a:xfrm>
                  <a:off x="7435888" y="2282112"/>
                  <a:ext cx="291893" cy="225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4" h="7373" extrusionOk="0">
                      <a:moveTo>
                        <a:pt x="6081" y="0"/>
                      </a:moveTo>
                      <a:lnTo>
                        <a:pt x="6040" y="41"/>
                      </a:lnTo>
                      <a:lnTo>
                        <a:pt x="6013" y="109"/>
                      </a:lnTo>
                      <a:lnTo>
                        <a:pt x="5999" y="204"/>
                      </a:lnTo>
                      <a:lnTo>
                        <a:pt x="5999" y="313"/>
                      </a:lnTo>
                      <a:lnTo>
                        <a:pt x="6026" y="435"/>
                      </a:lnTo>
                      <a:lnTo>
                        <a:pt x="6081" y="735"/>
                      </a:lnTo>
                      <a:lnTo>
                        <a:pt x="6162" y="1061"/>
                      </a:lnTo>
                      <a:lnTo>
                        <a:pt x="6271" y="1401"/>
                      </a:lnTo>
                      <a:lnTo>
                        <a:pt x="6366" y="1728"/>
                      </a:lnTo>
                      <a:lnTo>
                        <a:pt x="6462" y="1986"/>
                      </a:lnTo>
                      <a:lnTo>
                        <a:pt x="6530" y="2204"/>
                      </a:lnTo>
                      <a:lnTo>
                        <a:pt x="6557" y="2285"/>
                      </a:lnTo>
                      <a:lnTo>
                        <a:pt x="6557" y="2367"/>
                      </a:lnTo>
                      <a:lnTo>
                        <a:pt x="6557" y="2435"/>
                      </a:lnTo>
                      <a:lnTo>
                        <a:pt x="6543" y="2489"/>
                      </a:lnTo>
                      <a:lnTo>
                        <a:pt x="6502" y="2544"/>
                      </a:lnTo>
                      <a:lnTo>
                        <a:pt x="6448" y="2585"/>
                      </a:lnTo>
                      <a:lnTo>
                        <a:pt x="6380" y="2612"/>
                      </a:lnTo>
                      <a:lnTo>
                        <a:pt x="6285" y="2639"/>
                      </a:lnTo>
                      <a:lnTo>
                        <a:pt x="6162" y="2666"/>
                      </a:lnTo>
                      <a:lnTo>
                        <a:pt x="5822" y="2666"/>
                      </a:lnTo>
                      <a:lnTo>
                        <a:pt x="5578" y="2625"/>
                      </a:lnTo>
                      <a:lnTo>
                        <a:pt x="5292" y="2571"/>
                      </a:lnTo>
                      <a:lnTo>
                        <a:pt x="4965" y="2489"/>
                      </a:lnTo>
                      <a:lnTo>
                        <a:pt x="4231" y="2299"/>
                      </a:lnTo>
                      <a:lnTo>
                        <a:pt x="3442" y="2081"/>
                      </a:lnTo>
                      <a:lnTo>
                        <a:pt x="2639" y="1877"/>
                      </a:lnTo>
                      <a:lnTo>
                        <a:pt x="2258" y="1782"/>
                      </a:lnTo>
                      <a:lnTo>
                        <a:pt x="1905" y="1700"/>
                      </a:lnTo>
                      <a:lnTo>
                        <a:pt x="1565" y="1646"/>
                      </a:lnTo>
                      <a:lnTo>
                        <a:pt x="1265" y="1605"/>
                      </a:lnTo>
                      <a:lnTo>
                        <a:pt x="1021" y="1592"/>
                      </a:lnTo>
                      <a:lnTo>
                        <a:pt x="912" y="1605"/>
                      </a:lnTo>
                      <a:lnTo>
                        <a:pt x="817" y="1619"/>
                      </a:lnTo>
                      <a:lnTo>
                        <a:pt x="749" y="1632"/>
                      </a:lnTo>
                      <a:lnTo>
                        <a:pt x="694" y="1673"/>
                      </a:lnTo>
                      <a:lnTo>
                        <a:pt x="681" y="1714"/>
                      </a:lnTo>
                      <a:lnTo>
                        <a:pt x="694" y="1755"/>
                      </a:lnTo>
                      <a:lnTo>
                        <a:pt x="721" y="1809"/>
                      </a:lnTo>
                      <a:lnTo>
                        <a:pt x="776" y="1864"/>
                      </a:lnTo>
                      <a:lnTo>
                        <a:pt x="953" y="2000"/>
                      </a:lnTo>
                      <a:lnTo>
                        <a:pt x="1184" y="2136"/>
                      </a:lnTo>
                      <a:lnTo>
                        <a:pt x="1483" y="2299"/>
                      </a:lnTo>
                      <a:lnTo>
                        <a:pt x="1810" y="2462"/>
                      </a:lnTo>
                      <a:lnTo>
                        <a:pt x="2163" y="2625"/>
                      </a:lnTo>
                      <a:lnTo>
                        <a:pt x="2884" y="2952"/>
                      </a:lnTo>
                      <a:lnTo>
                        <a:pt x="3537" y="3224"/>
                      </a:lnTo>
                      <a:lnTo>
                        <a:pt x="4204" y="3482"/>
                      </a:lnTo>
                      <a:lnTo>
                        <a:pt x="3592" y="3374"/>
                      </a:lnTo>
                      <a:lnTo>
                        <a:pt x="2966" y="3265"/>
                      </a:lnTo>
                      <a:lnTo>
                        <a:pt x="2231" y="3142"/>
                      </a:lnTo>
                      <a:lnTo>
                        <a:pt x="1483" y="3047"/>
                      </a:lnTo>
                      <a:lnTo>
                        <a:pt x="1129" y="3020"/>
                      </a:lnTo>
                      <a:lnTo>
                        <a:pt x="803" y="3006"/>
                      </a:lnTo>
                      <a:lnTo>
                        <a:pt x="531" y="3006"/>
                      </a:lnTo>
                      <a:lnTo>
                        <a:pt x="286" y="3020"/>
                      </a:lnTo>
                      <a:lnTo>
                        <a:pt x="191" y="3047"/>
                      </a:lnTo>
                      <a:lnTo>
                        <a:pt x="123" y="3061"/>
                      </a:lnTo>
                      <a:lnTo>
                        <a:pt x="55" y="3102"/>
                      </a:lnTo>
                      <a:lnTo>
                        <a:pt x="14" y="3142"/>
                      </a:lnTo>
                      <a:lnTo>
                        <a:pt x="0" y="3183"/>
                      </a:lnTo>
                      <a:lnTo>
                        <a:pt x="0" y="3238"/>
                      </a:lnTo>
                      <a:lnTo>
                        <a:pt x="28" y="3306"/>
                      </a:lnTo>
                      <a:lnTo>
                        <a:pt x="68" y="3360"/>
                      </a:lnTo>
                      <a:lnTo>
                        <a:pt x="136" y="3414"/>
                      </a:lnTo>
                      <a:lnTo>
                        <a:pt x="218" y="3482"/>
                      </a:lnTo>
                      <a:lnTo>
                        <a:pt x="436" y="3618"/>
                      </a:lnTo>
                      <a:lnTo>
                        <a:pt x="708" y="3754"/>
                      </a:lnTo>
                      <a:lnTo>
                        <a:pt x="1021" y="3890"/>
                      </a:lnTo>
                      <a:lnTo>
                        <a:pt x="1361" y="4013"/>
                      </a:lnTo>
                      <a:lnTo>
                        <a:pt x="1728" y="4149"/>
                      </a:lnTo>
                      <a:lnTo>
                        <a:pt x="2449" y="4380"/>
                      </a:lnTo>
                      <a:lnTo>
                        <a:pt x="3088" y="4584"/>
                      </a:lnTo>
                      <a:lnTo>
                        <a:pt x="3714" y="4761"/>
                      </a:lnTo>
                      <a:lnTo>
                        <a:pt x="3714" y="4761"/>
                      </a:lnTo>
                      <a:lnTo>
                        <a:pt x="3183" y="4734"/>
                      </a:lnTo>
                      <a:lnTo>
                        <a:pt x="2639" y="4707"/>
                      </a:lnTo>
                      <a:lnTo>
                        <a:pt x="2014" y="4679"/>
                      </a:lnTo>
                      <a:lnTo>
                        <a:pt x="1388" y="4679"/>
                      </a:lnTo>
                      <a:lnTo>
                        <a:pt x="844" y="4693"/>
                      </a:lnTo>
                      <a:lnTo>
                        <a:pt x="626" y="4707"/>
                      </a:lnTo>
                      <a:lnTo>
                        <a:pt x="449" y="4734"/>
                      </a:lnTo>
                      <a:lnTo>
                        <a:pt x="340" y="4761"/>
                      </a:lnTo>
                      <a:lnTo>
                        <a:pt x="300" y="4788"/>
                      </a:lnTo>
                      <a:lnTo>
                        <a:pt x="286" y="4802"/>
                      </a:lnTo>
                      <a:lnTo>
                        <a:pt x="286" y="4856"/>
                      </a:lnTo>
                      <a:lnTo>
                        <a:pt x="313" y="4897"/>
                      </a:lnTo>
                      <a:lnTo>
                        <a:pt x="354" y="4951"/>
                      </a:lnTo>
                      <a:lnTo>
                        <a:pt x="409" y="5006"/>
                      </a:lnTo>
                      <a:lnTo>
                        <a:pt x="558" y="5101"/>
                      </a:lnTo>
                      <a:lnTo>
                        <a:pt x="762" y="5210"/>
                      </a:lnTo>
                      <a:lnTo>
                        <a:pt x="1007" y="5305"/>
                      </a:lnTo>
                      <a:lnTo>
                        <a:pt x="1279" y="5414"/>
                      </a:lnTo>
                      <a:lnTo>
                        <a:pt x="1878" y="5604"/>
                      </a:lnTo>
                      <a:lnTo>
                        <a:pt x="2476" y="5781"/>
                      </a:lnTo>
                      <a:lnTo>
                        <a:pt x="3007" y="5917"/>
                      </a:lnTo>
                      <a:lnTo>
                        <a:pt x="3524" y="6040"/>
                      </a:lnTo>
                      <a:lnTo>
                        <a:pt x="3170" y="6040"/>
                      </a:lnTo>
                      <a:lnTo>
                        <a:pt x="2803" y="6053"/>
                      </a:lnTo>
                      <a:lnTo>
                        <a:pt x="2381" y="6067"/>
                      </a:lnTo>
                      <a:lnTo>
                        <a:pt x="1973" y="6108"/>
                      </a:lnTo>
                      <a:lnTo>
                        <a:pt x="1796" y="6149"/>
                      </a:lnTo>
                      <a:lnTo>
                        <a:pt x="1633" y="6176"/>
                      </a:lnTo>
                      <a:lnTo>
                        <a:pt x="1497" y="6217"/>
                      </a:lnTo>
                      <a:lnTo>
                        <a:pt x="1402" y="6271"/>
                      </a:lnTo>
                      <a:lnTo>
                        <a:pt x="1374" y="6298"/>
                      </a:lnTo>
                      <a:lnTo>
                        <a:pt x="1361" y="6325"/>
                      </a:lnTo>
                      <a:lnTo>
                        <a:pt x="1347" y="6366"/>
                      </a:lnTo>
                      <a:lnTo>
                        <a:pt x="1361" y="6393"/>
                      </a:lnTo>
                      <a:lnTo>
                        <a:pt x="1388" y="6434"/>
                      </a:lnTo>
                      <a:lnTo>
                        <a:pt x="1442" y="6475"/>
                      </a:lnTo>
                      <a:lnTo>
                        <a:pt x="1606" y="6570"/>
                      </a:lnTo>
                      <a:lnTo>
                        <a:pt x="1864" y="6679"/>
                      </a:lnTo>
                      <a:lnTo>
                        <a:pt x="2190" y="6788"/>
                      </a:lnTo>
                      <a:lnTo>
                        <a:pt x="2585" y="6897"/>
                      </a:lnTo>
                      <a:lnTo>
                        <a:pt x="3034" y="6992"/>
                      </a:lnTo>
                      <a:lnTo>
                        <a:pt x="3537" y="7101"/>
                      </a:lnTo>
                      <a:lnTo>
                        <a:pt x="4081" y="7182"/>
                      </a:lnTo>
                      <a:lnTo>
                        <a:pt x="4653" y="7264"/>
                      </a:lnTo>
                      <a:lnTo>
                        <a:pt x="5251" y="7318"/>
                      </a:lnTo>
                      <a:lnTo>
                        <a:pt x="5850" y="7359"/>
                      </a:lnTo>
                      <a:lnTo>
                        <a:pt x="6462" y="7373"/>
                      </a:lnTo>
                      <a:lnTo>
                        <a:pt x="7074" y="7359"/>
                      </a:lnTo>
                      <a:lnTo>
                        <a:pt x="7373" y="7332"/>
                      </a:lnTo>
                      <a:lnTo>
                        <a:pt x="7672" y="7305"/>
                      </a:lnTo>
                      <a:lnTo>
                        <a:pt x="7958" y="7264"/>
                      </a:lnTo>
                      <a:lnTo>
                        <a:pt x="8244" y="7210"/>
                      </a:lnTo>
                      <a:lnTo>
                        <a:pt x="8516" y="7155"/>
                      </a:lnTo>
                      <a:lnTo>
                        <a:pt x="8788" y="7087"/>
                      </a:lnTo>
                      <a:lnTo>
                        <a:pt x="8883" y="7005"/>
                      </a:lnTo>
                      <a:lnTo>
                        <a:pt x="8992" y="6883"/>
                      </a:lnTo>
                      <a:lnTo>
                        <a:pt x="9101" y="6733"/>
                      </a:lnTo>
                      <a:lnTo>
                        <a:pt x="9196" y="6543"/>
                      </a:lnTo>
                      <a:lnTo>
                        <a:pt x="9291" y="6339"/>
                      </a:lnTo>
                      <a:lnTo>
                        <a:pt x="9386" y="6108"/>
                      </a:lnTo>
                      <a:lnTo>
                        <a:pt x="9454" y="5849"/>
                      </a:lnTo>
                      <a:lnTo>
                        <a:pt x="9509" y="5577"/>
                      </a:lnTo>
                      <a:lnTo>
                        <a:pt x="9549" y="5292"/>
                      </a:lnTo>
                      <a:lnTo>
                        <a:pt x="9563" y="5006"/>
                      </a:lnTo>
                      <a:lnTo>
                        <a:pt x="9536" y="4693"/>
                      </a:lnTo>
                      <a:lnTo>
                        <a:pt x="9509" y="4543"/>
                      </a:lnTo>
                      <a:lnTo>
                        <a:pt x="9481" y="4394"/>
                      </a:lnTo>
                      <a:lnTo>
                        <a:pt x="9441" y="4231"/>
                      </a:lnTo>
                      <a:lnTo>
                        <a:pt x="9400" y="4081"/>
                      </a:lnTo>
                      <a:lnTo>
                        <a:pt x="9332" y="3931"/>
                      </a:lnTo>
                      <a:lnTo>
                        <a:pt x="9264" y="3782"/>
                      </a:lnTo>
                      <a:lnTo>
                        <a:pt x="9182" y="3618"/>
                      </a:lnTo>
                      <a:lnTo>
                        <a:pt x="9087" y="3469"/>
                      </a:lnTo>
                      <a:lnTo>
                        <a:pt x="8992" y="3319"/>
                      </a:lnTo>
                      <a:lnTo>
                        <a:pt x="8869" y="3183"/>
                      </a:lnTo>
                      <a:lnTo>
                        <a:pt x="8461" y="2680"/>
                      </a:lnTo>
                      <a:lnTo>
                        <a:pt x="8148" y="2258"/>
                      </a:lnTo>
                      <a:lnTo>
                        <a:pt x="7890" y="1877"/>
                      </a:lnTo>
                      <a:lnTo>
                        <a:pt x="7672" y="1537"/>
                      </a:lnTo>
                      <a:lnTo>
                        <a:pt x="7455" y="1224"/>
                      </a:lnTo>
                      <a:lnTo>
                        <a:pt x="7223" y="925"/>
                      </a:lnTo>
                      <a:lnTo>
                        <a:pt x="7087" y="776"/>
                      </a:lnTo>
                      <a:lnTo>
                        <a:pt x="6951" y="612"/>
                      </a:lnTo>
                      <a:lnTo>
                        <a:pt x="6788" y="449"/>
                      </a:lnTo>
                      <a:lnTo>
                        <a:pt x="6611" y="286"/>
                      </a:lnTo>
                      <a:lnTo>
                        <a:pt x="6462" y="150"/>
                      </a:lnTo>
                      <a:lnTo>
                        <a:pt x="6326" y="68"/>
                      </a:lnTo>
                      <a:lnTo>
                        <a:pt x="6230" y="14"/>
                      </a:lnTo>
                      <a:lnTo>
                        <a:pt x="6149" y="0"/>
                      </a:lnTo>
                      <a:close/>
                    </a:path>
                  </a:pathLst>
                </a:custGeom>
                <a:solidFill>
                  <a:srgbClr val="FDBB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64" name="Google Shape;1364;p30"/>
            <p:cNvSpPr/>
            <p:nvPr/>
          </p:nvSpPr>
          <p:spPr>
            <a:xfrm>
              <a:off x="3924300" y="1924125"/>
              <a:ext cx="162000" cy="1620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30"/>
            <p:cNvSpPr/>
            <p:nvPr/>
          </p:nvSpPr>
          <p:spPr>
            <a:xfrm>
              <a:off x="3924300" y="3580275"/>
              <a:ext cx="162000" cy="1620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30"/>
            <p:cNvSpPr/>
            <p:nvPr/>
          </p:nvSpPr>
          <p:spPr>
            <a:xfrm>
              <a:off x="5781675" y="3065925"/>
              <a:ext cx="162000" cy="1620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30"/>
            <p:cNvSpPr/>
            <p:nvPr/>
          </p:nvSpPr>
          <p:spPr>
            <a:xfrm>
              <a:off x="4714800" y="1038225"/>
              <a:ext cx="162000" cy="1620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68" name="Google Shape;1368;p30"/>
          <p:cNvCxnSpPr>
            <a:stCxn id="1283" idx="6"/>
            <a:endCxn id="1364" idx="0"/>
          </p:cNvCxnSpPr>
          <p:nvPr/>
        </p:nvCxnSpPr>
        <p:spPr>
          <a:xfrm>
            <a:off x="2486100" y="1690725"/>
            <a:ext cx="1519200" cy="2334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369" name="Google Shape;1369;p30"/>
          <p:cNvCxnSpPr>
            <a:stCxn id="1284" idx="6"/>
            <a:endCxn id="1365" idx="0"/>
          </p:cNvCxnSpPr>
          <p:nvPr/>
        </p:nvCxnSpPr>
        <p:spPr>
          <a:xfrm>
            <a:off x="2600400" y="3146925"/>
            <a:ext cx="1404900" cy="433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370" name="Google Shape;1370;p30"/>
          <p:cNvCxnSpPr>
            <a:stCxn id="1286" idx="2"/>
            <a:endCxn id="1367" idx="6"/>
          </p:cNvCxnSpPr>
          <p:nvPr/>
        </p:nvCxnSpPr>
        <p:spPr>
          <a:xfrm rot="10800000">
            <a:off x="4876800" y="1119225"/>
            <a:ext cx="2085900" cy="571500"/>
          </a:xfrm>
          <a:prstGeom prst="bentConnector3">
            <a:avLst>
              <a:gd name="adj1" fmla="val 3424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371" name="Google Shape;1371;p30"/>
          <p:cNvCxnSpPr>
            <a:stCxn id="1285" idx="2"/>
            <a:endCxn id="1366" idx="6"/>
          </p:cNvCxnSpPr>
          <p:nvPr/>
        </p:nvCxnSpPr>
        <p:spPr>
          <a:xfrm flipH="1">
            <a:off x="5943675" y="3146925"/>
            <a:ext cx="12096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6" name="Google Shape;1376;p31" title="Gráfic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9760" y="1072925"/>
            <a:ext cx="5524481" cy="341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3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grpSp>
        <p:nvGrpSpPr>
          <p:cNvPr id="1378" name="Google Shape;1378;p31"/>
          <p:cNvGrpSpPr/>
          <p:nvPr/>
        </p:nvGrpSpPr>
        <p:grpSpPr>
          <a:xfrm flipH="1">
            <a:off x="5324632" y="1737393"/>
            <a:ext cx="2564311" cy="2664201"/>
            <a:chOff x="457200" y="1322450"/>
            <a:chExt cx="3281689" cy="3409523"/>
          </a:xfrm>
        </p:grpSpPr>
        <p:sp>
          <p:nvSpPr>
            <p:cNvPr id="1379" name="Google Shape;1379;p31"/>
            <p:cNvSpPr/>
            <p:nvPr/>
          </p:nvSpPr>
          <p:spPr>
            <a:xfrm>
              <a:off x="2776429" y="4574428"/>
              <a:ext cx="750464" cy="76155"/>
            </a:xfrm>
            <a:custGeom>
              <a:avLst/>
              <a:gdLst/>
              <a:ahLst/>
              <a:cxnLst/>
              <a:rect l="l" t="t" r="r" b="b"/>
              <a:pathLst>
                <a:path w="23227" h="2357" extrusionOk="0">
                  <a:moveTo>
                    <a:pt x="11609" y="1"/>
                  </a:moveTo>
                  <a:lnTo>
                    <a:pt x="10421" y="10"/>
                  </a:lnTo>
                  <a:lnTo>
                    <a:pt x="9272" y="29"/>
                  </a:lnTo>
                  <a:lnTo>
                    <a:pt x="8161" y="58"/>
                  </a:lnTo>
                  <a:lnTo>
                    <a:pt x="7088" y="97"/>
                  </a:lnTo>
                  <a:lnTo>
                    <a:pt x="6073" y="144"/>
                  </a:lnTo>
                  <a:lnTo>
                    <a:pt x="5115" y="202"/>
                  </a:lnTo>
                  <a:lnTo>
                    <a:pt x="4224" y="269"/>
                  </a:lnTo>
                  <a:lnTo>
                    <a:pt x="3400" y="346"/>
                  </a:lnTo>
                  <a:lnTo>
                    <a:pt x="2653" y="432"/>
                  </a:lnTo>
                  <a:lnTo>
                    <a:pt x="1983" y="518"/>
                  </a:lnTo>
                  <a:lnTo>
                    <a:pt x="1398" y="614"/>
                  </a:lnTo>
                  <a:lnTo>
                    <a:pt x="1140" y="671"/>
                  </a:lnTo>
                  <a:lnTo>
                    <a:pt x="910" y="719"/>
                  </a:lnTo>
                  <a:lnTo>
                    <a:pt x="699" y="777"/>
                  </a:lnTo>
                  <a:lnTo>
                    <a:pt x="517" y="834"/>
                  </a:lnTo>
                  <a:lnTo>
                    <a:pt x="364" y="882"/>
                  </a:lnTo>
                  <a:lnTo>
                    <a:pt x="230" y="939"/>
                  </a:lnTo>
                  <a:lnTo>
                    <a:pt x="134" y="997"/>
                  </a:lnTo>
                  <a:lnTo>
                    <a:pt x="58" y="1064"/>
                  </a:lnTo>
                  <a:lnTo>
                    <a:pt x="29" y="1093"/>
                  </a:lnTo>
                  <a:lnTo>
                    <a:pt x="10" y="1121"/>
                  </a:lnTo>
                  <a:lnTo>
                    <a:pt x="0" y="1150"/>
                  </a:lnTo>
                  <a:lnTo>
                    <a:pt x="0" y="1179"/>
                  </a:lnTo>
                  <a:lnTo>
                    <a:pt x="0" y="1208"/>
                  </a:lnTo>
                  <a:lnTo>
                    <a:pt x="10" y="1236"/>
                  </a:lnTo>
                  <a:lnTo>
                    <a:pt x="29" y="1275"/>
                  </a:lnTo>
                  <a:lnTo>
                    <a:pt x="58" y="1303"/>
                  </a:lnTo>
                  <a:lnTo>
                    <a:pt x="134" y="1361"/>
                  </a:lnTo>
                  <a:lnTo>
                    <a:pt x="230" y="1418"/>
                  </a:lnTo>
                  <a:lnTo>
                    <a:pt x="364" y="1476"/>
                  </a:lnTo>
                  <a:lnTo>
                    <a:pt x="517" y="1533"/>
                  </a:lnTo>
                  <a:lnTo>
                    <a:pt x="699" y="1581"/>
                  </a:lnTo>
                  <a:lnTo>
                    <a:pt x="910" y="1639"/>
                  </a:lnTo>
                  <a:lnTo>
                    <a:pt x="1140" y="1686"/>
                  </a:lnTo>
                  <a:lnTo>
                    <a:pt x="1398" y="1744"/>
                  </a:lnTo>
                  <a:lnTo>
                    <a:pt x="1983" y="1840"/>
                  </a:lnTo>
                  <a:lnTo>
                    <a:pt x="2653" y="1926"/>
                  </a:lnTo>
                  <a:lnTo>
                    <a:pt x="3400" y="2012"/>
                  </a:lnTo>
                  <a:lnTo>
                    <a:pt x="4224" y="2089"/>
                  </a:lnTo>
                  <a:lnTo>
                    <a:pt x="5115" y="2156"/>
                  </a:lnTo>
                  <a:lnTo>
                    <a:pt x="6073" y="2213"/>
                  </a:lnTo>
                  <a:lnTo>
                    <a:pt x="7088" y="2261"/>
                  </a:lnTo>
                  <a:lnTo>
                    <a:pt x="8161" y="2299"/>
                  </a:lnTo>
                  <a:lnTo>
                    <a:pt x="9272" y="2328"/>
                  </a:lnTo>
                  <a:lnTo>
                    <a:pt x="10421" y="2347"/>
                  </a:lnTo>
                  <a:lnTo>
                    <a:pt x="11609" y="2357"/>
                  </a:lnTo>
                  <a:lnTo>
                    <a:pt x="12796" y="2347"/>
                  </a:lnTo>
                  <a:lnTo>
                    <a:pt x="13955" y="2328"/>
                  </a:lnTo>
                  <a:lnTo>
                    <a:pt x="15066" y="2299"/>
                  </a:lnTo>
                  <a:lnTo>
                    <a:pt x="16130" y="2261"/>
                  </a:lnTo>
                  <a:lnTo>
                    <a:pt x="17145" y="2213"/>
                  </a:lnTo>
                  <a:lnTo>
                    <a:pt x="18103" y="2156"/>
                  </a:lnTo>
                  <a:lnTo>
                    <a:pt x="19003" y="2089"/>
                  </a:lnTo>
                  <a:lnTo>
                    <a:pt x="19827" y="2012"/>
                  </a:lnTo>
                  <a:lnTo>
                    <a:pt x="20574" y="1926"/>
                  </a:lnTo>
                  <a:lnTo>
                    <a:pt x="21244" y="1840"/>
                  </a:lnTo>
                  <a:lnTo>
                    <a:pt x="21829" y="1744"/>
                  </a:lnTo>
                  <a:lnTo>
                    <a:pt x="22078" y="1686"/>
                  </a:lnTo>
                  <a:lnTo>
                    <a:pt x="22317" y="1639"/>
                  </a:lnTo>
                  <a:lnTo>
                    <a:pt x="22518" y="1581"/>
                  </a:lnTo>
                  <a:lnTo>
                    <a:pt x="22700" y="1533"/>
                  </a:lnTo>
                  <a:lnTo>
                    <a:pt x="22863" y="1476"/>
                  </a:lnTo>
                  <a:lnTo>
                    <a:pt x="22987" y="1418"/>
                  </a:lnTo>
                  <a:lnTo>
                    <a:pt x="23093" y="1361"/>
                  </a:lnTo>
                  <a:lnTo>
                    <a:pt x="23169" y="1303"/>
                  </a:lnTo>
                  <a:lnTo>
                    <a:pt x="23189" y="1275"/>
                  </a:lnTo>
                  <a:lnTo>
                    <a:pt x="23208" y="1236"/>
                  </a:lnTo>
                  <a:lnTo>
                    <a:pt x="23217" y="1208"/>
                  </a:lnTo>
                  <a:lnTo>
                    <a:pt x="23227" y="1179"/>
                  </a:lnTo>
                  <a:lnTo>
                    <a:pt x="23217" y="1150"/>
                  </a:lnTo>
                  <a:lnTo>
                    <a:pt x="23208" y="1121"/>
                  </a:lnTo>
                  <a:lnTo>
                    <a:pt x="23189" y="1093"/>
                  </a:lnTo>
                  <a:lnTo>
                    <a:pt x="23169" y="1064"/>
                  </a:lnTo>
                  <a:lnTo>
                    <a:pt x="23093" y="997"/>
                  </a:lnTo>
                  <a:lnTo>
                    <a:pt x="22987" y="939"/>
                  </a:lnTo>
                  <a:lnTo>
                    <a:pt x="22863" y="882"/>
                  </a:lnTo>
                  <a:lnTo>
                    <a:pt x="22700" y="834"/>
                  </a:lnTo>
                  <a:lnTo>
                    <a:pt x="22518" y="777"/>
                  </a:lnTo>
                  <a:lnTo>
                    <a:pt x="22317" y="719"/>
                  </a:lnTo>
                  <a:lnTo>
                    <a:pt x="22078" y="671"/>
                  </a:lnTo>
                  <a:lnTo>
                    <a:pt x="21829" y="614"/>
                  </a:lnTo>
                  <a:lnTo>
                    <a:pt x="21244" y="518"/>
                  </a:lnTo>
                  <a:lnTo>
                    <a:pt x="20574" y="432"/>
                  </a:lnTo>
                  <a:lnTo>
                    <a:pt x="19827" y="346"/>
                  </a:lnTo>
                  <a:lnTo>
                    <a:pt x="19003" y="269"/>
                  </a:lnTo>
                  <a:lnTo>
                    <a:pt x="18103" y="202"/>
                  </a:lnTo>
                  <a:lnTo>
                    <a:pt x="17145" y="144"/>
                  </a:lnTo>
                  <a:lnTo>
                    <a:pt x="16130" y="97"/>
                  </a:lnTo>
                  <a:lnTo>
                    <a:pt x="15066" y="58"/>
                  </a:lnTo>
                  <a:lnTo>
                    <a:pt x="13955" y="29"/>
                  </a:lnTo>
                  <a:lnTo>
                    <a:pt x="12796" y="10"/>
                  </a:lnTo>
                  <a:lnTo>
                    <a:pt x="11609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31"/>
            <p:cNvSpPr/>
            <p:nvPr/>
          </p:nvSpPr>
          <p:spPr>
            <a:xfrm>
              <a:off x="457200" y="4623960"/>
              <a:ext cx="2418856" cy="108012"/>
            </a:xfrm>
            <a:custGeom>
              <a:avLst/>
              <a:gdLst/>
              <a:ahLst/>
              <a:cxnLst/>
              <a:rect l="l" t="t" r="r" b="b"/>
              <a:pathLst>
                <a:path w="74864" h="3343" extrusionOk="0">
                  <a:moveTo>
                    <a:pt x="37432" y="0"/>
                  </a:moveTo>
                  <a:lnTo>
                    <a:pt x="33610" y="10"/>
                  </a:lnTo>
                  <a:lnTo>
                    <a:pt x="29894" y="29"/>
                  </a:lnTo>
                  <a:lnTo>
                    <a:pt x="26302" y="77"/>
                  </a:lnTo>
                  <a:lnTo>
                    <a:pt x="22864" y="134"/>
                  </a:lnTo>
                  <a:lnTo>
                    <a:pt x="19598" y="201"/>
                  </a:lnTo>
                  <a:lnTo>
                    <a:pt x="16504" y="288"/>
                  </a:lnTo>
                  <a:lnTo>
                    <a:pt x="13630" y="383"/>
                  </a:lnTo>
                  <a:lnTo>
                    <a:pt x="10968" y="489"/>
                  </a:lnTo>
                  <a:lnTo>
                    <a:pt x="8554" y="604"/>
                  </a:lnTo>
                  <a:lnTo>
                    <a:pt x="7443" y="671"/>
                  </a:lnTo>
                  <a:lnTo>
                    <a:pt x="6399" y="738"/>
                  </a:lnTo>
                  <a:lnTo>
                    <a:pt x="5422" y="805"/>
                  </a:lnTo>
                  <a:lnTo>
                    <a:pt x="4522" y="872"/>
                  </a:lnTo>
                  <a:lnTo>
                    <a:pt x="3698" y="948"/>
                  </a:lnTo>
                  <a:lnTo>
                    <a:pt x="2951" y="1025"/>
                  </a:lnTo>
                  <a:lnTo>
                    <a:pt x="2280" y="1102"/>
                  </a:lnTo>
                  <a:lnTo>
                    <a:pt x="1687" y="1178"/>
                  </a:lnTo>
                  <a:lnTo>
                    <a:pt x="1179" y="1255"/>
                  </a:lnTo>
                  <a:lnTo>
                    <a:pt x="767" y="1332"/>
                  </a:lnTo>
                  <a:lnTo>
                    <a:pt x="585" y="1379"/>
                  </a:lnTo>
                  <a:lnTo>
                    <a:pt x="432" y="1418"/>
                  </a:lnTo>
                  <a:lnTo>
                    <a:pt x="307" y="1456"/>
                  </a:lnTo>
                  <a:lnTo>
                    <a:pt x="202" y="1504"/>
                  </a:lnTo>
                  <a:lnTo>
                    <a:pt x="116" y="1542"/>
                  </a:lnTo>
                  <a:lnTo>
                    <a:pt x="58" y="1590"/>
                  </a:lnTo>
                  <a:lnTo>
                    <a:pt x="20" y="1629"/>
                  </a:lnTo>
                  <a:lnTo>
                    <a:pt x="10" y="1648"/>
                  </a:lnTo>
                  <a:lnTo>
                    <a:pt x="1" y="1676"/>
                  </a:lnTo>
                  <a:lnTo>
                    <a:pt x="10" y="1696"/>
                  </a:lnTo>
                  <a:lnTo>
                    <a:pt x="20" y="1715"/>
                  </a:lnTo>
                  <a:lnTo>
                    <a:pt x="58" y="1763"/>
                  </a:lnTo>
                  <a:lnTo>
                    <a:pt x="116" y="1801"/>
                  </a:lnTo>
                  <a:lnTo>
                    <a:pt x="202" y="1849"/>
                  </a:lnTo>
                  <a:lnTo>
                    <a:pt x="307" y="1887"/>
                  </a:lnTo>
                  <a:lnTo>
                    <a:pt x="432" y="1925"/>
                  </a:lnTo>
                  <a:lnTo>
                    <a:pt x="585" y="1973"/>
                  </a:lnTo>
                  <a:lnTo>
                    <a:pt x="767" y="2012"/>
                  </a:lnTo>
                  <a:lnTo>
                    <a:pt x="1179" y="2088"/>
                  </a:lnTo>
                  <a:lnTo>
                    <a:pt x="1687" y="2174"/>
                  </a:lnTo>
                  <a:lnTo>
                    <a:pt x="2280" y="2251"/>
                  </a:lnTo>
                  <a:lnTo>
                    <a:pt x="2951" y="2328"/>
                  </a:lnTo>
                  <a:lnTo>
                    <a:pt x="3698" y="2395"/>
                  </a:lnTo>
                  <a:lnTo>
                    <a:pt x="4522" y="2471"/>
                  </a:lnTo>
                  <a:lnTo>
                    <a:pt x="5422" y="2538"/>
                  </a:lnTo>
                  <a:lnTo>
                    <a:pt x="6399" y="2605"/>
                  </a:lnTo>
                  <a:lnTo>
                    <a:pt x="7443" y="2673"/>
                  </a:lnTo>
                  <a:lnTo>
                    <a:pt x="8554" y="2740"/>
                  </a:lnTo>
                  <a:lnTo>
                    <a:pt x="10968" y="2855"/>
                  </a:lnTo>
                  <a:lnTo>
                    <a:pt x="13630" y="2969"/>
                  </a:lnTo>
                  <a:lnTo>
                    <a:pt x="16504" y="3065"/>
                  </a:lnTo>
                  <a:lnTo>
                    <a:pt x="19598" y="3142"/>
                  </a:lnTo>
                  <a:lnTo>
                    <a:pt x="22864" y="3218"/>
                  </a:lnTo>
                  <a:lnTo>
                    <a:pt x="26302" y="3276"/>
                  </a:lnTo>
                  <a:lnTo>
                    <a:pt x="29894" y="3314"/>
                  </a:lnTo>
                  <a:lnTo>
                    <a:pt x="33610" y="3343"/>
                  </a:lnTo>
                  <a:lnTo>
                    <a:pt x="41263" y="3343"/>
                  </a:lnTo>
                  <a:lnTo>
                    <a:pt x="44980" y="3314"/>
                  </a:lnTo>
                  <a:lnTo>
                    <a:pt x="48562" y="3276"/>
                  </a:lnTo>
                  <a:lnTo>
                    <a:pt x="52000" y="3218"/>
                  </a:lnTo>
                  <a:lnTo>
                    <a:pt x="55276" y="3142"/>
                  </a:lnTo>
                  <a:lnTo>
                    <a:pt x="58360" y="3065"/>
                  </a:lnTo>
                  <a:lnTo>
                    <a:pt x="61243" y="2969"/>
                  </a:lnTo>
                  <a:lnTo>
                    <a:pt x="63906" y="2855"/>
                  </a:lnTo>
                  <a:lnTo>
                    <a:pt x="66320" y="2740"/>
                  </a:lnTo>
                  <a:lnTo>
                    <a:pt x="67431" y="2673"/>
                  </a:lnTo>
                  <a:lnTo>
                    <a:pt x="68475" y="2605"/>
                  </a:lnTo>
                  <a:lnTo>
                    <a:pt x="69442" y="2538"/>
                  </a:lnTo>
                  <a:lnTo>
                    <a:pt x="70342" y="2471"/>
                  </a:lnTo>
                  <a:lnTo>
                    <a:pt x="71176" y="2395"/>
                  </a:lnTo>
                  <a:lnTo>
                    <a:pt x="71923" y="2328"/>
                  </a:lnTo>
                  <a:lnTo>
                    <a:pt x="72593" y="2251"/>
                  </a:lnTo>
                  <a:lnTo>
                    <a:pt x="73177" y="2174"/>
                  </a:lnTo>
                  <a:lnTo>
                    <a:pt x="73685" y="2088"/>
                  </a:lnTo>
                  <a:lnTo>
                    <a:pt x="74107" y="2012"/>
                  </a:lnTo>
                  <a:lnTo>
                    <a:pt x="74279" y="1973"/>
                  </a:lnTo>
                  <a:lnTo>
                    <a:pt x="74432" y="1925"/>
                  </a:lnTo>
                  <a:lnTo>
                    <a:pt x="74566" y="1887"/>
                  </a:lnTo>
                  <a:lnTo>
                    <a:pt x="74672" y="1849"/>
                  </a:lnTo>
                  <a:lnTo>
                    <a:pt x="74758" y="1801"/>
                  </a:lnTo>
                  <a:lnTo>
                    <a:pt x="74815" y="1763"/>
                  </a:lnTo>
                  <a:lnTo>
                    <a:pt x="74854" y="1715"/>
                  </a:lnTo>
                  <a:lnTo>
                    <a:pt x="74863" y="1696"/>
                  </a:lnTo>
                  <a:lnTo>
                    <a:pt x="74863" y="1676"/>
                  </a:lnTo>
                  <a:lnTo>
                    <a:pt x="74863" y="1648"/>
                  </a:lnTo>
                  <a:lnTo>
                    <a:pt x="74854" y="1629"/>
                  </a:lnTo>
                  <a:lnTo>
                    <a:pt x="74815" y="1590"/>
                  </a:lnTo>
                  <a:lnTo>
                    <a:pt x="74758" y="1542"/>
                  </a:lnTo>
                  <a:lnTo>
                    <a:pt x="74672" y="1504"/>
                  </a:lnTo>
                  <a:lnTo>
                    <a:pt x="74566" y="1456"/>
                  </a:lnTo>
                  <a:lnTo>
                    <a:pt x="74432" y="1418"/>
                  </a:lnTo>
                  <a:lnTo>
                    <a:pt x="74279" y="1379"/>
                  </a:lnTo>
                  <a:lnTo>
                    <a:pt x="74107" y="1332"/>
                  </a:lnTo>
                  <a:lnTo>
                    <a:pt x="73685" y="1255"/>
                  </a:lnTo>
                  <a:lnTo>
                    <a:pt x="73177" y="1178"/>
                  </a:lnTo>
                  <a:lnTo>
                    <a:pt x="72593" y="1102"/>
                  </a:lnTo>
                  <a:lnTo>
                    <a:pt x="71923" y="1025"/>
                  </a:lnTo>
                  <a:lnTo>
                    <a:pt x="71176" y="948"/>
                  </a:lnTo>
                  <a:lnTo>
                    <a:pt x="70342" y="872"/>
                  </a:lnTo>
                  <a:lnTo>
                    <a:pt x="69442" y="805"/>
                  </a:lnTo>
                  <a:lnTo>
                    <a:pt x="68475" y="738"/>
                  </a:lnTo>
                  <a:lnTo>
                    <a:pt x="67431" y="671"/>
                  </a:lnTo>
                  <a:lnTo>
                    <a:pt x="66320" y="604"/>
                  </a:lnTo>
                  <a:lnTo>
                    <a:pt x="63906" y="489"/>
                  </a:lnTo>
                  <a:lnTo>
                    <a:pt x="61243" y="383"/>
                  </a:lnTo>
                  <a:lnTo>
                    <a:pt x="58360" y="288"/>
                  </a:lnTo>
                  <a:lnTo>
                    <a:pt x="55276" y="201"/>
                  </a:lnTo>
                  <a:lnTo>
                    <a:pt x="52000" y="134"/>
                  </a:lnTo>
                  <a:lnTo>
                    <a:pt x="48562" y="77"/>
                  </a:lnTo>
                  <a:lnTo>
                    <a:pt x="44980" y="29"/>
                  </a:lnTo>
                  <a:lnTo>
                    <a:pt x="41263" y="10"/>
                  </a:lnTo>
                  <a:lnTo>
                    <a:pt x="37432" y="0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31"/>
            <p:cNvSpPr/>
            <p:nvPr/>
          </p:nvSpPr>
          <p:spPr>
            <a:xfrm>
              <a:off x="3469009" y="1322450"/>
              <a:ext cx="113925" cy="200580"/>
            </a:xfrm>
            <a:custGeom>
              <a:avLst/>
              <a:gdLst/>
              <a:ahLst/>
              <a:cxnLst/>
              <a:rect l="l" t="t" r="r" b="b"/>
              <a:pathLst>
                <a:path w="3526" h="6208" extrusionOk="0">
                  <a:moveTo>
                    <a:pt x="1447" y="1"/>
                  </a:moveTo>
                  <a:lnTo>
                    <a:pt x="1390" y="10"/>
                  </a:lnTo>
                  <a:lnTo>
                    <a:pt x="1351" y="30"/>
                  </a:lnTo>
                  <a:lnTo>
                    <a:pt x="1303" y="68"/>
                  </a:lnTo>
                  <a:lnTo>
                    <a:pt x="1275" y="106"/>
                  </a:lnTo>
                  <a:lnTo>
                    <a:pt x="1236" y="164"/>
                  </a:lnTo>
                  <a:lnTo>
                    <a:pt x="1208" y="231"/>
                  </a:lnTo>
                  <a:lnTo>
                    <a:pt x="1179" y="298"/>
                  </a:lnTo>
                  <a:lnTo>
                    <a:pt x="1131" y="461"/>
                  </a:lnTo>
                  <a:lnTo>
                    <a:pt x="1093" y="623"/>
                  </a:lnTo>
                  <a:lnTo>
                    <a:pt x="1074" y="796"/>
                  </a:lnTo>
                  <a:lnTo>
                    <a:pt x="1064" y="959"/>
                  </a:lnTo>
                  <a:lnTo>
                    <a:pt x="1074" y="1131"/>
                  </a:lnTo>
                  <a:lnTo>
                    <a:pt x="1083" y="1294"/>
                  </a:lnTo>
                  <a:lnTo>
                    <a:pt x="1112" y="1457"/>
                  </a:lnTo>
                  <a:lnTo>
                    <a:pt x="1150" y="1620"/>
                  </a:lnTo>
                  <a:lnTo>
                    <a:pt x="1198" y="1782"/>
                  </a:lnTo>
                  <a:lnTo>
                    <a:pt x="1265" y="1984"/>
                  </a:lnTo>
                  <a:lnTo>
                    <a:pt x="1323" y="2204"/>
                  </a:lnTo>
                  <a:lnTo>
                    <a:pt x="1380" y="2424"/>
                  </a:lnTo>
                  <a:lnTo>
                    <a:pt x="1418" y="2635"/>
                  </a:lnTo>
                  <a:lnTo>
                    <a:pt x="1428" y="2826"/>
                  </a:lnTo>
                  <a:lnTo>
                    <a:pt x="1428" y="2922"/>
                  </a:lnTo>
                  <a:lnTo>
                    <a:pt x="1428" y="2999"/>
                  </a:lnTo>
                  <a:lnTo>
                    <a:pt x="1409" y="3075"/>
                  </a:lnTo>
                  <a:lnTo>
                    <a:pt x="1380" y="3133"/>
                  </a:lnTo>
                  <a:lnTo>
                    <a:pt x="1351" y="3190"/>
                  </a:lnTo>
                  <a:lnTo>
                    <a:pt x="1303" y="3229"/>
                  </a:lnTo>
                  <a:lnTo>
                    <a:pt x="1256" y="3248"/>
                  </a:lnTo>
                  <a:lnTo>
                    <a:pt x="1198" y="3248"/>
                  </a:lnTo>
                  <a:lnTo>
                    <a:pt x="1131" y="3229"/>
                  </a:lnTo>
                  <a:lnTo>
                    <a:pt x="1054" y="3200"/>
                  </a:lnTo>
                  <a:lnTo>
                    <a:pt x="978" y="3162"/>
                  </a:lnTo>
                  <a:lnTo>
                    <a:pt x="892" y="3104"/>
                  </a:lnTo>
                  <a:lnTo>
                    <a:pt x="738" y="2989"/>
                  </a:lnTo>
                  <a:lnTo>
                    <a:pt x="585" y="2865"/>
                  </a:lnTo>
                  <a:lnTo>
                    <a:pt x="461" y="2750"/>
                  </a:lnTo>
                  <a:lnTo>
                    <a:pt x="346" y="2635"/>
                  </a:lnTo>
                  <a:lnTo>
                    <a:pt x="298" y="2616"/>
                  </a:lnTo>
                  <a:lnTo>
                    <a:pt x="202" y="2577"/>
                  </a:lnTo>
                  <a:lnTo>
                    <a:pt x="145" y="2568"/>
                  </a:lnTo>
                  <a:lnTo>
                    <a:pt x="87" y="2558"/>
                  </a:lnTo>
                  <a:lnTo>
                    <a:pt x="39" y="2568"/>
                  </a:lnTo>
                  <a:lnTo>
                    <a:pt x="20" y="2587"/>
                  </a:lnTo>
                  <a:lnTo>
                    <a:pt x="1" y="2597"/>
                  </a:lnTo>
                  <a:lnTo>
                    <a:pt x="39" y="2874"/>
                  </a:lnTo>
                  <a:lnTo>
                    <a:pt x="68" y="3028"/>
                  </a:lnTo>
                  <a:lnTo>
                    <a:pt x="116" y="3171"/>
                  </a:lnTo>
                  <a:lnTo>
                    <a:pt x="183" y="3315"/>
                  </a:lnTo>
                  <a:lnTo>
                    <a:pt x="259" y="3449"/>
                  </a:lnTo>
                  <a:lnTo>
                    <a:pt x="355" y="3574"/>
                  </a:lnTo>
                  <a:lnTo>
                    <a:pt x="451" y="3688"/>
                  </a:lnTo>
                  <a:lnTo>
                    <a:pt x="576" y="3794"/>
                  </a:lnTo>
                  <a:lnTo>
                    <a:pt x="700" y="3880"/>
                  </a:lnTo>
                  <a:lnTo>
                    <a:pt x="710" y="3890"/>
                  </a:lnTo>
                  <a:lnTo>
                    <a:pt x="1198" y="4196"/>
                  </a:lnTo>
                  <a:lnTo>
                    <a:pt x="1370" y="4321"/>
                  </a:lnTo>
                  <a:lnTo>
                    <a:pt x="1524" y="4455"/>
                  </a:lnTo>
                  <a:lnTo>
                    <a:pt x="1677" y="4598"/>
                  </a:lnTo>
                  <a:lnTo>
                    <a:pt x="1802" y="4761"/>
                  </a:lnTo>
                  <a:lnTo>
                    <a:pt x="1926" y="4924"/>
                  </a:lnTo>
                  <a:lnTo>
                    <a:pt x="2031" y="5106"/>
                  </a:lnTo>
                  <a:lnTo>
                    <a:pt x="2118" y="5298"/>
                  </a:lnTo>
                  <a:lnTo>
                    <a:pt x="2185" y="5499"/>
                  </a:lnTo>
                  <a:lnTo>
                    <a:pt x="2405" y="6208"/>
                  </a:lnTo>
                  <a:lnTo>
                    <a:pt x="3526" y="6064"/>
                  </a:lnTo>
                  <a:lnTo>
                    <a:pt x="3353" y="4665"/>
                  </a:lnTo>
                  <a:lnTo>
                    <a:pt x="3344" y="4311"/>
                  </a:lnTo>
                  <a:lnTo>
                    <a:pt x="3315" y="3938"/>
                  </a:lnTo>
                  <a:lnTo>
                    <a:pt x="3286" y="3487"/>
                  </a:lnTo>
                  <a:lnTo>
                    <a:pt x="3238" y="2999"/>
                  </a:lnTo>
                  <a:lnTo>
                    <a:pt x="3181" y="2539"/>
                  </a:lnTo>
                  <a:lnTo>
                    <a:pt x="3142" y="2319"/>
                  </a:lnTo>
                  <a:lnTo>
                    <a:pt x="3095" y="2127"/>
                  </a:lnTo>
                  <a:lnTo>
                    <a:pt x="3047" y="1955"/>
                  </a:lnTo>
                  <a:lnTo>
                    <a:pt x="2999" y="1811"/>
                  </a:lnTo>
                  <a:lnTo>
                    <a:pt x="2884" y="1572"/>
                  </a:lnTo>
                  <a:lnTo>
                    <a:pt x="2721" y="1275"/>
                  </a:lnTo>
                  <a:lnTo>
                    <a:pt x="2529" y="959"/>
                  </a:lnTo>
                  <a:lnTo>
                    <a:pt x="2424" y="805"/>
                  </a:lnTo>
                  <a:lnTo>
                    <a:pt x="2319" y="643"/>
                  </a:lnTo>
                  <a:lnTo>
                    <a:pt x="2204" y="499"/>
                  </a:lnTo>
                  <a:lnTo>
                    <a:pt x="2089" y="365"/>
                  </a:lnTo>
                  <a:lnTo>
                    <a:pt x="1974" y="250"/>
                  </a:lnTo>
                  <a:lnTo>
                    <a:pt x="1849" y="145"/>
                  </a:lnTo>
                  <a:lnTo>
                    <a:pt x="1734" y="68"/>
                  </a:lnTo>
                  <a:lnTo>
                    <a:pt x="1677" y="39"/>
                  </a:lnTo>
                  <a:lnTo>
                    <a:pt x="1620" y="20"/>
                  </a:lnTo>
                  <a:lnTo>
                    <a:pt x="1562" y="10"/>
                  </a:lnTo>
                  <a:lnTo>
                    <a:pt x="1505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31"/>
            <p:cNvSpPr/>
            <p:nvPr/>
          </p:nvSpPr>
          <p:spPr>
            <a:xfrm>
              <a:off x="2254644" y="1641228"/>
              <a:ext cx="103392" cy="205524"/>
            </a:xfrm>
            <a:custGeom>
              <a:avLst/>
              <a:gdLst/>
              <a:ahLst/>
              <a:cxnLst/>
              <a:rect l="l" t="t" r="r" b="b"/>
              <a:pathLst>
                <a:path w="3200" h="6361" extrusionOk="0">
                  <a:moveTo>
                    <a:pt x="604" y="0"/>
                  </a:moveTo>
                  <a:lnTo>
                    <a:pt x="546" y="20"/>
                  </a:lnTo>
                  <a:lnTo>
                    <a:pt x="498" y="39"/>
                  </a:lnTo>
                  <a:lnTo>
                    <a:pt x="451" y="77"/>
                  </a:lnTo>
                  <a:lnTo>
                    <a:pt x="412" y="115"/>
                  </a:lnTo>
                  <a:lnTo>
                    <a:pt x="364" y="163"/>
                  </a:lnTo>
                  <a:lnTo>
                    <a:pt x="326" y="211"/>
                  </a:lnTo>
                  <a:lnTo>
                    <a:pt x="259" y="336"/>
                  </a:lnTo>
                  <a:lnTo>
                    <a:pt x="202" y="479"/>
                  </a:lnTo>
                  <a:lnTo>
                    <a:pt x="144" y="633"/>
                  </a:lnTo>
                  <a:lnTo>
                    <a:pt x="106" y="805"/>
                  </a:lnTo>
                  <a:lnTo>
                    <a:pt x="77" y="987"/>
                  </a:lnTo>
                  <a:lnTo>
                    <a:pt x="48" y="1178"/>
                  </a:lnTo>
                  <a:lnTo>
                    <a:pt x="29" y="1370"/>
                  </a:lnTo>
                  <a:lnTo>
                    <a:pt x="0" y="1734"/>
                  </a:lnTo>
                  <a:lnTo>
                    <a:pt x="0" y="2069"/>
                  </a:lnTo>
                  <a:lnTo>
                    <a:pt x="10" y="2337"/>
                  </a:lnTo>
                  <a:lnTo>
                    <a:pt x="20" y="2491"/>
                  </a:lnTo>
                  <a:lnTo>
                    <a:pt x="58" y="2663"/>
                  </a:lnTo>
                  <a:lnTo>
                    <a:pt x="115" y="2855"/>
                  </a:lnTo>
                  <a:lnTo>
                    <a:pt x="173" y="3065"/>
                  </a:lnTo>
                  <a:lnTo>
                    <a:pt x="336" y="3506"/>
                  </a:lnTo>
                  <a:lnTo>
                    <a:pt x="518" y="3956"/>
                  </a:lnTo>
                  <a:lnTo>
                    <a:pt x="690" y="4368"/>
                  </a:lnTo>
                  <a:lnTo>
                    <a:pt x="843" y="4713"/>
                  </a:lnTo>
                  <a:lnTo>
                    <a:pt x="997" y="5029"/>
                  </a:lnTo>
                  <a:lnTo>
                    <a:pt x="1485" y="6360"/>
                  </a:lnTo>
                  <a:lnTo>
                    <a:pt x="2548" y="5968"/>
                  </a:lnTo>
                  <a:lnTo>
                    <a:pt x="2414" y="5240"/>
                  </a:lnTo>
                  <a:lnTo>
                    <a:pt x="2385" y="5029"/>
                  </a:lnTo>
                  <a:lnTo>
                    <a:pt x="2376" y="4818"/>
                  </a:lnTo>
                  <a:lnTo>
                    <a:pt x="2385" y="4607"/>
                  </a:lnTo>
                  <a:lnTo>
                    <a:pt x="2414" y="4406"/>
                  </a:lnTo>
                  <a:lnTo>
                    <a:pt x="2462" y="4205"/>
                  </a:lnTo>
                  <a:lnTo>
                    <a:pt x="2519" y="4004"/>
                  </a:lnTo>
                  <a:lnTo>
                    <a:pt x="2606" y="3812"/>
                  </a:lnTo>
                  <a:lnTo>
                    <a:pt x="2701" y="3630"/>
                  </a:lnTo>
                  <a:lnTo>
                    <a:pt x="2989" y="3132"/>
                  </a:lnTo>
                  <a:lnTo>
                    <a:pt x="2998" y="3123"/>
                  </a:lnTo>
                  <a:lnTo>
                    <a:pt x="3065" y="2979"/>
                  </a:lnTo>
                  <a:lnTo>
                    <a:pt x="3123" y="2835"/>
                  </a:lnTo>
                  <a:lnTo>
                    <a:pt x="3161" y="2692"/>
                  </a:lnTo>
                  <a:lnTo>
                    <a:pt x="3190" y="2539"/>
                  </a:lnTo>
                  <a:lnTo>
                    <a:pt x="3199" y="2385"/>
                  </a:lnTo>
                  <a:lnTo>
                    <a:pt x="3190" y="2232"/>
                  </a:lnTo>
                  <a:lnTo>
                    <a:pt x="3161" y="2079"/>
                  </a:lnTo>
                  <a:lnTo>
                    <a:pt x="3123" y="1926"/>
                  </a:lnTo>
                  <a:lnTo>
                    <a:pt x="3027" y="1657"/>
                  </a:lnTo>
                  <a:lnTo>
                    <a:pt x="2979" y="1657"/>
                  </a:lnTo>
                  <a:lnTo>
                    <a:pt x="2931" y="1667"/>
                  </a:lnTo>
                  <a:lnTo>
                    <a:pt x="2883" y="1696"/>
                  </a:lnTo>
                  <a:lnTo>
                    <a:pt x="2836" y="1734"/>
                  </a:lnTo>
                  <a:lnTo>
                    <a:pt x="2768" y="1811"/>
                  </a:lnTo>
                  <a:lnTo>
                    <a:pt x="2740" y="1849"/>
                  </a:lnTo>
                  <a:lnTo>
                    <a:pt x="2692" y="2002"/>
                  </a:lnTo>
                  <a:lnTo>
                    <a:pt x="2634" y="2165"/>
                  </a:lnTo>
                  <a:lnTo>
                    <a:pt x="2558" y="2347"/>
                  </a:lnTo>
                  <a:lnTo>
                    <a:pt x="2462" y="2529"/>
                  </a:lnTo>
                  <a:lnTo>
                    <a:pt x="2414" y="2606"/>
                  </a:lnTo>
                  <a:lnTo>
                    <a:pt x="2366" y="2682"/>
                  </a:lnTo>
                  <a:lnTo>
                    <a:pt x="2318" y="2740"/>
                  </a:lnTo>
                  <a:lnTo>
                    <a:pt x="2261" y="2788"/>
                  </a:lnTo>
                  <a:lnTo>
                    <a:pt x="2213" y="2816"/>
                  </a:lnTo>
                  <a:lnTo>
                    <a:pt x="2155" y="2816"/>
                  </a:lnTo>
                  <a:lnTo>
                    <a:pt x="2098" y="2807"/>
                  </a:lnTo>
                  <a:lnTo>
                    <a:pt x="2050" y="2778"/>
                  </a:lnTo>
                  <a:lnTo>
                    <a:pt x="1993" y="2730"/>
                  </a:lnTo>
                  <a:lnTo>
                    <a:pt x="1945" y="2673"/>
                  </a:lnTo>
                  <a:lnTo>
                    <a:pt x="1906" y="2606"/>
                  </a:lnTo>
                  <a:lnTo>
                    <a:pt x="1859" y="2519"/>
                  </a:lnTo>
                  <a:lnTo>
                    <a:pt x="1791" y="2337"/>
                  </a:lnTo>
                  <a:lnTo>
                    <a:pt x="1724" y="2136"/>
                  </a:lnTo>
                  <a:lnTo>
                    <a:pt x="1667" y="1916"/>
                  </a:lnTo>
                  <a:lnTo>
                    <a:pt x="1629" y="1696"/>
                  </a:lnTo>
                  <a:lnTo>
                    <a:pt x="1590" y="1485"/>
                  </a:lnTo>
                  <a:lnTo>
                    <a:pt x="1562" y="1322"/>
                  </a:lnTo>
                  <a:lnTo>
                    <a:pt x="1514" y="1159"/>
                  </a:lnTo>
                  <a:lnTo>
                    <a:pt x="1466" y="996"/>
                  </a:lnTo>
                  <a:lnTo>
                    <a:pt x="1399" y="843"/>
                  </a:lnTo>
                  <a:lnTo>
                    <a:pt x="1332" y="700"/>
                  </a:lnTo>
                  <a:lnTo>
                    <a:pt x="1246" y="546"/>
                  </a:lnTo>
                  <a:lnTo>
                    <a:pt x="1150" y="412"/>
                  </a:lnTo>
                  <a:lnTo>
                    <a:pt x="1044" y="278"/>
                  </a:lnTo>
                  <a:lnTo>
                    <a:pt x="929" y="163"/>
                  </a:lnTo>
                  <a:lnTo>
                    <a:pt x="872" y="106"/>
                  </a:lnTo>
                  <a:lnTo>
                    <a:pt x="815" y="67"/>
                  </a:lnTo>
                  <a:lnTo>
                    <a:pt x="757" y="29"/>
                  </a:lnTo>
                  <a:lnTo>
                    <a:pt x="700" y="10"/>
                  </a:lnTo>
                  <a:lnTo>
                    <a:pt x="652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31"/>
            <p:cNvSpPr/>
            <p:nvPr/>
          </p:nvSpPr>
          <p:spPr>
            <a:xfrm>
              <a:off x="2172025" y="3395345"/>
              <a:ext cx="43037" cy="379416"/>
            </a:xfrm>
            <a:custGeom>
              <a:avLst/>
              <a:gdLst/>
              <a:ahLst/>
              <a:cxnLst/>
              <a:rect l="l" t="t" r="r" b="b"/>
              <a:pathLst>
                <a:path w="1332" h="11743" extrusionOk="0">
                  <a:moveTo>
                    <a:pt x="594" y="0"/>
                  </a:moveTo>
                  <a:lnTo>
                    <a:pt x="536" y="10"/>
                  </a:lnTo>
                  <a:lnTo>
                    <a:pt x="469" y="29"/>
                  </a:lnTo>
                  <a:lnTo>
                    <a:pt x="412" y="48"/>
                  </a:lnTo>
                  <a:lnTo>
                    <a:pt x="354" y="77"/>
                  </a:lnTo>
                  <a:lnTo>
                    <a:pt x="297" y="115"/>
                  </a:lnTo>
                  <a:lnTo>
                    <a:pt x="239" y="153"/>
                  </a:lnTo>
                  <a:lnTo>
                    <a:pt x="201" y="192"/>
                  </a:lnTo>
                  <a:lnTo>
                    <a:pt x="153" y="240"/>
                  </a:lnTo>
                  <a:lnTo>
                    <a:pt x="115" y="287"/>
                  </a:lnTo>
                  <a:lnTo>
                    <a:pt x="86" y="345"/>
                  </a:lnTo>
                  <a:lnTo>
                    <a:pt x="58" y="402"/>
                  </a:lnTo>
                  <a:lnTo>
                    <a:pt x="29" y="469"/>
                  </a:lnTo>
                  <a:lnTo>
                    <a:pt x="19" y="527"/>
                  </a:lnTo>
                  <a:lnTo>
                    <a:pt x="10" y="594"/>
                  </a:lnTo>
                  <a:lnTo>
                    <a:pt x="0" y="661"/>
                  </a:lnTo>
                  <a:lnTo>
                    <a:pt x="0" y="11072"/>
                  </a:lnTo>
                  <a:lnTo>
                    <a:pt x="10" y="11139"/>
                  </a:lnTo>
                  <a:lnTo>
                    <a:pt x="19" y="11207"/>
                  </a:lnTo>
                  <a:lnTo>
                    <a:pt x="29" y="11274"/>
                  </a:lnTo>
                  <a:lnTo>
                    <a:pt x="58" y="11331"/>
                  </a:lnTo>
                  <a:lnTo>
                    <a:pt x="86" y="11389"/>
                  </a:lnTo>
                  <a:lnTo>
                    <a:pt x="115" y="11446"/>
                  </a:lnTo>
                  <a:lnTo>
                    <a:pt x="153" y="11494"/>
                  </a:lnTo>
                  <a:lnTo>
                    <a:pt x="201" y="11542"/>
                  </a:lnTo>
                  <a:lnTo>
                    <a:pt x="239" y="11590"/>
                  </a:lnTo>
                  <a:lnTo>
                    <a:pt x="297" y="11628"/>
                  </a:lnTo>
                  <a:lnTo>
                    <a:pt x="354" y="11657"/>
                  </a:lnTo>
                  <a:lnTo>
                    <a:pt x="412" y="11685"/>
                  </a:lnTo>
                  <a:lnTo>
                    <a:pt x="469" y="11714"/>
                  </a:lnTo>
                  <a:lnTo>
                    <a:pt x="536" y="11724"/>
                  </a:lnTo>
                  <a:lnTo>
                    <a:pt x="594" y="11733"/>
                  </a:lnTo>
                  <a:lnTo>
                    <a:pt x="671" y="11743"/>
                  </a:lnTo>
                  <a:lnTo>
                    <a:pt x="738" y="11733"/>
                  </a:lnTo>
                  <a:lnTo>
                    <a:pt x="805" y="11724"/>
                  </a:lnTo>
                  <a:lnTo>
                    <a:pt x="862" y="11714"/>
                  </a:lnTo>
                  <a:lnTo>
                    <a:pt x="929" y="11685"/>
                  </a:lnTo>
                  <a:lnTo>
                    <a:pt x="987" y="11657"/>
                  </a:lnTo>
                  <a:lnTo>
                    <a:pt x="1034" y="11628"/>
                  </a:lnTo>
                  <a:lnTo>
                    <a:pt x="1092" y="11590"/>
                  </a:lnTo>
                  <a:lnTo>
                    <a:pt x="1140" y="11542"/>
                  </a:lnTo>
                  <a:lnTo>
                    <a:pt x="1178" y="11494"/>
                  </a:lnTo>
                  <a:lnTo>
                    <a:pt x="1216" y="11446"/>
                  </a:lnTo>
                  <a:lnTo>
                    <a:pt x="1245" y="11389"/>
                  </a:lnTo>
                  <a:lnTo>
                    <a:pt x="1274" y="11331"/>
                  </a:lnTo>
                  <a:lnTo>
                    <a:pt x="1303" y="11274"/>
                  </a:lnTo>
                  <a:lnTo>
                    <a:pt x="1312" y="11207"/>
                  </a:lnTo>
                  <a:lnTo>
                    <a:pt x="1322" y="11139"/>
                  </a:lnTo>
                  <a:lnTo>
                    <a:pt x="1331" y="11072"/>
                  </a:lnTo>
                  <a:lnTo>
                    <a:pt x="1331" y="661"/>
                  </a:lnTo>
                  <a:lnTo>
                    <a:pt x="1322" y="594"/>
                  </a:lnTo>
                  <a:lnTo>
                    <a:pt x="1312" y="527"/>
                  </a:lnTo>
                  <a:lnTo>
                    <a:pt x="1303" y="469"/>
                  </a:lnTo>
                  <a:lnTo>
                    <a:pt x="1274" y="402"/>
                  </a:lnTo>
                  <a:lnTo>
                    <a:pt x="1245" y="345"/>
                  </a:lnTo>
                  <a:lnTo>
                    <a:pt x="1216" y="287"/>
                  </a:lnTo>
                  <a:lnTo>
                    <a:pt x="1178" y="240"/>
                  </a:lnTo>
                  <a:lnTo>
                    <a:pt x="1140" y="192"/>
                  </a:lnTo>
                  <a:lnTo>
                    <a:pt x="1092" y="153"/>
                  </a:lnTo>
                  <a:lnTo>
                    <a:pt x="1034" y="115"/>
                  </a:lnTo>
                  <a:lnTo>
                    <a:pt x="987" y="77"/>
                  </a:lnTo>
                  <a:lnTo>
                    <a:pt x="929" y="48"/>
                  </a:lnTo>
                  <a:lnTo>
                    <a:pt x="862" y="29"/>
                  </a:lnTo>
                  <a:lnTo>
                    <a:pt x="805" y="10"/>
                  </a:lnTo>
                  <a:lnTo>
                    <a:pt x="738" y="0"/>
                  </a:lnTo>
                  <a:close/>
                </a:path>
              </a:pathLst>
            </a:custGeom>
            <a:solidFill>
              <a:srgbClr val="696E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31"/>
            <p:cNvSpPr/>
            <p:nvPr/>
          </p:nvSpPr>
          <p:spPr>
            <a:xfrm>
              <a:off x="1896900" y="3021187"/>
              <a:ext cx="587073" cy="543454"/>
            </a:xfrm>
            <a:custGeom>
              <a:avLst/>
              <a:gdLst/>
              <a:ahLst/>
              <a:cxnLst/>
              <a:rect l="l" t="t" r="r" b="b"/>
              <a:pathLst>
                <a:path w="18170" h="16820" extrusionOk="0">
                  <a:moveTo>
                    <a:pt x="2912" y="0"/>
                  </a:moveTo>
                  <a:lnTo>
                    <a:pt x="2759" y="10"/>
                  </a:lnTo>
                  <a:lnTo>
                    <a:pt x="2615" y="19"/>
                  </a:lnTo>
                  <a:lnTo>
                    <a:pt x="2471" y="39"/>
                  </a:lnTo>
                  <a:lnTo>
                    <a:pt x="2328" y="58"/>
                  </a:lnTo>
                  <a:lnTo>
                    <a:pt x="2184" y="96"/>
                  </a:lnTo>
                  <a:lnTo>
                    <a:pt x="2050" y="134"/>
                  </a:lnTo>
                  <a:lnTo>
                    <a:pt x="1906" y="182"/>
                  </a:lnTo>
                  <a:lnTo>
                    <a:pt x="1782" y="230"/>
                  </a:lnTo>
                  <a:lnTo>
                    <a:pt x="1648" y="288"/>
                  </a:lnTo>
                  <a:lnTo>
                    <a:pt x="1523" y="355"/>
                  </a:lnTo>
                  <a:lnTo>
                    <a:pt x="1399" y="422"/>
                  </a:lnTo>
                  <a:lnTo>
                    <a:pt x="1284" y="498"/>
                  </a:lnTo>
                  <a:lnTo>
                    <a:pt x="1169" y="584"/>
                  </a:lnTo>
                  <a:lnTo>
                    <a:pt x="1063" y="671"/>
                  </a:lnTo>
                  <a:lnTo>
                    <a:pt x="958" y="757"/>
                  </a:lnTo>
                  <a:lnTo>
                    <a:pt x="853" y="853"/>
                  </a:lnTo>
                  <a:lnTo>
                    <a:pt x="757" y="958"/>
                  </a:lnTo>
                  <a:lnTo>
                    <a:pt x="661" y="1063"/>
                  </a:lnTo>
                  <a:lnTo>
                    <a:pt x="575" y="1169"/>
                  </a:lnTo>
                  <a:lnTo>
                    <a:pt x="498" y="1284"/>
                  </a:lnTo>
                  <a:lnTo>
                    <a:pt x="422" y="1408"/>
                  </a:lnTo>
                  <a:lnTo>
                    <a:pt x="355" y="1523"/>
                  </a:lnTo>
                  <a:lnTo>
                    <a:pt x="287" y="1648"/>
                  </a:lnTo>
                  <a:lnTo>
                    <a:pt x="230" y="1782"/>
                  </a:lnTo>
                  <a:lnTo>
                    <a:pt x="173" y="1916"/>
                  </a:lnTo>
                  <a:lnTo>
                    <a:pt x="134" y="2050"/>
                  </a:lnTo>
                  <a:lnTo>
                    <a:pt x="86" y="2184"/>
                  </a:lnTo>
                  <a:lnTo>
                    <a:pt x="58" y="2328"/>
                  </a:lnTo>
                  <a:lnTo>
                    <a:pt x="29" y="2471"/>
                  </a:lnTo>
                  <a:lnTo>
                    <a:pt x="10" y="2615"/>
                  </a:lnTo>
                  <a:lnTo>
                    <a:pt x="0" y="2768"/>
                  </a:lnTo>
                  <a:lnTo>
                    <a:pt x="0" y="2912"/>
                  </a:lnTo>
                  <a:lnTo>
                    <a:pt x="0" y="13908"/>
                  </a:lnTo>
                  <a:lnTo>
                    <a:pt x="0" y="14051"/>
                  </a:lnTo>
                  <a:lnTo>
                    <a:pt x="10" y="14205"/>
                  </a:lnTo>
                  <a:lnTo>
                    <a:pt x="29" y="14348"/>
                  </a:lnTo>
                  <a:lnTo>
                    <a:pt x="58" y="14492"/>
                  </a:lnTo>
                  <a:lnTo>
                    <a:pt x="86" y="14636"/>
                  </a:lnTo>
                  <a:lnTo>
                    <a:pt x="134" y="14770"/>
                  </a:lnTo>
                  <a:lnTo>
                    <a:pt x="173" y="14904"/>
                  </a:lnTo>
                  <a:lnTo>
                    <a:pt x="230" y="15038"/>
                  </a:lnTo>
                  <a:lnTo>
                    <a:pt x="287" y="15162"/>
                  </a:lnTo>
                  <a:lnTo>
                    <a:pt x="355" y="15296"/>
                  </a:lnTo>
                  <a:lnTo>
                    <a:pt x="422" y="15411"/>
                  </a:lnTo>
                  <a:lnTo>
                    <a:pt x="498" y="15536"/>
                  </a:lnTo>
                  <a:lnTo>
                    <a:pt x="575" y="15651"/>
                  </a:lnTo>
                  <a:lnTo>
                    <a:pt x="661" y="15756"/>
                  </a:lnTo>
                  <a:lnTo>
                    <a:pt x="757" y="15862"/>
                  </a:lnTo>
                  <a:lnTo>
                    <a:pt x="853" y="15967"/>
                  </a:lnTo>
                  <a:lnTo>
                    <a:pt x="958" y="16063"/>
                  </a:lnTo>
                  <a:lnTo>
                    <a:pt x="1063" y="16149"/>
                  </a:lnTo>
                  <a:lnTo>
                    <a:pt x="1169" y="16235"/>
                  </a:lnTo>
                  <a:lnTo>
                    <a:pt x="1284" y="16321"/>
                  </a:lnTo>
                  <a:lnTo>
                    <a:pt x="1399" y="16398"/>
                  </a:lnTo>
                  <a:lnTo>
                    <a:pt x="1523" y="16465"/>
                  </a:lnTo>
                  <a:lnTo>
                    <a:pt x="1648" y="16532"/>
                  </a:lnTo>
                  <a:lnTo>
                    <a:pt x="1782" y="16589"/>
                  </a:lnTo>
                  <a:lnTo>
                    <a:pt x="1906" y="16637"/>
                  </a:lnTo>
                  <a:lnTo>
                    <a:pt x="2050" y="16685"/>
                  </a:lnTo>
                  <a:lnTo>
                    <a:pt x="2184" y="16724"/>
                  </a:lnTo>
                  <a:lnTo>
                    <a:pt x="2328" y="16762"/>
                  </a:lnTo>
                  <a:lnTo>
                    <a:pt x="2471" y="16781"/>
                  </a:lnTo>
                  <a:lnTo>
                    <a:pt x="2615" y="16800"/>
                  </a:lnTo>
                  <a:lnTo>
                    <a:pt x="2759" y="16810"/>
                  </a:lnTo>
                  <a:lnTo>
                    <a:pt x="2912" y="16819"/>
                  </a:lnTo>
                  <a:lnTo>
                    <a:pt x="15258" y="16819"/>
                  </a:lnTo>
                  <a:lnTo>
                    <a:pt x="15411" y="16810"/>
                  </a:lnTo>
                  <a:lnTo>
                    <a:pt x="15555" y="16800"/>
                  </a:lnTo>
                  <a:lnTo>
                    <a:pt x="15708" y="16781"/>
                  </a:lnTo>
                  <a:lnTo>
                    <a:pt x="15842" y="16762"/>
                  </a:lnTo>
                  <a:lnTo>
                    <a:pt x="15986" y="16724"/>
                  </a:lnTo>
                  <a:lnTo>
                    <a:pt x="16130" y="16685"/>
                  </a:lnTo>
                  <a:lnTo>
                    <a:pt x="16264" y="16637"/>
                  </a:lnTo>
                  <a:lnTo>
                    <a:pt x="16398" y="16589"/>
                  </a:lnTo>
                  <a:lnTo>
                    <a:pt x="16522" y="16532"/>
                  </a:lnTo>
                  <a:lnTo>
                    <a:pt x="16647" y="16465"/>
                  </a:lnTo>
                  <a:lnTo>
                    <a:pt x="16771" y="16398"/>
                  </a:lnTo>
                  <a:lnTo>
                    <a:pt x="16886" y="16321"/>
                  </a:lnTo>
                  <a:lnTo>
                    <a:pt x="17001" y="16235"/>
                  </a:lnTo>
                  <a:lnTo>
                    <a:pt x="17116" y="16149"/>
                  </a:lnTo>
                  <a:lnTo>
                    <a:pt x="17222" y="16063"/>
                  </a:lnTo>
                  <a:lnTo>
                    <a:pt x="17317" y="15967"/>
                  </a:lnTo>
                  <a:lnTo>
                    <a:pt x="17413" y="15862"/>
                  </a:lnTo>
                  <a:lnTo>
                    <a:pt x="17509" y="15756"/>
                  </a:lnTo>
                  <a:lnTo>
                    <a:pt x="17595" y="15651"/>
                  </a:lnTo>
                  <a:lnTo>
                    <a:pt x="17672" y="15536"/>
                  </a:lnTo>
                  <a:lnTo>
                    <a:pt x="17748" y="15411"/>
                  </a:lnTo>
                  <a:lnTo>
                    <a:pt x="17825" y="15296"/>
                  </a:lnTo>
                  <a:lnTo>
                    <a:pt x="17882" y="15162"/>
                  </a:lnTo>
                  <a:lnTo>
                    <a:pt x="17940" y="15038"/>
                  </a:lnTo>
                  <a:lnTo>
                    <a:pt x="17997" y="14904"/>
                  </a:lnTo>
                  <a:lnTo>
                    <a:pt x="18045" y="14770"/>
                  </a:lnTo>
                  <a:lnTo>
                    <a:pt x="18084" y="14636"/>
                  </a:lnTo>
                  <a:lnTo>
                    <a:pt x="18112" y="14492"/>
                  </a:lnTo>
                  <a:lnTo>
                    <a:pt x="18141" y="14348"/>
                  </a:lnTo>
                  <a:lnTo>
                    <a:pt x="18160" y="14205"/>
                  </a:lnTo>
                  <a:lnTo>
                    <a:pt x="18170" y="14051"/>
                  </a:lnTo>
                  <a:lnTo>
                    <a:pt x="18170" y="13908"/>
                  </a:lnTo>
                  <a:lnTo>
                    <a:pt x="18170" y="2912"/>
                  </a:lnTo>
                  <a:lnTo>
                    <a:pt x="18170" y="2768"/>
                  </a:lnTo>
                  <a:lnTo>
                    <a:pt x="18160" y="2615"/>
                  </a:lnTo>
                  <a:lnTo>
                    <a:pt x="18141" y="2471"/>
                  </a:lnTo>
                  <a:lnTo>
                    <a:pt x="18112" y="2328"/>
                  </a:lnTo>
                  <a:lnTo>
                    <a:pt x="18084" y="2184"/>
                  </a:lnTo>
                  <a:lnTo>
                    <a:pt x="18045" y="2050"/>
                  </a:lnTo>
                  <a:lnTo>
                    <a:pt x="17997" y="1916"/>
                  </a:lnTo>
                  <a:lnTo>
                    <a:pt x="17940" y="1782"/>
                  </a:lnTo>
                  <a:lnTo>
                    <a:pt x="17882" y="1648"/>
                  </a:lnTo>
                  <a:lnTo>
                    <a:pt x="17825" y="1523"/>
                  </a:lnTo>
                  <a:lnTo>
                    <a:pt x="17748" y="1408"/>
                  </a:lnTo>
                  <a:lnTo>
                    <a:pt x="17672" y="1284"/>
                  </a:lnTo>
                  <a:lnTo>
                    <a:pt x="17595" y="1169"/>
                  </a:lnTo>
                  <a:lnTo>
                    <a:pt x="17509" y="1063"/>
                  </a:lnTo>
                  <a:lnTo>
                    <a:pt x="17413" y="958"/>
                  </a:lnTo>
                  <a:lnTo>
                    <a:pt x="17317" y="853"/>
                  </a:lnTo>
                  <a:lnTo>
                    <a:pt x="17222" y="757"/>
                  </a:lnTo>
                  <a:lnTo>
                    <a:pt x="17116" y="671"/>
                  </a:lnTo>
                  <a:lnTo>
                    <a:pt x="17001" y="584"/>
                  </a:lnTo>
                  <a:lnTo>
                    <a:pt x="16886" y="498"/>
                  </a:lnTo>
                  <a:lnTo>
                    <a:pt x="16771" y="422"/>
                  </a:lnTo>
                  <a:lnTo>
                    <a:pt x="16647" y="355"/>
                  </a:lnTo>
                  <a:lnTo>
                    <a:pt x="16522" y="288"/>
                  </a:lnTo>
                  <a:lnTo>
                    <a:pt x="16398" y="230"/>
                  </a:lnTo>
                  <a:lnTo>
                    <a:pt x="16264" y="182"/>
                  </a:lnTo>
                  <a:lnTo>
                    <a:pt x="16130" y="134"/>
                  </a:lnTo>
                  <a:lnTo>
                    <a:pt x="15986" y="96"/>
                  </a:lnTo>
                  <a:lnTo>
                    <a:pt x="15842" y="58"/>
                  </a:lnTo>
                  <a:lnTo>
                    <a:pt x="15708" y="39"/>
                  </a:lnTo>
                  <a:lnTo>
                    <a:pt x="15555" y="19"/>
                  </a:lnTo>
                  <a:lnTo>
                    <a:pt x="15411" y="10"/>
                  </a:lnTo>
                  <a:lnTo>
                    <a:pt x="15258" y="0"/>
                  </a:lnTo>
                  <a:close/>
                </a:path>
              </a:pathLst>
            </a:custGeom>
            <a:solidFill>
              <a:srgbClr val="D46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31"/>
            <p:cNvSpPr/>
            <p:nvPr/>
          </p:nvSpPr>
          <p:spPr>
            <a:xfrm>
              <a:off x="1899969" y="2961767"/>
              <a:ext cx="587105" cy="543454"/>
            </a:xfrm>
            <a:custGeom>
              <a:avLst/>
              <a:gdLst/>
              <a:ahLst/>
              <a:cxnLst/>
              <a:rect l="l" t="t" r="r" b="b"/>
              <a:pathLst>
                <a:path w="18171" h="16820" extrusionOk="0">
                  <a:moveTo>
                    <a:pt x="2913" y="0"/>
                  </a:moveTo>
                  <a:lnTo>
                    <a:pt x="2759" y="10"/>
                  </a:lnTo>
                  <a:lnTo>
                    <a:pt x="2616" y="19"/>
                  </a:lnTo>
                  <a:lnTo>
                    <a:pt x="2472" y="39"/>
                  </a:lnTo>
                  <a:lnTo>
                    <a:pt x="2328" y="58"/>
                  </a:lnTo>
                  <a:lnTo>
                    <a:pt x="2185" y="96"/>
                  </a:lnTo>
                  <a:lnTo>
                    <a:pt x="2051" y="134"/>
                  </a:lnTo>
                  <a:lnTo>
                    <a:pt x="1907" y="182"/>
                  </a:lnTo>
                  <a:lnTo>
                    <a:pt x="1782" y="230"/>
                  </a:lnTo>
                  <a:lnTo>
                    <a:pt x="1648" y="288"/>
                  </a:lnTo>
                  <a:lnTo>
                    <a:pt x="1524" y="355"/>
                  </a:lnTo>
                  <a:lnTo>
                    <a:pt x="1399" y="422"/>
                  </a:lnTo>
                  <a:lnTo>
                    <a:pt x="1284" y="498"/>
                  </a:lnTo>
                  <a:lnTo>
                    <a:pt x="1169" y="584"/>
                  </a:lnTo>
                  <a:lnTo>
                    <a:pt x="1064" y="671"/>
                  </a:lnTo>
                  <a:lnTo>
                    <a:pt x="959" y="757"/>
                  </a:lnTo>
                  <a:lnTo>
                    <a:pt x="853" y="853"/>
                  </a:lnTo>
                  <a:lnTo>
                    <a:pt x="758" y="958"/>
                  </a:lnTo>
                  <a:lnTo>
                    <a:pt x="662" y="1063"/>
                  </a:lnTo>
                  <a:lnTo>
                    <a:pt x="576" y="1169"/>
                  </a:lnTo>
                  <a:lnTo>
                    <a:pt x="499" y="1284"/>
                  </a:lnTo>
                  <a:lnTo>
                    <a:pt x="422" y="1408"/>
                  </a:lnTo>
                  <a:lnTo>
                    <a:pt x="355" y="1523"/>
                  </a:lnTo>
                  <a:lnTo>
                    <a:pt x="288" y="1648"/>
                  </a:lnTo>
                  <a:lnTo>
                    <a:pt x="231" y="1782"/>
                  </a:lnTo>
                  <a:lnTo>
                    <a:pt x="173" y="1916"/>
                  </a:lnTo>
                  <a:lnTo>
                    <a:pt x="135" y="2050"/>
                  </a:lnTo>
                  <a:lnTo>
                    <a:pt x="87" y="2184"/>
                  </a:lnTo>
                  <a:lnTo>
                    <a:pt x="58" y="2328"/>
                  </a:lnTo>
                  <a:lnTo>
                    <a:pt x="30" y="2471"/>
                  </a:lnTo>
                  <a:lnTo>
                    <a:pt x="10" y="2615"/>
                  </a:lnTo>
                  <a:lnTo>
                    <a:pt x="1" y="2768"/>
                  </a:lnTo>
                  <a:lnTo>
                    <a:pt x="1" y="2912"/>
                  </a:lnTo>
                  <a:lnTo>
                    <a:pt x="1" y="13908"/>
                  </a:lnTo>
                  <a:lnTo>
                    <a:pt x="1" y="14051"/>
                  </a:lnTo>
                  <a:lnTo>
                    <a:pt x="10" y="14205"/>
                  </a:lnTo>
                  <a:lnTo>
                    <a:pt x="30" y="14348"/>
                  </a:lnTo>
                  <a:lnTo>
                    <a:pt x="58" y="14492"/>
                  </a:lnTo>
                  <a:lnTo>
                    <a:pt x="87" y="14636"/>
                  </a:lnTo>
                  <a:lnTo>
                    <a:pt x="135" y="14770"/>
                  </a:lnTo>
                  <a:lnTo>
                    <a:pt x="173" y="14904"/>
                  </a:lnTo>
                  <a:lnTo>
                    <a:pt x="231" y="15038"/>
                  </a:lnTo>
                  <a:lnTo>
                    <a:pt x="288" y="15172"/>
                  </a:lnTo>
                  <a:lnTo>
                    <a:pt x="355" y="15296"/>
                  </a:lnTo>
                  <a:lnTo>
                    <a:pt x="422" y="15411"/>
                  </a:lnTo>
                  <a:lnTo>
                    <a:pt x="499" y="15536"/>
                  </a:lnTo>
                  <a:lnTo>
                    <a:pt x="576" y="15651"/>
                  </a:lnTo>
                  <a:lnTo>
                    <a:pt x="662" y="15756"/>
                  </a:lnTo>
                  <a:lnTo>
                    <a:pt x="758" y="15862"/>
                  </a:lnTo>
                  <a:lnTo>
                    <a:pt x="853" y="15967"/>
                  </a:lnTo>
                  <a:lnTo>
                    <a:pt x="959" y="16063"/>
                  </a:lnTo>
                  <a:lnTo>
                    <a:pt x="1064" y="16149"/>
                  </a:lnTo>
                  <a:lnTo>
                    <a:pt x="1169" y="16235"/>
                  </a:lnTo>
                  <a:lnTo>
                    <a:pt x="1284" y="16321"/>
                  </a:lnTo>
                  <a:lnTo>
                    <a:pt x="1399" y="16398"/>
                  </a:lnTo>
                  <a:lnTo>
                    <a:pt x="1524" y="16465"/>
                  </a:lnTo>
                  <a:lnTo>
                    <a:pt x="1648" y="16532"/>
                  </a:lnTo>
                  <a:lnTo>
                    <a:pt x="1782" y="16589"/>
                  </a:lnTo>
                  <a:lnTo>
                    <a:pt x="1907" y="16637"/>
                  </a:lnTo>
                  <a:lnTo>
                    <a:pt x="2051" y="16685"/>
                  </a:lnTo>
                  <a:lnTo>
                    <a:pt x="2185" y="16724"/>
                  </a:lnTo>
                  <a:lnTo>
                    <a:pt x="2328" y="16762"/>
                  </a:lnTo>
                  <a:lnTo>
                    <a:pt x="2472" y="16781"/>
                  </a:lnTo>
                  <a:lnTo>
                    <a:pt x="2616" y="16800"/>
                  </a:lnTo>
                  <a:lnTo>
                    <a:pt x="2759" y="16810"/>
                  </a:lnTo>
                  <a:lnTo>
                    <a:pt x="2913" y="16819"/>
                  </a:lnTo>
                  <a:lnTo>
                    <a:pt x="15259" y="16819"/>
                  </a:lnTo>
                  <a:lnTo>
                    <a:pt x="15412" y="16810"/>
                  </a:lnTo>
                  <a:lnTo>
                    <a:pt x="15556" y="16800"/>
                  </a:lnTo>
                  <a:lnTo>
                    <a:pt x="15709" y="16781"/>
                  </a:lnTo>
                  <a:lnTo>
                    <a:pt x="15843" y="16762"/>
                  </a:lnTo>
                  <a:lnTo>
                    <a:pt x="15987" y="16724"/>
                  </a:lnTo>
                  <a:lnTo>
                    <a:pt x="16130" y="16685"/>
                  </a:lnTo>
                  <a:lnTo>
                    <a:pt x="16264" y="16637"/>
                  </a:lnTo>
                  <a:lnTo>
                    <a:pt x="16399" y="16589"/>
                  </a:lnTo>
                  <a:lnTo>
                    <a:pt x="16523" y="16532"/>
                  </a:lnTo>
                  <a:lnTo>
                    <a:pt x="16648" y="16465"/>
                  </a:lnTo>
                  <a:lnTo>
                    <a:pt x="16772" y="16398"/>
                  </a:lnTo>
                  <a:lnTo>
                    <a:pt x="16887" y="16321"/>
                  </a:lnTo>
                  <a:lnTo>
                    <a:pt x="17002" y="16235"/>
                  </a:lnTo>
                  <a:lnTo>
                    <a:pt x="17117" y="16149"/>
                  </a:lnTo>
                  <a:lnTo>
                    <a:pt x="17222" y="16063"/>
                  </a:lnTo>
                  <a:lnTo>
                    <a:pt x="17318" y="15967"/>
                  </a:lnTo>
                  <a:lnTo>
                    <a:pt x="17414" y="15862"/>
                  </a:lnTo>
                  <a:lnTo>
                    <a:pt x="17510" y="15756"/>
                  </a:lnTo>
                  <a:lnTo>
                    <a:pt x="17596" y="15651"/>
                  </a:lnTo>
                  <a:lnTo>
                    <a:pt x="17672" y="15536"/>
                  </a:lnTo>
                  <a:lnTo>
                    <a:pt x="17749" y="15411"/>
                  </a:lnTo>
                  <a:lnTo>
                    <a:pt x="17826" y="15296"/>
                  </a:lnTo>
                  <a:lnTo>
                    <a:pt x="17883" y="15172"/>
                  </a:lnTo>
                  <a:lnTo>
                    <a:pt x="17941" y="15038"/>
                  </a:lnTo>
                  <a:lnTo>
                    <a:pt x="17998" y="14904"/>
                  </a:lnTo>
                  <a:lnTo>
                    <a:pt x="18046" y="14770"/>
                  </a:lnTo>
                  <a:lnTo>
                    <a:pt x="18084" y="14636"/>
                  </a:lnTo>
                  <a:lnTo>
                    <a:pt x="18113" y="14492"/>
                  </a:lnTo>
                  <a:lnTo>
                    <a:pt x="18142" y="14348"/>
                  </a:lnTo>
                  <a:lnTo>
                    <a:pt x="18161" y="14205"/>
                  </a:lnTo>
                  <a:lnTo>
                    <a:pt x="18171" y="14051"/>
                  </a:lnTo>
                  <a:lnTo>
                    <a:pt x="18171" y="13908"/>
                  </a:lnTo>
                  <a:lnTo>
                    <a:pt x="18171" y="2912"/>
                  </a:lnTo>
                  <a:lnTo>
                    <a:pt x="18171" y="2768"/>
                  </a:lnTo>
                  <a:lnTo>
                    <a:pt x="18161" y="2615"/>
                  </a:lnTo>
                  <a:lnTo>
                    <a:pt x="18142" y="2471"/>
                  </a:lnTo>
                  <a:lnTo>
                    <a:pt x="18113" y="2328"/>
                  </a:lnTo>
                  <a:lnTo>
                    <a:pt x="18084" y="2184"/>
                  </a:lnTo>
                  <a:lnTo>
                    <a:pt x="18046" y="2050"/>
                  </a:lnTo>
                  <a:lnTo>
                    <a:pt x="17998" y="1916"/>
                  </a:lnTo>
                  <a:lnTo>
                    <a:pt x="17941" y="1782"/>
                  </a:lnTo>
                  <a:lnTo>
                    <a:pt x="17883" y="1648"/>
                  </a:lnTo>
                  <a:lnTo>
                    <a:pt x="17826" y="1523"/>
                  </a:lnTo>
                  <a:lnTo>
                    <a:pt x="17749" y="1408"/>
                  </a:lnTo>
                  <a:lnTo>
                    <a:pt x="17672" y="1284"/>
                  </a:lnTo>
                  <a:lnTo>
                    <a:pt x="17596" y="1169"/>
                  </a:lnTo>
                  <a:lnTo>
                    <a:pt x="17510" y="1063"/>
                  </a:lnTo>
                  <a:lnTo>
                    <a:pt x="17414" y="958"/>
                  </a:lnTo>
                  <a:lnTo>
                    <a:pt x="17318" y="853"/>
                  </a:lnTo>
                  <a:lnTo>
                    <a:pt x="17222" y="757"/>
                  </a:lnTo>
                  <a:lnTo>
                    <a:pt x="17117" y="671"/>
                  </a:lnTo>
                  <a:lnTo>
                    <a:pt x="17002" y="584"/>
                  </a:lnTo>
                  <a:lnTo>
                    <a:pt x="16887" y="498"/>
                  </a:lnTo>
                  <a:lnTo>
                    <a:pt x="16772" y="422"/>
                  </a:lnTo>
                  <a:lnTo>
                    <a:pt x="16648" y="355"/>
                  </a:lnTo>
                  <a:lnTo>
                    <a:pt x="16523" y="288"/>
                  </a:lnTo>
                  <a:lnTo>
                    <a:pt x="16399" y="230"/>
                  </a:lnTo>
                  <a:lnTo>
                    <a:pt x="16264" y="182"/>
                  </a:lnTo>
                  <a:lnTo>
                    <a:pt x="16130" y="134"/>
                  </a:lnTo>
                  <a:lnTo>
                    <a:pt x="15987" y="96"/>
                  </a:lnTo>
                  <a:lnTo>
                    <a:pt x="15843" y="58"/>
                  </a:lnTo>
                  <a:lnTo>
                    <a:pt x="15709" y="39"/>
                  </a:lnTo>
                  <a:lnTo>
                    <a:pt x="15556" y="19"/>
                  </a:lnTo>
                  <a:lnTo>
                    <a:pt x="15412" y="10"/>
                  </a:lnTo>
                  <a:lnTo>
                    <a:pt x="152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31"/>
            <p:cNvSpPr/>
            <p:nvPr/>
          </p:nvSpPr>
          <p:spPr>
            <a:xfrm>
              <a:off x="1826624" y="3809116"/>
              <a:ext cx="727589" cy="48303"/>
            </a:xfrm>
            <a:custGeom>
              <a:avLst/>
              <a:gdLst/>
              <a:ahLst/>
              <a:cxnLst/>
              <a:rect l="l" t="t" r="r" b="b"/>
              <a:pathLst>
                <a:path w="22519" h="1495" extrusionOk="0">
                  <a:moveTo>
                    <a:pt x="1" y="0"/>
                  </a:moveTo>
                  <a:lnTo>
                    <a:pt x="1" y="450"/>
                  </a:lnTo>
                  <a:lnTo>
                    <a:pt x="10" y="556"/>
                  </a:lnTo>
                  <a:lnTo>
                    <a:pt x="20" y="661"/>
                  </a:lnTo>
                  <a:lnTo>
                    <a:pt x="49" y="757"/>
                  </a:lnTo>
                  <a:lnTo>
                    <a:pt x="87" y="853"/>
                  </a:lnTo>
                  <a:lnTo>
                    <a:pt x="125" y="948"/>
                  </a:lnTo>
                  <a:lnTo>
                    <a:pt x="183" y="1035"/>
                  </a:lnTo>
                  <a:lnTo>
                    <a:pt x="240" y="1111"/>
                  </a:lnTo>
                  <a:lnTo>
                    <a:pt x="307" y="1188"/>
                  </a:lnTo>
                  <a:lnTo>
                    <a:pt x="384" y="1255"/>
                  </a:lnTo>
                  <a:lnTo>
                    <a:pt x="461" y="1312"/>
                  </a:lnTo>
                  <a:lnTo>
                    <a:pt x="547" y="1370"/>
                  </a:lnTo>
                  <a:lnTo>
                    <a:pt x="633" y="1408"/>
                  </a:lnTo>
                  <a:lnTo>
                    <a:pt x="729" y="1446"/>
                  </a:lnTo>
                  <a:lnTo>
                    <a:pt x="834" y="1475"/>
                  </a:lnTo>
                  <a:lnTo>
                    <a:pt x="930" y="1485"/>
                  </a:lnTo>
                  <a:lnTo>
                    <a:pt x="1045" y="1494"/>
                  </a:lnTo>
                  <a:lnTo>
                    <a:pt x="21485" y="1494"/>
                  </a:lnTo>
                  <a:lnTo>
                    <a:pt x="21590" y="1485"/>
                  </a:lnTo>
                  <a:lnTo>
                    <a:pt x="21686" y="1475"/>
                  </a:lnTo>
                  <a:lnTo>
                    <a:pt x="21791" y="1446"/>
                  </a:lnTo>
                  <a:lnTo>
                    <a:pt x="21887" y="1408"/>
                  </a:lnTo>
                  <a:lnTo>
                    <a:pt x="21973" y="1370"/>
                  </a:lnTo>
                  <a:lnTo>
                    <a:pt x="22059" y="1312"/>
                  </a:lnTo>
                  <a:lnTo>
                    <a:pt x="22145" y="1255"/>
                  </a:lnTo>
                  <a:lnTo>
                    <a:pt x="22212" y="1188"/>
                  </a:lnTo>
                  <a:lnTo>
                    <a:pt x="22280" y="1111"/>
                  </a:lnTo>
                  <a:lnTo>
                    <a:pt x="22347" y="1035"/>
                  </a:lnTo>
                  <a:lnTo>
                    <a:pt x="22394" y="948"/>
                  </a:lnTo>
                  <a:lnTo>
                    <a:pt x="22442" y="853"/>
                  </a:lnTo>
                  <a:lnTo>
                    <a:pt x="22471" y="757"/>
                  </a:lnTo>
                  <a:lnTo>
                    <a:pt x="22500" y="661"/>
                  </a:lnTo>
                  <a:lnTo>
                    <a:pt x="22519" y="556"/>
                  </a:lnTo>
                  <a:lnTo>
                    <a:pt x="22519" y="450"/>
                  </a:lnTo>
                  <a:lnTo>
                    <a:pt x="22519" y="0"/>
                  </a:lnTo>
                  <a:close/>
                </a:path>
              </a:pathLst>
            </a:custGeom>
            <a:solidFill>
              <a:srgbClr val="696E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1"/>
            <p:cNvSpPr/>
            <p:nvPr/>
          </p:nvSpPr>
          <p:spPr>
            <a:xfrm>
              <a:off x="2165208" y="3829213"/>
              <a:ext cx="52342" cy="756700"/>
            </a:xfrm>
            <a:custGeom>
              <a:avLst/>
              <a:gdLst/>
              <a:ahLst/>
              <a:cxnLst/>
              <a:rect l="l" t="t" r="r" b="b"/>
              <a:pathLst>
                <a:path w="1620" h="23420" extrusionOk="0">
                  <a:moveTo>
                    <a:pt x="0" y="1"/>
                  </a:moveTo>
                  <a:lnTo>
                    <a:pt x="0" y="23419"/>
                  </a:lnTo>
                  <a:lnTo>
                    <a:pt x="1619" y="23419"/>
                  </a:lnTo>
                  <a:lnTo>
                    <a:pt x="1619" y="1"/>
                  </a:lnTo>
                  <a:close/>
                </a:path>
              </a:pathLst>
            </a:custGeom>
            <a:solidFill>
              <a:srgbClr val="959D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1"/>
            <p:cNvSpPr/>
            <p:nvPr/>
          </p:nvSpPr>
          <p:spPr>
            <a:xfrm>
              <a:off x="1946723" y="4506963"/>
              <a:ext cx="494246" cy="132180"/>
            </a:xfrm>
            <a:custGeom>
              <a:avLst/>
              <a:gdLst/>
              <a:ahLst/>
              <a:cxnLst/>
              <a:rect l="l" t="t" r="r" b="b"/>
              <a:pathLst>
                <a:path w="15297" h="4091" extrusionOk="0">
                  <a:moveTo>
                    <a:pt x="3879" y="1"/>
                  </a:moveTo>
                  <a:lnTo>
                    <a:pt x="3678" y="20"/>
                  </a:lnTo>
                  <a:lnTo>
                    <a:pt x="3467" y="49"/>
                  </a:lnTo>
                  <a:lnTo>
                    <a:pt x="3266" y="87"/>
                  </a:lnTo>
                  <a:lnTo>
                    <a:pt x="3065" y="125"/>
                  </a:lnTo>
                  <a:lnTo>
                    <a:pt x="2874" y="183"/>
                  </a:lnTo>
                  <a:lnTo>
                    <a:pt x="2682" y="250"/>
                  </a:lnTo>
                  <a:lnTo>
                    <a:pt x="2500" y="326"/>
                  </a:lnTo>
                  <a:lnTo>
                    <a:pt x="2318" y="403"/>
                  </a:lnTo>
                  <a:lnTo>
                    <a:pt x="2146" y="499"/>
                  </a:lnTo>
                  <a:lnTo>
                    <a:pt x="1973" y="595"/>
                  </a:lnTo>
                  <a:lnTo>
                    <a:pt x="1801" y="700"/>
                  </a:lnTo>
                  <a:lnTo>
                    <a:pt x="1648" y="815"/>
                  </a:lnTo>
                  <a:lnTo>
                    <a:pt x="1485" y="939"/>
                  </a:lnTo>
                  <a:lnTo>
                    <a:pt x="1341" y="1064"/>
                  </a:lnTo>
                  <a:lnTo>
                    <a:pt x="1197" y="1198"/>
                  </a:lnTo>
                  <a:lnTo>
                    <a:pt x="1063" y="1342"/>
                  </a:lnTo>
                  <a:lnTo>
                    <a:pt x="929" y="1495"/>
                  </a:lnTo>
                  <a:lnTo>
                    <a:pt x="814" y="1648"/>
                  </a:lnTo>
                  <a:lnTo>
                    <a:pt x="699" y="1811"/>
                  </a:lnTo>
                  <a:lnTo>
                    <a:pt x="594" y="1974"/>
                  </a:lnTo>
                  <a:lnTo>
                    <a:pt x="489" y="2146"/>
                  </a:lnTo>
                  <a:lnTo>
                    <a:pt x="402" y="2319"/>
                  </a:lnTo>
                  <a:lnTo>
                    <a:pt x="316" y="2501"/>
                  </a:lnTo>
                  <a:lnTo>
                    <a:pt x="249" y="2692"/>
                  </a:lnTo>
                  <a:lnTo>
                    <a:pt x="182" y="2874"/>
                  </a:lnTo>
                  <a:lnTo>
                    <a:pt x="125" y="3075"/>
                  </a:lnTo>
                  <a:lnTo>
                    <a:pt x="77" y="3267"/>
                  </a:lnTo>
                  <a:lnTo>
                    <a:pt x="48" y="3468"/>
                  </a:lnTo>
                  <a:lnTo>
                    <a:pt x="19" y="3679"/>
                  </a:lnTo>
                  <a:lnTo>
                    <a:pt x="0" y="3880"/>
                  </a:lnTo>
                  <a:lnTo>
                    <a:pt x="0" y="4091"/>
                  </a:lnTo>
                  <a:lnTo>
                    <a:pt x="1169" y="4091"/>
                  </a:lnTo>
                  <a:lnTo>
                    <a:pt x="1178" y="3947"/>
                  </a:lnTo>
                  <a:lnTo>
                    <a:pt x="1188" y="3794"/>
                  </a:lnTo>
                  <a:lnTo>
                    <a:pt x="1207" y="3650"/>
                  </a:lnTo>
                  <a:lnTo>
                    <a:pt x="1236" y="3506"/>
                  </a:lnTo>
                  <a:lnTo>
                    <a:pt x="1264" y="3363"/>
                  </a:lnTo>
                  <a:lnTo>
                    <a:pt x="1303" y="3229"/>
                  </a:lnTo>
                  <a:lnTo>
                    <a:pt x="1351" y="3094"/>
                  </a:lnTo>
                  <a:lnTo>
                    <a:pt x="1399" y="2960"/>
                  </a:lnTo>
                  <a:lnTo>
                    <a:pt x="1466" y="2826"/>
                  </a:lnTo>
                  <a:lnTo>
                    <a:pt x="1523" y="2702"/>
                  </a:lnTo>
                  <a:lnTo>
                    <a:pt x="1600" y="2577"/>
                  </a:lnTo>
                  <a:lnTo>
                    <a:pt x="1676" y="2462"/>
                  </a:lnTo>
                  <a:lnTo>
                    <a:pt x="1753" y="2347"/>
                  </a:lnTo>
                  <a:lnTo>
                    <a:pt x="1839" y="2242"/>
                  </a:lnTo>
                  <a:lnTo>
                    <a:pt x="1935" y="2137"/>
                  </a:lnTo>
                  <a:lnTo>
                    <a:pt x="2031" y="2031"/>
                  </a:lnTo>
                  <a:lnTo>
                    <a:pt x="2127" y="1935"/>
                  </a:lnTo>
                  <a:lnTo>
                    <a:pt x="2232" y="1840"/>
                  </a:lnTo>
                  <a:lnTo>
                    <a:pt x="2347" y="1754"/>
                  </a:lnTo>
                  <a:lnTo>
                    <a:pt x="2462" y="1677"/>
                  </a:lnTo>
                  <a:lnTo>
                    <a:pt x="2577" y="1600"/>
                  </a:lnTo>
                  <a:lnTo>
                    <a:pt x="2701" y="1524"/>
                  </a:lnTo>
                  <a:lnTo>
                    <a:pt x="2826" y="1466"/>
                  </a:lnTo>
                  <a:lnTo>
                    <a:pt x="2960" y="1409"/>
                  </a:lnTo>
                  <a:lnTo>
                    <a:pt x="3094" y="1351"/>
                  </a:lnTo>
                  <a:lnTo>
                    <a:pt x="3228" y="1303"/>
                  </a:lnTo>
                  <a:lnTo>
                    <a:pt x="3362" y="1265"/>
                  </a:lnTo>
                  <a:lnTo>
                    <a:pt x="3506" y="1236"/>
                  </a:lnTo>
                  <a:lnTo>
                    <a:pt x="3649" y="1208"/>
                  </a:lnTo>
                  <a:lnTo>
                    <a:pt x="3793" y="1188"/>
                  </a:lnTo>
                  <a:lnTo>
                    <a:pt x="3946" y="1179"/>
                  </a:lnTo>
                  <a:lnTo>
                    <a:pt x="11350" y="1179"/>
                  </a:lnTo>
                  <a:lnTo>
                    <a:pt x="11494" y="1188"/>
                  </a:lnTo>
                  <a:lnTo>
                    <a:pt x="11638" y="1208"/>
                  </a:lnTo>
                  <a:lnTo>
                    <a:pt x="11781" y="1236"/>
                  </a:lnTo>
                  <a:lnTo>
                    <a:pt x="11925" y="1265"/>
                  </a:lnTo>
                  <a:lnTo>
                    <a:pt x="12069" y="1303"/>
                  </a:lnTo>
                  <a:lnTo>
                    <a:pt x="12203" y="1351"/>
                  </a:lnTo>
                  <a:lnTo>
                    <a:pt x="12337" y="1409"/>
                  </a:lnTo>
                  <a:lnTo>
                    <a:pt x="12461" y="1466"/>
                  </a:lnTo>
                  <a:lnTo>
                    <a:pt x="12586" y="1524"/>
                  </a:lnTo>
                  <a:lnTo>
                    <a:pt x="12710" y="1600"/>
                  </a:lnTo>
                  <a:lnTo>
                    <a:pt x="12825" y="1677"/>
                  </a:lnTo>
                  <a:lnTo>
                    <a:pt x="12940" y="1754"/>
                  </a:lnTo>
                  <a:lnTo>
                    <a:pt x="13055" y="1840"/>
                  </a:lnTo>
                  <a:lnTo>
                    <a:pt x="13160" y="1935"/>
                  </a:lnTo>
                  <a:lnTo>
                    <a:pt x="13256" y="2031"/>
                  </a:lnTo>
                  <a:lnTo>
                    <a:pt x="13362" y="2137"/>
                  </a:lnTo>
                  <a:lnTo>
                    <a:pt x="13448" y="2242"/>
                  </a:lnTo>
                  <a:lnTo>
                    <a:pt x="13534" y="2347"/>
                  </a:lnTo>
                  <a:lnTo>
                    <a:pt x="13620" y="2462"/>
                  </a:lnTo>
                  <a:lnTo>
                    <a:pt x="13697" y="2577"/>
                  </a:lnTo>
                  <a:lnTo>
                    <a:pt x="13764" y="2702"/>
                  </a:lnTo>
                  <a:lnTo>
                    <a:pt x="13831" y="2826"/>
                  </a:lnTo>
                  <a:lnTo>
                    <a:pt x="13888" y="2960"/>
                  </a:lnTo>
                  <a:lnTo>
                    <a:pt x="13936" y="3094"/>
                  </a:lnTo>
                  <a:lnTo>
                    <a:pt x="13984" y="3229"/>
                  </a:lnTo>
                  <a:lnTo>
                    <a:pt x="14023" y="3363"/>
                  </a:lnTo>
                  <a:lnTo>
                    <a:pt x="14061" y="3506"/>
                  </a:lnTo>
                  <a:lnTo>
                    <a:pt x="14080" y="3650"/>
                  </a:lnTo>
                  <a:lnTo>
                    <a:pt x="14099" y="3794"/>
                  </a:lnTo>
                  <a:lnTo>
                    <a:pt x="14109" y="3947"/>
                  </a:lnTo>
                  <a:lnTo>
                    <a:pt x="14118" y="4091"/>
                  </a:lnTo>
                  <a:lnTo>
                    <a:pt x="15296" y="4091"/>
                  </a:lnTo>
                  <a:lnTo>
                    <a:pt x="15287" y="3880"/>
                  </a:lnTo>
                  <a:lnTo>
                    <a:pt x="15268" y="3679"/>
                  </a:lnTo>
                  <a:lnTo>
                    <a:pt x="15249" y="3468"/>
                  </a:lnTo>
                  <a:lnTo>
                    <a:pt x="15210" y="3267"/>
                  </a:lnTo>
                  <a:lnTo>
                    <a:pt x="15162" y="3075"/>
                  </a:lnTo>
                  <a:lnTo>
                    <a:pt x="15105" y="2874"/>
                  </a:lnTo>
                  <a:lnTo>
                    <a:pt x="15047" y="2692"/>
                  </a:lnTo>
                  <a:lnTo>
                    <a:pt x="14971" y="2501"/>
                  </a:lnTo>
                  <a:lnTo>
                    <a:pt x="14885" y="2319"/>
                  </a:lnTo>
                  <a:lnTo>
                    <a:pt x="14798" y="2146"/>
                  </a:lnTo>
                  <a:lnTo>
                    <a:pt x="14703" y="1974"/>
                  </a:lnTo>
                  <a:lnTo>
                    <a:pt x="14588" y="1811"/>
                  </a:lnTo>
                  <a:lnTo>
                    <a:pt x="14473" y="1648"/>
                  </a:lnTo>
                  <a:lnTo>
                    <a:pt x="14358" y="1495"/>
                  </a:lnTo>
                  <a:lnTo>
                    <a:pt x="14224" y="1342"/>
                  </a:lnTo>
                  <a:lnTo>
                    <a:pt x="14090" y="1198"/>
                  </a:lnTo>
                  <a:lnTo>
                    <a:pt x="13946" y="1064"/>
                  </a:lnTo>
                  <a:lnTo>
                    <a:pt x="13802" y="939"/>
                  </a:lnTo>
                  <a:lnTo>
                    <a:pt x="13649" y="815"/>
                  </a:lnTo>
                  <a:lnTo>
                    <a:pt x="13486" y="700"/>
                  </a:lnTo>
                  <a:lnTo>
                    <a:pt x="13323" y="595"/>
                  </a:lnTo>
                  <a:lnTo>
                    <a:pt x="13151" y="499"/>
                  </a:lnTo>
                  <a:lnTo>
                    <a:pt x="12969" y="403"/>
                  </a:lnTo>
                  <a:lnTo>
                    <a:pt x="12787" y="326"/>
                  </a:lnTo>
                  <a:lnTo>
                    <a:pt x="12605" y="250"/>
                  </a:lnTo>
                  <a:lnTo>
                    <a:pt x="12413" y="183"/>
                  </a:lnTo>
                  <a:lnTo>
                    <a:pt x="12222" y="125"/>
                  </a:lnTo>
                  <a:lnTo>
                    <a:pt x="12021" y="87"/>
                  </a:lnTo>
                  <a:lnTo>
                    <a:pt x="11820" y="49"/>
                  </a:lnTo>
                  <a:lnTo>
                    <a:pt x="11618" y="20"/>
                  </a:lnTo>
                  <a:lnTo>
                    <a:pt x="11408" y="1"/>
                  </a:lnTo>
                  <a:close/>
                </a:path>
              </a:pathLst>
            </a:custGeom>
            <a:solidFill>
              <a:srgbClr val="696E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31"/>
            <p:cNvSpPr/>
            <p:nvPr/>
          </p:nvSpPr>
          <p:spPr>
            <a:xfrm>
              <a:off x="2131475" y="3821168"/>
              <a:ext cx="113279" cy="205201"/>
            </a:xfrm>
            <a:custGeom>
              <a:avLst/>
              <a:gdLst/>
              <a:ahLst/>
              <a:cxnLst/>
              <a:rect l="l" t="t" r="r" b="b"/>
              <a:pathLst>
                <a:path w="3506" h="6351" extrusionOk="0">
                  <a:moveTo>
                    <a:pt x="0" y="1"/>
                  </a:moveTo>
                  <a:lnTo>
                    <a:pt x="661" y="6351"/>
                  </a:lnTo>
                  <a:lnTo>
                    <a:pt x="2845" y="6351"/>
                  </a:lnTo>
                  <a:lnTo>
                    <a:pt x="3506" y="1"/>
                  </a:lnTo>
                  <a:close/>
                </a:path>
              </a:pathLst>
            </a:custGeom>
            <a:solidFill>
              <a:srgbClr val="696E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31"/>
            <p:cNvSpPr/>
            <p:nvPr/>
          </p:nvSpPr>
          <p:spPr>
            <a:xfrm>
              <a:off x="1801260" y="3705431"/>
              <a:ext cx="780190" cy="115767"/>
            </a:xfrm>
            <a:custGeom>
              <a:avLst/>
              <a:gdLst/>
              <a:ahLst/>
              <a:cxnLst/>
              <a:rect l="l" t="t" r="r" b="b"/>
              <a:pathLst>
                <a:path w="24147" h="3583" extrusionOk="0">
                  <a:moveTo>
                    <a:pt x="3171" y="0"/>
                  </a:moveTo>
                  <a:lnTo>
                    <a:pt x="3008" y="10"/>
                  </a:lnTo>
                  <a:lnTo>
                    <a:pt x="2855" y="20"/>
                  </a:lnTo>
                  <a:lnTo>
                    <a:pt x="2692" y="39"/>
                  </a:lnTo>
                  <a:lnTo>
                    <a:pt x="2539" y="67"/>
                  </a:lnTo>
                  <a:lnTo>
                    <a:pt x="2385" y="106"/>
                  </a:lnTo>
                  <a:lnTo>
                    <a:pt x="2232" y="144"/>
                  </a:lnTo>
                  <a:lnTo>
                    <a:pt x="2089" y="192"/>
                  </a:lnTo>
                  <a:lnTo>
                    <a:pt x="1945" y="249"/>
                  </a:lnTo>
                  <a:lnTo>
                    <a:pt x="1801" y="316"/>
                  </a:lnTo>
                  <a:lnTo>
                    <a:pt x="1667" y="384"/>
                  </a:lnTo>
                  <a:lnTo>
                    <a:pt x="1533" y="460"/>
                  </a:lnTo>
                  <a:lnTo>
                    <a:pt x="1399" y="546"/>
                  </a:lnTo>
                  <a:lnTo>
                    <a:pt x="1274" y="633"/>
                  </a:lnTo>
                  <a:lnTo>
                    <a:pt x="1159" y="728"/>
                  </a:lnTo>
                  <a:lnTo>
                    <a:pt x="1044" y="824"/>
                  </a:lnTo>
                  <a:lnTo>
                    <a:pt x="930" y="929"/>
                  </a:lnTo>
                  <a:lnTo>
                    <a:pt x="824" y="1044"/>
                  </a:lnTo>
                  <a:lnTo>
                    <a:pt x="728" y="1159"/>
                  </a:lnTo>
                  <a:lnTo>
                    <a:pt x="633" y="1274"/>
                  </a:lnTo>
                  <a:lnTo>
                    <a:pt x="546" y="1399"/>
                  </a:lnTo>
                  <a:lnTo>
                    <a:pt x="460" y="1533"/>
                  </a:lnTo>
                  <a:lnTo>
                    <a:pt x="384" y="1657"/>
                  </a:lnTo>
                  <a:lnTo>
                    <a:pt x="317" y="1801"/>
                  </a:lnTo>
                  <a:lnTo>
                    <a:pt x="250" y="1935"/>
                  </a:lnTo>
                  <a:lnTo>
                    <a:pt x="202" y="2079"/>
                  </a:lnTo>
                  <a:lnTo>
                    <a:pt x="144" y="2232"/>
                  </a:lnTo>
                  <a:lnTo>
                    <a:pt x="106" y="2376"/>
                  </a:lnTo>
                  <a:lnTo>
                    <a:pt x="68" y="2529"/>
                  </a:lnTo>
                  <a:lnTo>
                    <a:pt x="39" y="2692"/>
                  </a:lnTo>
                  <a:lnTo>
                    <a:pt x="20" y="2845"/>
                  </a:lnTo>
                  <a:lnTo>
                    <a:pt x="10" y="3008"/>
                  </a:lnTo>
                  <a:lnTo>
                    <a:pt x="0" y="3171"/>
                  </a:lnTo>
                  <a:lnTo>
                    <a:pt x="0" y="3583"/>
                  </a:lnTo>
                  <a:lnTo>
                    <a:pt x="24147" y="3583"/>
                  </a:lnTo>
                  <a:lnTo>
                    <a:pt x="24147" y="3171"/>
                  </a:lnTo>
                  <a:lnTo>
                    <a:pt x="24147" y="3008"/>
                  </a:lnTo>
                  <a:lnTo>
                    <a:pt x="24128" y="2845"/>
                  </a:lnTo>
                  <a:lnTo>
                    <a:pt x="24109" y="2692"/>
                  </a:lnTo>
                  <a:lnTo>
                    <a:pt x="24080" y="2529"/>
                  </a:lnTo>
                  <a:lnTo>
                    <a:pt x="24051" y="2376"/>
                  </a:lnTo>
                  <a:lnTo>
                    <a:pt x="24003" y="2232"/>
                  </a:lnTo>
                  <a:lnTo>
                    <a:pt x="23955" y="2079"/>
                  </a:lnTo>
                  <a:lnTo>
                    <a:pt x="23898" y="1935"/>
                  </a:lnTo>
                  <a:lnTo>
                    <a:pt x="23831" y="1801"/>
                  </a:lnTo>
                  <a:lnTo>
                    <a:pt x="23764" y="1657"/>
                  </a:lnTo>
                  <a:lnTo>
                    <a:pt x="23687" y="1533"/>
                  </a:lnTo>
                  <a:lnTo>
                    <a:pt x="23601" y="1399"/>
                  </a:lnTo>
                  <a:lnTo>
                    <a:pt x="23515" y="1274"/>
                  </a:lnTo>
                  <a:lnTo>
                    <a:pt x="23419" y="1159"/>
                  </a:lnTo>
                  <a:lnTo>
                    <a:pt x="23323" y="1044"/>
                  </a:lnTo>
                  <a:lnTo>
                    <a:pt x="23218" y="929"/>
                  </a:lnTo>
                  <a:lnTo>
                    <a:pt x="23112" y="824"/>
                  </a:lnTo>
                  <a:lnTo>
                    <a:pt x="22997" y="728"/>
                  </a:lnTo>
                  <a:lnTo>
                    <a:pt x="22873" y="633"/>
                  </a:lnTo>
                  <a:lnTo>
                    <a:pt x="22748" y="546"/>
                  </a:lnTo>
                  <a:lnTo>
                    <a:pt x="22624" y="460"/>
                  </a:lnTo>
                  <a:lnTo>
                    <a:pt x="22490" y="384"/>
                  </a:lnTo>
                  <a:lnTo>
                    <a:pt x="22346" y="316"/>
                  </a:lnTo>
                  <a:lnTo>
                    <a:pt x="22212" y="249"/>
                  </a:lnTo>
                  <a:lnTo>
                    <a:pt x="22068" y="192"/>
                  </a:lnTo>
                  <a:lnTo>
                    <a:pt x="21915" y="144"/>
                  </a:lnTo>
                  <a:lnTo>
                    <a:pt x="21771" y="106"/>
                  </a:lnTo>
                  <a:lnTo>
                    <a:pt x="21618" y="67"/>
                  </a:lnTo>
                  <a:lnTo>
                    <a:pt x="21455" y="39"/>
                  </a:lnTo>
                  <a:lnTo>
                    <a:pt x="21302" y="20"/>
                  </a:lnTo>
                  <a:lnTo>
                    <a:pt x="21139" y="10"/>
                  </a:lnTo>
                  <a:lnTo>
                    <a:pt x="209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31"/>
            <p:cNvSpPr/>
            <p:nvPr/>
          </p:nvSpPr>
          <p:spPr>
            <a:xfrm>
              <a:off x="2279717" y="1805851"/>
              <a:ext cx="732855" cy="701935"/>
            </a:xfrm>
            <a:custGeom>
              <a:avLst/>
              <a:gdLst/>
              <a:ahLst/>
              <a:cxnLst/>
              <a:rect l="l" t="t" r="r" b="b"/>
              <a:pathLst>
                <a:path w="22682" h="21725" extrusionOk="0">
                  <a:moveTo>
                    <a:pt x="1878" y="1"/>
                  </a:moveTo>
                  <a:lnTo>
                    <a:pt x="1609" y="30"/>
                  </a:lnTo>
                  <a:lnTo>
                    <a:pt x="1341" y="78"/>
                  </a:lnTo>
                  <a:lnTo>
                    <a:pt x="1217" y="106"/>
                  </a:lnTo>
                  <a:lnTo>
                    <a:pt x="1092" y="135"/>
                  </a:lnTo>
                  <a:lnTo>
                    <a:pt x="968" y="183"/>
                  </a:lnTo>
                  <a:lnTo>
                    <a:pt x="853" y="231"/>
                  </a:lnTo>
                  <a:lnTo>
                    <a:pt x="738" y="279"/>
                  </a:lnTo>
                  <a:lnTo>
                    <a:pt x="623" y="336"/>
                  </a:lnTo>
                  <a:lnTo>
                    <a:pt x="508" y="403"/>
                  </a:lnTo>
                  <a:lnTo>
                    <a:pt x="402" y="470"/>
                  </a:lnTo>
                  <a:lnTo>
                    <a:pt x="297" y="547"/>
                  </a:lnTo>
                  <a:lnTo>
                    <a:pt x="192" y="624"/>
                  </a:lnTo>
                  <a:lnTo>
                    <a:pt x="96" y="710"/>
                  </a:lnTo>
                  <a:lnTo>
                    <a:pt x="0" y="805"/>
                  </a:lnTo>
                  <a:lnTo>
                    <a:pt x="134" y="1390"/>
                  </a:lnTo>
                  <a:lnTo>
                    <a:pt x="307" y="2070"/>
                  </a:lnTo>
                  <a:lnTo>
                    <a:pt x="527" y="2961"/>
                  </a:lnTo>
                  <a:lnTo>
                    <a:pt x="805" y="4024"/>
                  </a:lnTo>
                  <a:lnTo>
                    <a:pt x="1140" y="5231"/>
                  </a:lnTo>
                  <a:lnTo>
                    <a:pt x="1514" y="6533"/>
                  </a:lnTo>
                  <a:lnTo>
                    <a:pt x="1715" y="7223"/>
                  </a:lnTo>
                  <a:lnTo>
                    <a:pt x="1935" y="7912"/>
                  </a:lnTo>
                  <a:lnTo>
                    <a:pt x="2155" y="8621"/>
                  </a:lnTo>
                  <a:lnTo>
                    <a:pt x="2395" y="9330"/>
                  </a:lnTo>
                  <a:lnTo>
                    <a:pt x="2634" y="10039"/>
                  </a:lnTo>
                  <a:lnTo>
                    <a:pt x="2883" y="10748"/>
                  </a:lnTo>
                  <a:lnTo>
                    <a:pt x="3142" y="11437"/>
                  </a:lnTo>
                  <a:lnTo>
                    <a:pt x="3400" y="12127"/>
                  </a:lnTo>
                  <a:lnTo>
                    <a:pt x="3678" y="12788"/>
                  </a:lnTo>
                  <a:lnTo>
                    <a:pt x="3946" y="13429"/>
                  </a:lnTo>
                  <a:lnTo>
                    <a:pt x="4234" y="14052"/>
                  </a:lnTo>
                  <a:lnTo>
                    <a:pt x="4521" y="14636"/>
                  </a:lnTo>
                  <a:lnTo>
                    <a:pt x="4808" y="15182"/>
                  </a:lnTo>
                  <a:lnTo>
                    <a:pt x="4952" y="15441"/>
                  </a:lnTo>
                  <a:lnTo>
                    <a:pt x="5105" y="15690"/>
                  </a:lnTo>
                  <a:lnTo>
                    <a:pt x="5249" y="15929"/>
                  </a:lnTo>
                  <a:lnTo>
                    <a:pt x="5402" y="16159"/>
                  </a:lnTo>
                  <a:lnTo>
                    <a:pt x="5556" y="16380"/>
                  </a:lnTo>
                  <a:lnTo>
                    <a:pt x="5699" y="16581"/>
                  </a:lnTo>
                  <a:lnTo>
                    <a:pt x="5852" y="16772"/>
                  </a:lnTo>
                  <a:lnTo>
                    <a:pt x="6006" y="16945"/>
                  </a:lnTo>
                  <a:lnTo>
                    <a:pt x="6159" y="17107"/>
                  </a:lnTo>
                  <a:lnTo>
                    <a:pt x="6312" y="17251"/>
                  </a:lnTo>
                  <a:lnTo>
                    <a:pt x="6456" y="17376"/>
                  </a:lnTo>
                  <a:lnTo>
                    <a:pt x="6609" y="17491"/>
                  </a:lnTo>
                  <a:lnTo>
                    <a:pt x="6772" y="17615"/>
                  </a:lnTo>
                  <a:lnTo>
                    <a:pt x="6954" y="17730"/>
                  </a:lnTo>
                  <a:lnTo>
                    <a:pt x="7145" y="17855"/>
                  </a:lnTo>
                  <a:lnTo>
                    <a:pt x="7347" y="17969"/>
                  </a:lnTo>
                  <a:lnTo>
                    <a:pt x="7557" y="18084"/>
                  </a:lnTo>
                  <a:lnTo>
                    <a:pt x="7778" y="18190"/>
                  </a:lnTo>
                  <a:lnTo>
                    <a:pt x="8247" y="18420"/>
                  </a:lnTo>
                  <a:lnTo>
                    <a:pt x="8755" y="18640"/>
                  </a:lnTo>
                  <a:lnTo>
                    <a:pt x="9291" y="18851"/>
                  </a:lnTo>
                  <a:lnTo>
                    <a:pt x="9846" y="19052"/>
                  </a:lnTo>
                  <a:lnTo>
                    <a:pt x="10440" y="19253"/>
                  </a:lnTo>
                  <a:lnTo>
                    <a:pt x="11044" y="19445"/>
                  </a:lnTo>
                  <a:lnTo>
                    <a:pt x="11657" y="19636"/>
                  </a:lnTo>
                  <a:lnTo>
                    <a:pt x="12289" y="19818"/>
                  </a:lnTo>
                  <a:lnTo>
                    <a:pt x="12921" y="19990"/>
                  </a:lnTo>
                  <a:lnTo>
                    <a:pt x="13563" y="20153"/>
                  </a:lnTo>
                  <a:lnTo>
                    <a:pt x="14205" y="20316"/>
                  </a:lnTo>
                  <a:lnTo>
                    <a:pt x="14837" y="20469"/>
                  </a:lnTo>
                  <a:lnTo>
                    <a:pt x="16072" y="20747"/>
                  </a:lnTo>
                  <a:lnTo>
                    <a:pt x="17250" y="20996"/>
                  </a:lnTo>
                  <a:lnTo>
                    <a:pt x="18333" y="21216"/>
                  </a:lnTo>
                  <a:lnTo>
                    <a:pt x="19281" y="21389"/>
                  </a:lnTo>
                  <a:lnTo>
                    <a:pt x="20076" y="21533"/>
                  </a:lnTo>
                  <a:lnTo>
                    <a:pt x="20689" y="21638"/>
                  </a:lnTo>
                  <a:lnTo>
                    <a:pt x="21206" y="21724"/>
                  </a:lnTo>
                  <a:lnTo>
                    <a:pt x="21292" y="21475"/>
                  </a:lnTo>
                  <a:lnTo>
                    <a:pt x="21388" y="21178"/>
                  </a:lnTo>
                  <a:lnTo>
                    <a:pt x="21503" y="20776"/>
                  </a:lnTo>
                  <a:lnTo>
                    <a:pt x="21647" y="20278"/>
                  </a:lnTo>
                  <a:lnTo>
                    <a:pt x="21800" y="19703"/>
                  </a:lnTo>
                  <a:lnTo>
                    <a:pt x="21953" y="19052"/>
                  </a:lnTo>
                  <a:lnTo>
                    <a:pt x="22116" y="18343"/>
                  </a:lnTo>
                  <a:lnTo>
                    <a:pt x="22269" y="17577"/>
                  </a:lnTo>
                  <a:lnTo>
                    <a:pt x="22336" y="17184"/>
                  </a:lnTo>
                  <a:lnTo>
                    <a:pt x="22403" y="16772"/>
                  </a:lnTo>
                  <a:lnTo>
                    <a:pt x="22461" y="16351"/>
                  </a:lnTo>
                  <a:lnTo>
                    <a:pt x="22518" y="15929"/>
                  </a:lnTo>
                  <a:lnTo>
                    <a:pt x="22566" y="15498"/>
                  </a:lnTo>
                  <a:lnTo>
                    <a:pt x="22614" y="15067"/>
                  </a:lnTo>
                  <a:lnTo>
                    <a:pt x="22643" y="14627"/>
                  </a:lnTo>
                  <a:lnTo>
                    <a:pt x="22662" y="14186"/>
                  </a:lnTo>
                  <a:lnTo>
                    <a:pt x="22681" y="13736"/>
                  </a:lnTo>
                  <a:lnTo>
                    <a:pt x="22681" y="13295"/>
                  </a:lnTo>
                  <a:lnTo>
                    <a:pt x="22672" y="12855"/>
                  </a:lnTo>
                  <a:lnTo>
                    <a:pt x="22652" y="12424"/>
                  </a:lnTo>
                  <a:lnTo>
                    <a:pt x="22614" y="11983"/>
                  </a:lnTo>
                  <a:lnTo>
                    <a:pt x="22566" y="11552"/>
                  </a:lnTo>
                  <a:lnTo>
                    <a:pt x="22145" y="11600"/>
                  </a:lnTo>
                  <a:lnTo>
                    <a:pt x="21024" y="11715"/>
                  </a:lnTo>
                  <a:lnTo>
                    <a:pt x="20248" y="11782"/>
                  </a:lnTo>
                  <a:lnTo>
                    <a:pt x="19377" y="11849"/>
                  </a:lnTo>
                  <a:lnTo>
                    <a:pt x="18428" y="11907"/>
                  </a:lnTo>
                  <a:lnTo>
                    <a:pt x="17413" y="11945"/>
                  </a:lnTo>
                  <a:lnTo>
                    <a:pt x="16379" y="11974"/>
                  </a:lnTo>
                  <a:lnTo>
                    <a:pt x="15852" y="11983"/>
                  </a:lnTo>
                  <a:lnTo>
                    <a:pt x="15325" y="11983"/>
                  </a:lnTo>
                  <a:lnTo>
                    <a:pt x="14808" y="11974"/>
                  </a:lnTo>
                  <a:lnTo>
                    <a:pt x="14300" y="11964"/>
                  </a:lnTo>
                  <a:lnTo>
                    <a:pt x="13793" y="11935"/>
                  </a:lnTo>
                  <a:lnTo>
                    <a:pt x="13304" y="11907"/>
                  </a:lnTo>
                  <a:lnTo>
                    <a:pt x="12835" y="11859"/>
                  </a:lnTo>
                  <a:lnTo>
                    <a:pt x="12385" y="11801"/>
                  </a:lnTo>
                  <a:lnTo>
                    <a:pt x="11954" y="11744"/>
                  </a:lnTo>
                  <a:lnTo>
                    <a:pt x="11551" y="11657"/>
                  </a:lnTo>
                  <a:lnTo>
                    <a:pt x="11178" y="11571"/>
                  </a:lnTo>
                  <a:lnTo>
                    <a:pt x="10996" y="11523"/>
                  </a:lnTo>
                  <a:lnTo>
                    <a:pt x="10833" y="11466"/>
                  </a:lnTo>
                  <a:lnTo>
                    <a:pt x="10670" y="11408"/>
                  </a:lnTo>
                  <a:lnTo>
                    <a:pt x="10527" y="11351"/>
                  </a:lnTo>
                  <a:lnTo>
                    <a:pt x="10383" y="11284"/>
                  </a:lnTo>
                  <a:lnTo>
                    <a:pt x="10249" y="11217"/>
                  </a:lnTo>
                  <a:lnTo>
                    <a:pt x="10115" y="11131"/>
                  </a:lnTo>
                  <a:lnTo>
                    <a:pt x="9961" y="11035"/>
                  </a:lnTo>
                  <a:lnTo>
                    <a:pt x="9818" y="10930"/>
                  </a:lnTo>
                  <a:lnTo>
                    <a:pt x="9665" y="10815"/>
                  </a:lnTo>
                  <a:lnTo>
                    <a:pt x="9348" y="10546"/>
                  </a:lnTo>
                  <a:lnTo>
                    <a:pt x="9023" y="10250"/>
                  </a:lnTo>
                  <a:lnTo>
                    <a:pt x="8697" y="9914"/>
                  </a:lnTo>
                  <a:lnTo>
                    <a:pt x="8362" y="9550"/>
                  </a:lnTo>
                  <a:lnTo>
                    <a:pt x="8017" y="9167"/>
                  </a:lnTo>
                  <a:lnTo>
                    <a:pt x="7672" y="8746"/>
                  </a:lnTo>
                  <a:lnTo>
                    <a:pt x="7318" y="8315"/>
                  </a:lnTo>
                  <a:lnTo>
                    <a:pt x="6973" y="7865"/>
                  </a:lnTo>
                  <a:lnTo>
                    <a:pt x="6628" y="7405"/>
                  </a:lnTo>
                  <a:lnTo>
                    <a:pt x="6274" y="6926"/>
                  </a:lnTo>
                  <a:lnTo>
                    <a:pt x="5929" y="6437"/>
                  </a:lnTo>
                  <a:lnTo>
                    <a:pt x="5594" y="5949"/>
                  </a:lnTo>
                  <a:lnTo>
                    <a:pt x="4933" y="4972"/>
                  </a:lnTo>
                  <a:lnTo>
                    <a:pt x="4310" y="4014"/>
                  </a:lnTo>
                  <a:lnTo>
                    <a:pt x="3736" y="3104"/>
                  </a:lnTo>
                  <a:lnTo>
                    <a:pt x="3209" y="2261"/>
                  </a:lnTo>
                  <a:lnTo>
                    <a:pt x="2759" y="1514"/>
                  </a:lnTo>
                  <a:lnTo>
                    <a:pt x="2117" y="413"/>
                  </a:lnTo>
                  <a:lnTo>
                    <a:pt x="187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31"/>
            <p:cNvSpPr/>
            <p:nvPr/>
          </p:nvSpPr>
          <p:spPr>
            <a:xfrm>
              <a:off x="2910712" y="4519952"/>
              <a:ext cx="99709" cy="108982"/>
            </a:xfrm>
            <a:custGeom>
              <a:avLst/>
              <a:gdLst/>
              <a:ahLst/>
              <a:cxnLst/>
              <a:rect l="l" t="t" r="r" b="b"/>
              <a:pathLst>
                <a:path w="3086" h="3373" extrusionOk="0">
                  <a:moveTo>
                    <a:pt x="1782" y="1"/>
                  </a:moveTo>
                  <a:lnTo>
                    <a:pt x="1390" y="997"/>
                  </a:lnTo>
                  <a:lnTo>
                    <a:pt x="1313" y="1083"/>
                  </a:lnTo>
                  <a:lnTo>
                    <a:pt x="1112" y="1284"/>
                  </a:lnTo>
                  <a:lnTo>
                    <a:pt x="834" y="1591"/>
                  </a:lnTo>
                  <a:lnTo>
                    <a:pt x="681" y="1763"/>
                  </a:lnTo>
                  <a:lnTo>
                    <a:pt x="528" y="1945"/>
                  </a:lnTo>
                  <a:lnTo>
                    <a:pt x="384" y="2137"/>
                  </a:lnTo>
                  <a:lnTo>
                    <a:pt x="250" y="2328"/>
                  </a:lnTo>
                  <a:lnTo>
                    <a:pt x="145" y="2520"/>
                  </a:lnTo>
                  <a:lnTo>
                    <a:pt x="97" y="2616"/>
                  </a:lnTo>
                  <a:lnTo>
                    <a:pt x="58" y="2702"/>
                  </a:lnTo>
                  <a:lnTo>
                    <a:pt x="30" y="2788"/>
                  </a:lnTo>
                  <a:lnTo>
                    <a:pt x="11" y="2874"/>
                  </a:lnTo>
                  <a:lnTo>
                    <a:pt x="1" y="2951"/>
                  </a:lnTo>
                  <a:lnTo>
                    <a:pt x="1" y="3028"/>
                  </a:lnTo>
                  <a:lnTo>
                    <a:pt x="11" y="3095"/>
                  </a:lnTo>
                  <a:lnTo>
                    <a:pt x="30" y="3152"/>
                  </a:lnTo>
                  <a:lnTo>
                    <a:pt x="68" y="3210"/>
                  </a:lnTo>
                  <a:lnTo>
                    <a:pt x="116" y="3258"/>
                  </a:lnTo>
                  <a:lnTo>
                    <a:pt x="164" y="3296"/>
                  </a:lnTo>
                  <a:lnTo>
                    <a:pt x="221" y="3325"/>
                  </a:lnTo>
                  <a:lnTo>
                    <a:pt x="288" y="3344"/>
                  </a:lnTo>
                  <a:lnTo>
                    <a:pt x="355" y="3363"/>
                  </a:lnTo>
                  <a:lnTo>
                    <a:pt x="432" y="3372"/>
                  </a:lnTo>
                  <a:lnTo>
                    <a:pt x="671" y="3372"/>
                  </a:lnTo>
                  <a:lnTo>
                    <a:pt x="844" y="3344"/>
                  </a:lnTo>
                  <a:lnTo>
                    <a:pt x="1035" y="3296"/>
                  </a:lnTo>
                  <a:lnTo>
                    <a:pt x="1227" y="3229"/>
                  </a:lnTo>
                  <a:lnTo>
                    <a:pt x="1419" y="3152"/>
                  </a:lnTo>
                  <a:lnTo>
                    <a:pt x="1620" y="3066"/>
                  </a:lnTo>
                  <a:lnTo>
                    <a:pt x="1821" y="2961"/>
                  </a:lnTo>
                  <a:lnTo>
                    <a:pt x="2012" y="2855"/>
                  </a:lnTo>
                  <a:lnTo>
                    <a:pt x="2194" y="2731"/>
                  </a:lnTo>
                  <a:lnTo>
                    <a:pt x="2367" y="2616"/>
                  </a:lnTo>
                  <a:lnTo>
                    <a:pt x="2530" y="2491"/>
                  </a:lnTo>
                  <a:lnTo>
                    <a:pt x="2673" y="2367"/>
                  </a:lnTo>
                  <a:lnTo>
                    <a:pt x="2798" y="2242"/>
                  </a:lnTo>
                  <a:lnTo>
                    <a:pt x="2865" y="2156"/>
                  </a:lnTo>
                  <a:lnTo>
                    <a:pt x="2932" y="2079"/>
                  </a:lnTo>
                  <a:lnTo>
                    <a:pt x="2980" y="1984"/>
                  </a:lnTo>
                  <a:lnTo>
                    <a:pt x="3018" y="1897"/>
                  </a:lnTo>
                  <a:lnTo>
                    <a:pt x="3047" y="1792"/>
                  </a:lnTo>
                  <a:lnTo>
                    <a:pt x="3076" y="1696"/>
                  </a:lnTo>
                  <a:lnTo>
                    <a:pt x="3085" y="1591"/>
                  </a:lnTo>
                  <a:lnTo>
                    <a:pt x="3085" y="1486"/>
                  </a:lnTo>
                  <a:lnTo>
                    <a:pt x="3056" y="87"/>
                  </a:lnTo>
                  <a:lnTo>
                    <a:pt x="17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31"/>
            <p:cNvSpPr/>
            <p:nvPr/>
          </p:nvSpPr>
          <p:spPr>
            <a:xfrm>
              <a:off x="3236307" y="4527093"/>
              <a:ext cx="119773" cy="96898"/>
            </a:xfrm>
            <a:custGeom>
              <a:avLst/>
              <a:gdLst/>
              <a:ahLst/>
              <a:cxnLst/>
              <a:rect l="l" t="t" r="r" b="b"/>
              <a:pathLst>
                <a:path w="3707" h="2999" extrusionOk="0">
                  <a:moveTo>
                    <a:pt x="1351" y="0"/>
                  </a:moveTo>
                  <a:lnTo>
                    <a:pt x="0" y="106"/>
                  </a:lnTo>
                  <a:lnTo>
                    <a:pt x="201" y="1686"/>
                  </a:lnTo>
                  <a:lnTo>
                    <a:pt x="240" y="1772"/>
                  </a:lnTo>
                  <a:lnTo>
                    <a:pt x="278" y="1858"/>
                  </a:lnTo>
                  <a:lnTo>
                    <a:pt x="316" y="1935"/>
                  </a:lnTo>
                  <a:lnTo>
                    <a:pt x="364" y="2012"/>
                  </a:lnTo>
                  <a:lnTo>
                    <a:pt x="422" y="2079"/>
                  </a:lnTo>
                  <a:lnTo>
                    <a:pt x="489" y="2146"/>
                  </a:lnTo>
                  <a:lnTo>
                    <a:pt x="556" y="2203"/>
                  </a:lnTo>
                  <a:lnTo>
                    <a:pt x="623" y="2261"/>
                  </a:lnTo>
                  <a:lnTo>
                    <a:pt x="766" y="2357"/>
                  </a:lnTo>
                  <a:lnTo>
                    <a:pt x="939" y="2452"/>
                  </a:lnTo>
                  <a:lnTo>
                    <a:pt x="1130" y="2538"/>
                  </a:lnTo>
                  <a:lnTo>
                    <a:pt x="1341" y="2634"/>
                  </a:lnTo>
                  <a:lnTo>
                    <a:pt x="1561" y="2711"/>
                  </a:lnTo>
                  <a:lnTo>
                    <a:pt x="1782" y="2788"/>
                  </a:lnTo>
                  <a:lnTo>
                    <a:pt x="2012" y="2855"/>
                  </a:lnTo>
                  <a:lnTo>
                    <a:pt x="2251" y="2912"/>
                  </a:lnTo>
                  <a:lnTo>
                    <a:pt x="2471" y="2960"/>
                  </a:lnTo>
                  <a:lnTo>
                    <a:pt x="2692" y="2989"/>
                  </a:lnTo>
                  <a:lnTo>
                    <a:pt x="2902" y="2998"/>
                  </a:lnTo>
                  <a:lnTo>
                    <a:pt x="3094" y="2998"/>
                  </a:lnTo>
                  <a:lnTo>
                    <a:pt x="3266" y="2970"/>
                  </a:lnTo>
                  <a:lnTo>
                    <a:pt x="3352" y="2950"/>
                  </a:lnTo>
                  <a:lnTo>
                    <a:pt x="3419" y="2931"/>
                  </a:lnTo>
                  <a:lnTo>
                    <a:pt x="3487" y="2902"/>
                  </a:lnTo>
                  <a:lnTo>
                    <a:pt x="3544" y="2864"/>
                  </a:lnTo>
                  <a:lnTo>
                    <a:pt x="3592" y="2826"/>
                  </a:lnTo>
                  <a:lnTo>
                    <a:pt x="3640" y="2778"/>
                  </a:lnTo>
                  <a:lnTo>
                    <a:pt x="3669" y="2720"/>
                  </a:lnTo>
                  <a:lnTo>
                    <a:pt x="3697" y="2663"/>
                  </a:lnTo>
                  <a:lnTo>
                    <a:pt x="3707" y="2606"/>
                  </a:lnTo>
                  <a:lnTo>
                    <a:pt x="3707" y="2548"/>
                  </a:lnTo>
                  <a:lnTo>
                    <a:pt x="3697" y="2481"/>
                  </a:lnTo>
                  <a:lnTo>
                    <a:pt x="3678" y="2414"/>
                  </a:lnTo>
                  <a:lnTo>
                    <a:pt x="3649" y="2347"/>
                  </a:lnTo>
                  <a:lnTo>
                    <a:pt x="3611" y="2280"/>
                  </a:lnTo>
                  <a:lnTo>
                    <a:pt x="3515" y="2146"/>
                  </a:lnTo>
                  <a:lnTo>
                    <a:pt x="3391" y="2012"/>
                  </a:lnTo>
                  <a:lnTo>
                    <a:pt x="3247" y="1868"/>
                  </a:lnTo>
                  <a:lnTo>
                    <a:pt x="3084" y="1724"/>
                  </a:lnTo>
                  <a:lnTo>
                    <a:pt x="2902" y="1581"/>
                  </a:lnTo>
                  <a:lnTo>
                    <a:pt x="2701" y="1447"/>
                  </a:lnTo>
                  <a:lnTo>
                    <a:pt x="2510" y="1312"/>
                  </a:lnTo>
                  <a:lnTo>
                    <a:pt x="2299" y="1178"/>
                  </a:lnTo>
                  <a:lnTo>
                    <a:pt x="1906" y="939"/>
                  </a:lnTo>
                  <a:lnTo>
                    <a:pt x="1542" y="728"/>
                  </a:lnTo>
                  <a:lnTo>
                    <a:pt x="135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31"/>
            <p:cNvSpPr/>
            <p:nvPr/>
          </p:nvSpPr>
          <p:spPr>
            <a:xfrm>
              <a:off x="2809515" y="3439578"/>
              <a:ext cx="237705" cy="1096181"/>
            </a:xfrm>
            <a:custGeom>
              <a:avLst/>
              <a:gdLst/>
              <a:ahLst/>
              <a:cxnLst/>
              <a:rect l="l" t="t" r="r" b="b"/>
              <a:pathLst>
                <a:path w="7357" h="33927" extrusionOk="0">
                  <a:moveTo>
                    <a:pt x="7357" y="1"/>
                  </a:moveTo>
                  <a:lnTo>
                    <a:pt x="1" y="710"/>
                  </a:lnTo>
                  <a:lnTo>
                    <a:pt x="4790" y="33764"/>
                  </a:lnTo>
                  <a:lnTo>
                    <a:pt x="4953" y="33831"/>
                  </a:lnTo>
                  <a:lnTo>
                    <a:pt x="5125" y="33888"/>
                  </a:lnTo>
                  <a:lnTo>
                    <a:pt x="5298" y="33917"/>
                  </a:lnTo>
                  <a:lnTo>
                    <a:pt x="5480" y="33926"/>
                  </a:lnTo>
                  <a:lnTo>
                    <a:pt x="5652" y="33907"/>
                  </a:lnTo>
                  <a:lnTo>
                    <a:pt x="5834" y="33879"/>
                  </a:lnTo>
                  <a:lnTo>
                    <a:pt x="6016" y="33831"/>
                  </a:lnTo>
                  <a:lnTo>
                    <a:pt x="6198" y="33764"/>
                  </a:lnTo>
                  <a:lnTo>
                    <a:pt x="7357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31"/>
            <p:cNvSpPr/>
            <p:nvPr/>
          </p:nvSpPr>
          <p:spPr>
            <a:xfrm>
              <a:off x="3058663" y="3301547"/>
              <a:ext cx="274215" cy="1234210"/>
            </a:xfrm>
            <a:custGeom>
              <a:avLst/>
              <a:gdLst/>
              <a:ahLst/>
              <a:cxnLst/>
              <a:rect l="l" t="t" r="r" b="b"/>
              <a:pathLst>
                <a:path w="8487" h="38199" extrusionOk="0">
                  <a:moveTo>
                    <a:pt x="8486" y="1"/>
                  </a:moveTo>
                  <a:lnTo>
                    <a:pt x="0" y="1917"/>
                  </a:lnTo>
                  <a:lnTo>
                    <a:pt x="5498" y="38036"/>
                  </a:lnTo>
                  <a:lnTo>
                    <a:pt x="5728" y="38112"/>
                  </a:lnTo>
                  <a:lnTo>
                    <a:pt x="5939" y="38160"/>
                  </a:lnTo>
                  <a:lnTo>
                    <a:pt x="6034" y="38179"/>
                  </a:lnTo>
                  <a:lnTo>
                    <a:pt x="6130" y="38189"/>
                  </a:lnTo>
                  <a:lnTo>
                    <a:pt x="6216" y="38198"/>
                  </a:lnTo>
                  <a:lnTo>
                    <a:pt x="6303" y="38189"/>
                  </a:lnTo>
                  <a:lnTo>
                    <a:pt x="6389" y="38179"/>
                  </a:lnTo>
                  <a:lnTo>
                    <a:pt x="6465" y="38170"/>
                  </a:lnTo>
                  <a:lnTo>
                    <a:pt x="6542" y="38141"/>
                  </a:lnTo>
                  <a:lnTo>
                    <a:pt x="6609" y="38112"/>
                  </a:lnTo>
                  <a:lnTo>
                    <a:pt x="6676" y="38074"/>
                  </a:lnTo>
                  <a:lnTo>
                    <a:pt x="6734" y="38036"/>
                  </a:lnTo>
                  <a:lnTo>
                    <a:pt x="6791" y="37988"/>
                  </a:lnTo>
                  <a:lnTo>
                    <a:pt x="6849" y="37930"/>
                  </a:lnTo>
                  <a:lnTo>
                    <a:pt x="8486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1"/>
            <p:cNvSpPr/>
            <p:nvPr/>
          </p:nvSpPr>
          <p:spPr>
            <a:xfrm>
              <a:off x="2701210" y="2163014"/>
              <a:ext cx="708720" cy="1512399"/>
            </a:xfrm>
            <a:custGeom>
              <a:avLst/>
              <a:gdLst/>
              <a:ahLst/>
              <a:cxnLst/>
              <a:rect l="l" t="t" r="r" b="b"/>
              <a:pathLst>
                <a:path w="21935" h="46809" extrusionOk="0">
                  <a:moveTo>
                    <a:pt x="11954" y="0"/>
                  </a:moveTo>
                  <a:lnTo>
                    <a:pt x="11580" y="19"/>
                  </a:lnTo>
                  <a:lnTo>
                    <a:pt x="11207" y="48"/>
                  </a:lnTo>
                  <a:lnTo>
                    <a:pt x="10833" y="86"/>
                  </a:lnTo>
                  <a:lnTo>
                    <a:pt x="10460" y="144"/>
                  </a:lnTo>
                  <a:lnTo>
                    <a:pt x="10096" y="220"/>
                  </a:lnTo>
                  <a:lnTo>
                    <a:pt x="9732" y="316"/>
                  </a:lnTo>
                  <a:lnTo>
                    <a:pt x="9378" y="422"/>
                  </a:lnTo>
                  <a:lnTo>
                    <a:pt x="9014" y="546"/>
                  </a:lnTo>
                  <a:lnTo>
                    <a:pt x="8669" y="690"/>
                  </a:lnTo>
                  <a:lnTo>
                    <a:pt x="8324" y="843"/>
                  </a:lnTo>
                  <a:lnTo>
                    <a:pt x="7989" y="1015"/>
                  </a:lnTo>
                  <a:lnTo>
                    <a:pt x="7653" y="1207"/>
                  </a:lnTo>
                  <a:lnTo>
                    <a:pt x="7328" y="1418"/>
                  </a:lnTo>
                  <a:lnTo>
                    <a:pt x="7012" y="1638"/>
                  </a:lnTo>
                  <a:lnTo>
                    <a:pt x="6705" y="1877"/>
                  </a:lnTo>
                  <a:lnTo>
                    <a:pt x="6408" y="2126"/>
                  </a:lnTo>
                  <a:lnTo>
                    <a:pt x="6111" y="2404"/>
                  </a:lnTo>
                  <a:lnTo>
                    <a:pt x="5834" y="2692"/>
                  </a:lnTo>
                  <a:lnTo>
                    <a:pt x="5565" y="2988"/>
                  </a:lnTo>
                  <a:lnTo>
                    <a:pt x="5307" y="3314"/>
                  </a:lnTo>
                  <a:lnTo>
                    <a:pt x="5058" y="3649"/>
                  </a:lnTo>
                  <a:lnTo>
                    <a:pt x="4828" y="4004"/>
                  </a:lnTo>
                  <a:lnTo>
                    <a:pt x="4608" y="4368"/>
                  </a:lnTo>
                  <a:lnTo>
                    <a:pt x="4397" y="4760"/>
                  </a:lnTo>
                  <a:lnTo>
                    <a:pt x="4205" y="5163"/>
                  </a:lnTo>
                  <a:lnTo>
                    <a:pt x="4023" y="5584"/>
                  </a:lnTo>
                  <a:lnTo>
                    <a:pt x="3851" y="6015"/>
                  </a:lnTo>
                  <a:lnTo>
                    <a:pt x="3707" y="6475"/>
                  </a:lnTo>
                  <a:lnTo>
                    <a:pt x="3573" y="6944"/>
                  </a:lnTo>
                  <a:lnTo>
                    <a:pt x="3458" y="7423"/>
                  </a:lnTo>
                  <a:lnTo>
                    <a:pt x="3353" y="7931"/>
                  </a:lnTo>
                  <a:lnTo>
                    <a:pt x="3248" y="8572"/>
                  </a:lnTo>
                  <a:lnTo>
                    <a:pt x="3133" y="9348"/>
                  </a:lnTo>
                  <a:lnTo>
                    <a:pt x="3018" y="10249"/>
                  </a:lnTo>
                  <a:lnTo>
                    <a:pt x="2903" y="11274"/>
                  </a:lnTo>
                  <a:lnTo>
                    <a:pt x="2769" y="12404"/>
                  </a:lnTo>
                  <a:lnTo>
                    <a:pt x="2644" y="13630"/>
                  </a:lnTo>
                  <a:lnTo>
                    <a:pt x="2376" y="16321"/>
                  </a:lnTo>
                  <a:lnTo>
                    <a:pt x="2098" y="19281"/>
                  </a:lnTo>
                  <a:lnTo>
                    <a:pt x="1811" y="22413"/>
                  </a:lnTo>
                  <a:lnTo>
                    <a:pt x="1543" y="25650"/>
                  </a:lnTo>
                  <a:lnTo>
                    <a:pt x="1265" y="28888"/>
                  </a:lnTo>
                  <a:lnTo>
                    <a:pt x="1016" y="32058"/>
                  </a:lnTo>
                  <a:lnTo>
                    <a:pt x="776" y="35075"/>
                  </a:lnTo>
                  <a:lnTo>
                    <a:pt x="365" y="40314"/>
                  </a:lnTo>
                  <a:lnTo>
                    <a:pt x="96" y="43944"/>
                  </a:lnTo>
                  <a:lnTo>
                    <a:pt x="1" y="45305"/>
                  </a:lnTo>
                  <a:lnTo>
                    <a:pt x="288" y="45458"/>
                  </a:lnTo>
                  <a:lnTo>
                    <a:pt x="585" y="45601"/>
                  </a:lnTo>
                  <a:lnTo>
                    <a:pt x="891" y="45736"/>
                  </a:lnTo>
                  <a:lnTo>
                    <a:pt x="1217" y="45870"/>
                  </a:lnTo>
                  <a:lnTo>
                    <a:pt x="1552" y="45985"/>
                  </a:lnTo>
                  <a:lnTo>
                    <a:pt x="1887" y="46090"/>
                  </a:lnTo>
                  <a:lnTo>
                    <a:pt x="2242" y="46186"/>
                  </a:lnTo>
                  <a:lnTo>
                    <a:pt x="2596" y="46282"/>
                  </a:lnTo>
                  <a:lnTo>
                    <a:pt x="2960" y="46368"/>
                  </a:lnTo>
                  <a:lnTo>
                    <a:pt x="3334" y="46435"/>
                  </a:lnTo>
                  <a:lnTo>
                    <a:pt x="3717" y="46502"/>
                  </a:lnTo>
                  <a:lnTo>
                    <a:pt x="4100" y="46569"/>
                  </a:lnTo>
                  <a:lnTo>
                    <a:pt x="4493" y="46617"/>
                  </a:lnTo>
                  <a:lnTo>
                    <a:pt x="4895" y="46665"/>
                  </a:lnTo>
                  <a:lnTo>
                    <a:pt x="5297" y="46703"/>
                  </a:lnTo>
                  <a:lnTo>
                    <a:pt x="5709" y="46741"/>
                  </a:lnTo>
                  <a:lnTo>
                    <a:pt x="6111" y="46760"/>
                  </a:lnTo>
                  <a:lnTo>
                    <a:pt x="6533" y="46789"/>
                  </a:lnTo>
                  <a:lnTo>
                    <a:pt x="7366" y="46808"/>
                  </a:lnTo>
                  <a:lnTo>
                    <a:pt x="8209" y="46808"/>
                  </a:lnTo>
                  <a:lnTo>
                    <a:pt x="9061" y="46799"/>
                  </a:lnTo>
                  <a:lnTo>
                    <a:pt x="9904" y="46760"/>
                  </a:lnTo>
                  <a:lnTo>
                    <a:pt x="10747" y="46713"/>
                  </a:lnTo>
                  <a:lnTo>
                    <a:pt x="11571" y="46655"/>
                  </a:lnTo>
                  <a:lnTo>
                    <a:pt x="12395" y="46578"/>
                  </a:lnTo>
                  <a:lnTo>
                    <a:pt x="13190" y="46492"/>
                  </a:lnTo>
                  <a:lnTo>
                    <a:pt x="13965" y="46406"/>
                  </a:lnTo>
                  <a:lnTo>
                    <a:pt x="14722" y="46301"/>
                  </a:lnTo>
                  <a:lnTo>
                    <a:pt x="15440" y="46205"/>
                  </a:lnTo>
                  <a:lnTo>
                    <a:pt x="16130" y="46100"/>
                  </a:lnTo>
                  <a:lnTo>
                    <a:pt x="16781" y="45994"/>
                  </a:lnTo>
                  <a:lnTo>
                    <a:pt x="17950" y="45783"/>
                  </a:lnTo>
                  <a:lnTo>
                    <a:pt x="18908" y="45601"/>
                  </a:lnTo>
                  <a:lnTo>
                    <a:pt x="19645" y="45448"/>
                  </a:lnTo>
                  <a:lnTo>
                    <a:pt x="20268" y="45305"/>
                  </a:lnTo>
                  <a:lnTo>
                    <a:pt x="21915" y="16139"/>
                  </a:lnTo>
                  <a:lnTo>
                    <a:pt x="21925" y="15574"/>
                  </a:lnTo>
                  <a:lnTo>
                    <a:pt x="21934" y="15028"/>
                  </a:lnTo>
                  <a:lnTo>
                    <a:pt x="21925" y="14482"/>
                  </a:lnTo>
                  <a:lnTo>
                    <a:pt x="21925" y="13955"/>
                  </a:lnTo>
                  <a:lnTo>
                    <a:pt x="21906" y="13429"/>
                  </a:lnTo>
                  <a:lnTo>
                    <a:pt x="21887" y="12921"/>
                  </a:lnTo>
                  <a:lnTo>
                    <a:pt x="21858" y="12432"/>
                  </a:lnTo>
                  <a:lnTo>
                    <a:pt x="21829" y="11944"/>
                  </a:lnTo>
                  <a:lnTo>
                    <a:pt x="21791" y="11465"/>
                  </a:lnTo>
                  <a:lnTo>
                    <a:pt x="21743" y="11005"/>
                  </a:lnTo>
                  <a:lnTo>
                    <a:pt x="21695" y="10546"/>
                  </a:lnTo>
                  <a:lnTo>
                    <a:pt x="21647" y="10105"/>
                  </a:lnTo>
                  <a:lnTo>
                    <a:pt x="21590" y="9674"/>
                  </a:lnTo>
                  <a:lnTo>
                    <a:pt x="21523" y="9253"/>
                  </a:lnTo>
                  <a:lnTo>
                    <a:pt x="21456" y="8841"/>
                  </a:lnTo>
                  <a:lnTo>
                    <a:pt x="21379" y="8438"/>
                  </a:lnTo>
                  <a:lnTo>
                    <a:pt x="21274" y="7940"/>
                  </a:lnTo>
                  <a:lnTo>
                    <a:pt x="21149" y="7452"/>
                  </a:lnTo>
                  <a:lnTo>
                    <a:pt x="21015" y="6973"/>
                  </a:lnTo>
                  <a:lnTo>
                    <a:pt x="20862" y="6523"/>
                  </a:lnTo>
                  <a:lnTo>
                    <a:pt x="20689" y="6082"/>
                  </a:lnTo>
                  <a:lnTo>
                    <a:pt x="20507" y="5651"/>
                  </a:lnTo>
                  <a:lnTo>
                    <a:pt x="20306" y="5239"/>
                  </a:lnTo>
                  <a:lnTo>
                    <a:pt x="20095" y="4847"/>
                  </a:lnTo>
                  <a:lnTo>
                    <a:pt x="19866" y="4463"/>
                  </a:lnTo>
                  <a:lnTo>
                    <a:pt x="19636" y="4100"/>
                  </a:lnTo>
                  <a:lnTo>
                    <a:pt x="19387" y="3745"/>
                  </a:lnTo>
                  <a:lnTo>
                    <a:pt x="19118" y="3410"/>
                  </a:lnTo>
                  <a:lnTo>
                    <a:pt x="18850" y="3094"/>
                  </a:lnTo>
                  <a:lnTo>
                    <a:pt x="18563" y="2787"/>
                  </a:lnTo>
                  <a:lnTo>
                    <a:pt x="18276" y="2500"/>
                  </a:lnTo>
                  <a:lnTo>
                    <a:pt x="17969" y="2232"/>
                  </a:lnTo>
                  <a:lnTo>
                    <a:pt x="17663" y="1973"/>
                  </a:lnTo>
                  <a:lnTo>
                    <a:pt x="17337" y="1734"/>
                  </a:lnTo>
                  <a:lnTo>
                    <a:pt x="17011" y="1504"/>
                  </a:lnTo>
                  <a:lnTo>
                    <a:pt x="16686" y="1293"/>
                  </a:lnTo>
                  <a:lnTo>
                    <a:pt x="16341" y="1102"/>
                  </a:lnTo>
                  <a:lnTo>
                    <a:pt x="15996" y="929"/>
                  </a:lnTo>
                  <a:lnTo>
                    <a:pt x="15642" y="766"/>
                  </a:lnTo>
                  <a:lnTo>
                    <a:pt x="15287" y="613"/>
                  </a:lnTo>
                  <a:lnTo>
                    <a:pt x="14923" y="479"/>
                  </a:lnTo>
                  <a:lnTo>
                    <a:pt x="14559" y="364"/>
                  </a:lnTo>
                  <a:lnTo>
                    <a:pt x="14195" y="268"/>
                  </a:lnTo>
                  <a:lnTo>
                    <a:pt x="13822" y="182"/>
                  </a:lnTo>
                  <a:lnTo>
                    <a:pt x="13448" y="115"/>
                  </a:lnTo>
                  <a:lnTo>
                    <a:pt x="13075" y="67"/>
                  </a:lnTo>
                  <a:lnTo>
                    <a:pt x="12701" y="29"/>
                  </a:lnTo>
                  <a:lnTo>
                    <a:pt x="12328" y="10"/>
                  </a:lnTo>
                  <a:lnTo>
                    <a:pt x="1195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31"/>
            <p:cNvSpPr/>
            <p:nvPr/>
          </p:nvSpPr>
          <p:spPr>
            <a:xfrm>
              <a:off x="3205354" y="1483713"/>
              <a:ext cx="533535" cy="1294532"/>
            </a:xfrm>
            <a:custGeom>
              <a:avLst/>
              <a:gdLst/>
              <a:ahLst/>
              <a:cxnLst/>
              <a:rect l="l" t="t" r="r" b="b"/>
              <a:pathLst>
                <a:path w="16513" h="40066" extrusionOk="0">
                  <a:moveTo>
                    <a:pt x="11350" y="0"/>
                  </a:moveTo>
                  <a:lnTo>
                    <a:pt x="11197" y="10"/>
                  </a:lnTo>
                  <a:lnTo>
                    <a:pt x="11044" y="29"/>
                  </a:lnTo>
                  <a:lnTo>
                    <a:pt x="10900" y="48"/>
                  </a:lnTo>
                  <a:lnTo>
                    <a:pt x="10756" y="77"/>
                  </a:lnTo>
                  <a:lnTo>
                    <a:pt x="10613" y="115"/>
                  </a:lnTo>
                  <a:lnTo>
                    <a:pt x="10469" y="153"/>
                  </a:lnTo>
                  <a:lnTo>
                    <a:pt x="10335" y="201"/>
                  </a:lnTo>
                  <a:lnTo>
                    <a:pt x="10191" y="259"/>
                  </a:lnTo>
                  <a:lnTo>
                    <a:pt x="10067" y="326"/>
                  </a:lnTo>
                  <a:lnTo>
                    <a:pt x="9933" y="402"/>
                  </a:lnTo>
                  <a:lnTo>
                    <a:pt x="9808" y="479"/>
                  </a:lnTo>
                  <a:lnTo>
                    <a:pt x="9875" y="1054"/>
                  </a:lnTo>
                  <a:lnTo>
                    <a:pt x="9952" y="1724"/>
                  </a:lnTo>
                  <a:lnTo>
                    <a:pt x="10038" y="2596"/>
                  </a:lnTo>
                  <a:lnTo>
                    <a:pt x="10134" y="3649"/>
                  </a:lnTo>
                  <a:lnTo>
                    <a:pt x="10239" y="4837"/>
                  </a:lnTo>
                  <a:lnTo>
                    <a:pt x="10325" y="6140"/>
                  </a:lnTo>
                  <a:lnTo>
                    <a:pt x="10373" y="6820"/>
                  </a:lnTo>
                  <a:lnTo>
                    <a:pt x="10402" y="7509"/>
                  </a:lnTo>
                  <a:lnTo>
                    <a:pt x="10440" y="8218"/>
                  </a:lnTo>
                  <a:lnTo>
                    <a:pt x="10460" y="8927"/>
                  </a:lnTo>
                  <a:lnTo>
                    <a:pt x="10479" y="9636"/>
                  </a:lnTo>
                  <a:lnTo>
                    <a:pt x="10479" y="10344"/>
                  </a:lnTo>
                  <a:lnTo>
                    <a:pt x="10479" y="11044"/>
                  </a:lnTo>
                  <a:lnTo>
                    <a:pt x="10469" y="11733"/>
                  </a:lnTo>
                  <a:lnTo>
                    <a:pt x="10440" y="12404"/>
                  </a:lnTo>
                  <a:lnTo>
                    <a:pt x="10402" y="13055"/>
                  </a:lnTo>
                  <a:lnTo>
                    <a:pt x="10354" y="13687"/>
                  </a:lnTo>
                  <a:lnTo>
                    <a:pt x="10287" y="14291"/>
                  </a:lnTo>
                  <a:lnTo>
                    <a:pt x="10211" y="14856"/>
                  </a:lnTo>
                  <a:lnTo>
                    <a:pt x="10163" y="15134"/>
                  </a:lnTo>
                  <a:lnTo>
                    <a:pt x="10115" y="15392"/>
                  </a:lnTo>
                  <a:lnTo>
                    <a:pt x="10057" y="15641"/>
                  </a:lnTo>
                  <a:lnTo>
                    <a:pt x="10000" y="15890"/>
                  </a:lnTo>
                  <a:lnTo>
                    <a:pt x="9933" y="16120"/>
                  </a:lnTo>
                  <a:lnTo>
                    <a:pt x="9866" y="16331"/>
                  </a:lnTo>
                  <a:lnTo>
                    <a:pt x="9789" y="16542"/>
                  </a:lnTo>
                  <a:lnTo>
                    <a:pt x="9712" y="16733"/>
                  </a:lnTo>
                  <a:lnTo>
                    <a:pt x="9626" y="16915"/>
                  </a:lnTo>
                  <a:lnTo>
                    <a:pt x="9540" y="17078"/>
                  </a:lnTo>
                  <a:lnTo>
                    <a:pt x="9473" y="17183"/>
                  </a:lnTo>
                  <a:lnTo>
                    <a:pt x="9396" y="17289"/>
                  </a:lnTo>
                  <a:lnTo>
                    <a:pt x="9320" y="17394"/>
                  </a:lnTo>
                  <a:lnTo>
                    <a:pt x="9224" y="17499"/>
                  </a:lnTo>
                  <a:lnTo>
                    <a:pt x="9013" y="17720"/>
                  </a:lnTo>
                  <a:lnTo>
                    <a:pt x="8764" y="17930"/>
                  </a:lnTo>
                  <a:lnTo>
                    <a:pt x="8486" y="18151"/>
                  </a:lnTo>
                  <a:lnTo>
                    <a:pt x="8190" y="18371"/>
                  </a:lnTo>
                  <a:lnTo>
                    <a:pt x="7864" y="18591"/>
                  </a:lnTo>
                  <a:lnTo>
                    <a:pt x="7510" y="18812"/>
                  </a:lnTo>
                  <a:lnTo>
                    <a:pt x="7146" y="19032"/>
                  </a:lnTo>
                  <a:lnTo>
                    <a:pt x="6762" y="19243"/>
                  </a:lnTo>
                  <a:lnTo>
                    <a:pt x="6370" y="19463"/>
                  </a:lnTo>
                  <a:lnTo>
                    <a:pt x="5958" y="19674"/>
                  </a:lnTo>
                  <a:lnTo>
                    <a:pt x="5546" y="19875"/>
                  </a:lnTo>
                  <a:lnTo>
                    <a:pt x="5134" y="20085"/>
                  </a:lnTo>
                  <a:lnTo>
                    <a:pt x="4291" y="20469"/>
                  </a:lnTo>
                  <a:lnTo>
                    <a:pt x="3468" y="20833"/>
                  </a:lnTo>
                  <a:lnTo>
                    <a:pt x="2682" y="21168"/>
                  </a:lnTo>
                  <a:lnTo>
                    <a:pt x="1954" y="21465"/>
                  </a:lnTo>
                  <a:lnTo>
                    <a:pt x="1312" y="21723"/>
                  </a:lnTo>
                  <a:lnTo>
                    <a:pt x="364" y="22078"/>
                  </a:lnTo>
                  <a:lnTo>
                    <a:pt x="0" y="22212"/>
                  </a:lnTo>
                  <a:lnTo>
                    <a:pt x="2989" y="31148"/>
                  </a:lnTo>
                  <a:lnTo>
                    <a:pt x="5038" y="37288"/>
                  </a:lnTo>
                  <a:lnTo>
                    <a:pt x="5967" y="40065"/>
                  </a:lnTo>
                  <a:lnTo>
                    <a:pt x="6063" y="39443"/>
                  </a:lnTo>
                  <a:lnTo>
                    <a:pt x="6178" y="38830"/>
                  </a:lnTo>
                  <a:lnTo>
                    <a:pt x="6293" y="38207"/>
                  </a:lnTo>
                  <a:lnTo>
                    <a:pt x="6437" y="37594"/>
                  </a:lnTo>
                  <a:lnTo>
                    <a:pt x="6580" y="36972"/>
                  </a:lnTo>
                  <a:lnTo>
                    <a:pt x="6753" y="36359"/>
                  </a:lnTo>
                  <a:lnTo>
                    <a:pt x="6925" y="35746"/>
                  </a:lnTo>
                  <a:lnTo>
                    <a:pt x="7117" y="35142"/>
                  </a:lnTo>
                  <a:lnTo>
                    <a:pt x="7318" y="34529"/>
                  </a:lnTo>
                  <a:lnTo>
                    <a:pt x="7529" y="33926"/>
                  </a:lnTo>
                  <a:lnTo>
                    <a:pt x="7759" y="33332"/>
                  </a:lnTo>
                  <a:lnTo>
                    <a:pt x="7998" y="32729"/>
                  </a:lnTo>
                  <a:lnTo>
                    <a:pt x="8247" y="32135"/>
                  </a:lnTo>
                  <a:lnTo>
                    <a:pt x="8506" y="31550"/>
                  </a:lnTo>
                  <a:lnTo>
                    <a:pt x="8774" y="30966"/>
                  </a:lnTo>
                  <a:lnTo>
                    <a:pt x="9061" y="30382"/>
                  </a:lnTo>
                  <a:lnTo>
                    <a:pt x="9349" y="29807"/>
                  </a:lnTo>
                  <a:lnTo>
                    <a:pt x="9655" y="29233"/>
                  </a:lnTo>
                  <a:lnTo>
                    <a:pt x="9962" y="28667"/>
                  </a:lnTo>
                  <a:lnTo>
                    <a:pt x="10287" y="28102"/>
                  </a:lnTo>
                  <a:lnTo>
                    <a:pt x="10613" y="27547"/>
                  </a:lnTo>
                  <a:lnTo>
                    <a:pt x="10948" y="27001"/>
                  </a:lnTo>
                  <a:lnTo>
                    <a:pt x="11302" y="26455"/>
                  </a:lnTo>
                  <a:lnTo>
                    <a:pt x="11657" y="25918"/>
                  </a:lnTo>
                  <a:lnTo>
                    <a:pt x="12021" y="25392"/>
                  </a:lnTo>
                  <a:lnTo>
                    <a:pt x="12385" y="24865"/>
                  </a:lnTo>
                  <a:lnTo>
                    <a:pt x="12768" y="24357"/>
                  </a:lnTo>
                  <a:lnTo>
                    <a:pt x="13151" y="23840"/>
                  </a:lnTo>
                  <a:lnTo>
                    <a:pt x="13544" y="23342"/>
                  </a:lnTo>
                  <a:lnTo>
                    <a:pt x="13936" y="22853"/>
                  </a:lnTo>
                  <a:lnTo>
                    <a:pt x="14348" y="22365"/>
                  </a:lnTo>
                  <a:lnTo>
                    <a:pt x="14751" y="21886"/>
                  </a:lnTo>
                  <a:lnTo>
                    <a:pt x="15009" y="21589"/>
                  </a:lnTo>
                  <a:lnTo>
                    <a:pt x="15249" y="21292"/>
                  </a:lnTo>
                  <a:lnTo>
                    <a:pt x="15469" y="20995"/>
                  </a:lnTo>
                  <a:lnTo>
                    <a:pt x="15670" y="20708"/>
                  </a:lnTo>
                  <a:lnTo>
                    <a:pt x="15842" y="20421"/>
                  </a:lnTo>
                  <a:lnTo>
                    <a:pt x="15996" y="20152"/>
                  </a:lnTo>
                  <a:lnTo>
                    <a:pt x="16120" y="19875"/>
                  </a:lnTo>
                  <a:lnTo>
                    <a:pt x="16226" y="19616"/>
                  </a:lnTo>
                  <a:lnTo>
                    <a:pt x="16293" y="19386"/>
                  </a:lnTo>
                  <a:lnTo>
                    <a:pt x="16350" y="19147"/>
                  </a:lnTo>
                  <a:lnTo>
                    <a:pt x="16408" y="18888"/>
                  </a:lnTo>
                  <a:lnTo>
                    <a:pt x="16446" y="18620"/>
                  </a:lnTo>
                  <a:lnTo>
                    <a:pt x="16475" y="18333"/>
                  </a:lnTo>
                  <a:lnTo>
                    <a:pt x="16494" y="18045"/>
                  </a:lnTo>
                  <a:lnTo>
                    <a:pt x="16503" y="17739"/>
                  </a:lnTo>
                  <a:lnTo>
                    <a:pt x="16513" y="17423"/>
                  </a:lnTo>
                  <a:lnTo>
                    <a:pt x="16503" y="17097"/>
                  </a:lnTo>
                  <a:lnTo>
                    <a:pt x="16494" y="16752"/>
                  </a:lnTo>
                  <a:lnTo>
                    <a:pt x="16475" y="16407"/>
                  </a:lnTo>
                  <a:lnTo>
                    <a:pt x="16446" y="16053"/>
                  </a:lnTo>
                  <a:lnTo>
                    <a:pt x="16408" y="15699"/>
                  </a:lnTo>
                  <a:lnTo>
                    <a:pt x="16369" y="15325"/>
                  </a:lnTo>
                  <a:lnTo>
                    <a:pt x="16264" y="14568"/>
                  </a:lnTo>
                  <a:lnTo>
                    <a:pt x="16139" y="13783"/>
                  </a:lnTo>
                  <a:lnTo>
                    <a:pt x="15986" y="12988"/>
                  </a:lnTo>
                  <a:lnTo>
                    <a:pt x="15823" y="12174"/>
                  </a:lnTo>
                  <a:lnTo>
                    <a:pt x="15641" y="11350"/>
                  </a:lnTo>
                  <a:lnTo>
                    <a:pt x="15440" y="10526"/>
                  </a:lnTo>
                  <a:lnTo>
                    <a:pt x="15229" y="9703"/>
                  </a:lnTo>
                  <a:lnTo>
                    <a:pt x="15009" y="8879"/>
                  </a:lnTo>
                  <a:lnTo>
                    <a:pt x="14789" y="8065"/>
                  </a:lnTo>
                  <a:lnTo>
                    <a:pt x="14559" y="7270"/>
                  </a:lnTo>
                  <a:lnTo>
                    <a:pt x="14320" y="6484"/>
                  </a:lnTo>
                  <a:lnTo>
                    <a:pt x="14090" y="5728"/>
                  </a:lnTo>
                  <a:lnTo>
                    <a:pt x="13860" y="5000"/>
                  </a:lnTo>
                  <a:lnTo>
                    <a:pt x="13419" y="3640"/>
                  </a:lnTo>
                  <a:lnTo>
                    <a:pt x="13007" y="2452"/>
                  </a:lnTo>
                  <a:lnTo>
                    <a:pt x="12663" y="1456"/>
                  </a:lnTo>
                  <a:lnTo>
                    <a:pt x="12385" y="709"/>
                  </a:lnTo>
                  <a:lnTo>
                    <a:pt x="12145" y="58"/>
                  </a:lnTo>
                  <a:lnTo>
                    <a:pt x="11820" y="19"/>
                  </a:lnTo>
                  <a:lnTo>
                    <a:pt x="11666" y="10"/>
                  </a:lnTo>
                  <a:lnTo>
                    <a:pt x="1150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31"/>
            <p:cNvSpPr/>
            <p:nvPr/>
          </p:nvSpPr>
          <p:spPr>
            <a:xfrm>
              <a:off x="1497346" y="3314859"/>
              <a:ext cx="329627" cy="67819"/>
            </a:xfrm>
            <a:custGeom>
              <a:avLst/>
              <a:gdLst/>
              <a:ahLst/>
              <a:cxnLst/>
              <a:rect l="l" t="t" r="r" b="b"/>
              <a:pathLst>
                <a:path w="10202" h="2099" extrusionOk="0">
                  <a:moveTo>
                    <a:pt x="1993" y="1"/>
                  </a:moveTo>
                  <a:lnTo>
                    <a:pt x="1792" y="20"/>
                  </a:lnTo>
                  <a:lnTo>
                    <a:pt x="1591" y="49"/>
                  </a:lnTo>
                  <a:lnTo>
                    <a:pt x="1399" y="97"/>
                  </a:lnTo>
                  <a:lnTo>
                    <a:pt x="1217" y="164"/>
                  </a:lnTo>
                  <a:lnTo>
                    <a:pt x="1045" y="250"/>
                  </a:lnTo>
                  <a:lnTo>
                    <a:pt x="872" y="346"/>
                  </a:lnTo>
                  <a:lnTo>
                    <a:pt x="719" y="461"/>
                  </a:lnTo>
                  <a:lnTo>
                    <a:pt x="585" y="595"/>
                  </a:lnTo>
                  <a:lnTo>
                    <a:pt x="451" y="729"/>
                  </a:lnTo>
                  <a:lnTo>
                    <a:pt x="336" y="882"/>
                  </a:lnTo>
                  <a:lnTo>
                    <a:pt x="240" y="1054"/>
                  </a:lnTo>
                  <a:lnTo>
                    <a:pt x="154" y="1227"/>
                  </a:lnTo>
                  <a:lnTo>
                    <a:pt x="87" y="1409"/>
                  </a:lnTo>
                  <a:lnTo>
                    <a:pt x="39" y="1600"/>
                  </a:lnTo>
                  <a:lnTo>
                    <a:pt x="10" y="1802"/>
                  </a:lnTo>
                  <a:lnTo>
                    <a:pt x="1" y="2003"/>
                  </a:lnTo>
                  <a:lnTo>
                    <a:pt x="1" y="2098"/>
                  </a:lnTo>
                  <a:lnTo>
                    <a:pt x="10201" y="2098"/>
                  </a:lnTo>
                  <a:lnTo>
                    <a:pt x="10201" y="2003"/>
                  </a:lnTo>
                  <a:lnTo>
                    <a:pt x="10192" y="1802"/>
                  </a:lnTo>
                  <a:lnTo>
                    <a:pt x="10163" y="1600"/>
                  </a:lnTo>
                  <a:lnTo>
                    <a:pt x="10115" y="1409"/>
                  </a:lnTo>
                  <a:lnTo>
                    <a:pt x="10048" y="1227"/>
                  </a:lnTo>
                  <a:lnTo>
                    <a:pt x="9962" y="1054"/>
                  </a:lnTo>
                  <a:lnTo>
                    <a:pt x="9866" y="882"/>
                  </a:lnTo>
                  <a:lnTo>
                    <a:pt x="9751" y="729"/>
                  </a:lnTo>
                  <a:lnTo>
                    <a:pt x="9617" y="595"/>
                  </a:lnTo>
                  <a:lnTo>
                    <a:pt x="9474" y="461"/>
                  </a:lnTo>
                  <a:lnTo>
                    <a:pt x="9320" y="346"/>
                  </a:lnTo>
                  <a:lnTo>
                    <a:pt x="9157" y="250"/>
                  </a:lnTo>
                  <a:lnTo>
                    <a:pt x="8985" y="164"/>
                  </a:lnTo>
                  <a:lnTo>
                    <a:pt x="8803" y="97"/>
                  </a:lnTo>
                  <a:lnTo>
                    <a:pt x="8612" y="49"/>
                  </a:lnTo>
                  <a:lnTo>
                    <a:pt x="8410" y="20"/>
                  </a:lnTo>
                  <a:lnTo>
                    <a:pt x="820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31"/>
            <p:cNvSpPr/>
            <p:nvPr/>
          </p:nvSpPr>
          <p:spPr>
            <a:xfrm>
              <a:off x="1417506" y="3147134"/>
              <a:ext cx="249466" cy="235540"/>
            </a:xfrm>
            <a:custGeom>
              <a:avLst/>
              <a:gdLst/>
              <a:ahLst/>
              <a:cxnLst/>
              <a:rect l="l" t="t" r="r" b="b"/>
              <a:pathLst>
                <a:path w="7721" h="7290" extrusionOk="0">
                  <a:moveTo>
                    <a:pt x="1849" y="0"/>
                  </a:moveTo>
                  <a:lnTo>
                    <a:pt x="1" y="7289"/>
                  </a:lnTo>
                  <a:lnTo>
                    <a:pt x="5872" y="7289"/>
                  </a:lnTo>
                  <a:lnTo>
                    <a:pt x="77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1"/>
            <p:cNvSpPr/>
            <p:nvPr/>
          </p:nvSpPr>
          <p:spPr>
            <a:xfrm>
              <a:off x="1043671" y="2522309"/>
              <a:ext cx="1036731" cy="669722"/>
            </a:xfrm>
            <a:custGeom>
              <a:avLst/>
              <a:gdLst/>
              <a:ahLst/>
              <a:cxnLst/>
              <a:rect l="l" t="t" r="r" b="b"/>
              <a:pathLst>
                <a:path w="32087" h="20728" extrusionOk="0">
                  <a:moveTo>
                    <a:pt x="1533" y="0"/>
                  </a:moveTo>
                  <a:lnTo>
                    <a:pt x="1370" y="10"/>
                  </a:lnTo>
                  <a:lnTo>
                    <a:pt x="1226" y="29"/>
                  </a:lnTo>
                  <a:lnTo>
                    <a:pt x="1073" y="67"/>
                  </a:lnTo>
                  <a:lnTo>
                    <a:pt x="939" y="125"/>
                  </a:lnTo>
                  <a:lnTo>
                    <a:pt x="805" y="182"/>
                  </a:lnTo>
                  <a:lnTo>
                    <a:pt x="671" y="259"/>
                  </a:lnTo>
                  <a:lnTo>
                    <a:pt x="556" y="345"/>
                  </a:lnTo>
                  <a:lnTo>
                    <a:pt x="450" y="450"/>
                  </a:lnTo>
                  <a:lnTo>
                    <a:pt x="345" y="556"/>
                  </a:lnTo>
                  <a:lnTo>
                    <a:pt x="259" y="671"/>
                  </a:lnTo>
                  <a:lnTo>
                    <a:pt x="182" y="805"/>
                  </a:lnTo>
                  <a:lnTo>
                    <a:pt x="125" y="939"/>
                  </a:lnTo>
                  <a:lnTo>
                    <a:pt x="67" y="1073"/>
                  </a:lnTo>
                  <a:lnTo>
                    <a:pt x="29" y="1226"/>
                  </a:lnTo>
                  <a:lnTo>
                    <a:pt x="10" y="1370"/>
                  </a:lnTo>
                  <a:lnTo>
                    <a:pt x="0" y="1533"/>
                  </a:lnTo>
                  <a:lnTo>
                    <a:pt x="2184" y="19195"/>
                  </a:lnTo>
                  <a:lnTo>
                    <a:pt x="2194" y="19348"/>
                  </a:lnTo>
                  <a:lnTo>
                    <a:pt x="2213" y="19501"/>
                  </a:lnTo>
                  <a:lnTo>
                    <a:pt x="2251" y="19645"/>
                  </a:lnTo>
                  <a:lnTo>
                    <a:pt x="2309" y="19789"/>
                  </a:lnTo>
                  <a:lnTo>
                    <a:pt x="2366" y="19923"/>
                  </a:lnTo>
                  <a:lnTo>
                    <a:pt x="2443" y="20047"/>
                  </a:lnTo>
                  <a:lnTo>
                    <a:pt x="2539" y="20162"/>
                  </a:lnTo>
                  <a:lnTo>
                    <a:pt x="2634" y="20277"/>
                  </a:lnTo>
                  <a:lnTo>
                    <a:pt x="2740" y="20373"/>
                  </a:lnTo>
                  <a:lnTo>
                    <a:pt x="2855" y="20459"/>
                  </a:lnTo>
                  <a:lnTo>
                    <a:pt x="2989" y="20536"/>
                  </a:lnTo>
                  <a:lnTo>
                    <a:pt x="3123" y="20603"/>
                  </a:lnTo>
                  <a:lnTo>
                    <a:pt x="3257" y="20651"/>
                  </a:lnTo>
                  <a:lnTo>
                    <a:pt x="3410" y="20689"/>
                  </a:lnTo>
                  <a:lnTo>
                    <a:pt x="3554" y="20718"/>
                  </a:lnTo>
                  <a:lnTo>
                    <a:pt x="3717" y="20727"/>
                  </a:lnTo>
                  <a:lnTo>
                    <a:pt x="30564" y="20727"/>
                  </a:lnTo>
                  <a:lnTo>
                    <a:pt x="30717" y="20718"/>
                  </a:lnTo>
                  <a:lnTo>
                    <a:pt x="30871" y="20689"/>
                  </a:lnTo>
                  <a:lnTo>
                    <a:pt x="31014" y="20651"/>
                  </a:lnTo>
                  <a:lnTo>
                    <a:pt x="31158" y="20603"/>
                  </a:lnTo>
                  <a:lnTo>
                    <a:pt x="31292" y="20536"/>
                  </a:lnTo>
                  <a:lnTo>
                    <a:pt x="31416" y="20459"/>
                  </a:lnTo>
                  <a:lnTo>
                    <a:pt x="31531" y="20373"/>
                  </a:lnTo>
                  <a:lnTo>
                    <a:pt x="31646" y="20277"/>
                  </a:lnTo>
                  <a:lnTo>
                    <a:pt x="31742" y="20162"/>
                  </a:lnTo>
                  <a:lnTo>
                    <a:pt x="31828" y="20047"/>
                  </a:lnTo>
                  <a:lnTo>
                    <a:pt x="31905" y="19923"/>
                  </a:lnTo>
                  <a:lnTo>
                    <a:pt x="31972" y="19789"/>
                  </a:lnTo>
                  <a:lnTo>
                    <a:pt x="32020" y="19645"/>
                  </a:lnTo>
                  <a:lnTo>
                    <a:pt x="32058" y="19501"/>
                  </a:lnTo>
                  <a:lnTo>
                    <a:pt x="32087" y="19348"/>
                  </a:lnTo>
                  <a:lnTo>
                    <a:pt x="32087" y="19195"/>
                  </a:lnTo>
                  <a:lnTo>
                    <a:pt x="29903" y="1533"/>
                  </a:lnTo>
                  <a:lnTo>
                    <a:pt x="29903" y="1370"/>
                  </a:lnTo>
                  <a:lnTo>
                    <a:pt x="29874" y="1226"/>
                  </a:lnTo>
                  <a:lnTo>
                    <a:pt x="29836" y="1073"/>
                  </a:lnTo>
                  <a:lnTo>
                    <a:pt x="29788" y="939"/>
                  </a:lnTo>
                  <a:lnTo>
                    <a:pt x="29721" y="805"/>
                  </a:lnTo>
                  <a:lnTo>
                    <a:pt x="29645" y="671"/>
                  </a:lnTo>
                  <a:lnTo>
                    <a:pt x="29558" y="556"/>
                  </a:lnTo>
                  <a:lnTo>
                    <a:pt x="29463" y="450"/>
                  </a:lnTo>
                  <a:lnTo>
                    <a:pt x="29348" y="345"/>
                  </a:lnTo>
                  <a:lnTo>
                    <a:pt x="29233" y="259"/>
                  </a:lnTo>
                  <a:lnTo>
                    <a:pt x="29108" y="182"/>
                  </a:lnTo>
                  <a:lnTo>
                    <a:pt x="28974" y="125"/>
                  </a:lnTo>
                  <a:lnTo>
                    <a:pt x="28830" y="67"/>
                  </a:lnTo>
                  <a:lnTo>
                    <a:pt x="28687" y="29"/>
                  </a:lnTo>
                  <a:lnTo>
                    <a:pt x="28533" y="10"/>
                  </a:lnTo>
                  <a:lnTo>
                    <a:pt x="28380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31"/>
            <p:cNvSpPr/>
            <p:nvPr/>
          </p:nvSpPr>
          <p:spPr>
            <a:xfrm>
              <a:off x="1463000" y="2794333"/>
              <a:ext cx="178610" cy="159708"/>
            </a:xfrm>
            <a:custGeom>
              <a:avLst/>
              <a:gdLst/>
              <a:ahLst/>
              <a:cxnLst/>
              <a:rect l="l" t="t" r="r" b="b"/>
              <a:pathLst>
                <a:path w="5528" h="4943" extrusionOk="0">
                  <a:moveTo>
                    <a:pt x="844" y="0"/>
                  </a:moveTo>
                  <a:lnTo>
                    <a:pt x="757" y="10"/>
                  </a:lnTo>
                  <a:lnTo>
                    <a:pt x="671" y="20"/>
                  </a:lnTo>
                  <a:lnTo>
                    <a:pt x="594" y="39"/>
                  </a:lnTo>
                  <a:lnTo>
                    <a:pt x="518" y="67"/>
                  </a:lnTo>
                  <a:lnTo>
                    <a:pt x="441" y="106"/>
                  </a:lnTo>
                  <a:lnTo>
                    <a:pt x="374" y="154"/>
                  </a:lnTo>
                  <a:lnTo>
                    <a:pt x="307" y="202"/>
                  </a:lnTo>
                  <a:lnTo>
                    <a:pt x="250" y="249"/>
                  </a:lnTo>
                  <a:lnTo>
                    <a:pt x="192" y="317"/>
                  </a:lnTo>
                  <a:lnTo>
                    <a:pt x="144" y="374"/>
                  </a:lnTo>
                  <a:lnTo>
                    <a:pt x="96" y="451"/>
                  </a:lnTo>
                  <a:lnTo>
                    <a:pt x="68" y="527"/>
                  </a:lnTo>
                  <a:lnTo>
                    <a:pt x="39" y="604"/>
                  </a:lnTo>
                  <a:lnTo>
                    <a:pt x="10" y="680"/>
                  </a:lnTo>
                  <a:lnTo>
                    <a:pt x="1" y="767"/>
                  </a:lnTo>
                  <a:lnTo>
                    <a:pt x="1" y="853"/>
                  </a:lnTo>
                  <a:lnTo>
                    <a:pt x="585" y="4100"/>
                  </a:lnTo>
                  <a:lnTo>
                    <a:pt x="585" y="4186"/>
                  </a:lnTo>
                  <a:lnTo>
                    <a:pt x="604" y="4263"/>
                  </a:lnTo>
                  <a:lnTo>
                    <a:pt x="623" y="4349"/>
                  </a:lnTo>
                  <a:lnTo>
                    <a:pt x="652" y="4426"/>
                  </a:lnTo>
                  <a:lnTo>
                    <a:pt x="690" y="4502"/>
                  </a:lnTo>
                  <a:lnTo>
                    <a:pt x="729" y="4569"/>
                  </a:lnTo>
                  <a:lnTo>
                    <a:pt x="776" y="4636"/>
                  </a:lnTo>
                  <a:lnTo>
                    <a:pt x="834" y="4694"/>
                  </a:lnTo>
                  <a:lnTo>
                    <a:pt x="891" y="4751"/>
                  </a:lnTo>
                  <a:lnTo>
                    <a:pt x="958" y="4799"/>
                  </a:lnTo>
                  <a:lnTo>
                    <a:pt x="1025" y="4847"/>
                  </a:lnTo>
                  <a:lnTo>
                    <a:pt x="1102" y="4876"/>
                  </a:lnTo>
                  <a:lnTo>
                    <a:pt x="1179" y="4904"/>
                  </a:lnTo>
                  <a:lnTo>
                    <a:pt x="1265" y="4933"/>
                  </a:lnTo>
                  <a:lnTo>
                    <a:pt x="1351" y="4943"/>
                  </a:lnTo>
                  <a:lnTo>
                    <a:pt x="4761" y="4943"/>
                  </a:lnTo>
                  <a:lnTo>
                    <a:pt x="4847" y="4933"/>
                  </a:lnTo>
                  <a:lnTo>
                    <a:pt x="4933" y="4904"/>
                  </a:lnTo>
                  <a:lnTo>
                    <a:pt x="5010" y="4876"/>
                  </a:lnTo>
                  <a:lnTo>
                    <a:pt x="5077" y="4847"/>
                  </a:lnTo>
                  <a:lnTo>
                    <a:pt x="5154" y="4799"/>
                  </a:lnTo>
                  <a:lnTo>
                    <a:pt x="5221" y="4751"/>
                  </a:lnTo>
                  <a:lnTo>
                    <a:pt x="5278" y="4694"/>
                  </a:lnTo>
                  <a:lnTo>
                    <a:pt x="5336" y="4636"/>
                  </a:lnTo>
                  <a:lnTo>
                    <a:pt x="5384" y="4569"/>
                  </a:lnTo>
                  <a:lnTo>
                    <a:pt x="5422" y="4502"/>
                  </a:lnTo>
                  <a:lnTo>
                    <a:pt x="5460" y="4426"/>
                  </a:lnTo>
                  <a:lnTo>
                    <a:pt x="5489" y="4349"/>
                  </a:lnTo>
                  <a:lnTo>
                    <a:pt x="5508" y="4263"/>
                  </a:lnTo>
                  <a:lnTo>
                    <a:pt x="5518" y="4186"/>
                  </a:lnTo>
                  <a:lnTo>
                    <a:pt x="5527" y="4100"/>
                  </a:lnTo>
                  <a:lnTo>
                    <a:pt x="4933" y="853"/>
                  </a:lnTo>
                  <a:lnTo>
                    <a:pt x="4933" y="767"/>
                  </a:lnTo>
                  <a:lnTo>
                    <a:pt x="4924" y="680"/>
                  </a:lnTo>
                  <a:lnTo>
                    <a:pt x="4895" y="604"/>
                  </a:lnTo>
                  <a:lnTo>
                    <a:pt x="4876" y="527"/>
                  </a:lnTo>
                  <a:lnTo>
                    <a:pt x="4838" y="451"/>
                  </a:lnTo>
                  <a:lnTo>
                    <a:pt x="4790" y="374"/>
                  </a:lnTo>
                  <a:lnTo>
                    <a:pt x="4742" y="317"/>
                  </a:lnTo>
                  <a:lnTo>
                    <a:pt x="4684" y="249"/>
                  </a:lnTo>
                  <a:lnTo>
                    <a:pt x="4627" y="202"/>
                  </a:lnTo>
                  <a:lnTo>
                    <a:pt x="4560" y="154"/>
                  </a:lnTo>
                  <a:lnTo>
                    <a:pt x="4493" y="106"/>
                  </a:lnTo>
                  <a:lnTo>
                    <a:pt x="4416" y="67"/>
                  </a:lnTo>
                  <a:lnTo>
                    <a:pt x="4340" y="39"/>
                  </a:lnTo>
                  <a:lnTo>
                    <a:pt x="4263" y="20"/>
                  </a:lnTo>
                  <a:lnTo>
                    <a:pt x="4177" y="10"/>
                  </a:lnTo>
                  <a:lnTo>
                    <a:pt x="40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31"/>
            <p:cNvSpPr/>
            <p:nvPr/>
          </p:nvSpPr>
          <p:spPr>
            <a:xfrm>
              <a:off x="832618" y="3466202"/>
              <a:ext cx="1738601" cy="37480"/>
            </a:xfrm>
            <a:custGeom>
              <a:avLst/>
              <a:gdLst/>
              <a:ahLst/>
              <a:cxnLst/>
              <a:rect l="l" t="t" r="r" b="b"/>
              <a:pathLst>
                <a:path w="53810" h="1160" extrusionOk="0">
                  <a:moveTo>
                    <a:pt x="0" y="1"/>
                  </a:moveTo>
                  <a:lnTo>
                    <a:pt x="0" y="1159"/>
                  </a:lnTo>
                  <a:lnTo>
                    <a:pt x="53810" y="1159"/>
                  </a:lnTo>
                  <a:lnTo>
                    <a:pt x="5381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31"/>
            <p:cNvSpPr/>
            <p:nvPr/>
          </p:nvSpPr>
          <p:spPr>
            <a:xfrm>
              <a:off x="607315" y="3437123"/>
              <a:ext cx="450595" cy="1240995"/>
            </a:xfrm>
            <a:custGeom>
              <a:avLst/>
              <a:gdLst/>
              <a:ahLst/>
              <a:cxnLst/>
              <a:rect l="l" t="t" r="r" b="b"/>
              <a:pathLst>
                <a:path w="13946" h="38409" extrusionOk="0">
                  <a:moveTo>
                    <a:pt x="10306" y="0"/>
                  </a:moveTo>
                  <a:lnTo>
                    <a:pt x="0" y="38408"/>
                  </a:lnTo>
                  <a:lnTo>
                    <a:pt x="1312" y="38408"/>
                  </a:lnTo>
                  <a:lnTo>
                    <a:pt x="13946" y="345"/>
                  </a:lnTo>
                  <a:lnTo>
                    <a:pt x="103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31"/>
            <p:cNvSpPr/>
            <p:nvPr/>
          </p:nvSpPr>
          <p:spPr>
            <a:xfrm>
              <a:off x="2320881" y="3437123"/>
              <a:ext cx="450304" cy="1240995"/>
            </a:xfrm>
            <a:custGeom>
              <a:avLst/>
              <a:gdLst/>
              <a:ahLst/>
              <a:cxnLst/>
              <a:rect l="l" t="t" r="r" b="b"/>
              <a:pathLst>
                <a:path w="13937" h="38409" extrusionOk="0">
                  <a:moveTo>
                    <a:pt x="3640" y="0"/>
                  </a:moveTo>
                  <a:lnTo>
                    <a:pt x="0" y="345"/>
                  </a:lnTo>
                  <a:lnTo>
                    <a:pt x="12634" y="38408"/>
                  </a:lnTo>
                  <a:lnTo>
                    <a:pt x="13936" y="38408"/>
                  </a:lnTo>
                  <a:lnTo>
                    <a:pt x="36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31"/>
            <p:cNvSpPr/>
            <p:nvPr/>
          </p:nvSpPr>
          <p:spPr>
            <a:xfrm>
              <a:off x="746575" y="3378317"/>
              <a:ext cx="1915628" cy="96284"/>
            </a:xfrm>
            <a:custGeom>
              <a:avLst/>
              <a:gdLst/>
              <a:ahLst/>
              <a:cxnLst/>
              <a:rect l="l" t="t" r="r" b="b"/>
              <a:pathLst>
                <a:path w="59289" h="2980" extrusionOk="0">
                  <a:moveTo>
                    <a:pt x="0" y="0"/>
                  </a:moveTo>
                  <a:lnTo>
                    <a:pt x="0" y="2979"/>
                  </a:lnTo>
                  <a:lnTo>
                    <a:pt x="59289" y="2979"/>
                  </a:lnTo>
                  <a:lnTo>
                    <a:pt x="5928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31"/>
            <p:cNvSpPr/>
            <p:nvPr/>
          </p:nvSpPr>
          <p:spPr>
            <a:xfrm>
              <a:off x="3101669" y="1759129"/>
              <a:ext cx="167463" cy="301775"/>
            </a:xfrm>
            <a:custGeom>
              <a:avLst/>
              <a:gdLst/>
              <a:ahLst/>
              <a:cxnLst/>
              <a:rect l="l" t="t" r="r" b="b"/>
              <a:pathLst>
                <a:path w="5183" h="9340" extrusionOk="0">
                  <a:moveTo>
                    <a:pt x="2223" y="1"/>
                  </a:moveTo>
                  <a:lnTo>
                    <a:pt x="2070" y="10"/>
                  </a:lnTo>
                  <a:lnTo>
                    <a:pt x="1926" y="29"/>
                  </a:lnTo>
                  <a:lnTo>
                    <a:pt x="1782" y="58"/>
                  </a:lnTo>
                  <a:lnTo>
                    <a:pt x="1648" y="96"/>
                  </a:lnTo>
                  <a:lnTo>
                    <a:pt x="1514" y="144"/>
                  </a:lnTo>
                  <a:lnTo>
                    <a:pt x="1389" y="202"/>
                  </a:lnTo>
                  <a:lnTo>
                    <a:pt x="1265" y="259"/>
                  </a:lnTo>
                  <a:lnTo>
                    <a:pt x="1150" y="336"/>
                  </a:lnTo>
                  <a:lnTo>
                    <a:pt x="1045" y="403"/>
                  </a:lnTo>
                  <a:lnTo>
                    <a:pt x="939" y="489"/>
                  </a:lnTo>
                  <a:lnTo>
                    <a:pt x="738" y="652"/>
                  </a:lnTo>
                  <a:lnTo>
                    <a:pt x="566" y="824"/>
                  </a:lnTo>
                  <a:lnTo>
                    <a:pt x="422" y="997"/>
                  </a:lnTo>
                  <a:lnTo>
                    <a:pt x="288" y="1160"/>
                  </a:lnTo>
                  <a:lnTo>
                    <a:pt x="192" y="1313"/>
                  </a:lnTo>
                  <a:lnTo>
                    <a:pt x="106" y="1437"/>
                  </a:lnTo>
                  <a:lnTo>
                    <a:pt x="49" y="1543"/>
                  </a:lnTo>
                  <a:lnTo>
                    <a:pt x="1" y="1629"/>
                  </a:lnTo>
                  <a:lnTo>
                    <a:pt x="2587" y="9339"/>
                  </a:lnTo>
                  <a:lnTo>
                    <a:pt x="2625" y="9330"/>
                  </a:lnTo>
                  <a:lnTo>
                    <a:pt x="2750" y="9282"/>
                  </a:lnTo>
                  <a:lnTo>
                    <a:pt x="2836" y="9234"/>
                  </a:lnTo>
                  <a:lnTo>
                    <a:pt x="2941" y="9176"/>
                  </a:lnTo>
                  <a:lnTo>
                    <a:pt x="3056" y="9090"/>
                  </a:lnTo>
                  <a:lnTo>
                    <a:pt x="3190" y="8985"/>
                  </a:lnTo>
                  <a:lnTo>
                    <a:pt x="3334" y="8851"/>
                  </a:lnTo>
                  <a:lnTo>
                    <a:pt x="3487" y="8688"/>
                  </a:lnTo>
                  <a:lnTo>
                    <a:pt x="3659" y="8496"/>
                  </a:lnTo>
                  <a:lnTo>
                    <a:pt x="3832" y="8267"/>
                  </a:lnTo>
                  <a:lnTo>
                    <a:pt x="4014" y="8008"/>
                  </a:lnTo>
                  <a:lnTo>
                    <a:pt x="4205" y="7701"/>
                  </a:lnTo>
                  <a:lnTo>
                    <a:pt x="4397" y="7357"/>
                  </a:lnTo>
                  <a:lnTo>
                    <a:pt x="4598" y="6964"/>
                  </a:lnTo>
                  <a:lnTo>
                    <a:pt x="4703" y="6734"/>
                  </a:lnTo>
                  <a:lnTo>
                    <a:pt x="4799" y="6485"/>
                  </a:lnTo>
                  <a:lnTo>
                    <a:pt x="4885" y="6246"/>
                  </a:lnTo>
                  <a:lnTo>
                    <a:pt x="4962" y="5987"/>
                  </a:lnTo>
                  <a:lnTo>
                    <a:pt x="5029" y="5728"/>
                  </a:lnTo>
                  <a:lnTo>
                    <a:pt x="5077" y="5470"/>
                  </a:lnTo>
                  <a:lnTo>
                    <a:pt x="5115" y="5211"/>
                  </a:lnTo>
                  <a:lnTo>
                    <a:pt x="5154" y="4943"/>
                  </a:lnTo>
                  <a:lnTo>
                    <a:pt x="5173" y="4684"/>
                  </a:lnTo>
                  <a:lnTo>
                    <a:pt x="5182" y="4416"/>
                  </a:lnTo>
                  <a:lnTo>
                    <a:pt x="5182" y="4148"/>
                  </a:lnTo>
                  <a:lnTo>
                    <a:pt x="5173" y="3889"/>
                  </a:lnTo>
                  <a:lnTo>
                    <a:pt x="5154" y="3631"/>
                  </a:lnTo>
                  <a:lnTo>
                    <a:pt x="5125" y="3372"/>
                  </a:lnTo>
                  <a:lnTo>
                    <a:pt x="5077" y="3114"/>
                  </a:lnTo>
                  <a:lnTo>
                    <a:pt x="5029" y="2864"/>
                  </a:lnTo>
                  <a:lnTo>
                    <a:pt x="4972" y="2625"/>
                  </a:lnTo>
                  <a:lnTo>
                    <a:pt x="4895" y="2386"/>
                  </a:lnTo>
                  <a:lnTo>
                    <a:pt x="4818" y="2146"/>
                  </a:lnTo>
                  <a:lnTo>
                    <a:pt x="4723" y="1926"/>
                  </a:lnTo>
                  <a:lnTo>
                    <a:pt x="4627" y="1706"/>
                  </a:lnTo>
                  <a:lnTo>
                    <a:pt x="4512" y="1504"/>
                  </a:lnTo>
                  <a:lnTo>
                    <a:pt x="4397" y="1303"/>
                  </a:lnTo>
                  <a:lnTo>
                    <a:pt x="4263" y="1121"/>
                  </a:lnTo>
                  <a:lnTo>
                    <a:pt x="4129" y="939"/>
                  </a:lnTo>
                  <a:lnTo>
                    <a:pt x="3976" y="776"/>
                  </a:lnTo>
                  <a:lnTo>
                    <a:pt x="3813" y="633"/>
                  </a:lnTo>
                  <a:lnTo>
                    <a:pt x="3650" y="499"/>
                  </a:lnTo>
                  <a:lnTo>
                    <a:pt x="3468" y="374"/>
                  </a:lnTo>
                  <a:lnTo>
                    <a:pt x="3286" y="269"/>
                  </a:lnTo>
                  <a:lnTo>
                    <a:pt x="3085" y="173"/>
                  </a:lnTo>
                  <a:lnTo>
                    <a:pt x="2884" y="106"/>
                  </a:lnTo>
                  <a:lnTo>
                    <a:pt x="2711" y="58"/>
                  </a:lnTo>
                  <a:lnTo>
                    <a:pt x="2539" y="20"/>
                  </a:lnTo>
                  <a:lnTo>
                    <a:pt x="2376" y="10"/>
                  </a:lnTo>
                  <a:lnTo>
                    <a:pt x="222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31"/>
            <p:cNvSpPr/>
            <p:nvPr/>
          </p:nvSpPr>
          <p:spPr>
            <a:xfrm>
              <a:off x="3034527" y="1952865"/>
              <a:ext cx="151986" cy="289078"/>
            </a:xfrm>
            <a:custGeom>
              <a:avLst/>
              <a:gdLst/>
              <a:ahLst/>
              <a:cxnLst/>
              <a:rect l="l" t="t" r="r" b="b"/>
              <a:pathLst>
                <a:path w="4704" h="8947" extrusionOk="0">
                  <a:moveTo>
                    <a:pt x="3563" y="1"/>
                  </a:moveTo>
                  <a:lnTo>
                    <a:pt x="3487" y="10"/>
                  </a:lnTo>
                  <a:lnTo>
                    <a:pt x="3410" y="29"/>
                  </a:lnTo>
                  <a:lnTo>
                    <a:pt x="3333" y="48"/>
                  </a:lnTo>
                  <a:lnTo>
                    <a:pt x="3257" y="77"/>
                  </a:lnTo>
                  <a:lnTo>
                    <a:pt x="3180" y="115"/>
                  </a:lnTo>
                  <a:lnTo>
                    <a:pt x="3103" y="163"/>
                  </a:lnTo>
                  <a:lnTo>
                    <a:pt x="3036" y="211"/>
                  </a:lnTo>
                  <a:lnTo>
                    <a:pt x="2960" y="269"/>
                  </a:lnTo>
                  <a:lnTo>
                    <a:pt x="1628" y="1447"/>
                  </a:lnTo>
                  <a:lnTo>
                    <a:pt x="1648" y="1533"/>
                  </a:lnTo>
                  <a:lnTo>
                    <a:pt x="1667" y="1648"/>
                  </a:lnTo>
                  <a:lnTo>
                    <a:pt x="1676" y="1801"/>
                  </a:lnTo>
                  <a:lnTo>
                    <a:pt x="1686" y="2002"/>
                  </a:lnTo>
                  <a:lnTo>
                    <a:pt x="1686" y="2242"/>
                  </a:lnTo>
                  <a:lnTo>
                    <a:pt x="1667" y="2520"/>
                  </a:lnTo>
                  <a:lnTo>
                    <a:pt x="1638" y="2836"/>
                  </a:lnTo>
                  <a:lnTo>
                    <a:pt x="1581" y="3200"/>
                  </a:lnTo>
                  <a:lnTo>
                    <a:pt x="1504" y="3592"/>
                  </a:lnTo>
                  <a:lnTo>
                    <a:pt x="1446" y="3803"/>
                  </a:lnTo>
                  <a:lnTo>
                    <a:pt x="1389" y="4023"/>
                  </a:lnTo>
                  <a:lnTo>
                    <a:pt x="1322" y="4253"/>
                  </a:lnTo>
                  <a:lnTo>
                    <a:pt x="1245" y="4493"/>
                  </a:lnTo>
                  <a:lnTo>
                    <a:pt x="1159" y="4732"/>
                  </a:lnTo>
                  <a:lnTo>
                    <a:pt x="1063" y="4991"/>
                  </a:lnTo>
                  <a:lnTo>
                    <a:pt x="948" y="5249"/>
                  </a:lnTo>
                  <a:lnTo>
                    <a:pt x="833" y="5527"/>
                  </a:lnTo>
                  <a:lnTo>
                    <a:pt x="699" y="5805"/>
                  </a:lnTo>
                  <a:lnTo>
                    <a:pt x="556" y="6092"/>
                  </a:lnTo>
                  <a:lnTo>
                    <a:pt x="402" y="6389"/>
                  </a:lnTo>
                  <a:lnTo>
                    <a:pt x="230" y="6686"/>
                  </a:lnTo>
                  <a:lnTo>
                    <a:pt x="182" y="6791"/>
                  </a:lnTo>
                  <a:lnTo>
                    <a:pt x="134" y="6887"/>
                  </a:lnTo>
                  <a:lnTo>
                    <a:pt x="96" y="6993"/>
                  </a:lnTo>
                  <a:lnTo>
                    <a:pt x="58" y="7107"/>
                  </a:lnTo>
                  <a:lnTo>
                    <a:pt x="38" y="7213"/>
                  </a:lnTo>
                  <a:lnTo>
                    <a:pt x="19" y="7328"/>
                  </a:lnTo>
                  <a:lnTo>
                    <a:pt x="10" y="7433"/>
                  </a:lnTo>
                  <a:lnTo>
                    <a:pt x="0" y="7548"/>
                  </a:lnTo>
                  <a:lnTo>
                    <a:pt x="10" y="7653"/>
                  </a:lnTo>
                  <a:lnTo>
                    <a:pt x="19" y="7768"/>
                  </a:lnTo>
                  <a:lnTo>
                    <a:pt x="38" y="7874"/>
                  </a:lnTo>
                  <a:lnTo>
                    <a:pt x="67" y="7979"/>
                  </a:lnTo>
                  <a:lnTo>
                    <a:pt x="106" y="8084"/>
                  </a:lnTo>
                  <a:lnTo>
                    <a:pt x="153" y="8190"/>
                  </a:lnTo>
                  <a:lnTo>
                    <a:pt x="201" y="8286"/>
                  </a:lnTo>
                  <a:lnTo>
                    <a:pt x="268" y="8381"/>
                  </a:lnTo>
                  <a:lnTo>
                    <a:pt x="355" y="8487"/>
                  </a:lnTo>
                  <a:lnTo>
                    <a:pt x="460" y="8592"/>
                  </a:lnTo>
                  <a:lnTo>
                    <a:pt x="594" y="8688"/>
                  </a:lnTo>
                  <a:lnTo>
                    <a:pt x="738" y="8774"/>
                  </a:lnTo>
                  <a:lnTo>
                    <a:pt x="901" y="8841"/>
                  </a:lnTo>
                  <a:lnTo>
                    <a:pt x="1083" y="8899"/>
                  </a:lnTo>
                  <a:lnTo>
                    <a:pt x="1284" y="8927"/>
                  </a:lnTo>
                  <a:lnTo>
                    <a:pt x="1389" y="8937"/>
                  </a:lnTo>
                  <a:lnTo>
                    <a:pt x="1494" y="8946"/>
                  </a:lnTo>
                  <a:lnTo>
                    <a:pt x="1609" y="8946"/>
                  </a:lnTo>
                  <a:lnTo>
                    <a:pt x="1724" y="8937"/>
                  </a:lnTo>
                  <a:lnTo>
                    <a:pt x="1849" y="8927"/>
                  </a:lnTo>
                  <a:lnTo>
                    <a:pt x="1973" y="8899"/>
                  </a:lnTo>
                  <a:lnTo>
                    <a:pt x="2098" y="8879"/>
                  </a:lnTo>
                  <a:lnTo>
                    <a:pt x="2232" y="8841"/>
                  </a:lnTo>
                  <a:lnTo>
                    <a:pt x="2366" y="8793"/>
                  </a:lnTo>
                  <a:lnTo>
                    <a:pt x="2500" y="8745"/>
                  </a:lnTo>
                  <a:lnTo>
                    <a:pt x="2634" y="8688"/>
                  </a:lnTo>
                  <a:lnTo>
                    <a:pt x="2778" y="8621"/>
                  </a:lnTo>
                  <a:lnTo>
                    <a:pt x="2922" y="8544"/>
                  </a:lnTo>
                  <a:lnTo>
                    <a:pt x="3075" y="8458"/>
                  </a:lnTo>
                  <a:lnTo>
                    <a:pt x="3218" y="8362"/>
                  </a:lnTo>
                  <a:lnTo>
                    <a:pt x="3372" y="8257"/>
                  </a:lnTo>
                  <a:lnTo>
                    <a:pt x="3525" y="8142"/>
                  </a:lnTo>
                  <a:lnTo>
                    <a:pt x="3678" y="8017"/>
                  </a:lnTo>
                  <a:lnTo>
                    <a:pt x="3764" y="7950"/>
                  </a:lnTo>
                  <a:lnTo>
                    <a:pt x="3831" y="7874"/>
                  </a:lnTo>
                  <a:lnTo>
                    <a:pt x="3975" y="7720"/>
                  </a:lnTo>
                  <a:lnTo>
                    <a:pt x="4090" y="7548"/>
                  </a:lnTo>
                  <a:lnTo>
                    <a:pt x="4186" y="7366"/>
                  </a:lnTo>
                  <a:lnTo>
                    <a:pt x="4272" y="7175"/>
                  </a:lnTo>
                  <a:lnTo>
                    <a:pt x="4329" y="6973"/>
                  </a:lnTo>
                  <a:lnTo>
                    <a:pt x="4368" y="6772"/>
                  </a:lnTo>
                  <a:lnTo>
                    <a:pt x="4377" y="6562"/>
                  </a:lnTo>
                  <a:lnTo>
                    <a:pt x="4387" y="6102"/>
                  </a:lnTo>
                  <a:lnTo>
                    <a:pt x="4387" y="5565"/>
                  </a:lnTo>
                  <a:lnTo>
                    <a:pt x="4387" y="4952"/>
                  </a:lnTo>
                  <a:lnTo>
                    <a:pt x="4397" y="4292"/>
                  </a:lnTo>
                  <a:lnTo>
                    <a:pt x="4435" y="3564"/>
                  </a:lnTo>
                  <a:lnTo>
                    <a:pt x="4454" y="3190"/>
                  </a:lnTo>
                  <a:lnTo>
                    <a:pt x="4483" y="2807"/>
                  </a:lnTo>
                  <a:lnTo>
                    <a:pt x="4521" y="2424"/>
                  </a:lnTo>
                  <a:lnTo>
                    <a:pt x="4569" y="2022"/>
                  </a:lnTo>
                  <a:lnTo>
                    <a:pt x="4617" y="1629"/>
                  </a:lnTo>
                  <a:lnTo>
                    <a:pt x="4684" y="1227"/>
                  </a:lnTo>
                  <a:lnTo>
                    <a:pt x="4693" y="1131"/>
                  </a:lnTo>
                  <a:lnTo>
                    <a:pt x="4703" y="1045"/>
                  </a:lnTo>
                  <a:lnTo>
                    <a:pt x="4693" y="958"/>
                  </a:lnTo>
                  <a:lnTo>
                    <a:pt x="4684" y="872"/>
                  </a:lnTo>
                  <a:lnTo>
                    <a:pt x="4674" y="796"/>
                  </a:lnTo>
                  <a:lnTo>
                    <a:pt x="4646" y="719"/>
                  </a:lnTo>
                  <a:lnTo>
                    <a:pt x="4617" y="642"/>
                  </a:lnTo>
                  <a:lnTo>
                    <a:pt x="4588" y="575"/>
                  </a:lnTo>
                  <a:lnTo>
                    <a:pt x="4550" y="499"/>
                  </a:lnTo>
                  <a:lnTo>
                    <a:pt x="4502" y="441"/>
                  </a:lnTo>
                  <a:lnTo>
                    <a:pt x="4454" y="374"/>
                  </a:lnTo>
                  <a:lnTo>
                    <a:pt x="4406" y="317"/>
                  </a:lnTo>
                  <a:lnTo>
                    <a:pt x="4291" y="221"/>
                  </a:lnTo>
                  <a:lnTo>
                    <a:pt x="4157" y="135"/>
                  </a:lnTo>
                  <a:lnTo>
                    <a:pt x="4023" y="68"/>
                  </a:lnTo>
                  <a:lnTo>
                    <a:pt x="3870" y="29"/>
                  </a:lnTo>
                  <a:lnTo>
                    <a:pt x="3803" y="10"/>
                  </a:lnTo>
                  <a:lnTo>
                    <a:pt x="3716" y="1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31"/>
            <p:cNvSpPr/>
            <p:nvPr/>
          </p:nvSpPr>
          <p:spPr>
            <a:xfrm>
              <a:off x="2978500" y="1785754"/>
              <a:ext cx="221614" cy="325588"/>
            </a:xfrm>
            <a:custGeom>
              <a:avLst/>
              <a:gdLst/>
              <a:ahLst/>
              <a:cxnLst/>
              <a:rect l="l" t="t" r="r" b="b"/>
              <a:pathLst>
                <a:path w="6859" h="10077" extrusionOk="0">
                  <a:moveTo>
                    <a:pt x="2817" y="0"/>
                  </a:moveTo>
                  <a:lnTo>
                    <a:pt x="2596" y="10"/>
                  </a:lnTo>
                  <a:lnTo>
                    <a:pt x="2376" y="20"/>
                  </a:lnTo>
                  <a:lnTo>
                    <a:pt x="2156" y="48"/>
                  </a:lnTo>
                  <a:lnTo>
                    <a:pt x="1935" y="77"/>
                  </a:lnTo>
                  <a:lnTo>
                    <a:pt x="1725" y="125"/>
                  </a:lnTo>
                  <a:lnTo>
                    <a:pt x="1523" y="182"/>
                  </a:lnTo>
                  <a:lnTo>
                    <a:pt x="1322" y="259"/>
                  </a:lnTo>
                  <a:lnTo>
                    <a:pt x="1131" y="345"/>
                  </a:lnTo>
                  <a:lnTo>
                    <a:pt x="958" y="451"/>
                  </a:lnTo>
                  <a:lnTo>
                    <a:pt x="786" y="575"/>
                  </a:lnTo>
                  <a:lnTo>
                    <a:pt x="709" y="642"/>
                  </a:lnTo>
                  <a:lnTo>
                    <a:pt x="633" y="719"/>
                  </a:lnTo>
                  <a:lnTo>
                    <a:pt x="556" y="795"/>
                  </a:lnTo>
                  <a:lnTo>
                    <a:pt x="489" y="882"/>
                  </a:lnTo>
                  <a:lnTo>
                    <a:pt x="422" y="968"/>
                  </a:lnTo>
                  <a:lnTo>
                    <a:pt x="365" y="1064"/>
                  </a:lnTo>
                  <a:lnTo>
                    <a:pt x="307" y="1159"/>
                  </a:lnTo>
                  <a:lnTo>
                    <a:pt x="250" y="1265"/>
                  </a:lnTo>
                  <a:lnTo>
                    <a:pt x="202" y="1380"/>
                  </a:lnTo>
                  <a:lnTo>
                    <a:pt x="154" y="1495"/>
                  </a:lnTo>
                  <a:lnTo>
                    <a:pt x="115" y="1619"/>
                  </a:lnTo>
                  <a:lnTo>
                    <a:pt x="87" y="1744"/>
                  </a:lnTo>
                  <a:lnTo>
                    <a:pt x="58" y="1878"/>
                  </a:lnTo>
                  <a:lnTo>
                    <a:pt x="29" y="2021"/>
                  </a:lnTo>
                  <a:lnTo>
                    <a:pt x="10" y="2165"/>
                  </a:lnTo>
                  <a:lnTo>
                    <a:pt x="1" y="2328"/>
                  </a:lnTo>
                  <a:lnTo>
                    <a:pt x="1" y="2634"/>
                  </a:lnTo>
                  <a:lnTo>
                    <a:pt x="10" y="2998"/>
                  </a:lnTo>
                  <a:lnTo>
                    <a:pt x="39" y="3468"/>
                  </a:lnTo>
                  <a:lnTo>
                    <a:pt x="68" y="4033"/>
                  </a:lnTo>
                  <a:lnTo>
                    <a:pt x="125" y="4655"/>
                  </a:lnTo>
                  <a:lnTo>
                    <a:pt x="192" y="5326"/>
                  </a:lnTo>
                  <a:lnTo>
                    <a:pt x="288" y="6025"/>
                  </a:lnTo>
                  <a:lnTo>
                    <a:pt x="336" y="6379"/>
                  </a:lnTo>
                  <a:lnTo>
                    <a:pt x="403" y="6734"/>
                  </a:lnTo>
                  <a:lnTo>
                    <a:pt x="470" y="7079"/>
                  </a:lnTo>
                  <a:lnTo>
                    <a:pt x="547" y="7414"/>
                  </a:lnTo>
                  <a:lnTo>
                    <a:pt x="633" y="7749"/>
                  </a:lnTo>
                  <a:lnTo>
                    <a:pt x="728" y="8065"/>
                  </a:lnTo>
                  <a:lnTo>
                    <a:pt x="824" y="8372"/>
                  </a:lnTo>
                  <a:lnTo>
                    <a:pt x="939" y="8659"/>
                  </a:lnTo>
                  <a:lnTo>
                    <a:pt x="1054" y="8927"/>
                  </a:lnTo>
                  <a:lnTo>
                    <a:pt x="1188" y="9176"/>
                  </a:lnTo>
                  <a:lnTo>
                    <a:pt x="1322" y="9396"/>
                  </a:lnTo>
                  <a:lnTo>
                    <a:pt x="1399" y="9492"/>
                  </a:lnTo>
                  <a:lnTo>
                    <a:pt x="1476" y="9588"/>
                  </a:lnTo>
                  <a:lnTo>
                    <a:pt x="1552" y="9674"/>
                  </a:lnTo>
                  <a:lnTo>
                    <a:pt x="1638" y="9751"/>
                  </a:lnTo>
                  <a:lnTo>
                    <a:pt x="1725" y="9827"/>
                  </a:lnTo>
                  <a:lnTo>
                    <a:pt x="1811" y="9885"/>
                  </a:lnTo>
                  <a:lnTo>
                    <a:pt x="1907" y="9933"/>
                  </a:lnTo>
                  <a:lnTo>
                    <a:pt x="1993" y="9981"/>
                  </a:lnTo>
                  <a:lnTo>
                    <a:pt x="2089" y="10019"/>
                  </a:lnTo>
                  <a:lnTo>
                    <a:pt x="2194" y="10038"/>
                  </a:lnTo>
                  <a:lnTo>
                    <a:pt x="2309" y="10057"/>
                  </a:lnTo>
                  <a:lnTo>
                    <a:pt x="2433" y="10067"/>
                  </a:lnTo>
                  <a:lnTo>
                    <a:pt x="2567" y="10077"/>
                  </a:lnTo>
                  <a:lnTo>
                    <a:pt x="2702" y="10077"/>
                  </a:lnTo>
                  <a:lnTo>
                    <a:pt x="2855" y="10067"/>
                  </a:lnTo>
                  <a:lnTo>
                    <a:pt x="2998" y="10048"/>
                  </a:lnTo>
                  <a:lnTo>
                    <a:pt x="3152" y="10019"/>
                  </a:lnTo>
                  <a:lnTo>
                    <a:pt x="3315" y="9990"/>
                  </a:lnTo>
                  <a:lnTo>
                    <a:pt x="3477" y="9942"/>
                  </a:lnTo>
                  <a:lnTo>
                    <a:pt x="3640" y="9885"/>
                  </a:lnTo>
                  <a:lnTo>
                    <a:pt x="3803" y="9827"/>
                  </a:lnTo>
                  <a:lnTo>
                    <a:pt x="3975" y="9751"/>
                  </a:lnTo>
                  <a:lnTo>
                    <a:pt x="4148" y="9665"/>
                  </a:lnTo>
                  <a:lnTo>
                    <a:pt x="4311" y="9559"/>
                  </a:lnTo>
                  <a:lnTo>
                    <a:pt x="4483" y="9454"/>
                  </a:lnTo>
                  <a:lnTo>
                    <a:pt x="4646" y="9329"/>
                  </a:lnTo>
                  <a:lnTo>
                    <a:pt x="4809" y="9186"/>
                  </a:lnTo>
                  <a:lnTo>
                    <a:pt x="4972" y="9033"/>
                  </a:lnTo>
                  <a:lnTo>
                    <a:pt x="5134" y="8870"/>
                  </a:lnTo>
                  <a:lnTo>
                    <a:pt x="5288" y="8688"/>
                  </a:lnTo>
                  <a:lnTo>
                    <a:pt x="5441" y="8496"/>
                  </a:lnTo>
                  <a:lnTo>
                    <a:pt x="5585" y="8285"/>
                  </a:lnTo>
                  <a:lnTo>
                    <a:pt x="5719" y="8056"/>
                  </a:lnTo>
                  <a:lnTo>
                    <a:pt x="5853" y="7816"/>
                  </a:lnTo>
                  <a:lnTo>
                    <a:pt x="5977" y="7548"/>
                  </a:lnTo>
                  <a:lnTo>
                    <a:pt x="6102" y="7270"/>
                  </a:lnTo>
                  <a:lnTo>
                    <a:pt x="6207" y="6973"/>
                  </a:lnTo>
                  <a:lnTo>
                    <a:pt x="6313" y="6667"/>
                  </a:lnTo>
                  <a:lnTo>
                    <a:pt x="6399" y="6331"/>
                  </a:lnTo>
                  <a:lnTo>
                    <a:pt x="6485" y="5977"/>
                  </a:lnTo>
                  <a:lnTo>
                    <a:pt x="6552" y="5604"/>
                  </a:lnTo>
                  <a:lnTo>
                    <a:pt x="6609" y="5211"/>
                  </a:lnTo>
                  <a:lnTo>
                    <a:pt x="6676" y="4904"/>
                  </a:lnTo>
                  <a:lnTo>
                    <a:pt x="6724" y="4607"/>
                  </a:lnTo>
                  <a:lnTo>
                    <a:pt x="6772" y="4320"/>
                  </a:lnTo>
                  <a:lnTo>
                    <a:pt x="6811" y="4042"/>
                  </a:lnTo>
                  <a:lnTo>
                    <a:pt x="6830" y="3774"/>
                  </a:lnTo>
                  <a:lnTo>
                    <a:pt x="6849" y="3516"/>
                  </a:lnTo>
                  <a:lnTo>
                    <a:pt x="6858" y="3266"/>
                  </a:lnTo>
                  <a:lnTo>
                    <a:pt x="6858" y="3027"/>
                  </a:lnTo>
                  <a:lnTo>
                    <a:pt x="6849" y="2807"/>
                  </a:lnTo>
                  <a:lnTo>
                    <a:pt x="6839" y="2586"/>
                  </a:lnTo>
                  <a:lnTo>
                    <a:pt x="6811" y="2376"/>
                  </a:lnTo>
                  <a:lnTo>
                    <a:pt x="6782" y="2175"/>
                  </a:lnTo>
                  <a:lnTo>
                    <a:pt x="6744" y="1993"/>
                  </a:lnTo>
                  <a:lnTo>
                    <a:pt x="6705" y="1811"/>
                  </a:lnTo>
                  <a:lnTo>
                    <a:pt x="6657" y="1638"/>
                  </a:lnTo>
                  <a:lnTo>
                    <a:pt x="6600" y="1485"/>
                  </a:lnTo>
                  <a:lnTo>
                    <a:pt x="6542" y="1332"/>
                  </a:lnTo>
                  <a:lnTo>
                    <a:pt x="6485" y="1188"/>
                  </a:lnTo>
                  <a:lnTo>
                    <a:pt x="6418" y="1064"/>
                  </a:lnTo>
                  <a:lnTo>
                    <a:pt x="6341" y="939"/>
                  </a:lnTo>
                  <a:lnTo>
                    <a:pt x="6265" y="834"/>
                  </a:lnTo>
                  <a:lnTo>
                    <a:pt x="6188" y="728"/>
                  </a:lnTo>
                  <a:lnTo>
                    <a:pt x="6111" y="633"/>
                  </a:lnTo>
                  <a:lnTo>
                    <a:pt x="6025" y="556"/>
                  </a:lnTo>
                  <a:lnTo>
                    <a:pt x="5939" y="479"/>
                  </a:lnTo>
                  <a:lnTo>
                    <a:pt x="5853" y="422"/>
                  </a:lnTo>
                  <a:lnTo>
                    <a:pt x="5757" y="364"/>
                  </a:lnTo>
                  <a:lnTo>
                    <a:pt x="5671" y="326"/>
                  </a:lnTo>
                  <a:lnTo>
                    <a:pt x="5575" y="288"/>
                  </a:lnTo>
                  <a:lnTo>
                    <a:pt x="5489" y="269"/>
                  </a:lnTo>
                  <a:lnTo>
                    <a:pt x="5393" y="249"/>
                  </a:lnTo>
                  <a:lnTo>
                    <a:pt x="5307" y="249"/>
                  </a:lnTo>
                  <a:lnTo>
                    <a:pt x="5087" y="230"/>
                  </a:lnTo>
                  <a:lnTo>
                    <a:pt x="4809" y="201"/>
                  </a:lnTo>
                  <a:lnTo>
                    <a:pt x="4100" y="96"/>
                  </a:lnTo>
                  <a:lnTo>
                    <a:pt x="3688" y="48"/>
                  </a:lnTo>
                  <a:lnTo>
                    <a:pt x="3257" y="20"/>
                  </a:lnTo>
                  <a:lnTo>
                    <a:pt x="3037" y="10"/>
                  </a:lnTo>
                  <a:lnTo>
                    <a:pt x="2817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31"/>
            <p:cNvSpPr/>
            <p:nvPr/>
          </p:nvSpPr>
          <p:spPr>
            <a:xfrm>
              <a:off x="2988420" y="1885723"/>
              <a:ext cx="44265" cy="22294"/>
            </a:xfrm>
            <a:custGeom>
              <a:avLst/>
              <a:gdLst/>
              <a:ahLst/>
              <a:cxnLst/>
              <a:rect l="l" t="t" r="r" b="b"/>
              <a:pathLst>
                <a:path w="1370" h="690" extrusionOk="0">
                  <a:moveTo>
                    <a:pt x="747" y="0"/>
                  </a:moveTo>
                  <a:lnTo>
                    <a:pt x="651" y="19"/>
                  </a:lnTo>
                  <a:lnTo>
                    <a:pt x="546" y="58"/>
                  </a:lnTo>
                  <a:lnTo>
                    <a:pt x="460" y="96"/>
                  </a:lnTo>
                  <a:lnTo>
                    <a:pt x="364" y="144"/>
                  </a:lnTo>
                  <a:lnTo>
                    <a:pt x="278" y="201"/>
                  </a:lnTo>
                  <a:lnTo>
                    <a:pt x="201" y="278"/>
                  </a:lnTo>
                  <a:lnTo>
                    <a:pt x="134" y="354"/>
                  </a:lnTo>
                  <a:lnTo>
                    <a:pt x="77" y="450"/>
                  </a:lnTo>
                  <a:lnTo>
                    <a:pt x="29" y="556"/>
                  </a:lnTo>
                  <a:lnTo>
                    <a:pt x="0" y="671"/>
                  </a:lnTo>
                  <a:lnTo>
                    <a:pt x="125" y="690"/>
                  </a:lnTo>
                  <a:lnTo>
                    <a:pt x="326" y="690"/>
                  </a:lnTo>
                  <a:lnTo>
                    <a:pt x="421" y="680"/>
                  </a:lnTo>
                  <a:lnTo>
                    <a:pt x="594" y="651"/>
                  </a:lnTo>
                  <a:lnTo>
                    <a:pt x="747" y="604"/>
                  </a:lnTo>
                  <a:lnTo>
                    <a:pt x="900" y="536"/>
                  </a:lnTo>
                  <a:lnTo>
                    <a:pt x="1054" y="450"/>
                  </a:lnTo>
                  <a:lnTo>
                    <a:pt x="1207" y="335"/>
                  </a:lnTo>
                  <a:lnTo>
                    <a:pt x="1284" y="268"/>
                  </a:lnTo>
                  <a:lnTo>
                    <a:pt x="1370" y="172"/>
                  </a:lnTo>
                  <a:lnTo>
                    <a:pt x="1322" y="134"/>
                  </a:lnTo>
                  <a:lnTo>
                    <a:pt x="1264" y="105"/>
                  </a:lnTo>
                  <a:lnTo>
                    <a:pt x="1169" y="48"/>
                  </a:lnTo>
                  <a:lnTo>
                    <a:pt x="1063" y="19"/>
                  </a:lnTo>
                  <a:lnTo>
                    <a:pt x="958" y="0"/>
                  </a:lnTo>
                  <a:close/>
                </a:path>
              </a:pathLst>
            </a:custGeom>
            <a:solidFill>
              <a:srgbClr val="5A2D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31"/>
            <p:cNvSpPr/>
            <p:nvPr/>
          </p:nvSpPr>
          <p:spPr>
            <a:xfrm>
              <a:off x="3037306" y="1919455"/>
              <a:ext cx="31599" cy="81712"/>
            </a:xfrm>
            <a:custGeom>
              <a:avLst/>
              <a:gdLst/>
              <a:ahLst/>
              <a:cxnLst/>
              <a:rect l="l" t="t" r="r" b="b"/>
              <a:pathLst>
                <a:path w="978" h="2529" extrusionOk="0">
                  <a:moveTo>
                    <a:pt x="680" y="0"/>
                  </a:moveTo>
                  <a:lnTo>
                    <a:pt x="10" y="2031"/>
                  </a:lnTo>
                  <a:lnTo>
                    <a:pt x="0" y="2107"/>
                  </a:lnTo>
                  <a:lnTo>
                    <a:pt x="10" y="2174"/>
                  </a:lnTo>
                  <a:lnTo>
                    <a:pt x="29" y="2232"/>
                  </a:lnTo>
                  <a:lnTo>
                    <a:pt x="58" y="2289"/>
                  </a:lnTo>
                  <a:lnTo>
                    <a:pt x="87" y="2337"/>
                  </a:lnTo>
                  <a:lnTo>
                    <a:pt x="134" y="2375"/>
                  </a:lnTo>
                  <a:lnTo>
                    <a:pt x="173" y="2404"/>
                  </a:lnTo>
                  <a:lnTo>
                    <a:pt x="230" y="2433"/>
                  </a:lnTo>
                  <a:lnTo>
                    <a:pt x="336" y="2481"/>
                  </a:lnTo>
                  <a:lnTo>
                    <a:pt x="451" y="2510"/>
                  </a:lnTo>
                  <a:lnTo>
                    <a:pt x="556" y="2519"/>
                  </a:lnTo>
                  <a:lnTo>
                    <a:pt x="642" y="2529"/>
                  </a:lnTo>
                  <a:lnTo>
                    <a:pt x="719" y="2519"/>
                  </a:lnTo>
                  <a:lnTo>
                    <a:pt x="786" y="2490"/>
                  </a:lnTo>
                  <a:lnTo>
                    <a:pt x="843" y="2462"/>
                  </a:lnTo>
                  <a:lnTo>
                    <a:pt x="891" y="2414"/>
                  </a:lnTo>
                  <a:lnTo>
                    <a:pt x="929" y="2356"/>
                  </a:lnTo>
                  <a:lnTo>
                    <a:pt x="958" y="2289"/>
                  </a:lnTo>
                  <a:lnTo>
                    <a:pt x="977" y="2222"/>
                  </a:lnTo>
                  <a:lnTo>
                    <a:pt x="977" y="2146"/>
                  </a:lnTo>
                  <a:lnTo>
                    <a:pt x="68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31"/>
            <p:cNvSpPr/>
            <p:nvPr/>
          </p:nvSpPr>
          <p:spPr>
            <a:xfrm>
              <a:off x="3095174" y="1885723"/>
              <a:ext cx="46753" cy="22294"/>
            </a:xfrm>
            <a:custGeom>
              <a:avLst/>
              <a:gdLst/>
              <a:ahLst/>
              <a:cxnLst/>
              <a:rect l="l" t="t" r="r" b="b"/>
              <a:pathLst>
                <a:path w="1447" h="690" extrusionOk="0">
                  <a:moveTo>
                    <a:pt x="432" y="0"/>
                  </a:moveTo>
                  <a:lnTo>
                    <a:pt x="326" y="19"/>
                  </a:lnTo>
                  <a:lnTo>
                    <a:pt x="221" y="58"/>
                  </a:lnTo>
                  <a:lnTo>
                    <a:pt x="106" y="105"/>
                  </a:lnTo>
                  <a:lnTo>
                    <a:pt x="58" y="134"/>
                  </a:lnTo>
                  <a:lnTo>
                    <a:pt x="0" y="172"/>
                  </a:lnTo>
                  <a:lnTo>
                    <a:pt x="87" y="268"/>
                  </a:lnTo>
                  <a:lnTo>
                    <a:pt x="173" y="345"/>
                  </a:lnTo>
                  <a:lnTo>
                    <a:pt x="259" y="402"/>
                  </a:lnTo>
                  <a:lnTo>
                    <a:pt x="345" y="460"/>
                  </a:lnTo>
                  <a:lnTo>
                    <a:pt x="432" y="508"/>
                  </a:lnTo>
                  <a:lnTo>
                    <a:pt x="508" y="546"/>
                  </a:lnTo>
                  <a:lnTo>
                    <a:pt x="681" y="604"/>
                  </a:lnTo>
                  <a:lnTo>
                    <a:pt x="843" y="651"/>
                  </a:lnTo>
                  <a:lnTo>
                    <a:pt x="1025" y="671"/>
                  </a:lnTo>
                  <a:lnTo>
                    <a:pt x="1112" y="680"/>
                  </a:lnTo>
                  <a:lnTo>
                    <a:pt x="1217" y="680"/>
                  </a:lnTo>
                  <a:lnTo>
                    <a:pt x="1265" y="690"/>
                  </a:lnTo>
                  <a:lnTo>
                    <a:pt x="1294" y="680"/>
                  </a:lnTo>
                  <a:lnTo>
                    <a:pt x="1322" y="690"/>
                  </a:lnTo>
                  <a:lnTo>
                    <a:pt x="1447" y="680"/>
                  </a:lnTo>
                  <a:lnTo>
                    <a:pt x="1437" y="623"/>
                  </a:lnTo>
                  <a:lnTo>
                    <a:pt x="1418" y="556"/>
                  </a:lnTo>
                  <a:lnTo>
                    <a:pt x="1399" y="498"/>
                  </a:lnTo>
                  <a:lnTo>
                    <a:pt x="1370" y="441"/>
                  </a:lnTo>
                  <a:lnTo>
                    <a:pt x="1341" y="393"/>
                  </a:lnTo>
                  <a:lnTo>
                    <a:pt x="1303" y="345"/>
                  </a:lnTo>
                  <a:lnTo>
                    <a:pt x="1226" y="259"/>
                  </a:lnTo>
                  <a:lnTo>
                    <a:pt x="1140" y="192"/>
                  </a:lnTo>
                  <a:lnTo>
                    <a:pt x="1054" y="125"/>
                  </a:lnTo>
                  <a:lnTo>
                    <a:pt x="949" y="77"/>
                  </a:lnTo>
                  <a:lnTo>
                    <a:pt x="853" y="48"/>
                  </a:lnTo>
                  <a:lnTo>
                    <a:pt x="748" y="19"/>
                  </a:lnTo>
                  <a:lnTo>
                    <a:pt x="642" y="0"/>
                  </a:lnTo>
                  <a:close/>
                </a:path>
              </a:pathLst>
            </a:custGeom>
            <a:solidFill>
              <a:srgbClr val="5A2D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31"/>
            <p:cNvSpPr/>
            <p:nvPr/>
          </p:nvSpPr>
          <p:spPr>
            <a:xfrm>
              <a:off x="3015011" y="1923462"/>
              <a:ext cx="14895" cy="30662"/>
            </a:xfrm>
            <a:custGeom>
              <a:avLst/>
              <a:gdLst/>
              <a:ahLst/>
              <a:cxnLst/>
              <a:rect l="l" t="t" r="r" b="b"/>
              <a:pathLst>
                <a:path w="461" h="949" extrusionOk="0">
                  <a:moveTo>
                    <a:pt x="231" y="1"/>
                  </a:moveTo>
                  <a:lnTo>
                    <a:pt x="192" y="10"/>
                  </a:lnTo>
                  <a:lnTo>
                    <a:pt x="144" y="39"/>
                  </a:lnTo>
                  <a:lnTo>
                    <a:pt x="106" y="77"/>
                  </a:lnTo>
                  <a:lnTo>
                    <a:pt x="68" y="135"/>
                  </a:lnTo>
                  <a:lnTo>
                    <a:pt x="39" y="211"/>
                  </a:lnTo>
                  <a:lnTo>
                    <a:pt x="20" y="288"/>
                  </a:lnTo>
                  <a:lnTo>
                    <a:pt x="10" y="374"/>
                  </a:lnTo>
                  <a:lnTo>
                    <a:pt x="1" y="470"/>
                  </a:lnTo>
                  <a:lnTo>
                    <a:pt x="10" y="566"/>
                  </a:lnTo>
                  <a:lnTo>
                    <a:pt x="20" y="662"/>
                  </a:lnTo>
                  <a:lnTo>
                    <a:pt x="39" y="738"/>
                  </a:lnTo>
                  <a:lnTo>
                    <a:pt x="68" y="805"/>
                  </a:lnTo>
                  <a:lnTo>
                    <a:pt x="106" y="863"/>
                  </a:lnTo>
                  <a:lnTo>
                    <a:pt x="144" y="911"/>
                  </a:lnTo>
                  <a:lnTo>
                    <a:pt x="192" y="939"/>
                  </a:lnTo>
                  <a:lnTo>
                    <a:pt x="231" y="949"/>
                  </a:lnTo>
                  <a:lnTo>
                    <a:pt x="279" y="939"/>
                  </a:lnTo>
                  <a:lnTo>
                    <a:pt x="326" y="911"/>
                  </a:lnTo>
                  <a:lnTo>
                    <a:pt x="365" y="863"/>
                  </a:lnTo>
                  <a:lnTo>
                    <a:pt x="393" y="805"/>
                  </a:lnTo>
                  <a:lnTo>
                    <a:pt x="422" y="738"/>
                  </a:lnTo>
                  <a:lnTo>
                    <a:pt x="451" y="662"/>
                  </a:lnTo>
                  <a:lnTo>
                    <a:pt x="461" y="566"/>
                  </a:lnTo>
                  <a:lnTo>
                    <a:pt x="461" y="470"/>
                  </a:lnTo>
                  <a:lnTo>
                    <a:pt x="461" y="374"/>
                  </a:lnTo>
                  <a:lnTo>
                    <a:pt x="451" y="288"/>
                  </a:lnTo>
                  <a:lnTo>
                    <a:pt x="422" y="211"/>
                  </a:lnTo>
                  <a:lnTo>
                    <a:pt x="393" y="135"/>
                  </a:lnTo>
                  <a:lnTo>
                    <a:pt x="365" y="77"/>
                  </a:lnTo>
                  <a:lnTo>
                    <a:pt x="326" y="39"/>
                  </a:lnTo>
                  <a:lnTo>
                    <a:pt x="279" y="10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5A2D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31"/>
            <p:cNvSpPr/>
            <p:nvPr/>
          </p:nvSpPr>
          <p:spPr>
            <a:xfrm>
              <a:off x="3094237" y="1923462"/>
              <a:ext cx="14895" cy="30662"/>
            </a:xfrm>
            <a:custGeom>
              <a:avLst/>
              <a:gdLst/>
              <a:ahLst/>
              <a:cxnLst/>
              <a:rect l="l" t="t" r="r" b="b"/>
              <a:pathLst>
                <a:path w="461" h="949" extrusionOk="0">
                  <a:moveTo>
                    <a:pt x="231" y="1"/>
                  </a:moveTo>
                  <a:lnTo>
                    <a:pt x="183" y="10"/>
                  </a:lnTo>
                  <a:lnTo>
                    <a:pt x="135" y="39"/>
                  </a:lnTo>
                  <a:lnTo>
                    <a:pt x="97" y="77"/>
                  </a:lnTo>
                  <a:lnTo>
                    <a:pt x="68" y="135"/>
                  </a:lnTo>
                  <a:lnTo>
                    <a:pt x="39" y="211"/>
                  </a:lnTo>
                  <a:lnTo>
                    <a:pt x="20" y="288"/>
                  </a:lnTo>
                  <a:lnTo>
                    <a:pt x="1" y="374"/>
                  </a:lnTo>
                  <a:lnTo>
                    <a:pt x="1" y="470"/>
                  </a:lnTo>
                  <a:lnTo>
                    <a:pt x="1" y="566"/>
                  </a:lnTo>
                  <a:lnTo>
                    <a:pt x="20" y="662"/>
                  </a:lnTo>
                  <a:lnTo>
                    <a:pt x="39" y="738"/>
                  </a:lnTo>
                  <a:lnTo>
                    <a:pt x="68" y="805"/>
                  </a:lnTo>
                  <a:lnTo>
                    <a:pt x="97" y="863"/>
                  </a:lnTo>
                  <a:lnTo>
                    <a:pt x="135" y="911"/>
                  </a:lnTo>
                  <a:lnTo>
                    <a:pt x="183" y="939"/>
                  </a:lnTo>
                  <a:lnTo>
                    <a:pt x="231" y="949"/>
                  </a:lnTo>
                  <a:lnTo>
                    <a:pt x="279" y="939"/>
                  </a:lnTo>
                  <a:lnTo>
                    <a:pt x="317" y="911"/>
                  </a:lnTo>
                  <a:lnTo>
                    <a:pt x="355" y="863"/>
                  </a:lnTo>
                  <a:lnTo>
                    <a:pt x="393" y="805"/>
                  </a:lnTo>
                  <a:lnTo>
                    <a:pt x="422" y="738"/>
                  </a:lnTo>
                  <a:lnTo>
                    <a:pt x="441" y="662"/>
                  </a:lnTo>
                  <a:lnTo>
                    <a:pt x="451" y="566"/>
                  </a:lnTo>
                  <a:lnTo>
                    <a:pt x="461" y="470"/>
                  </a:lnTo>
                  <a:lnTo>
                    <a:pt x="451" y="374"/>
                  </a:lnTo>
                  <a:lnTo>
                    <a:pt x="441" y="288"/>
                  </a:lnTo>
                  <a:lnTo>
                    <a:pt x="422" y="211"/>
                  </a:lnTo>
                  <a:lnTo>
                    <a:pt x="393" y="135"/>
                  </a:lnTo>
                  <a:lnTo>
                    <a:pt x="355" y="77"/>
                  </a:lnTo>
                  <a:lnTo>
                    <a:pt x="317" y="39"/>
                  </a:lnTo>
                  <a:lnTo>
                    <a:pt x="279" y="10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5A2D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1"/>
            <p:cNvSpPr/>
            <p:nvPr/>
          </p:nvSpPr>
          <p:spPr>
            <a:xfrm>
              <a:off x="3029874" y="2017841"/>
              <a:ext cx="65331" cy="32536"/>
            </a:xfrm>
            <a:custGeom>
              <a:avLst/>
              <a:gdLst/>
              <a:ahLst/>
              <a:cxnLst/>
              <a:rect l="l" t="t" r="r" b="b"/>
              <a:pathLst>
                <a:path w="2022" h="1007" extrusionOk="0">
                  <a:moveTo>
                    <a:pt x="1" y="1"/>
                  </a:moveTo>
                  <a:lnTo>
                    <a:pt x="10" y="97"/>
                  </a:lnTo>
                  <a:lnTo>
                    <a:pt x="29" y="202"/>
                  </a:lnTo>
                  <a:lnTo>
                    <a:pt x="48" y="298"/>
                  </a:lnTo>
                  <a:lnTo>
                    <a:pt x="87" y="394"/>
                  </a:lnTo>
                  <a:lnTo>
                    <a:pt x="125" y="480"/>
                  </a:lnTo>
                  <a:lnTo>
                    <a:pt x="173" y="566"/>
                  </a:lnTo>
                  <a:lnTo>
                    <a:pt x="240" y="643"/>
                  </a:lnTo>
                  <a:lnTo>
                    <a:pt x="297" y="710"/>
                  </a:lnTo>
                  <a:lnTo>
                    <a:pt x="374" y="777"/>
                  </a:lnTo>
                  <a:lnTo>
                    <a:pt x="451" y="834"/>
                  </a:lnTo>
                  <a:lnTo>
                    <a:pt x="537" y="882"/>
                  </a:lnTo>
                  <a:lnTo>
                    <a:pt x="623" y="930"/>
                  </a:lnTo>
                  <a:lnTo>
                    <a:pt x="719" y="959"/>
                  </a:lnTo>
                  <a:lnTo>
                    <a:pt x="815" y="987"/>
                  </a:lnTo>
                  <a:lnTo>
                    <a:pt x="910" y="1007"/>
                  </a:lnTo>
                  <a:lnTo>
                    <a:pt x="1121" y="1007"/>
                  </a:lnTo>
                  <a:lnTo>
                    <a:pt x="1217" y="987"/>
                  </a:lnTo>
                  <a:lnTo>
                    <a:pt x="1313" y="959"/>
                  </a:lnTo>
                  <a:lnTo>
                    <a:pt x="1408" y="930"/>
                  </a:lnTo>
                  <a:lnTo>
                    <a:pt x="1495" y="882"/>
                  </a:lnTo>
                  <a:lnTo>
                    <a:pt x="1581" y="834"/>
                  </a:lnTo>
                  <a:lnTo>
                    <a:pt x="1658" y="777"/>
                  </a:lnTo>
                  <a:lnTo>
                    <a:pt x="1725" y="710"/>
                  </a:lnTo>
                  <a:lnTo>
                    <a:pt x="1792" y="643"/>
                  </a:lnTo>
                  <a:lnTo>
                    <a:pt x="1849" y="566"/>
                  </a:lnTo>
                  <a:lnTo>
                    <a:pt x="1907" y="480"/>
                  </a:lnTo>
                  <a:lnTo>
                    <a:pt x="1945" y="394"/>
                  </a:lnTo>
                  <a:lnTo>
                    <a:pt x="1983" y="298"/>
                  </a:lnTo>
                  <a:lnTo>
                    <a:pt x="2002" y="202"/>
                  </a:lnTo>
                  <a:lnTo>
                    <a:pt x="2021" y="97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rgbClr val="F9F8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1"/>
            <p:cNvSpPr/>
            <p:nvPr/>
          </p:nvSpPr>
          <p:spPr>
            <a:xfrm>
              <a:off x="2850388" y="1697868"/>
              <a:ext cx="342292" cy="214474"/>
            </a:xfrm>
            <a:custGeom>
              <a:avLst/>
              <a:gdLst/>
              <a:ahLst/>
              <a:cxnLst/>
              <a:rect l="l" t="t" r="r" b="b"/>
              <a:pathLst>
                <a:path w="10594" h="6638" extrusionOk="0">
                  <a:moveTo>
                    <a:pt x="3975" y="0"/>
                  </a:moveTo>
                  <a:lnTo>
                    <a:pt x="3630" y="19"/>
                  </a:lnTo>
                  <a:lnTo>
                    <a:pt x="3458" y="38"/>
                  </a:lnTo>
                  <a:lnTo>
                    <a:pt x="3295" y="58"/>
                  </a:lnTo>
                  <a:lnTo>
                    <a:pt x="3123" y="96"/>
                  </a:lnTo>
                  <a:lnTo>
                    <a:pt x="2950" y="125"/>
                  </a:lnTo>
                  <a:lnTo>
                    <a:pt x="2682" y="201"/>
                  </a:lnTo>
                  <a:lnTo>
                    <a:pt x="2414" y="297"/>
                  </a:lnTo>
                  <a:lnTo>
                    <a:pt x="2165" y="402"/>
                  </a:lnTo>
                  <a:lnTo>
                    <a:pt x="1916" y="527"/>
                  </a:lnTo>
                  <a:lnTo>
                    <a:pt x="1686" y="671"/>
                  </a:lnTo>
                  <a:lnTo>
                    <a:pt x="1466" y="833"/>
                  </a:lnTo>
                  <a:lnTo>
                    <a:pt x="1265" y="1006"/>
                  </a:lnTo>
                  <a:lnTo>
                    <a:pt x="1063" y="1188"/>
                  </a:lnTo>
                  <a:lnTo>
                    <a:pt x="891" y="1379"/>
                  </a:lnTo>
                  <a:lnTo>
                    <a:pt x="719" y="1581"/>
                  </a:lnTo>
                  <a:lnTo>
                    <a:pt x="575" y="1791"/>
                  </a:lnTo>
                  <a:lnTo>
                    <a:pt x="441" y="2012"/>
                  </a:lnTo>
                  <a:lnTo>
                    <a:pt x="326" y="2241"/>
                  </a:lnTo>
                  <a:lnTo>
                    <a:pt x="221" y="2471"/>
                  </a:lnTo>
                  <a:lnTo>
                    <a:pt x="144" y="2711"/>
                  </a:lnTo>
                  <a:lnTo>
                    <a:pt x="77" y="2950"/>
                  </a:lnTo>
                  <a:lnTo>
                    <a:pt x="29" y="3190"/>
                  </a:lnTo>
                  <a:lnTo>
                    <a:pt x="10" y="3439"/>
                  </a:lnTo>
                  <a:lnTo>
                    <a:pt x="0" y="3678"/>
                  </a:lnTo>
                  <a:lnTo>
                    <a:pt x="19" y="3918"/>
                  </a:lnTo>
                  <a:lnTo>
                    <a:pt x="58" y="4157"/>
                  </a:lnTo>
                  <a:lnTo>
                    <a:pt x="86" y="4282"/>
                  </a:lnTo>
                  <a:lnTo>
                    <a:pt x="125" y="4397"/>
                  </a:lnTo>
                  <a:lnTo>
                    <a:pt x="163" y="4511"/>
                  </a:lnTo>
                  <a:lnTo>
                    <a:pt x="201" y="4626"/>
                  </a:lnTo>
                  <a:lnTo>
                    <a:pt x="259" y="4741"/>
                  </a:lnTo>
                  <a:lnTo>
                    <a:pt x="316" y="4847"/>
                  </a:lnTo>
                  <a:lnTo>
                    <a:pt x="374" y="4962"/>
                  </a:lnTo>
                  <a:lnTo>
                    <a:pt x="441" y="5067"/>
                  </a:lnTo>
                  <a:lnTo>
                    <a:pt x="517" y="5172"/>
                  </a:lnTo>
                  <a:lnTo>
                    <a:pt x="604" y="5278"/>
                  </a:lnTo>
                  <a:lnTo>
                    <a:pt x="690" y="5383"/>
                  </a:lnTo>
                  <a:lnTo>
                    <a:pt x="786" y="5479"/>
                  </a:lnTo>
                  <a:lnTo>
                    <a:pt x="891" y="5575"/>
                  </a:lnTo>
                  <a:lnTo>
                    <a:pt x="996" y="5670"/>
                  </a:lnTo>
                  <a:lnTo>
                    <a:pt x="1111" y="5757"/>
                  </a:lnTo>
                  <a:lnTo>
                    <a:pt x="1236" y="5843"/>
                  </a:lnTo>
                  <a:lnTo>
                    <a:pt x="1360" y="5929"/>
                  </a:lnTo>
                  <a:lnTo>
                    <a:pt x="1494" y="6015"/>
                  </a:lnTo>
                  <a:lnTo>
                    <a:pt x="1638" y="6092"/>
                  </a:lnTo>
                  <a:lnTo>
                    <a:pt x="1791" y="6168"/>
                  </a:lnTo>
                  <a:lnTo>
                    <a:pt x="1945" y="6236"/>
                  </a:lnTo>
                  <a:lnTo>
                    <a:pt x="2107" y="6303"/>
                  </a:lnTo>
                  <a:lnTo>
                    <a:pt x="2318" y="6379"/>
                  </a:lnTo>
                  <a:lnTo>
                    <a:pt x="2519" y="6446"/>
                  </a:lnTo>
                  <a:lnTo>
                    <a:pt x="2730" y="6494"/>
                  </a:lnTo>
                  <a:lnTo>
                    <a:pt x="2931" y="6542"/>
                  </a:lnTo>
                  <a:lnTo>
                    <a:pt x="3142" y="6580"/>
                  </a:lnTo>
                  <a:lnTo>
                    <a:pt x="3343" y="6609"/>
                  </a:lnTo>
                  <a:lnTo>
                    <a:pt x="3544" y="6628"/>
                  </a:lnTo>
                  <a:lnTo>
                    <a:pt x="3745" y="6638"/>
                  </a:lnTo>
                  <a:lnTo>
                    <a:pt x="4138" y="6638"/>
                  </a:lnTo>
                  <a:lnTo>
                    <a:pt x="4339" y="6628"/>
                  </a:lnTo>
                  <a:lnTo>
                    <a:pt x="4531" y="6599"/>
                  </a:lnTo>
                  <a:lnTo>
                    <a:pt x="4732" y="6580"/>
                  </a:lnTo>
                  <a:lnTo>
                    <a:pt x="4923" y="6542"/>
                  </a:lnTo>
                  <a:lnTo>
                    <a:pt x="5115" y="6504"/>
                  </a:lnTo>
                  <a:lnTo>
                    <a:pt x="5297" y="6465"/>
                  </a:lnTo>
                  <a:lnTo>
                    <a:pt x="5488" y="6408"/>
                  </a:lnTo>
                  <a:lnTo>
                    <a:pt x="5670" y="6350"/>
                  </a:lnTo>
                  <a:lnTo>
                    <a:pt x="6034" y="6226"/>
                  </a:lnTo>
                  <a:lnTo>
                    <a:pt x="6389" y="6082"/>
                  </a:lnTo>
                  <a:lnTo>
                    <a:pt x="6734" y="5919"/>
                  </a:lnTo>
                  <a:lnTo>
                    <a:pt x="7069" y="5737"/>
                  </a:lnTo>
                  <a:lnTo>
                    <a:pt x="7395" y="5555"/>
                  </a:lnTo>
                  <a:lnTo>
                    <a:pt x="7711" y="5354"/>
                  </a:lnTo>
                  <a:lnTo>
                    <a:pt x="8008" y="5153"/>
                  </a:lnTo>
                  <a:lnTo>
                    <a:pt x="8295" y="4942"/>
                  </a:lnTo>
                  <a:lnTo>
                    <a:pt x="8573" y="4732"/>
                  </a:lnTo>
                  <a:lnTo>
                    <a:pt x="8831" y="4511"/>
                  </a:lnTo>
                  <a:lnTo>
                    <a:pt x="9080" y="4301"/>
                  </a:lnTo>
                  <a:lnTo>
                    <a:pt x="9301" y="4100"/>
                  </a:lnTo>
                  <a:lnTo>
                    <a:pt x="9521" y="3898"/>
                  </a:lnTo>
                  <a:lnTo>
                    <a:pt x="9894" y="3525"/>
                  </a:lnTo>
                  <a:lnTo>
                    <a:pt x="10191" y="3199"/>
                  </a:lnTo>
                  <a:lnTo>
                    <a:pt x="10412" y="2950"/>
                  </a:lnTo>
                  <a:lnTo>
                    <a:pt x="10594" y="2720"/>
                  </a:lnTo>
                  <a:lnTo>
                    <a:pt x="10412" y="2577"/>
                  </a:lnTo>
                  <a:lnTo>
                    <a:pt x="10201" y="2414"/>
                  </a:lnTo>
                  <a:lnTo>
                    <a:pt x="9914" y="2203"/>
                  </a:lnTo>
                  <a:lnTo>
                    <a:pt x="9550" y="1954"/>
                  </a:lnTo>
                  <a:lnTo>
                    <a:pt x="9128" y="1686"/>
                  </a:lnTo>
                  <a:lnTo>
                    <a:pt x="8659" y="1399"/>
                  </a:lnTo>
                  <a:lnTo>
                    <a:pt x="8400" y="1255"/>
                  </a:lnTo>
                  <a:lnTo>
                    <a:pt x="8132" y="1111"/>
                  </a:lnTo>
                  <a:lnTo>
                    <a:pt x="7854" y="977"/>
                  </a:lnTo>
                  <a:lnTo>
                    <a:pt x="7567" y="833"/>
                  </a:lnTo>
                  <a:lnTo>
                    <a:pt x="7260" y="709"/>
                  </a:lnTo>
                  <a:lnTo>
                    <a:pt x="6963" y="584"/>
                  </a:lnTo>
                  <a:lnTo>
                    <a:pt x="6647" y="469"/>
                  </a:lnTo>
                  <a:lnTo>
                    <a:pt x="6331" y="364"/>
                  </a:lnTo>
                  <a:lnTo>
                    <a:pt x="6006" y="268"/>
                  </a:lnTo>
                  <a:lnTo>
                    <a:pt x="5670" y="182"/>
                  </a:lnTo>
                  <a:lnTo>
                    <a:pt x="5335" y="115"/>
                  </a:lnTo>
                  <a:lnTo>
                    <a:pt x="5000" y="58"/>
                  </a:lnTo>
                  <a:lnTo>
                    <a:pt x="4655" y="19"/>
                  </a:lnTo>
                  <a:lnTo>
                    <a:pt x="432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1"/>
            <p:cNvSpPr/>
            <p:nvPr/>
          </p:nvSpPr>
          <p:spPr>
            <a:xfrm>
              <a:off x="3141895" y="1559514"/>
              <a:ext cx="319417" cy="231824"/>
            </a:xfrm>
            <a:custGeom>
              <a:avLst/>
              <a:gdLst/>
              <a:ahLst/>
              <a:cxnLst/>
              <a:rect l="l" t="t" r="r" b="b"/>
              <a:pathLst>
                <a:path w="9886" h="7175" extrusionOk="0">
                  <a:moveTo>
                    <a:pt x="6399" y="1"/>
                  </a:moveTo>
                  <a:lnTo>
                    <a:pt x="6121" y="10"/>
                  </a:lnTo>
                  <a:lnTo>
                    <a:pt x="5853" y="39"/>
                  </a:lnTo>
                  <a:lnTo>
                    <a:pt x="5566" y="77"/>
                  </a:lnTo>
                  <a:lnTo>
                    <a:pt x="5278" y="135"/>
                  </a:lnTo>
                  <a:lnTo>
                    <a:pt x="4991" y="202"/>
                  </a:lnTo>
                  <a:lnTo>
                    <a:pt x="4694" y="288"/>
                  </a:lnTo>
                  <a:lnTo>
                    <a:pt x="4388" y="393"/>
                  </a:lnTo>
                  <a:lnTo>
                    <a:pt x="4081" y="508"/>
                  </a:lnTo>
                  <a:lnTo>
                    <a:pt x="3822" y="623"/>
                  </a:lnTo>
                  <a:lnTo>
                    <a:pt x="3573" y="757"/>
                  </a:lnTo>
                  <a:lnTo>
                    <a:pt x="3324" y="911"/>
                  </a:lnTo>
                  <a:lnTo>
                    <a:pt x="3095" y="1073"/>
                  </a:lnTo>
                  <a:lnTo>
                    <a:pt x="2865" y="1255"/>
                  </a:lnTo>
                  <a:lnTo>
                    <a:pt x="2654" y="1437"/>
                  </a:lnTo>
                  <a:lnTo>
                    <a:pt x="2443" y="1639"/>
                  </a:lnTo>
                  <a:lnTo>
                    <a:pt x="2242" y="1840"/>
                  </a:lnTo>
                  <a:lnTo>
                    <a:pt x="2050" y="2060"/>
                  </a:lnTo>
                  <a:lnTo>
                    <a:pt x="1878" y="2271"/>
                  </a:lnTo>
                  <a:lnTo>
                    <a:pt x="1706" y="2501"/>
                  </a:lnTo>
                  <a:lnTo>
                    <a:pt x="1543" y="2721"/>
                  </a:lnTo>
                  <a:lnTo>
                    <a:pt x="1390" y="2951"/>
                  </a:lnTo>
                  <a:lnTo>
                    <a:pt x="1236" y="3181"/>
                  </a:lnTo>
                  <a:lnTo>
                    <a:pt x="1102" y="3411"/>
                  </a:lnTo>
                  <a:lnTo>
                    <a:pt x="978" y="3640"/>
                  </a:lnTo>
                  <a:lnTo>
                    <a:pt x="738" y="4081"/>
                  </a:lnTo>
                  <a:lnTo>
                    <a:pt x="537" y="4493"/>
                  </a:lnTo>
                  <a:lnTo>
                    <a:pt x="374" y="4876"/>
                  </a:lnTo>
                  <a:lnTo>
                    <a:pt x="240" y="5211"/>
                  </a:lnTo>
                  <a:lnTo>
                    <a:pt x="135" y="5489"/>
                  </a:lnTo>
                  <a:lnTo>
                    <a:pt x="58" y="5709"/>
                  </a:lnTo>
                  <a:lnTo>
                    <a:pt x="1" y="5891"/>
                  </a:lnTo>
                  <a:lnTo>
                    <a:pt x="461" y="6677"/>
                  </a:lnTo>
                  <a:lnTo>
                    <a:pt x="853" y="6763"/>
                  </a:lnTo>
                  <a:lnTo>
                    <a:pt x="1303" y="6859"/>
                  </a:lnTo>
                  <a:lnTo>
                    <a:pt x="1888" y="6954"/>
                  </a:lnTo>
                  <a:lnTo>
                    <a:pt x="2232" y="7002"/>
                  </a:lnTo>
                  <a:lnTo>
                    <a:pt x="2587" y="7050"/>
                  </a:lnTo>
                  <a:lnTo>
                    <a:pt x="2970" y="7089"/>
                  </a:lnTo>
                  <a:lnTo>
                    <a:pt x="3363" y="7127"/>
                  </a:lnTo>
                  <a:lnTo>
                    <a:pt x="3784" y="7156"/>
                  </a:lnTo>
                  <a:lnTo>
                    <a:pt x="4206" y="7175"/>
                  </a:lnTo>
                  <a:lnTo>
                    <a:pt x="5068" y="7175"/>
                  </a:lnTo>
                  <a:lnTo>
                    <a:pt x="5499" y="7156"/>
                  </a:lnTo>
                  <a:lnTo>
                    <a:pt x="5930" y="7117"/>
                  </a:lnTo>
                  <a:lnTo>
                    <a:pt x="6361" y="7060"/>
                  </a:lnTo>
                  <a:lnTo>
                    <a:pt x="6782" y="6983"/>
                  </a:lnTo>
                  <a:lnTo>
                    <a:pt x="6983" y="6935"/>
                  </a:lnTo>
                  <a:lnTo>
                    <a:pt x="7184" y="6887"/>
                  </a:lnTo>
                  <a:lnTo>
                    <a:pt x="7376" y="6830"/>
                  </a:lnTo>
                  <a:lnTo>
                    <a:pt x="7577" y="6763"/>
                  </a:lnTo>
                  <a:lnTo>
                    <a:pt x="7759" y="6696"/>
                  </a:lnTo>
                  <a:lnTo>
                    <a:pt x="7941" y="6619"/>
                  </a:lnTo>
                  <a:lnTo>
                    <a:pt x="8123" y="6543"/>
                  </a:lnTo>
                  <a:lnTo>
                    <a:pt x="8295" y="6447"/>
                  </a:lnTo>
                  <a:lnTo>
                    <a:pt x="8458" y="6351"/>
                  </a:lnTo>
                  <a:lnTo>
                    <a:pt x="8611" y="6246"/>
                  </a:lnTo>
                  <a:lnTo>
                    <a:pt x="8765" y="6131"/>
                  </a:lnTo>
                  <a:lnTo>
                    <a:pt x="8908" y="6016"/>
                  </a:lnTo>
                  <a:lnTo>
                    <a:pt x="9043" y="5891"/>
                  </a:lnTo>
                  <a:lnTo>
                    <a:pt x="9167" y="5748"/>
                  </a:lnTo>
                  <a:lnTo>
                    <a:pt x="9282" y="5604"/>
                  </a:lnTo>
                  <a:lnTo>
                    <a:pt x="9397" y="5451"/>
                  </a:lnTo>
                  <a:lnTo>
                    <a:pt x="9493" y="5288"/>
                  </a:lnTo>
                  <a:lnTo>
                    <a:pt x="9579" y="5115"/>
                  </a:lnTo>
                  <a:lnTo>
                    <a:pt x="9656" y="4943"/>
                  </a:lnTo>
                  <a:lnTo>
                    <a:pt x="9723" y="4751"/>
                  </a:lnTo>
                  <a:lnTo>
                    <a:pt x="9780" y="4550"/>
                  </a:lnTo>
                  <a:lnTo>
                    <a:pt x="9828" y="4340"/>
                  </a:lnTo>
                  <a:lnTo>
                    <a:pt x="9857" y="4119"/>
                  </a:lnTo>
                  <a:lnTo>
                    <a:pt x="9876" y="3889"/>
                  </a:lnTo>
                  <a:lnTo>
                    <a:pt x="9885" y="3583"/>
                  </a:lnTo>
                  <a:lnTo>
                    <a:pt x="9876" y="3286"/>
                  </a:lnTo>
                  <a:lnTo>
                    <a:pt x="9847" y="2999"/>
                  </a:lnTo>
                  <a:lnTo>
                    <a:pt x="9809" y="2731"/>
                  </a:lnTo>
                  <a:lnTo>
                    <a:pt x="9761" y="2472"/>
                  </a:lnTo>
                  <a:lnTo>
                    <a:pt x="9684" y="2223"/>
                  </a:lnTo>
                  <a:lnTo>
                    <a:pt x="9608" y="1983"/>
                  </a:lnTo>
                  <a:lnTo>
                    <a:pt x="9502" y="1763"/>
                  </a:lnTo>
                  <a:lnTo>
                    <a:pt x="9397" y="1552"/>
                  </a:lnTo>
                  <a:lnTo>
                    <a:pt x="9272" y="1361"/>
                  </a:lnTo>
                  <a:lnTo>
                    <a:pt x="9129" y="1169"/>
                  </a:lnTo>
                  <a:lnTo>
                    <a:pt x="8985" y="997"/>
                  </a:lnTo>
                  <a:lnTo>
                    <a:pt x="8822" y="844"/>
                  </a:lnTo>
                  <a:lnTo>
                    <a:pt x="8650" y="700"/>
                  </a:lnTo>
                  <a:lnTo>
                    <a:pt x="8468" y="566"/>
                  </a:lnTo>
                  <a:lnTo>
                    <a:pt x="8276" y="441"/>
                  </a:lnTo>
                  <a:lnTo>
                    <a:pt x="8066" y="346"/>
                  </a:lnTo>
                  <a:lnTo>
                    <a:pt x="7855" y="250"/>
                  </a:lnTo>
                  <a:lnTo>
                    <a:pt x="7635" y="173"/>
                  </a:lnTo>
                  <a:lnTo>
                    <a:pt x="7405" y="106"/>
                  </a:lnTo>
                  <a:lnTo>
                    <a:pt x="7165" y="58"/>
                  </a:lnTo>
                  <a:lnTo>
                    <a:pt x="6916" y="29"/>
                  </a:lnTo>
                  <a:lnTo>
                    <a:pt x="6658" y="10"/>
                  </a:lnTo>
                  <a:lnTo>
                    <a:pt x="639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31"/>
            <p:cNvSpPr/>
            <p:nvPr/>
          </p:nvSpPr>
          <p:spPr>
            <a:xfrm>
              <a:off x="3179343" y="1906757"/>
              <a:ext cx="53893" cy="86979"/>
            </a:xfrm>
            <a:custGeom>
              <a:avLst/>
              <a:gdLst/>
              <a:ahLst/>
              <a:cxnLst/>
              <a:rect l="l" t="t" r="r" b="b"/>
              <a:pathLst>
                <a:path w="1668" h="2692" extrusionOk="0">
                  <a:moveTo>
                    <a:pt x="1045" y="0"/>
                  </a:moveTo>
                  <a:lnTo>
                    <a:pt x="959" y="20"/>
                  </a:lnTo>
                  <a:lnTo>
                    <a:pt x="882" y="39"/>
                  </a:lnTo>
                  <a:lnTo>
                    <a:pt x="796" y="77"/>
                  </a:lnTo>
                  <a:lnTo>
                    <a:pt x="719" y="125"/>
                  </a:lnTo>
                  <a:lnTo>
                    <a:pt x="642" y="192"/>
                  </a:lnTo>
                  <a:lnTo>
                    <a:pt x="566" y="259"/>
                  </a:lnTo>
                  <a:lnTo>
                    <a:pt x="489" y="345"/>
                  </a:lnTo>
                  <a:lnTo>
                    <a:pt x="422" y="431"/>
                  </a:lnTo>
                  <a:lnTo>
                    <a:pt x="346" y="527"/>
                  </a:lnTo>
                  <a:lnTo>
                    <a:pt x="288" y="642"/>
                  </a:lnTo>
                  <a:lnTo>
                    <a:pt x="231" y="757"/>
                  </a:lnTo>
                  <a:lnTo>
                    <a:pt x="173" y="882"/>
                  </a:lnTo>
                  <a:lnTo>
                    <a:pt x="125" y="1006"/>
                  </a:lnTo>
                  <a:lnTo>
                    <a:pt x="87" y="1140"/>
                  </a:lnTo>
                  <a:lnTo>
                    <a:pt x="49" y="1274"/>
                  </a:lnTo>
                  <a:lnTo>
                    <a:pt x="29" y="1408"/>
                  </a:lnTo>
                  <a:lnTo>
                    <a:pt x="10" y="1542"/>
                  </a:lnTo>
                  <a:lnTo>
                    <a:pt x="1" y="1677"/>
                  </a:lnTo>
                  <a:lnTo>
                    <a:pt x="1" y="1801"/>
                  </a:lnTo>
                  <a:lnTo>
                    <a:pt x="10" y="1916"/>
                  </a:lnTo>
                  <a:lnTo>
                    <a:pt x="20" y="2031"/>
                  </a:lnTo>
                  <a:lnTo>
                    <a:pt x="49" y="2146"/>
                  </a:lnTo>
                  <a:lnTo>
                    <a:pt x="77" y="2242"/>
                  </a:lnTo>
                  <a:lnTo>
                    <a:pt x="116" y="2337"/>
                  </a:lnTo>
                  <a:lnTo>
                    <a:pt x="154" y="2424"/>
                  </a:lnTo>
                  <a:lnTo>
                    <a:pt x="202" y="2491"/>
                  </a:lnTo>
                  <a:lnTo>
                    <a:pt x="259" y="2558"/>
                  </a:lnTo>
                  <a:lnTo>
                    <a:pt x="326" y="2606"/>
                  </a:lnTo>
                  <a:lnTo>
                    <a:pt x="393" y="2654"/>
                  </a:lnTo>
                  <a:lnTo>
                    <a:pt x="470" y="2682"/>
                  </a:lnTo>
                  <a:lnTo>
                    <a:pt x="547" y="2692"/>
                  </a:lnTo>
                  <a:lnTo>
                    <a:pt x="623" y="2692"/>
                  </a:lnTo>
                  <a:lnTo>
                    <a:pt x="710" y="2682"/>
                  </a:lnTo>
                  <a:lnTo>
                    <a:pt x="786" y="2654"/>
                  </a:lnTo>
                  <a:lnTo>
                    <a:pt x="872" y="2615"/>
                  </a:lnTo>
                  <a:lnTo>
                    <a:pt x="949" y="2567"/>
                  </a:lnTo>
                  <a:lnTo>
                    <a:pt x="1026" y="2510"/>
                  </a:lnTo>
                  <a:lnTo>
                    <a:pt x="1102" y="2433"/>
                  </a:lnTo>
                  <a:lnTo>
                    <a:pt x="1179" y="2357"/>
                  </a:lnTo>
                  <a:lnTo>
                    <a:pt x="1255" y="2261"/>
                  </a:lnTo>
                  <a:lnTo>
                    <a:pt x="1323" y="2165"/>
                  </a:lnTo>
                  <a:lnTo>
                    <a:pt x="1380" y="2060"/>
                  </a:lnTo>
                  <a:lnTo>
                    <a:pt x="1437" y="1945"/>
                  </a:lnTo>
                  <a:lnTo>
                    <a:pt x="1495" y="1820"/>
                  </a:lnTo>
                  <a:lnTo>
                    <a:pt x="1543" y="1686"/>
                  </a:lnTo>
                  <a:lnTo>
                    <a:pt x="1581" y="1552"/>
                  </a:lnTo>
                  <a:lnTo>
                    <a:pt x="1619" y="1418"/>
                  </a:lnTo>
                  <a:lnTo>
                    <a:pt x="1648" y="1284"/>
                  </a:lnTo>
                  <a:lnTo>
                    <a:pt x="1658" y="1150"/>
                  </a:lnTo>
                  <a:lnTo>
                    <a:pt x="1667" y="1016"/>
                  </a:lnTo>
                  <a:lnTo>
                    <a:pt x="1667" y="891"/>
                  </a:lnTo>
                  <a:lnTo>
                    <a:pt x="1658" y="776"/>
                  </a:lnTo>
                  <a:lnTo>
                    <a:pt x="1648" y="661"/>
                  </a:lnTo>
                  <a:lnTo>
                    <a:pt x="1629" y="556"/>
                  </a:lnTo>
                  <a:lnTo>
                    <a:pt x="1591" y="451"/>
                  </a:lnTo>
                  <a:lnTo>
                    <a:pt x="1562" y="364"/>
                  </a:lnTo>
                  <a:lnTo>
                    <a:pt x="1514" y="278"/>
                  </a:lnTo>
                  <a:lnTo>
                    <a:pt x="1466" y="202"/>
                  </a:lnTo>
                  <a:lnTo>
                    <a:pt x="1409" y="134"/>
                  </a:lnTo>
                  <a:lnTo>
                    <a:pt x="1342" y="87"/>
                  </a:lnTo>
                  <a:lnTo>
                    <a:pt x="1275" y="48"/>
                  </a:lnTo>
                  <a:lnTo>
                    <a:pt x="1198" y="20"/>
                  </a:lnTo>
                  <a:lnTo>
                    <a:pt x="1121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31"/>
            <p:cNvSpPr/>
            <p:nvPr/>
          </p:nvSpPr>
          <p:spPr>
            <a:xfrm>
              <a:off x="3133559" y="1768726"/>
              <a:ext cx="103683" cy="222842"/>
            </a:xfrm>
            <a:custGeom>
              <a:avLst/>
              <a:gdLst/>
              <a:ahLst/>
              <a:cxnLst/>
              <a:rect l="l" t="t" r="r" b="b"/>
              <a:pathLst>
                <a:path w="3209" h="6897" extrusionOk="0">
                  <a:moveTo>
                    <a:pt x="833" y="1"/>
                  </a:moveTo>
                  <a:lnTo>
                    <a:pt x="766" y="10"/>
                  </a:lnTo>
                  <a:lnTo>
                    <a:pt x="699" y="29"/>
                  </a:lnTo>
                  <a:lnTo>
                    <a:pt x="642" y="68"/>
                  </a:lnTo>
                  <a:lnTo>
                    <a:pt x="584" y="106"/>
                  </a:lnTo>
                  <a:lnTo>
                    <a:pt x="527" y="163"/>
                  </a:lnTo>
                  <a:lnTo>
                    <a:pt x="479" y="230"/>
                  </a:lnTo>
                  <a:lnTo>
                    <a:pt x="431" y="307"/>
                  </a:lnTo>
                  <a:lnTo>
                    <a:pt x="383" y="393"/>
                  </a:lnTo>
                  <a:lnTo>
                    <a:pt x="335" y="499"/>
                  </a:lnTo>
                  <a:lnTo>
                    <a:pt x="288" y="614"/>
                  </a:lnTo>
                  <a:lnTo>
                    <a:pt x="211" y="891"/>
                  </a:lnTo>
                  <a:lnTo>
                    <a:pt x="134" y="1227"/>
                  </a:lnTo>
                  <a:lnTo>
                    <a:pt x="67" y="1629"/>
                  </a:lnTo>
                  <a:lnTo>
                    <a:pt x="0" y="2089"/>
                  </a:lnTo>
                  <a:lnTo>
                    <a:pt x="144" y="2376"/>
                  </a:lnTo>
                  <a:lnTo>
                    <a:pt x="288" y="2692"/>
                  </a:lnTo>
                  <a:lnTo>
                    <a:pt x="450" y="3085"/>
                  </a:lnTo>
                  <a:lnTo>
                    <a:pt x="537" y="3315"/>
                  </a:lnTo>
                  <a:lnTo>
                    <a:pt x="613" y="3544"/>
                  </a:lnTo>
                  <a:lnTo>
                    <a:pt x="680" y="3793"/>
                  </a:lnTo>
                  <a:lnTo>
                    <a:pt x="747" y="4033"/>
                  </a:lnTo>
                  <a:lnTo>
                    <a:pt x="795" y="4292"/>
                  </a:lnTo>
                  <a:lnTo>
                    <a:pt x="833" y="4531"/>
                  </a:lnTo>
                  <a:lnTo>
                    <a:pt x="853" y="4780"/>
                  </a:lnTo>
                  <a:lnTo>
                    <a:pt x="862" y="5019"/>
                  </a:lnTo>
                  <a:lnTo>
                    <a:pt x="843" y="5451"/>
                  </a:lnTo>
                  <a:lnTo>
                    <a:pt x="843" y="5824"/>
                  </a:lnTo>
                  <a:lnTo>
                    <a:pt x="862" y="6150"/>
                  </a:lnTo>
                  <a:lnTo>
                    <a:pt x="891" y="6408"/>
                  </a:lnTo>
                  <a:lnTo>
                    <a:pt x="920" y="6523"/>
                  </a:lnTo>
                  <a:lnTo>
                    <a:pt x="939" y="6619"/>
                  </a:lnTo>
                  <a:lnTo>
                    <a:pt x="968" y="6696"/>
                  </a:lnTo>
                  <a:lnTo>
                    <a:pt x="996" y="6763"/>
                  </a:lnTo>
                  <a:lnTo>
                    <a:pt x="1035" y="6820"/>
                  </a:lnTo>
                  <a:lnTo>
                    <a:pt x="1073" y="6858"/>
                  </a:lnTo>
                  <a:lnTo>
                    <a:pt x="1111" y="6887"/>
                  </a:lnTo>
                  <a:lnTo>
                    <a:pt x="1150" y="6897"/>
                  </a:lnTo>
                  <a:lnTo>
                    <a:pt x="1178" y="6887"/>
                  </a:lnTo>
                  <a:lnTo>
                    <a:pt x="1197" y="6868"/>
                  </a:lnTo>
                  <a:lnTo>
                    <a:pt x="1226" y="6830"/>
                  </a:lnTo>
                  <a:lnTo>
                    <a:pt x="1245" y="6791"/>
                  </a:lnTo>
                  <a:lnTo>
                    <a:pt x="1293" y="6657"/>
                  </a:lnTo>
                  <a:lnTo>
                    <a:pt x="1351" y="6495"/>
                  </a:lnTo>
                  <a:lnTo>
                    <a:pt x="1485" y="6064"/>
                  </a:lnTo>
                  <a:lnTo>
                    <a:pt x="1561" y="5824"/>
                  </a:lnTo>
                  <a:lnTo>
                    <a:pt x="1648" y="5565"/>
                  </a:lnTo>
                  <a:lnTo>
                    <a:pt x="1743" y="5316"/>
                  </a:lnTo>
                  <a:lnTo>
                    <a:pt x="1858" y="5058"/>
                  </a:lnTo>
                  <a:lnTo>
                    <a:pt x="1973" y="4818"/>
                  </a:lnTo>
                  <a:lnTo>
                    <a:pt x="2040" y="4703"/>
                  </a:lnTo>
                  <a:lnTo>
                    <a:pt x="2117" y="4598"/>
                  </a:lnTo>
                  <a:lnTo>
                    <a:pt x="2194" y="4493"/>
                  </a:lnTo>
                  <a:lnTo>
                    <a:pt x="2270" y="4406"/>
                  </a:lnTo>
                  <a:lnTo>
                    <a:pt x="2356" y="4320"/>
                  </a:lnTo>
                  <a:lnTo>
                    <a:pt x="2443" y="4244"/>
                  </a:lnTo>
                  <a:lnTo>
                    <a:pt x="2538" y="4177"/>
                  </a:lnTo>
                  <a:lnTo>
                    <a:pt x="2634" y="4119"/>
                  </a:lnTo>
                  <a:lnTo>
                    <a:pt x="2740" y="4071"/>
                  </a:lnTo>
                  <a:lnTo>
                    <a:pt x="2845" y="4043"/>
                  </a:lnTo>
                  <a:lnTo>
                    <a:pt x="2874" y="4033"/>
                  </a:lnTo>
                  <a:lnTo>
                    <a:pt x="2902" y="4004"/>
                  </a:lnTo>
                  <a:lnTo>
                    <a:pt x="2931" y="3966"/>
                  </a:lnTo>
                  <a:lnTo>
                    <a:pt x="2960" y="3918"/>
                  </a:lnTo>
                  <a:lnTo>
                    <a:pt x="3017" y="3784"/>
                  </a:lnTo>
                  <a:lnTo>
                    <a:pt x="3075" y="3602"/>
                  </a:lnTo>
                  <a:lnTo>
                    <a:pt x="3123" y="3401"/>
                  </a:lnTo>
                  <a:lnTo>
                    <a:pt x="3171" y="3161"/>
                  </a:lnTo>
                  <a:lnTo>
                    <a:pt x="3199" y="2903"/>
                  </a:lnTo>
                  <a:lnTo>
                    <a:pt x="3209" y="2635"/>
                  </a:lnTo>
                  <a:lnTo>
                    <a:pt x="3199" y="2347"/>
                  </a:lnTo>
                  <a:lnTo>
                    <a:pt x="3180" y="2204"/>
                  </a:lnTo>
                  <a:lnTo>
                    <a:pt x="3161" y="2060"/>
                  </a:lnTo>
                  <a:lnTo>
                    <a:pt x="3132" y="1916"/>
                  </a:lnTo>
                  <a:lnTo>
                    <a:pt x="3094" y="1782"/>
                  </a:lnTo>
                  <a:lnTo>
                    <a:pt x="3056" y="1638"/>
                  </a:lnTo>
                  <a:lnTo>
                    <a:pt x="3008" y="1504"/>
                  </a:lnTo>
                  <a:lnTo>
                    <a:pt x="2950" y="1370"/>
                  </a:lnTo>
                  <a:lnTo>
                    <a:pt x="2874" y="1246"/>
                  </a:lnTo>
                  <a:lnTo>
                    <a:pt x="2797" y="1121"/>
                  </a:lnTo>
                  <a:lnTo>
                    <a:pt x="2711" y="1006"/>
                  </a:lnTo>
                  <a:lnTo>
                    <a:pt x="2615" y="891"/>
                  </a:lnTo>
                  <a:lnTo>
                    <a:pt x="2500" y="796"/>
                  </a:lnTo>
                  <a:lnTo>
                    <a:pt x="2385" y="700"/>
                  </a:lnTo>
                  <a:lnTo>
                    <a:pt x="2251" y="614"/>
                  </a:lnTo>
                  <a:lnTo>
                    <a:pt x="1743" y="326"/>
                  </a:lnTo>
                  <a:lnTo>
                    <a:pt x="1523" y="202"/>
                  </a:lnTo>
                  <a:lnTo>
                    <a:pt x="1332" y="106"/>
                  </a:lnTo>
                  <a:lnTo>
                    <a:pt x="1150" y="39"/>
                  </a:lnTo>
                  <a:lnTo>
                    <a:pt x="1063" y="20"/>
                  </a:lnTo>
                  <a:lnTo>
                    <a:pt x="98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19" name="Google Shape;1419;p31"/>
          <p:cNvSpPr txBox="1"/>
          <p:nvPr/>
        </p:nvSpPr>
        <p:spPr>
          <a:xfrm>
            <a:off x="457200" y="4488375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Follow the link in the graph to modify its data and then paste the new one here. </a:t>
            </a: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more info,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here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420" name="Google Shape;1420;p31"/>
          <p:cNvGrpSpPr/>
          <p:nvPr/>
        </p:nvGrpSpPr>
        <p:grpSpPr>
          <a:xfrm>
            <a:off x="6454800" y="995163"/>
            <a:ext cx="2232000" cy="1399988"/>
            <a:chOff x="6454800" y="995163"/>
            <a:chExt cx="2232000" cy="1399988"/>
          </a:xfrm>
        </p:grpSpPr>
        <p:sp>
          <p:nvSpPr>
            <p:cNvPr id="1421" name="Google Shape;1421;p31"/>
            <p:cNvSpPr txBox="1"/>
            <p:nvPr/>
          </p:nvSpPr>
          <p:spPr>
            <a:xfrm>
              <a:off x="6454800" y="1333550"/>
              <a:ext cx="2232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Intrusion detection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22" name="Google Shape;1422;p31"/>
            <p:cNvSpPr txBox="1"/>
            <p:nvPr/>
          </p:nvSpPr>
          <p:spPr>
            <a:xfrm>
              <a:off x="7281540" y="1675150"/>
              <a:ext cx="14052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23" name="Google Shape;1423;p31"/>
            <p:cNvSpPr txBox="1"/>
            <p:nvPr/>
          </p:nvSpPr>
          <p:spPr>
            <a:xfrm>
              <a:off x="7281540" y="995163"/>
              <a:ext cx="1405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20%</a:t>
              </a:r>
              <a:endParaRPr sz="18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424" name="Google Shape;1424;p31"/>
          <p:cNvGrpSpPr/>
          <p:nvPr/>
        </p:nvGrpSpPr>
        <p:grpSpPr>
          <a:xfrm>
            <a:off x="457191" y="995163"/>
            <a:ext cx="2232008" cy="1399988"/>
            <a:chOff x="457191" y="995163"/>
            <a:chExt cx="2232008" cy="1399988"/>
          </a:xfrm>
        </p:grpSpPr>
        <p:sp>
          <p:nvSpPr>
            <p:cNvPr id="1425" name="Google Shape;1425;p31"/>
            <p:cNvSpPr txBox="1"/>
            <p:nvPr/>
          </p:nvSpPr>
          <p:spPr>
            <a:xfrm>
              <a:off x="457200" y="1333550"/>
              <a:ext cx="2232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Data mining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26" name="Google Shape;1426;p31"/>
            <p:cNvSpPr txBox="1"/>
            <p:nvPr/>
          </p:nvSpPr>
          <p:spPr>
            <a:xfrm>
              <a:off x="457191" y="1675150"/>
              <a:ext cx="14052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The Earth is the third planet from the Sun 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27" name="Google Shape;1427;p31"/>
            <p:cNvSpPr txBox="1"/>
            <p:nvPr/>
          </p:nvSpPr>
          <p:spPr>
            <a:xfrm>
              <a:off x="457191" y="995163"/>
              <a:ext cx="1405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45%</a:t>
              </a:r>
              <a:endParaRPr sz="18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428" name="Google Shape;1428;p31"/>
          <p:cNvGrpSpPr/>
          <p:nvPr/>
        </p:nvGrpSpPr>
        <p:grpSpPr>
          <a:xfrm>
            <a:off x="457191" y="2789388"/>
            <a:ext cx="2232008" cy="1399988"/>
            <a:chOff x="457191" y="2789388"/>
            <a:chExt cx="2232008" cy="1399988"/>
          </a:xfrm>
        </p:grpSpPr>
        <p:sp>
          <p:nvSpPr>
            <p:cNvPr id="1429" name="Google Shape;1429;p31"/>
            <p:cNvSpPr txBox="1"/>
            <p:nvPr/>
          </p:nvSpPr>
          <p:spPr>
            <a:xfrm>
              <a:off x="457200" y="3127775"/>
              <a:ext cx="2232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Continuous production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430" name="Google Shape;1430;p31"/>
            <p:cNvSpPr txBox="1"/>
            <p:nvPr/>
          </p:nvSpPr>
          <p:spPr>
            <a:xfrm>
              <a:off x="457191" y="3469375"/>
              <a:ext cx="14052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Despite being red, Mars is a very cold place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31" name="Google Shape;1431;p31"/>
            <p:cNvSpPr txBox="1"/>
            <p:nvPr/>
          </p:nvSpPr>
          <p:spPr>
            <a:xfrm>
              <a:off x="457191" y="2789388"/>
              <a:ext cx="1405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35%</a:t>
              </a:r>
              <a:endParaRPr sz="18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32"/>
          <p:cNvSpPr/>
          <p:nvPr/>
        </p:nvSpPr>
        <p:spPr>
          <a:xfrm>
            <a:off x="5683350" y="3550875"/>
            <a:ext cx="3000000" cy="1181100"/>
          </a:xfrm>
          <a:prstGeom prst="roundRect">
            <a:avLst>
              <a:gd name="adj" fmla="val 8324"/>
            </a:avLst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7" name="Google Shape;1437;p32"/>
          <p:cNvSpPr/>
          <p:nvPr/>
        </p:nvSpPr>
        <p:spPr>
          <a:xfrm>
            <a:off x="5683350" y="1219200"/>
            <a:ext cx="3000000" cy="1181100"/>
          </a:xfrm>
          <a:prstGeom prst="roundRect">
            <a:avLst>
              <a:gd name="adj" fmla="val 10110"/>
            </a:avLst>
          </a:prstGeom>
          <a:solidFill>
            <a:srgbClr val="E99B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8" name="Google Shape;1438;p32"/>
          <p:cNvSpPr/>
          <p:nvPr/>
        </p:nvSpPr>
        <p:spPr>
          <a:xfrm>
            <a:off x="457200" y="2332700"/>
            <a:ext cx="4115100" cy="1285800"/>
          </a:xfrm>
          <a:prstGeom prst="roundRect">
            <a:avLst>
              <a:gd name="adj" fmla="val 707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9" name="Google Shape;1439;p32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grpSp>
        <p:nvGrpSpPr>
          <p:cNvPr id="1440" name="Google Shape;1440;p32"/>
          <p:cNvGrpSpPr/>
          <p:nvPr/>
        </p:nvGrpSpPr>
        <p:grpSpPr>
          <a:xfrm>
            <a:off x="457126" y="1219157"/>
            <a:ext cx="1222740" cy="2516543"/>
            <a:chOff x="-2050539" y="1195241"/>
            <a:chExt cx="1087557" cy="2238519"/>
          </a:xfrm>
        </p:grpSpPr>
        <p:sp>
          <p:nvSpPr>
            <p:cNvPr id="1441" name="Google Shape;1441;p32"/>
            <p:cNvSpPr/>
            <p:nvPr/>
          </p:nvSpPr>
          <p:spPr>
            <a:xfrm>
              <a:off x="-2050539" y="1195241"/>
              <a:ext cx="1087557" cy="2238519"/>
            </a:xfrm>
            <a:custGeom>
              <a:avLst/>
              <a:gdLst/>
              <a:ahLst/>
              <a:cxnLst/>
              <a:rect l="l" t="t" r="r" b="b"/>
              <a:pathLst>
                <a:path w="38679" h="79613" extrusionOk="0">
                  <a:moveTo>
                    <a:pt x="1912" y="0"/>
                  </a:moveTo>
                  <a:lnTo>
                    <a:pt x="1718" y="15"/>
                  </a:lnTo>
                  <a:lnTo>
                    <a:pt x="1524" y="45"/>
                  </a:lnTo>
                  <a:lnTo>
                    <a:pt x="1345" y="90"/>
                  </a:lnTo>
                  <a:lnTo>
                    <a:pt x="1165" y="150"/>
                  </a:lnTo>
                  <a:lnTo>
                    <a:pt x="1001" y="239"/>
                  </a:lnTo>
                  <a:lnTo>
                    <a:pt x="837" y="329"/>
                  </a:lnTo>
                  <a:lnTo>
                    <a:pt x="702" y="448"/>
                  </a:lnTo>
                  <a:lnTo>
                    <a:pt x="568" y="568"/>
                  </a:lnTo>
                  <a:lnTo>
                    <a:pt x="433" y="702"/>
                  </a:lnTo>
                  <a:lnTo>
                    <a:pt x="329" y="852"/>
                  </a:lnTo>
                  <a:lnTo>
                    <a:pt x="239" y="1001"/>
                  </a:lnTo>
                  <a:lnTo>
                    <a:pt x="150" y="1165"/>
                  </a:lnTo>
                  <a:lnTo>
                    <a:pt x="90" y="1345"/>
                  </a:lnTo>
                  <a:lnTo>
                    <a:pt x="45" y="1524"/>
                  </a:lnTo>
                  <a:lnTo>
                    <a:pt x="15" y="1718"/>
                  </a:lnTo>
                  <a:lnTo>
                    <a:pt x="0" y="1912"/>
                  </a:lnTo>
                  <a:lnTo>
                    <a:pt x="0" y="77058"/>
                  </a:lnTo>
                  <a:lnTo>
                    <a:pt x="15" y="77312"/>
                  </a:lnTo>
                  <a:lnTo>
                    <a:pt x="60" y="77566"/>
                  </a:lnTo>
                  <a:lnTo>
                    <a:pt x="120" y="77820"/>
                  </a:lnTo>
                  <a:lnTo>
                    <a:pt x="209" y="78044"/>
                  </a:lnTo>
                  <a:lnTo>
                    <a:pt x="314" y="78268"/>
                  </a:lnTo>
                  <a:lnTo>
                    <a:pt x="433" y="78477"/>
                  </a:lnTo>
                  <a:lnTo>
                    <a:pt x="583" y="78687"/>
                  </a:lnTo>
                  <a:lnTo>
                    <a:pt x="747" y="78866"/>
                  </a:lnTo>
                  <a:lnTo>
                    <a:pt x="941" y="79030"/>
                  </a:lnTo>
                  <a:lnTo>
                    <a:pt x="1136" y="79180"/>
                  </a:lnTo>
                  <a:lnTo>
                    <a:pt x="1345" y="79299"/>
                  </a:lnTo>
                  <a:lnTo>
                    <a:pt x="1569" y="79419"/>
                  </a:lnTo>
                  <a:lnTo>
                    <a:pt x="1808" y="79493"/>
                  </a:lnTo>
                  <a:lnTo>
                    <a:pt x="2047" y="79553"/>
                  </a:lnTo>
                  <a:lnTo>
                    <a:pt x="2301" y="79598"/>
                  </a:lnTo>
                  <a:lnTo>
                    <a:pt x="2555" y="79613"/>
                  </a:lnTo>
                  <a:lnTo>
                    <a:pt x="36124" y="79613"/>
                  </a:lnTo>
                  <a:lnTo>
                    <a:pt x="36378" y="79598"/>
                  </a:lnTo>
                  <a:lnTo>
                    <a:pt x="36632" y="79553"/>
                  </a:lnTo>
                  <a:lnTo>
                    <a:pt x="36886" y="79493"/>
                  </a:lnTo>
                  <a:lnTo>
                    <a:pt x="37110" y="79419"/>
                  </a:lnTo>
                  <a:lnTo>
                    <a:pt x="37334" y="79299"/>
                  </a:lnTo>
                  <a:lnTo>
                    <a:pt x="37558" y="79180"/>
                  </a:lnTo>
                  <a:lnTo>
                    <a:pt x="37753" y="79030"/>
                  </a:lnTo>
                  <a:lnTo>
                    <a:pt x="37932" y="78866"/>
                  </a:lnTo>
                  <a:lnTo>
                    <a:pt x="38096" y="78687"/>
                  </a:lnTo>
                  <a:lnTo>
                    <a:pt x="38246" y="78477"/>
                  </a:lnTo>
                  <a:lnTo>
                    <a:pt x="38365" y="78268"/>
                  </a:lnTo>
                  <a:lnTo>
                    <a:pt x="38485" y="78044"/>
                  </a:lnTo>
                  <a:lnTo>
                    <a:pt x="38559" y="77820"/>
                  </a:lnTo>
                  <a:lnTo>
                    <a:pt x="38634" y="77566"/>
                  </a:lnTo>
                  <a:lnTo>
                    <a:pt x="38664" y="77312"/>
                  </a:lnTo>
                  <a:lnTo>
                    <a:pt x="38679" y="77058"/>
                  </a:lnTo>
                  <a:lnTo>
                    <a:pt x="38679" y="1912"/>
                  </a:lnTo>
                  <a:lnTo>
                    <a:pt x="38664" y="1718"/>
                  </a:lnTo>
                  <a:lnTo>
                    <a:pt x="38634" y="1524"/>
                  </a:lnTo>
                  <a:lnTo>
                    <a:pt x="38589" y="1345"/>
                  </a:lnTo>
                  <a:lnTo>
                    <a:pt x="38529" y="1165"/>
                  </a:lnTo>
                  <a:lnTo>
                    <a:pt x="38455" y="1001"/>
                  </a:lnTo>
                  <a:lnTo>
                    <a:pt x="38350" y="852"/>
                  </a:lnTo>
                  <a:lnTo>
                    <a:pt x="38246" y="702"/>
                  </a:lnTo>
                  <a:lnTo>
                    <a:pt x="38126" y="568"/>
                  </a:lnTo>
                  <a:lnTo>
                    <a:pt x="37992" y="448"/>
                  </a:lnTo>
                  <a:lnTo>
                    <a:pt x="37842" y="329"/>
                  </a:lnTo>
                  <a:lnTo>
                    <a:pt x="37678" y="239"/>
                  </a:lnTo>
                  <a:lnTo>
                    <a:pt x="37514" y="150"/>
                  </a:lnTo>
                  <a:lnTo>
                    <a:pt x="37334" y="90"/>
                  </a:lnTo>
                  <a:lnTo>
                    <a:pt x="37155" y="45"/>
                  </a:lnTo>
                  <a:lnTo>
                    <a:pt x="36961" y="15"/>
                  </a:lnTo>
                  <a:lnTo>
                    <a:pt x="367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32"/>
            <p:cNvSpPr/>
            <p:nvPr/>
          </p:nvSpPr>
          <p:spPr>
            <a:xfrm>
              <a:off x="-2050539" y="1195241"/>
              <a:ext cx="1087557" cy="2238519"/>
            </a:xfrm>
            <a:custGeom>
              <a:avLst/>
              <a:gdLst/>
              <a:ahLst/>
              <a:cxnLst/>
              <a:rect l="l" t="t" r="r" b="b"/>
              <a:pathLst>
                <a:path w="38679" h="79613" fill="none" extrusionOk="0">
                  <a:moveTo>
                    <a:pt x="38679" y="1912"/>
                  </a:moveTo>
                  <a:lnTo>
                    <a:pt x="38679" y="77058"/>
                  </a:lnTo>
                  <a:lnTo>
                    <a:pt x="38679" y="77058"/>
                  </a:lnTo>
                  <a:lnTo>
                    <a:pt x="38664" y="77312"/>
                  </a:lnTo>
                  <a:lnTo>
                    <a:pt x="38634" y="77566"/>
                  </a:lnTo>
                  <a:lnTo>
                    <a:pt x="38559" y="77820"/>
                  </a:lnTo>
                  <a:lnTo>
                    <a:pt x="38485" y="78044"/>
                  </a:lnTo>
                  <a:lnTo>
                    <a:pt x="38365" y="78268"/>
                  </a:lnTo>
                  <a:lnTo>
                    <a:pt x="38246" y="78477"/>
                  </a:lnTo>
                  <a:lnTo>
                    <a:pt x="38096" y="78687"/>
                  </a:lnTo>
                  <a:lnTo>
                    <a:pt x="37932" y="78866"/>
                  </a:lnTo>
                  <a:lnTo>
                    <a:pt x="37753" y="79030"/>
                  </a:lnTo>
                  <a:lnTo>
                    <a:pt x="37558" y="79180"/>
                  </a:lnTo>
                  <a:lnTo>
                    <a:pt x="37334" y="79299"/>
                  </a:lnTo>
                  <a:lnTo>
                    <a:pt x="37110" y="79419"/>
                  </a:lnTo>
                  <a:lnTo>
                    <a:pt x="36886" y="79493"/>
                  </a:lnTo>
                  <a:lnTo>
                    <a:pt x="36632" y="79553"/>
                  </a:lnTo>
                  <a:lnTo>
                    <a:pt x="36378" y="79598"/>
                  </a:lnTo>
                  <a:lnTo>
                    <a:pt x="36124" y="79613"/>
                  </a:lnTo>
                  <a:lnTo>
                    <a:pt x="2555" y="79613"/>
                  </a:lnTo>
                  <a:lnTo>
                    <a:pt x="2555" y="79613"/>
                  </a:lnTo>
                  <a:lnTo>
                    <a:pt x="2301" y="79598"/>
                  </a:lnTo>
                  <a:lnTo>
                    <a:pt x="2047" y="79553"/>
                  </a:lnTo>
                  <a:lnTo>
                    <a:pt x="1808" y="79493"/>
                  </a:lnTo>
                  <a:lnTo>
                    <a:pt x="1569" y="79419"/>
                  </a:lnTo>
                  <a:lnTo>
                    <a:pt x="1345" y="79299"/>
                  </a:lnTo>
                  <a:lnTo>
                    <a:pt x="1136" y="79180"/>
                  </a:lnTo>
                  <a:lnTo>
                    <a:pt x="941" y="79030"/>
                  </a:lnTo>
                  <a:lnTo>
                    <a:pt x="747" y="78866"/>
                  </a:lnTo>
                  <a:lnTo>
                    <a:pt x="583" y="78687"/>
                  </a:lnTo>
                  <a:lnTo>
                    <a:pt x="433" y="78477"/>
                  </a:lnTo>
                  <a:lnTo>
                    <a:pt x="314" y="78268"/>
                  </a:lnTo>
                  <a:lnTo>
                    <a:pt x="209" y="78044"/>
                  </a:lnTo>
                  <a:lnTo>
                    <a:pt x="120" y="77820"/>
                  </a:lnTo>
                  <a:lnTo>
                    <a:pt x="60" y="77566"/>
                  </a:lnTo>
                  <a:lnTo>
                    <a:pt x="15" y="77312"/>
                  </a:lnTo>
                  <a:lnTo>
                    <a:pt x="0" y="77058"/>
                  </a:lnTo>
                  <a:lnTo>
                    <a:pt x="0" y="1912"/>
                  </a:lnTo>
                  <a:lnTo>
                    <a:pt x="0" y="1912"/>
                  </a:lnTo>
                  <a:lnTo>
                    <a:pt x="15" y="1718"/>
                  </a:lnTo>
                  <a:lnTo>
                    <a:pt x="45" y="1524"/>
                  </a:lnTo>
                  <a:lnTo>
                    <a:pt x="90" y="1345"/>
                  </a:lnTo>
                  <a:lnTo>
                    <a:pt x="150" y="1165"/>
                  </a:lnTo>
                  <a:lnTo>
                    <a:pt x="239" y="1001"/>
                  </a:lnTo>
                  <a:lnTo>
                    <a:pt x="329" y="852"/>
                  </a:lnTo>
                  <a:lnTo>
                    <a:pt x="433" y="702"/>
                  </a:lnTo>
                  <a:lnTo>
                    <a:pt x="568" y="568"/>
                  </a:lnTo>
                  <a:lnTo>
                    <a:pt x="702" y="448"/>
                  </a:lnTo>
                  <a:lnTo>
                    <a:pt x="837" y="329"/>
                  </a:lnTo>
                  <a:lnTo>
                    <a:pt x="1001" y="239"/>
                  </a:lnTo>
                  <a:lnTo>
                    <a:pt x="1165" y="150"/>
                  </a:lnTo>
                  <a:lnTo>
                    <a:pt x="1345" y="90"/>
                  </a:lnTo>
                  <a:lnTo>
                    <a:pt x="1524" y="45"/>
                  </a:lnTo>
                  <a:lnTo>
                    <a:pt x="1718" y="15"/>
                  </a:lnTo>
                  <a:lnTo>
                    <a:pt x="1912" y="0"/>
                  </a:lnTo>
                  <a:lnTo>
                    <a:pt x="36767" y="0"/>
                  </a:lnTo>
                  <a:lnTo>
                    <a:pt x="36767" y="0"/>
                  </a:lnTo>
                  <a:lnTo>
                    <a:pt x="36961" y="15"/>
                  </a:lnTo>
                  <a:lnTo>
                    <a:pt x="37155" y="45"/>
                  </a:lnTo>
                  <a:lnTo>
                    <a:pt x="37334" y="90"/>
                  </a:lnTo>
                  <a:lnTo>
                    <a:pt x="37514" y="150"/>
                  </a:lnTo>
                  <a:lnTo>
                    <a:pt x="37678" y="239"/>
                  </a:lnTo>
                  <a:lnTo>
                    <a:pt x="37842" y="329"/>
                  </a:lnTo>
                  <a:lnTo>
                    <a:pt x="37992" y="448"/>
                  </a:lnTo>
                  <a:lnTo>
                    <a:pt x="38126" y="568"/>
                  </a:lnTo>
                  <a:lnTo>
                    <a:pt x="38246" y="702"/>
                  </a:lnTo>
                  <a:lnTo>
                    <a:pt x="38350" y="852"/>
                  </a:lnTo>
                  <a:lnTo>
                    <a:pt x="38455" y="1001"/>
                  </a:lnTo>
                  <a:lnTo>
                    <a:pt x="38529" y="1165"/>
                  </a:lnTo>
                  <a:lnTo>
                    <a:pt x="38589" y="1345"/>
                  </a:lnTo>
                  <a:lnTo>
                    <a:pt x="38634" y="1524"/>
                  </a:lnTo>
                  <a:lnTo>
                    <a:pt x="38664" y="1718"/>
                  </a:lnTo>
                  <a:lnTo>
                    <a:pt x="38679" y="191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32"/>
            <p:cNvSpPr/>
            <p:nvPr/>
          </p:nvSpPr>
          <p:spPr>
            <a:xfrm>
              <a:off x="-2050539" y="1195241"/>
              <a:ext cx="1087557" cy="202474"/>
            </a:xfrm>
            <a:custGeom>
              <a:avLst/>
              <a:gdLst/>
              <a:ahLst/>
              <a:cxnLst/>
              <a:rect l="l" t="t" r="r" b="b"/>
              <a:pathLst>
                <a:path w="38679" h="7201" extrusionOk="0">
                  <a:moveTo>
                    <a:pt x="1912" y="0"/>
                  </a:moveTo>
                  <a:lnTo>
                    <a:pt x="1718" y="15"/>
                  </a:lnTo>
                  <a:lnTo>
                    <a:pt x="1524" y="45"/>
                  </a:lnTo>
                  <a:lnTo>
                    <a:pt x="1345" y="90"/>
                  </a:lnTo>
                  <a:lnTo>
                    <a:pt x="1165" y="150"/>
                  </a:lnTo>
                  <a:lnTo>
                    <a:pt x="1001" y="239"/>
                  </a:lnTo>
                  <a:lnTo>
                    <a:pt x="837" y="329"/>
                  </a:lnTo>
                  <a:lnTo>
                    <a:pt x="702" y="448"/>
                  </a:lnTo>
                  <a:lnTo>
                    <a:pt x="568" y="568"/>
                  </a:lnTo>
                  <a:lnTo>
                    <a:pt x="433" y="702"/>
                  </a:lnTo>
                  <a:lnTo>
                    <a:pt x="329" y="852"/>
                  </a:lnTo>
                  <a:lnTo>
                    <a:pt x="239" y="1001"/>
                  </a:lnTo>
                  <a:lnTo>
                    <a:pt x="150" y="1165"/>
                  </a:lnTo>
                  <a:lnTo>
                    <a:pt x="90" y="1345"/>
                  </a:lnTo>
                  <a:lnTo>
                    <a:pt x="45" y="1524"/>
                  </a:lnTo>
                  <a:lnTo>
                    <a:pt x="15" y="1718"/>
                  </a:lnTo>
                  <a:lnTo>
                    <a:pt x="0" y="1912"/>
                  </a:lnTo>
                  <a:lnTo>
                    <a:pt x="0" y="7201"/>
                  </a:lnTo>
                  <a:lnTo>
                    <a:pt x="38679" y="7201"/>
                  </a:lnTo>
                  <a:lnTo>
                    <a:pt x="38679" y="1912"/>
                  </a:lnTo>
                  <a:lnTo>
                    <a:pt x="38664" y="1718"/>
                  </a:lnTo>
                  <a:lnTo>
                    <a:pt x="38634" y="1524"/>
                  </a:lnTo>
                  <a:lnTo>
                    <a:pt x="38589" y="1345"/>
                  </a:lnTo>
                  <a:lnTo>
                    <a:pt x="38529" y="1165"/>
                  </a:lnTo>
                  <a:lnTo>
                    <a:pt x="38455" y="1001"/>
                  </a:lnTo>
                  <a:lnTo>
                    <a:pt x="38350" y="852"/>
                  </a:lnTo>
                  <a:lnTo>
                    <a:pt x="38246" y="702"/>
                  </a:lnTo>
                  <a:lnTo>
                    <a:pt x="38126" y="568"/>
                  </a:lnTo>
                  <a:lnTo>
                    <a:pt x="37992" y="448"/>
                  </a:lnTo>
                  <a:lnTo>
                    <a:pt x="37842" y="329"/>
                  </a:lnTo>
                  <a:lnTo>
                    <a:pt x="37678" y="239"/>
                  </a:lnTo>
                  <a:lnTo>
                    <a:pt x="37514" y="150"/>
                  </a:lnTo>
                  <a:lnTo>
                    <a:pt x="37334" y="90"/>
                  </a:lnTo>
                  <a:lnTo>
                    <a:pt x="37155" y="45"/>
                  </a:lnTo>
                  <a:lnTo>
                    <a:pt x="36961" y="15"/>
                  </a:lnTo>
                  <a:lnTo>
                    <a:pt x="367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32"/>
            <p:cNvSpPr/>
            <p:nvPr/>
          </p:nvSpPr>
          <p:spPr>
            <a:xfrm>
              <a:off x="-1296958" y="1251533"/>
              <a:ext cx="70603" cy="70575"/>
            </a:xfrm>
            <a:custGeom>
              <a:avLst/>
              <a:gdLst/>
              <a:ahLst/>
              <a:cxnLst/>
              <a:rect l="l" t="t" r="r" b="b"/>
              <a:pathLst>
                <a:path w="2511" h="2510" extrusionOk="0">
                  <a:moveTo>
                    <a:pt x="1121" y="0"/>
                  </a:moveTo>
                  <a:lnTo>
                    <a:pt x="1002" y="30"/>
                  </a:lnTo>
                  <a:lnTo>
                    <a:pt x="882" y="60"/>
                  </a:lnTo>
                  <a:lnTo>
                    <a:pt x="763" y="105"/>
                  </a:lnTo>
                  <a:lnTo>
                    <a:pt x="658" y="149"/>
                  </a:lnTo>
                  <a:lnTo>
                    <a:pt x="554" y="209"/>
                  </a:lnTo>
                  <a:lnTo>
                    <a:pt x="449" y="284"/>
                  </a:lnTo>
                  <a:lnTo>
                    <a:pt x="359" y="374"/>
                  </a:lnTo>
                  <a:lnTo>
                    <a:pt x="285" y="463"/>
                  </a:lnTo>
                  <a:lnTo>
                    <a:pt x="210" y="553"/>
                  </a:lnTo>
                  <a:lnTo>
                    <a:pt x="150" y="657"/>
                  </a:lnTo>
                  <a:lnTo>
                    <a:pt x="91" y="762"/>
                  </a:lnTo>
                  <a:lnTo>
                    <a:pt x="61" y="881"/>
                  </a:lnTo>
                  <a:lnTo>
                    <a:pt x="31" y="1001"/>
                  </a:lnTo>
                  <a:lnTo>
                    <a:pt x="1" y="1120"/>
                  </a:lnTo>
                  <a:lnTo>
                    <a:pt x="1" y="1255"/>
                  </a:lnTo>
                  <a:lnTo>
                    <a:pt x="1" y="1389"/>
                  </a:lnTo>
                  <a:lnTo>
                    <a:pt x="31" y="1509"/>
                  </a:lnTo>
                  <a:lnTo>
                    <a:pt x="61" y="1628"/>
                  </a:lnTo>
                  <a:lnTo>
                    <a:pt x="91" y="1748"/>
                  </a:lnTo>
                  <a:lnTo>
                    <a:pt x="150" y="1853"/>
                  </a:lnTo>
                  <a:lnTo>
                    <a:pt x="210" y="1957"/>
                  </a:lnTo>
                  <a:lnTo>
                    <a:pt x="285" y="2062"/>
                  </a:lnTo>
                  <a:lnTo>
                    <a:pt x="359" y="2151"/>
                  </a:lnTo>
                  <a:lnTo>
                    <a:pt x="449" y="2226"/>
                  </a:lnTo>
                  <a:lnTo>
                    <a:pt x="554" y="2301"/>
                  </a:lnTo>
                  <a:lnTo>
                    <a:pt x="658" y="2360"/>
                  </a:lnTo>
                  <a:lnTo>
                    <a:pt x="763" y="2420"/>
                  </a:lnTo>
                  <a:lnTo>
                    <a:pt x="882" y="2450"/>
                  </a:lnTo>
                  <a:lnTo>
                    <a:pt x="1002" y="2495"/>
                  </a:lnTo>
                  <a:lnTo>
                    <a:pt x="1121" y="2510"/>
                  </a:lnTo>
                  <a:lnTo>
                    <a:pt x="1390" y="2510"/>
                  </a:lnTo>
                  <a:lnTo>
                    <a:pt x="1510" y="2495"/>
                  </a:lnTo>
                  <a:lnTo>
                    <a:pt x="1629" y="2450"/>
                  </a:lnTo>
                  <a:lnTo>
                    <a:pt x="1749" y="2420"/>
                  </a:lnTo>
                  <a:lnTo>
                    <a:pt x="1853" y="2360"/>
                  </a:lnTo>
                  <a:lnTo>
                    <a:pt x="1958" y="2301"/>
                  </a:lnTo>
                  <a:lnTo>
                    <a:pt x="2063" y="2226"/>
                  </a:lnTo>
                  <a:lnTo>
                    <a:pt x="2137" y="2151"/>
                  </a:lnTo>
                  <a:lnTo>
                    <a:pt x="2227" y="2062"/>
                  </a:lnTo>
                  <a:lnTo>
                    <a:pt x="2302" y="1957"/>
                  </a:lnTo>
                  <a:lnTo>
                    <a:pt x="2361" y="1853"/>
                  </a:lnTo>
                  <a:lnTo>
                    <a:pt x="2421" y="1748"/>
                  </a:lnTo>
                  <a:lnTo>
                    <a:pt x="2451" y="1628"/>
                  </a:lnTo>
                  <a:lnTo>
                    <a:pt x="2481" y="1509"/>
                  </a:lnTo>
                  <a:lnTo>
                    <a:pt x="2511" y="1389"/>
                  </a:lnTo>
                  <a:lnTo>
                    <a:pt x="2511" y="1255"/>
                  </a:lnTo>
                  <a:lnTo>
                    <a:pt x="2511" y="1120"/>
                  </a:lnTo>
                  <a:lnTo>
                    <a:pt x="2481" y="1001"/>
                  </a:lnTo>
                  <a:lnTo>
                    <a:pt x="2451" y="881"/>
                  </a:lnTo>
                  <a:lnTo>
                    <a:pt x="2421" y="762"/>
                  </a:lnTo>
                  <a:lnTo>
                    <a:pt x="2361" y="657"/>
                  </a:lnTo>
                  <a:lnTo>
                    <a:pt x="2302" y="553"/>
                  </a:lnTo>
                  <a:lnTo>
                    <a:pt x="2227" y="463"/>
                  </a:lnTo>
                  <a:lnTo>
                    <a:pt x="2137" y="374"/>
                  </a:lnTo>
                  <a:lnTo>
                    <a:pt x="2063" y="284"/>
                  </a:lnTo>
                  <a:lnTo>
                    <a:pt x="1958" y="209"/>
                  </a:lnTo>
                  <a:lnTo>
                    <a:pt x="1853" y="149"/>
                  </a:lnTo>
                  <a:lnTo>
                    <a:pt x="1749" y="105"/>
                  </a:lnTo>
                  <a:lnTo>
                    <a:pt x="1629" y="60"/>
                  </a:lnTo>
                  <a:lnTo>
                    <a:pt x="1510" y="30"/>
                  </a:lnTo>
                  <a:lnTo>
                    <a:pt x="13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32"/>
            <p:cNvSpPr/>
            <p:nvPr/>
          </p:nvSpPr>
          <p:spPr>
            <a:xfrm>
              <a:off x="-1182266" y="1251533"/>
              <a:ext cx="70603" cy="70575"/>
            </a:xfrm>
            <a:custGeom>
              <a:avLst/>
              <a:gdLst/>
              <a:ahLst/>
              <a:cxnLst/>
              <a:rect l="l" t="t" r="r" b="b"/>
              <a:pathLst>
                <a:path w="2511" h="2510" extrusionOk="0">
                  <a:moveTo>
                    <a:pt x="1121" y="0"/>
                  </a:moveTo>
                  <a:lnTo>
                    <a:pt x="1001" y="30"/>
                  </a:lnTo>
                  <a:lnTo>
                    <a:pt x="882" y="60"/>
                  </a:lnTo>
                  <a:lnTo>
                    <a:pt x="762" y="105"/>
                  </a:lnTo>
                  <a:lnTo>
                    <a:pt x="658" y="149"/>
                  </a:lnTo>
                  <a:lnTo>
                    <a:pt x="553" y="209"/>
                  </a:lnTo>
                  <a:lnTo>
                    <a:pt x="449" y="284"/>
                  </a:lnTo>
                  <a:lnTo>
                    <a:pt x="359" y="374"/>
                  </a:lnTo>
                  <a:lnTo>
                    <a:pt x="284" y="463"/>
                  </a:lnTo>
                  <a:lnTo>
                    <a:pt x="210" y="553"/>
                  </a:lnTo>
                  <a:lnTo>
                    <a:pt x="150" y="657"/>
                  </a:lnTo>
                  <a:lnTo>
                    <a:pt x="90" y="762"/>
                  </a:lnTo>
                  <a:lnTo>
                    <a:pt x="45" y="881"/>
                  </a:lnTo>
                  <a:lnTo>
                    <a:pt x="15" y="1001"/>
                  </a:lnTo>
                  <a:lnTo>
                    <a:pt x="0" y="1120"/>
                  </a:lnTo>
                  <a:lnTo>
                    <a:pt x="0" y="1255"/>
                  </a:lnTo>
                  <a:lnTo>
                    <a:pt x="0" y="1389"/>
                  </a:lnTo>
                  <a:lnTo>
                    <a:pt x="15" y="1509"/>
                  </a:lnTo>
                  <a:lnTo>
                    <a:pt x="45" y="1628"/>
                  </a:lnTo>
                  <a:lnTo>
                    <a:pt x="90" y="1748"/>
                  </a:lnTo>
                  <a:lnTo>
                    <a:pt x="150" y="1853"/>
                  </a:lnTo>
                  <a:lnTo>
                    <a:pt x="210" y="1957"/>
                  </a:lnTo>
                  <a:lnTo>
                    <a:pt x="284" y="2062"/>
                  </a:lnTo>
                  <a:lnTo>
                    <a:pt x="359" y="2151"/>
                  </a:lnTo>
                  <a:lnTo>
                    <a:pt x="449" y="2226"/>
                  </a:lnTo>
                  <a:lnTo>
                    <a:pt x="553" y="2301"/>
                  </a:lnTo>
                  <a:lnTo>
                    <a:pt x="658" y="2360"/>
                  </a:lnTo>
                  <a:lnTo>
                    <a:pt x="762" y="2420"/>
                  </a:lnTo>
                  <a:lnTo>
                    <a:pt x="882" y="2450"/>
                  </a:lnTo>
                  <a:lnTo>
                    <a:pt x="1001" y="2495"/>
                  </a:lnTo>
                  <a:lnTo>
                    <a:pt x="1121" y="2510"/>
                  </a:lnTo>
                  <a:lnTo>
                    <a:pt x="1375" y="2510"/>
                  </a:lnTo>
                  <a:lnTo>
                    <a:pt x="1509" y="2495"/>
                  </a:lnTo>
                  <a:lnTo>
                    <a:pt x="1629" y="2450"/>
                  </a:lnTo>
                  <a:lnTo>
                    <a:pt x="1748" y="2420"/>
                  </a:lnTo>
                  <a:lnTo>
                    <a:pt x="1853" y="2360"/>
                  </a:lnTo>
                  <a:lnTo>
                    <a:pt x="1957" y="2301"/>
                  </a:lnTo>
                  <a:lnTo>
                    <a:pt x="2047" y="2226"/>
                  </a:lnTo>
                  <a:lnTo>
                    <a:pt x="2137" y="2151"/>
                  </a:lnTo>
                  <a:lnTo>
                    <a:pt x="2226" y="2062"/>
                  </a:lnTo>
                  <a:lnTo>
                    <a:pt x="2301" y="1957"/>
                  </a:lnTo>
                  <a:lnTo>
                    <a:pt x="2361" y="1853"/>
                  </a:lnTo>
                  <a:lnTo>
                    <a:pt x="2406" y="1748"/>
                  </a:lnTo>
                  <a:lnTo>
                    <a:pt x="2450" y="1628"/>
                  </a:lnTo>
                  <a:lnTo>
                    <a:pt x="2480" y="1509"/>
                  </a:lnTo>
                  <a:lnTo>
                    <a:pt x="2510" y="1389"/>
                  </a:lnTo>
                  <a:lnTo>
                    <a:pt x="2510" y="1255"/>
                  </a:lnTo>
                  <a:lnTo>
                    <a:pt x="2510" y="1120"/>
                  </a:lnTo>
                  <a:lnTo>
                    <a:pt x="2480" y="1001"/>
                  </a:lnTo>
                  <a:lnTo>
                    <a:pt x="2450" y="881"/>
                  </a:lnTo>
                  <a:lnTo>
                    <a:pt x="2406" y="762"/>
                  </a:lnTo>
                  <a:lnTo>
                    <a:pt x="2361" y="657"/>
                  </a:lnTo>
                  <a:lnTo>
                    <a:pt x="2301" y="553"/>
                  </a:lnTo>
                  <a:lnTo>
                    <a:pt x="2226" y="463"/>
                  </a:lnTo>
                  <a:lnTo>
                    <a:pt x="2137" y="374"/>
                  </a:lnTo>
                  <a:lnTo>
                    <a:pt x="2047" y="284"/>
                  </a:lnTo>
                  <a:lnTo>
                    <a:pt x="1957" y="209"/>
                  </a:lnTo>
                  <a:lnTo>
                    <a:pt x="1853" y="149"/>
                  </a:lnTo>
                  <a:lnTo>
                    <a:pt x="1748" y="105"/>
                  </a:lnTo>
                  <a:lnTo>
                    <a:pt x="1629" y="60"/>
                  </a:lnTo>
                  <a:lnTo>
                    <a:pt x="1509" y="30"/>
                  </a:lnTo>
                  <a:lnTo>
                    <a:pt x="137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32"/>
            <p:cNvSpPr/>
            <p:nvPr/>
          </p:nvSpPr>
          <p:spPr>
            <a:xfrm>
              <a:off x="-1072636" y="1251533"/>
              <a:ext cx="70603" cy="70575"/>
            </a:xfrm>
            <a:custGeom>
              <a:avLst/>
              <a:gdLst/>
              <a:ahLst/>
              <a:cxnLst/>
              <a:rect l="l" t="t" r="r" b="b"/>
              <a:pathLst>
                <a:path w="2511" h="2510" extrusionOk="0">
                  <a:moveTo>
                    <a:pt x="1121" y="0"/>
                  </a:moveTo>
                  <a:lnTo>
                    <a:pt x="1002" y="30"/>
                  </a:lnTo>
                  <a:lnTo>
                    <a:pt x="882" y="60"/>
                  </a:lnTo>
                  <a:lnTo>
                    <a:pt x="763" y="105"/>
                  </a:lnTo>
                  <a:lnTo>
                    <a:pt x="658" y="149"/>
                  </a:lnTo>
                  <a:lnTo>
                    <a:pt x="553" y="209"/>
                  </a:lnTo>
                  <a:lnTo>
                    <a:pt x="449" y="284"/>
                  </a:lnTo>
                  <a:lnTo>
                    <a:pt x="359" y="374"/>
                  </a:lnTo>
                  <a:lnTo>
                    <a:pt x="284" y="463"/>
                  </a:lnTo>
                  <a:lnTo>
                    <a:pt x="210" y="553"/>
                  </a:lnTo>
                  <a:lnTo>
                    <a:pt x="150" y="657"/>
                  </a:lnTo>
                  <a:lnTo>
                    <a:pt x="90" y="762"/>
                  </a:lnTo>
                  <a:lnTo>
                    <a:pt x="60" y="881"/>
                  </a:lnTo>
                  <a:lnTo>
                    <a:pt x="30" y="1001"/>
                  </a:lnTo>
                  <a:lnTo>
                    <a:pt x="1" y="1120"/>
                  </a:lnTo>
                  <a:lnTo>
                    <a:pt x="1" y="1255"/>
                  </a:lnTo>
                  <a:lnTo>
                    <a:pt x="1" y="1389"/>
                  </a:lnTo>
                  <a:lnTo>
                    <a:pt x="30" y="1509"/>
                  </a:lnTo>
                  <a:lnTo>
                    <a:pt x="60" y="1628"/>
                  </a:lnTo>
                  <a:lnTo>
                    <a:pt x="90" y="1748"/>
                  </a:lnTo>
                  <a:lnTo>
                    <a:pt x="150" y="1853"/>
                  </a:lnTo>
                  <a:lnTo>
                    <a:pt x="210" y="1957"/>
                  </a:lnTo>
                  <a:lnTo>
                    <a:pt x="284" y="2062"/>
                  </a:lnTo>
                  <a:lnTo>
                    <a:pt x="359" y="2151"/>
                  </a:lnTo>
                  <a:lnTo>
                    <a:pt x="449" y="2226"/>
                  </a:lnTo>
                  <a:lnTo>
                    <a:pt x="553" y="2301"/>
                  </a:lnTo>
                  <a:lnTo>
                    <a:pt x="658" y="2360"/>
                  </a:lnTo>
                  <a:lnTo>
                    <a:pt x="763" y="2420"/>
                  </a:lnTo>
                  <a:lnTo>
                    <a:pt x="882" y="2450"/>
                  </a:lnTo>
                  <a:lnTo>
                    <a:pt x="1002" y="2495"/>
                  </a:lnTo>
                  <a:lnTo>
                    <a:pt x="1121" y="2510"/>
                  </a:lnTo>
                  <a:lnTo>
                    <a:pt x="1390" y="2510"/>
                  </a:lnTo>
                  <a:lnTo>
                    <a:pt x="1510" y="2495"/>
                  </a:lnTo>
                  <a:lnTo>
                    <a:pt x="1629" y="2450"/>
                  </a:lnTo>
                  <a:lnTo>
                    <a:pt x="1749" y="2420"/>
                  </a:lnTo>
                  <a:lnTo>
                    <a:pt x="1853" y="2360"/>
                  </a:lnTo>
                  <a:lnTo>
                    <a:pt x="1958" y="2301"/>
                  </a:lnTo>
                  <a:lnTo>
                    <a:pt x="2062" y="2226"/>
                  </a:lnTo>
                  <a:lnTo>
                    <a:pt x="2152" y="2151"/>
                  </a:lnTo>
                  <a:lnTo>
                    <a:pt x="2227" y="2062"/>
                  </a:lnTo>
                  <a:lnTo>
                    <a:pt x="2301" y="1957"/>
                  </a:lnTo>
                  <a:lnTo>
                    <a:pt x="2361" y="1853"/>
                  </a:lnTo>
                  <a:lnTo>
                    <a:pt x="2421" y="1748"/>
                  </a:lnTo>
                  <a:lnTo>
                    <a:pt x="2451" y="1628"/>
                  </a:lnTo>
                  <a:lnTo>
                    <a:pt x="2481" y="1509"/>
                  </a:lnTo>
                  <a:lnTo>
                    <a:pt x="2510" y="1389"/>
                  </a:lnTo>
                  <a:lnTo>
                    <a:pt x="2510" y="1255"/>
                  </a:lnTo>
                  <a:lnTo>
                    <a:pt x="2510" y="1120"/>
                  </a:lnTo>
                  <a:lnTo>
                    <a:pt x="2481" y="1001"/>
                  </a:lnTo>
                  <a:lnTo>
                    <a:pt x="2451" y="881"/>
                  </a:lnTo>
                  <a:lnTo>
                    <a:pt x="2421" y="762"/>
                  </a:lnTo>
                  <a:lnTo>
                    <a:pt x="2361" y="657"/>
                  </a:lnTo>
                  <a:lnTo>
                    <a:pt x="2301" y="553"/>
                  </a:lnTo>
                  <a:lnTo>
                    <a:pt x="2227" y="463"/>
                  </a:lnTo>
                  <a:lnTo>
                    <a:pt x="2152" y="374"/>
                  </a:lnTo>
                  <a:lnTo>
                    <a:pt x="2062" y="284"/>
                  </a:lnTo>
                  <a:lnTo>
                    <a:pt x="1958" y="209"/>
                  </a:lnTo>
                  <a:lnTo>
                    <a:pt x="1853" y="149"/>
                  </a:lnTo>
                  <a:lnTo>
                    <a:pt x="1749" y="105"/>
                  </a:lnTo>
                  <a:lnTo>
                    <a:pt x="1629" y="60"/>
                  </a:lnTo>
                  <a:lnTo>
                    <a:pt x="1510" y="30"/>
                  </a:lnTo>
                  <a:lnTo>
                    <a:pt x="139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7" name="Google Shape;1447;p32"/>
            <p:cNvGrpSpPr/>
            <p:nvPr/>
          </p:nvGrpSpPr>
          <p:grpSpPr>
            <a:xfrm>
              <a:off x="-1837553" y="1587475"/>
              <a:ext cx="691023" cy="562245"/>
              <a:chOff x="-3597915" y="995403"/>
              <a:chExt cx="1552860" cy="1263472"/>
            </a:xfrm>
          </p:grpSpPr>
          <p:sp>
            <p:nvSpPr>
              <p:cNvPr id="1448" name="Google Shape;1448;p32"/>
              <p:cNvSpPr/>
              <p:nvPr/>
            </p:nvSpPr>
            <p:spPr>
              <a:xfrm>
                <a:off x="-3597915" y="995403"/>
                <a:ext cx="1552843" cy="922581"/>
              </a:xfrm>
              <a:custGeom>
                <a:avLst/>
                <a:gdLst/>
                <a:ahLst/>
                <a:cxnLst/>
                <a:rect l="l" t="t" r="r" b="b"/>
                <a:pathLst>
                  <a:path w="43937" h="26104" extrusionOk="0">
                    <a:moveTo>
                      <a:pt x="19778" y="1"/>
                    </a:moveTo>
                    <a:lnTo>
                      <a:pt x="19207" y="28"/>
                    </a:lnTo>
                    <a:lnTo>
                      <a:pt x="18636" y="69"/>
                    </a:lnTo>
                    <a:lnTo>
                      <a:pt x="18078" y="123"/>
                    </a:lnTo>
                    <a:lnTo>
                      <a:pt x="17507" y="191"/>
                    </a:lnTo>
                    <a:lnTo>
                      <a:pt x="16935" y="273"/>
                    </a:lnTo>
                    <a:lnTo>
                      <a:pt x="16214" y="409"/>
                    </a:lnTo>
                    <a:lnTo>
                      <a:pt x="15507" y="572"/>
                    </a:lnTo>
                    <a:lnTo>
                      <a:pt x="14800" y="762"/>
                    </a:lnTo>
                    <a:lnTo>
                      <a:pt x="14120" y="966"/>
                    </a:lnTo>
                    <a:lnTo>
                      <a:pt x="13439" y="1198"/>
                    </a:lnTo>
                    <a:lnTo>
                      <a:pt x="12759" y="1456"/>
                    </a:lnTo>
                    <a:lnTo>
                      <a:pt x="12106" y="1728"/>
                    </a:lnTo>
                    <a:lnTo>
                      <a:pt x="11467" y="2027"/>
                    </a:lnTo>
                    <a:lnTo>
                      <a:pt x="10937" y="2300"/>
                    </a:lnTo>
                    <a:lnTo>
                      <a:pt x="10433" y="2572"/>
                    </a:lnTo>
                    <a:lnTo>
                      <a:pt x="9930" y="2871"/>
                    </a:lnTo>
                    <a:lnTo>
                      <a:pt x="9427" y="3170"/>
                    </a:lnTo>
                    <a:lnTo>
                      <a:pt x="8991" y="3456"/>
                    </a:lnTo>
                    <a:lnTo>
                      <a:pt x="8556" y="3755"/>
                    </a:lnTo>
                    <a:lnTo>
                      <a:pt x="8121" y="4068"/>
                    </a:lnTo>
                    <a:lnTo>
                      <a:pt x="7713" y="4394"/>
                    </a:lnTo>
                    <a:lnTo>
                      <a:pt x="7209" y="4802"/>
                    </a:lnTo>
                    <a:lnTo>
                      <a:pt x="6720" y="5238"/>
                    </a:lnTo>
                    <a:lnTo>
                      <a:pt x="6257" y="5673"/>
                    </a:lnTo>
                    <a:lnTo>
                      <a:pt x="5795" y="6135"/>
                    </a:lnTo>
                    <a:lnTo>
                      <a:pt x="5523" y="6408"/>
                    </a:lnTo>
                    <a:lnTo>
                      <a:pt x="5264" y="6693"/>
                    </a:lnTo>
                    <a:lnTo>
                      <a:pt x="4761" y="7264"/>
                    </a:lnTo>
                    <a:lnTo>
                      <a:pt x="4394" y="7713"/>
                    </a:lnTo>
                    <a:lnTo>
                      <a:pt x="4040" y="8176"/>
                    </a:lnTo>
                    <a:lnTo>
                      <a:pt x="3700" y="8638"/>
                    </a:lnTo>
                    <a:lnTo>
                      <a:pt x="3373" y="9114"/>
                    </a:lnTo>
                    <a:lnTo>
                      <a:pt x="3061" y="9604"/>
                    </a:lnTo>
                    <a:lnTo>
                      <a:pt x="2761" y="10107"/>
                    </a:lnTo>
                    <a:lnTo>
                      <a:pt x="2476" y="10611"/>
                    </a:lnTo>
                    <a:lnTo>
                      <a:pt x="2217" y="11128"/>
                    </a:lnTo>
                    <a:lnTo>
                      <a:pt x="1932" y="11685"/>
                    </a:lnTo>
                    <a:lnTo>
                      <a:pt x="1673" y="12257"/>
                    </a:lnTo>
                    <a:lnTo>
                      <a:pt x="1510" y="12665"/>
                    </a:lnTo>
                    <a:lnTo>
                      <a:pt x="1347" y="13059"/>
                    </a:lnTo>
                    <a:lnTo>
                      <a:pt x="1197" y="13467"/>
                    </a:lnTo>
                    <a:lnTo>
                      <a:pt x="1047" y="13889"/>
                    </a:lnTo>
                    <a:lnTo>
                      <a:pt x="911" y="14297"/>
                    </a:lnTo>
                    <a:lnTo>
                      <a:pt x="789" y="14719"/>
                    </a:lnTo>
                    <a:lnTo>
                      <a:pt x="680" y="15140"/>
                    </a:lnTo>
                    <a:lnTo>
                      <a:pt x="571" y="15576"/>
                    </a:lnTo>
                    <a:lnTo>
                      <a:pt x="435" y="16133"/>
                    </a:lnTo>
                    <a:lnTo>
                      <a:pt x="326" y="16705"/>
                    </a:lnTo>
                    <a:lnTo>
                      <a:pt x="245" y="17222"/>
                    </a:lnTo>
                    <a:lnTo>
                      <a:pt x="163" y="17752"/>
                    </a:lnTo>
                    <a:lnTo>
                      <a:pt x="109" y="18269"/>
                    </a:lnTo>
                    <a:lnTo>
                      <a:pt x="68" y="18799"/>
                    </a:lnTo>
                    <a:lnTo>
                      <a:pt x="27" y="19357"/>
                    </a:lnTo>
                    <a:lnTo>
                      <a:pt x="14" y="19928"/>
                    </a:lnTo>
                    <a:lnTo>
                      <a:pt x="0" y="20336"/>
                    </a:lnTo>
                    <a:lnTo>
                      <a:pt x="0" y="22690"/>
                    </a:lnTo>
                    <a:lnTo>
                      <a:pt x="14" y="22867"/>
                    </a:lnTo>
                    <a:lnTo>
                      <a:pt x="27" y="23043"/>
                    </a:lnTo>
                    <a:lnTo>
                      <a:pt x="41" y="23207"/>
                    </a:lnTo>
                    <a:lnTo>
                      <a:pt x="82" y="23383"/>
                    </a:lnTo>
                    <a:lnTo>
                      <a:pt x="109" y="23547"/>
                    </a:lnTo>
                    <a:lnTo>
                      <a:pt x="163" y="23710"/>
                    </a:lnTo>
                    <a:lnTo>
                      <a:pt x="218" y="23860"/>
                    </a:lnTo>
                    <a:lnTo>
                      <a:pt x="272" y="24023"/>
                    </a:lnTo>
                    <a:lnTo>
                      <a:pt x="422" y="24322"/>
                    </a:lnTo>
                    <a:lnTo>
                      <a:pt x="585" y="24594"/>
                    </a:lnTo>
                    <a:lnTo>
                      <a:pt x="789" y="24866"/>
                    </a:lnTo>
                    <a:lnTo>
                      <a:pt x="1007" y="25097"/>
                    </a:lnTo>
                    <a:lnTo>
                      <a:pt x="1251" y="25329"/>
                    </a:lnTo>
                    <a:lnTo>
                      <a:pt x="1510" y="25519"/>
                    </a:lnTo>
                    <a:lnTo>
                      <a:pt x="1796" y="25696"/>
                    </a:lnTo>
                    <a:lnTo>
                      <a:pt x="2095" y="25832"/>
                    </a:lnTo>
                    <a:lnTo>
                      <a:pt x="2244" y="25900"/>
                    </a:lnTo>
                    <a:lnTo>
                      <a:pt x="2408" y="25954"/>
                    </a:lnTo>
                    <a:lnTo>
                      <a:pt x="2571" y="25995"/>
                    </a:lnTo>
                    <a:lnTo>
                      <a:pt x="2734" y="26036"/>
                    </a:lnTo>
                    <a:lnTo>
                      <a:pt x="2897" y="26063"/>
                    </a:lnTo>
                    <a:lnTo>
                      <a:pt x="3074" y="26090"/>
                    </a:lnTo>
                    <a:lnTo>
                      <a:pt x="3237" y="26104"/>
                    </a:lnTo>
                    <a:lnTo>
                      <a:pt x="43936" y="26104"/>
                    </a:lnTo>
                    <a:lnTo>
                      <a:pt x="43936" y="18772"/>
                    </a:lnTo>
                    <a:lnTo>
                      <a:pt x="43936" y="18459"/>
                    </a:lnTo>
                    <a:lnTo>
                      <a:pt x="43909" y="17888"/>
                    </a:lnTo>
                    <a:lnTo>
                      <a:pt x="43882" y="17317"/>
                    </a:lnTo>
                    <a:lnTo>
                      <a:pt x="43841" y="16922"/>
                    </a:lnTo>
                    <a:lnTo>
                      <a:pt x="43800" y="16528"/>
                    </a:lnTo>
                    <a:lnTo>
                      <a:pt x="43760" y="16133"/>
                    </a:lnTo>
                    <a:lnTo>
                      <a:pt x="43692" y="15752"/>
                    </a:lnTo>
                    <a:lnTo>
                      <a:pt x="43624" y="15358"/>
                    </a:lnTo>
                    <a:lnTo>
                      <a:pt x="43556" y="14977"/>
                    </a:lnTo>
                    <a:lnTo>
                      <a:pt x="43474" y="14596"/>
                    </a:lnTo>
                    <a:lnTo>
                      <a:pt x="43379" y="14215"/>
                    </a:lnTo>
                    <a:lnTo>
                      <a:pt x="43175" y="13467"/>
                    </a:lnTo>
                    <a:lnTo>
                      <a:pt x="42943" y="12733"/>
                    </a:lnTo>
                    <a:lnTo>
                      <a:pt x="42685" y="12012"/>
                    </a:lnTo>
                    <a:lnTo>
                      <a:pt x="42399" y="11318"/>
                    </a:lnTo>
                    <a:lnTo>
                      <a:pt x="42141" y="10733"/>
                    </a:lnTo>
                    <a:lnTo>
                      <a:pt x="41855" y="10175"/>
                    </a:lnTo>
                    <a:lnTo>
                      <a:pt x="41651" y="9795"/>
                    </a:lnTo>
                    <a:lnTo>
                      <a:pt x="41447" y="9414"/>
                    </a:lnTo>
                    <a:lnTo>
                      <a:pt x="41230" y="9046"/>
                    </a:lnTo>
                    <a:lnTo>
                      <a:pt x="40998" y="8679"/>
                    </a:lnTo>
                    <a:lnTo>
                      <a:pt x="40753" y="8312"/>
                    </a:lnTo>
                    <a:lnTo>
                      <a:pt x="40509" y="7958"/>
                    </a:lnTo>
                    <a:lnTo>
                      <a:pt x="40264" y="7605"/>
                    </a:lnTo>
                    <a:lnTo>
                      <a:pt x="40005" y="7264"/>
                    </a:lnTo>
                    <a:lnTo>
                      <a:pt x="39774" y="6979"/>
                    </a:lnTo>
                    <a:lnTo>
                      <a:pt x="39529" y="6693"/>
                    </a:lnTo>
                    <a:lnTo>
                      <a:pt x="39298" y="6408"/>
                    </a:lnTo>
                    <a:lnTo>
                      <a:pt x="39039" y="6135"/>
                    </a:lnTo>
                    <a:lnTo>
                      <a:pt x="38767" y="5836"/>
                    </a:lnTo>
                    <a:lnTo>
                      <a:pt x="38495" y="5551"/>
                    </a:lnTo>
                    <a:lnTo>
                      <a:pt x="38210" y="5278"/>
                    </a:lnTo>
                    <a:lnTo>
                      <a:pt x="37924" y="5006"/>
                    </a:lnTo>
                    <a:lnTo>
                      <a:pt x="37638" y="4734"/>
                    </a:lnTo>
                    <a:lnTo>
                      <a:pt x="37339" y="4476"/>
                    </a:lnTo>
                    <a:lnTo>
                      <a:pt x="37026" y="4217"/>
                    </a:lnTo>
                    <a:lnTo>
                      <a:pt x="36713" y="3973"/>
                    </a:lnTo>
                    <a:lnTo>
                      <a:pt x="36401" y="3728"/>
                    </a:lnTo>
                    <a:lnTo>
                      <a:pt x="36088" y="3497"/>
                    </a:lnTo>
                    <a:lnTo>
                      <a:pt x="35761" y="3265"/>
                    </a:lnTo>
                    <a:lnTo>
                      <a:pt x="35421" y="3048"/>
                    </a:lnTo>
                    <a:lnTo>
                      <a:pt x="35095" y="2830"/>
                    </a:lnTo>
                    <a:lnTo>
                      <a:pt x="34755" y="2626"/>
                    </a:lnTo>
                    <a:lnTo>
                      <a:pt x="34401" y="2422"/>
                    </a:lnTo>
                    <a:lnTo>
                      <a:pt x="34061" y="2232"/>
                    </a:lnTo>
                    <a:lnTo>
                      <a:pt x="33707" y="2041"/>
                    </a:lnTo>
                    <a:lnTo>
                      <a:pt x="33340" y="1864"/>
                    </a:lnTo>
                    <a:lnTo>
                      <a:pt x="32986" y="1687"/>
                    </a:lnTo>
                    <a:lnTo>
                      <a:pt x="32619" y="1524"/>
                    </a:lnTo>
                    <a:lnTo>
                      <a:pt x="32238" y="1375"/>
                    </a:lnTo>
                    <a:lnTo>
                      <a:pt x="31871" y="1225"/>
                    </a:lnTo>
                    <a:lnTo>
                      <a:pt x="31490" y="1089"/>
                    </a:lnTo>
                    <a:lnTo>
                      <a:pt x="31109" y="953"/>
                    </a:lnTo>
                    <a:lnTo>
                      <a:pt x="30715" y="830"/>
                    </a:lnTo>
                    <a:lnTo>
                      <a:pt x="30334" y="708"/>
                    </a:lnTo>
                    <a:lnTo>
                      <a:pt x="29939" y="599"/>
                    </a:lnTo>
                    <a:lnTo>
                      <a:pt x="29531" y="504"/>
                    </a:lnTo>
                    <a:lnTo>
                      <a:pt x="29137" y="409"/>
                    </a:lnTo>
                    <a:lnTo>
                      <a:pt x="28729" y="327"/>
                    </a:lnTo>
                    <a:lnTo>
                      <a:pt x="28321" y="259"/>
                    </a:lnTo>
                    <a:lnTo>
                      <a:pt x="27913" y="191"/>
                    </a:lnTo>
                    <a:lnTo>
                      <a:pt x="27355" y="123"/>
                    </a:lnTo>
                    <a:lnTo>
                      <a:pt x="26784" y="69"/>
                    </a:lnTo>
                    <a:lnTo>
                      <a:pt x="26389" y="42"/>
                    </a:lnTo>
                    <a:lnTo>
                      <a:pt x="25981" y="14"/>
                    </a:lnTo>
                    <a:lnTo>
                      <a:pt x="2557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32"/>
              <p:cNvSpPr/>
              <p:nvPr/>
            </p:nvSpPr>
            <p:spPr>
              <a:xfrm>
                <a:off x="-3063318" y="1917960"/>
                <a:ext cx="1018253" cy="340914"/>
              </a:xfrm>
              <a:custGeom>
                <a:avLst/>
                <a:gdLst/>
                <a:ahLst/>
                <a:cxnLst/>
                <a:rect l="l" t="t" r="r" b="b"/>
                <a:pathLst>
                  <a:path w="28811" h="9646" extrusionOk="0">
                    <a:moveTo>
                      <a:pt x="0" y="1"/>
                    </a:moveTo>
                    <a:lnTo>
                      <a:pt x="14" y="395"/>
                    </a:lnTo>
                    <a:lnTo>
                      <a:pt x="68" y="790"/>
                    </a:lnTo>
                    <a:lnTo>
                      <a:pt x="136" y="1171"/>
                    </a:lnTo>
                    <a:lnTo>
                      <a:pt x="231" y="1538"/>
                    </a:lnTo>
                    <a:lnTo>
                      <a:pt x="367" y="1905"/>
                    </a:lnTo>
                    <a:lnTo>
                      <a:pt x="517" y="2245"/>
                    </a:lnTo>
                    <a:lnTo>
                      <a:pt x="694" y="2585"/>
                    </a:lnTo>
                    <a:lnTo>
                      <a:pt x="884" y="2912"/>
                    </a:lnTo>
                    <a:lnTo>
                      <a:pt x="1075" y="3157"/>
                    </a:lnTo>
                    <a:lnTo>
                      <a:pt x="1265" y="3415"/>
                    </a:lnTo>
                    <a:lnTo>
                      <a:pt x="1483" y="3646"/>
                    </a:lnTo>
                    <a:lnTo>
                      <a:pt x="1714" y="3864"/>
                    </a:lnTo>
                    <a:lnTo>
                      <a:pt x="1945" y="4068"/>
                    </a:lnTo>
                    <a:lnTo>
                      <a:pt x="2204" y="4259"/>
                    </a:lnTo>
                    <a:lnTo>
                      <a:pt x="2462" y="4435"/>
                    </a:lnTo>
                    <a:lnTo>
                      <a:pt x="2734" y="4599"/>
                    </a:lnTo>
                    <a:lnTo>
                      <a:pt x="3020" y="4735"/>
                    </a:lnTo>
                    <a:lnTo>
                      <a:pt x="3319" y="4871"/>
                    </a:lnTo>
                    <a:lnTo>
                      <a:pt x="3618" y="4979"/>
                    </a:lnTo>
                    <a:lnTo>
                      <a:pt x="3931" y="5061"/>
                    </a:lnTo>
                    <a:lnTo>
                      <a:pt x="4244" y="5143"/>
                    </a:lnTo>
                    <a:lnTo>
                      <a:pt x="4571" y="5184"/>
                    </a:lnTo>
                    <a:lnTo>
                      <a:pt x="4897" y="5224"/>
                    </a:lnTo>
                    <a:lnTo>
                      <a:pt x="5237" y="5238"/>
                    </a:lnTo>
                    <a:lnTo>
                      <a:pt x="9155" y="5238"/>
                    </a:lnTo>
                    <a:lnTo>
                      <a:pt x="9345" y="5428"/>
                    </a:lnTo>
                    <a:lnTo>
                      <a:pt x="10120" y="6217"/>
                    </a:lnTo>
                    <a:lnTo>
                      <a:pt x="10501" y="6598"/>
                    </a:lnTo>
                    <a:lnTo>
                      <a:pt x="10882" y="6979"/>
                    </a:lnTo>
                    <a:lnTo>
                      <a:pt x="11263" y="7333"/>
                    </a:lnTo>
                    <a:lnTo>
                      <a:pt x="11658" y="7686"/>
                    </a:lnTo>
                    <a:lnTo>
                      <a:pt x="12066" y="8013"/>
                    </a:lnTo>
                    <a:lnTo>
                      <a:pt x="12501" y="8326"/>
                    </a:lnTo>
                    <a:lnTo>
                      <a:pt x="12719" y="8475"/>
                    </a:lnTo>
                    <a:lnTo>
                      <a:pt x="12936" y="8611"/>
                    </a:lnTo>
                    <a:lnTo>
                      <a:pt x="13167" y="8734"/>
                    </a:lnTo>
                    <a:lnTo>
                      <a:pt x="13412" y="8870"/>
                    </a:lnTo>
                    <a:lnTo>
                      <a:pt x="13657" y="8979"/>
                    </a:lnTo>
                    <a:lnTo>
                      <a:pt x="13902" y="9087"/>
                    </a:lnTo>
                    <a:lnTo>
                      <a:pt x="14174" y="9183"/>
                    </a:lnTo>
                    <a:lnTo>
                      <a:pt x="14432" y="9278"/>
                    </a:lnTo>
                    <a:lnTo>
                      <a:pt x="14718" y="9359"/>
                    </a:lnTo>
                    <a:lnTo>
                      <a:pt x="15004" y="9428"/>
                    </a:lnTo>
                    <a:lnTo>
                      <a:pt x="15303" y="9496"/>
                    </a:lnTo>
                    <a:lnTo>
                      <a:pt x="15602" y="9550"/>
                    </a:lnTo>
                    <a:lnTo>
                      <a:pt x="15929" y="9591"/>
                    </a:lnTo>
                    <a:lnTo>
                      <a:pt x="16255" y="9618"/>
                    </a:lnTo>
                    <a:lnTo>
                      <a:pt x="16595" y="9632"/>
                    </a:lnTo>
                    <a:lnTo>
                      <a:pt x="16949" y="9645"/>
                    </a:lnTo>
                    <a:lnTo>
                      <a:pt x="17425" y="9632"/>
                    </a:lnTo>
                    <a:lnTo>
                      <a:pt x="17901" y="9591"/>
                    </a:lnTo>
                    <a:lnTo>
                      <a:pt x="18377" y="9536"/>
                    </a:lnTo>
                    <a:lnTo>
                      <a:pt x="18840" y="9455"/>
                    </a:lnTo>
                    <a:lnTo>
                      <a:pt x="19302" y="9346"/>
                    </a:lnTo>
                    <a:lnTo>
                      <a:pt x="19765" y="9223"/>
                    </a:lnTo>
                    <a:lnTo>
                      <a:pt x="20214" y="9074"/>
                    </a:lnTo>
                    <a:lnTo>
                      <a:pt x="20649" y="8897"/>
                    </a:lnTo>
                    <a:lnTo>
                      <a:pt x="21084" y="8707"/>
                    </a:lnTo>
                    <a:lnTo>
                      <a:pt x="21506" y="8503"/>
                    </a:lnTo>
                    <a:lnTo>
                      <a:pt x="21914" y="8271"/>
                    </a:lnTo>
                    <a:lnTo>
                      <a:pt x="22322" y="8013"/>
                    </a:lnTo>
                    <a:lnTo>
                      <a:pt x="22703" y="7741"/>
                    </a:lnTo>
                    <a:lnTo>
                      <a:pt x="23084" y="7442"/>
                    </a:lnTo>
                    <a:lnTo>
                      <a:pt x="23437" y="7142"/>
                    </a:lnTo>
                    <a:lnTo>
                      <a:pt x="23791" y="6802"/>
                    </a:lnTo>
                    <a:lnTo>
                      <a:pt x="27545" y="3048"/>
                    </a:lnTo>
                    <a:lnTo>
                      <a:pt x="27654" y="2912"/>
                    </a:lnTo>
                    <a:lnTo>
                      <a:pt x="27913" y="2531"/>
                    </a:lnTo>
                    <a:lnTo>
                      <a:pt x="28130" y="2177"/>
                    </a:lnTo>
                    <a:lnTo>
                      <a:pt x="28334" y="1837"/>
                    </a:lnTo>
                    <a:lnTo>
                      <a:pt x="28498" y="1484"/>
                    </a:lnTo>
                    <a:lnTo>
                      <a:pt x="28579" y="1307"/>
                    </a:lnTo>
                    <a:lnTo>
                      <a:pt x="28634" y="1130"/>
                    </a:lnTo>
                    <a:lnTo>
                      <a:pt x="28688" y="953"/>
                    </a:lnTo>
                    <a:lnTo>
                      <a:pt x="28729" y="776"/>
                    </a:lnTo>
                    <a:lnTo>
                      <a:pt x="28770" y="586"/>
                    </a:lnTo>
                    <a:lnTo>
                      <a:pt x="28797" y="395"/>
                    </a:lnTo>
                    <a:lnTo>
                      <a:pt x="28810" y="205"/>
                    </a:lnTo>
                    <a:lnTo>
                      <a:pt x="28810" y="1"/>
                    </a:lnTo>
                    <a:close/>
                  </a:path>
                </a:pathLst>
              </a:custGeom>
              <a:solidFill>
                <a:srgbClr val="FF532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32"/>
              <p:cNvSpPr/>
              <p:nvPr/>
            </p:nvSpPr>
            <p:spPr>
              <a:xfrm>
                <a:off x="-3063318" y="1917960"/>
                <a:ext cx="1018253" cy="340914"/>
              </a:xfrm>
              <a:custGeom>
                <a:avLst/>
                <a:gdLst/>
                <a:ahLst/>
                <a:cxnLst/>
                <a:rect l="l" t="t" r="r" b="b"/>
                <a:pathLst>
                  <a:path w="28811" h="9646" extrusionOk="0">
                    <a:moveTo>
                      <a:pt x="0" y="1"/>
                    </a:moveTo>
                    <a:lnTo>
                      <a:pt x="14" y="395"/>
                    </a:lnTo>
                    <a:lnTo>
                      <a:pt x="68" y="790"/>
                    </a:lnTo>
                    <a:lnTo>
                      <a:pt x="136" y="1171"/>
                    </a:lnTo>
                    <a:lnTo>
                      <a:pt x="231" y="1538"/>
                    </a:lnTo>
                    <a:lnTo>
                      <a:pt x="367" y="1905"/>
                    </a:lnTo>
                    <a:lnTo>
                      <a:pt x="517" y="2245"/>
                    </a:lnTo>
                    <a:lnTo>
                      <a:pt x="694" y="2585"/>
                    </a:lnTo>
                    <a:lnTo>
                      <a:pt x="884" y="2912"/>
                    </a:lnTo>
                    <a:lnTo>
                      <a:pt x="1075" y="3157"/>
                    </a:lnTo>
                    <a:lnTo>
                      <a:pt x="1265" y="3415"/>
                    </a:lnTo>
                    <a:lnTo>
                      <a:pt x="1483" y="3646"/>
                    </a:lnTo>
                    <a:lnTo>
                      <a:pt x="1714" y="3864"/>
                    </a:lnTo>
                    <a:lnTo>
                      <a:pt x="1945" y="4068"/>
                    </a:lnTo>
                    <a:lnTo>
                      <a:pt x="2204" y="4259"/>
                    </a:lnTo>
                    <a:lnTo>
                      <a:pt x="2462" y="4435"/>
                    </a:lnTo>
                    <a:lnTo>
                      <a:pt x="2734" y="4599"/>
                    </a:lnTo>
                    <a:lnTo>
                      <a:pt x="3020" y="4735"/>
                    </a:lnTo>
                    <a:lnTo>
                      <a:pt x="3319" y="4871"/>
                    </a:lnTo>
                    <a:lnTo>
                      <a:pt x="3618" y="4979"/>
                    </a:lnTo>
                    <a:lnTo>
                      <a:pt x="3931" y="5061"/>
                    </a:lnTo>
                    <a:lnTo>
                      <a:pt x="4244" y="5143"/>
                    </a:lnTo>
                    <a:lnTo>
                      <a:pt x="4571" y="5184"/>
                    </a:lnTo>
                    <a:lnTo>
                      <a:pt x="4897" y="5224"/>
                    </a:lnTo>
                    <a:lnTo>
                      <a:pt x="5237" y="5238"/>
                    </a:lnTo>
                    <a:lnTo>
                      <a:pt x="9155" y="5238"/>
                    </a:lnTo>
                    <a:lnTo>
                      <a:pt x="9345" y="5428"/>
                    </a:lnTo>
                    <a:lnTo>
                      <a:pt x="10120" y="6217"/>
                    </a:lnTo>
                    <a:lnTo>
                      <a:pt x="10501" y="6598"/>
                    </a:lnTo>
                    <a:lnTo>
                      <a:pt x="10882" y="6979"/>
                    </a:lnTo>
                    <a:lnTo>
                      <a:pt x="11263" y="7333"/>
                    </a:lnTo>
                    <a:lnTo>
                      <a:pt x="11658" y="7686"/>
                    </a:lnTo>
                    <a:lnTo>
                      <a:pt x="12066" y="8013"/>
                    </a:lnTo>
                    <a:lnTo>
                      <a:pt x="12501" y="8326"/>
                    </a:lnTo>
                    <a:lnTo>
                      <a:pt x="12719" y="8475"/>
                    </a:lnTo>
                    <a:lnTo>
                      <a:pt x="12936" y="8611"/>
                    </a:lnTo>
                    <a:lnTo>
                      <a:pt x="13167" y="8734"/>
                    </a:lnTo>
                    <a:lnTo>
                      <a:pt x="13412" y="8870"/>
                    </a:lnTo>
                    <a:lnTo>
                      <a:pt x="13657" y="8979"/>
                    </a:lnTo>
                    <a:lnTo>
                      <a:pt x="13902" y="9087"/>
                    </a:lnTo>
                    <a:lnTo>
                      <a:pt x="14174" y="9183"/>
                    </a:lnTo>
                    <a:lnTo>
                      <a:pt x="14432" y="9278"/>
                    </a:lnTo>
                    <a:lnTo>
                      <a:pt x="14718" y="9359"/>
                    </a:lnTo>
                    <a:lnTo>
                      <a:pt x="15004" y="9428"/>
                    </a:lnTo>
                    <a:lnTo>
                      <a:pt x="15303" y="9496"/>
                    </a:lnTo>
                    <a:lnTo>
                      <a:pt x="15602" y="9550"/>
                    </a:lnTo>
                    <a:lnTo>
                      <a:pt x="15929" y="9591"/>
                    </a:lnTo>
                    <a:lnTo>
                      <a:pt x="16255" y="9618"/>
                    </a:lnTo>
                    <a:lnTo>
                      <a:pt x="16595" y="9632"/>
                    </a:lnTo>
                    <a:lnTo>
                      <a:pt x="16949" y="9645"/>
                    </a:lnTo>
                    <a:lnTo>
                      <a:pt x="17425" y="9632"/>
                    </a:lnTo>
                    <a:lnTo>
                      <a:pt x="17901" y="9591"/>
                    </a:lnTo>
                    <a:lnTo>
                      <a:pt x="18377" y="9536"/>
                    </a:lnTo>
                    <a:lnTo>
                      <a:pt x="18840" y="9455"/>
                    </a:lnTo>
                    <a:lnTo>
                      <a:pt x="19302" y="9346"/>
                    </a:lnTo>
                    <a:lnTo>
                      <a:pt x="19765" y="9223"/>
                    </a:lnTo>
                    <a:lnTo>
                      <a:pt x="20214" y="9074"/>
                    </a:lnTo>
                    <a:lnTo>
                      <a:pt x="20649" y="8897"/>
                    </a:lnTo>
                    <a:lnTo>
                      <a:pt x="21084" y="8707"/>
                    </a:lnTo>
                    <a:lnTo>
                      <a:pt x="21506" y="8503"/>
                    </a:lnTo>
                    <a:lnTo>
                      <a:pt x="21914" y="8271"/>
                    </a:lnTo>
                    <a:lnTo>
                      <a:pt x="22322" y="8013"/>
                    </a:lnTo>
                    <a:lnTo>
                      <a:pt x="22703" y="7741"/>
                    </a:lnTo>
                    <a:lnTo>
                      <a:pt x="23084" y="7442"/>
                    </a:lnTo>
                    <a:lnTo>
                      <a:pt x="23437" y="7142"/>
                    </a:lnTo>
                    <a:lnTo>
                      <a:pt x="23791" y="6802"/>
                    </a:lnTo>
                    <a:lnTo>
                      <a:pt x="27545" y="3048"/>
                    </a:lnTo>
                    <a:lnTo>
                      <a:pt x="27654" y="2912"/>
                    </a:lnTo>
                    <a:lnTo>
                      <a:pt x="27913" y="2531"/>
                    </a:lnTo>
                    <a:lnTo>
                      <a:pt x="28130" y="2177"/>
                    </a:lnTo>
                    <a:lnTo>
                      <a:pt x="28334" y="1837"/>
                    </a:lnTo>
                    <a:lnTo>
                      <a:pt x="28498" y="1484"/>
                    </a:lnTo>
                    <a:lnTo>
                      <a:pt x="28579" y="1307"/>
                    </a:lnTo>
                    <a:lnTo>
                      <a:pt x="28634" y="1130"/>
                    </a:lnTo>
                    <a:lnTo>
                      <a:pt x="28688" y="953"/>
                    </a:lnTo>
                    <a:lnTo>
                      <a:pt x="28729" y="776"/>
                    </a:lnTo>
                    <a:lnTo>
                      <a:pt x="28770" y="586"/>
                    </a:lnTo>
                    <a:lnTo>
                      <a:pt x="28797" y="395"/>
                    </a:lnTo>
                    <a:lnTo>
                      <a:pt x="28810" y="205"/>
                    </a:lnTo>
                    <a:lnTo>
                      <a:pt x="28810" y="1"/>
                    </a:lnTo>
                    <a:close/>
                  </a:path>
                </a:pathLst>
              </a:custGeom>
              <a:solidFill>
                <a:srgbClr val="E3390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32"/>
              <p:cNvSpPr/>
              <p:nvPr/>
            </p:nvSpPr>
            <p:spPr>
              <a:xfrm>
                <a:off x="-2739789" y="2103051"/>
                <a:ext cx="573079" cy="155825"/>
              </a:xfrm>
              <a:custGeom>
                <a:avLst/>
                <a:gdLst/>
                <a:ahLst/>
                <a:cxnLst/>
                <a:rect l="l" t="t" r="r" b="b"/>
                <a:pathLst>
                  <a:path w="16215" h="4409" extrusionOk="0">
                    <a:moveTo>
                      <a:pt x="1" y="1"/>
                    </a:moveTo>
                    <a:lnTo>
                      <a:pt x="191" y="191"/>
                    </a:lnTo>
                    <a:lnTo>
                      <a:pt x="966" y="980"/>
                    </a:lnTo>
                    <a:lnTo>
                      <a:pt x="1347" y="1361"/>
                    </a:lnTo>
                    <a:lnTo>
                      <a:pt x="1728" y="1742"/>
                    </a:lnTo>
                    <a:lnTo>
                      <a:pt x="2109" y="2096"/>
                    </a:lnTo>
                    <a:lnTo>
                      <a:pt x="2504" y="2449"/>
                    </a:lnTo>
                    <a:lnTo>
                      <a:pt x="2912" y="2776"/>
                    </a:lnTo>
                    <a:lnTo>
                      <a:pt x="3347" y="3089"/>
                    </a:lnTo>
                    <a:lnTo>
                      <a:pt x="3565" y="3238"/>
                    </a:lnTo>
                    <a:lnTo>
                      <a:pt x="3782" y="3374"/>
                    </a:lnTo>
                    <a:lnTo>
                      <a:pt x="4013" y="3497"/>
                    </a:lnTo>
                    <a:lnTo>
                      <a:pt x="4258" y="3633"/>
                    </a:lnTo>
                    <a:lnTo>
                      <a:pt x="4503" y="3742"/>
                    </a:lnTo>
                    <a:lnTo>
                      <a:pt x="4748" y="3850"/>
                    </a:lnTo>
                    <a:lnTo>
                      <a:pt x="5020" y="3946"/>
                    </a:lnTo>
                    <a:lnTo>
                      <a:pt x="5278" y="4041"/>
                    </a:lnTo>
                    <a:lnTo>
                      <a:pt x="5564" y="4122"/>
                    </a:lnTo>
                    <a:lnTo>
                      <a:pt x="5850" y="4191"/>
                    </a:lnTo>
                    <a:lnTo>
                      <a:pt x="6149" y="4259"/>
                    </a:lnTo>
                    <a:lnTo>
                      <a:pt x="6448" y="4313"/>
                    </a:lnTo>
                    <a:lnTo>
                      <a:pt x="6775" y="4354"/>
                    </a:lnTo>
                    <a:lnTo>
                      <a:pt x="7101" y="4381"/>
                    </a:lnTo>
                    <a:lnTo>
                      <a:pt x="7441" y="4395"/>
                    </a:lnTo>
                    <a:lnTo>
                      <a:pt x="7795" y="4408"/>
                    </a:lnTo>
                    <a:lnTo>
                      <a:pt x="8271" y="4395"/>
                    </a:lnTo>
                    <a:lnTo>
                      <a:pt x="8747" y="4354"/>
                    </a:lnTo>
                    <a:lnTo>
                      <a:pt x="9223" y="4299"/>
                    </a:lnTo>
                    <a:lnTo>
                      <a:pt x="9686" y="4218"/>
                    </a:lnTo>
                    <a:lnTo>
                      <a:pt x="10148" y="4109"/>
                    </a:lnTo>
                    <a:lnTo>
                      <a:pt x="10611" y="3986"/>
                    </a:lnTo>
                    <a:lnTo>
                      <a:pt x="11060" y="3837"/>
                    </a:lnTo>
                    <a:lnTo>
                      <a:pt x="11495" y="3660"/>
                    </a:lnTo>
                    <a:lnTo>
                      <a:pt x="11930" y="3470"/>
                    </a:lnTo>
                    <a:lnTo>
                      <a:pt x="12352" y="3266"/>
                    </a:lnTo>
                    <a:lnTo>
                      <a:pt x="12760" y="3034"/>
                    </a:lnTo>
                    <a:lnTo>
                      <a:pt x="13168" y="2776"/>
                    </a:lnTo>
                    <a:lnTo>
                      <a:pt x="13549" y="2504"/>
                    </a:lnTo>
                    <a:lnTo>
                      <a:pt x="13930" y="2205"/>
                    </a:lnTo>
                    <a:lnTo>
                      <a:pt x="14283" y="1905"/>
                    </a:lnTo>
                    <a:lnTo>
                      <a:pt x="14637" y="1565"/>
                    </a:lnTo>
                    <a:lnTo>
                      <a:pt x="16215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32"/>
              <p:cNvSpPr/>
              <p:nvPr/>
            </p:nvSpPr>
            <p:spPr>
              <a:xfrm>
                <a:off x="-3597456" y="1659815"/>
                <a:ext cx="235593" cy="133665"/>
              </a:xfrm>
              <a:custGeom>
                <a:avLst/>
                <a:gdLst/>
                <a:ahLst/>
                <a:cxnLst/>
                <a:rect l="l" t="t" r="r" b="b"/>
                <a:pathLst>
                  <a:path w="6666" h="3782" extrusionOk="0">
                    <a:moveTo>
                      <a:pt x="55" y="0"/>
                    </a:moveTo>
                    <a:lnTo>
                      <a:pt x="14" y="558"/>
                    </a:lnTo>
                    <a:lnTo>
                      <a:pt x="1" y="1129"/>
                    </a:lnTo>
                    <a:lnTo>
                      <a:pt x="2884" y="1129"/>
                    </a:lnTo>
                    <a:lnTo>
                      <a:pt x="3156" y="1143"/>
                    </a:lnTo>
                    <a:lnTo>
                      <a:pt x="3415" y="1184"/>
                    </a:lnTo>
                    <a:lnTo>
                      <a:pt x="3673" y="1252"/>
                    </a:lnTo>
                    <a:lnTo>
                      <a:pt x="3918" y="1347"/>
                    </a:lnTo>
                    <a:lnTo>
                      <a:pt x="4149" y="1456"/>
                    </a:lnTo>
                    <a:lnTo>
                      <a:pt x="4367" y="1592"/>
                    </a:lnTo>
                    <a:lnTo>
                      <a:pt x="4571" y="1742"/>
                    </a:lnTo>
                    <a:lnTo>
                      <a:pt x="4762" y="1905"/>
                    </a:lnTo>
                    <a:lnTo>
                      <a:pt x="4925" y="2095"/>
                    </a:lnTo>
                    <a:lnTo>
                      <a:pt x="5074" y="2299"/>
                    </a:lnTo>
                    <a:lnTo>
                      <a:pt x="5210" y="2517"/>
                    </a:lnTo>
                    <a:lnTo>
                      <a:pt x="5319" y="2748"/>
                    </a:lnTo>
                    <a:lnTo>
                      <a:pt x="5414" y="2993"/>
                    </a:lnTo>
                    <a:lnTo>
                      <a:pt x="5482" y="3251"/>
                    </a:lnTo>
                    <a:lnTo>
                      <a:pt x="5523" y="3510"/>
                    </a:lnTo>
                    <a:lnTo>
                      <a:pt x="5537" y="3782"/>
                    </a:lnTo>
                    <a:lnTo>
                      <a:pt x="6666" y="3782"/>
                    </a:lnTo>
                    <a:lnTo>
                      <a:pt x="6666" y="3591"/>
                    </a:lnTo>
                    <a:lnTo>
                      <a:pt x="6652" y="3387"/>
                    </a:lnTo>
                    <a:lnTo>
                      <a:pt x="6625" y="3211"/>
                    </a:lnTo>
                    <a:lnTo>
                      <a:pt x="6598" y="3020"/>
                    </a:lnTo>
                    <a:lnTo>
                      <a:pt x="6543" y="2830"/>
                    </a:lnTo>
                    <a:lnTo>
                      <a:pt x="6503" y="2653"/>
                    </a:lnTo>
                    <a:lnTo>
                      <a:pt x="6435" y="2476"/>
                    </a:lnTo>
                    <a:lnTo>
                      <a:pt x="6367" y="2313"/>
                    </a:lnTo>
                    <a:lnTo>
                      <a:pt x="6299" y="2136"/>
                    </a:lnTo>
                    <a:lnTo>
                      <a:pt x="6217" y="1973"/>
                    </a:lnTo>
                    <a:lnTo>
                      <a:pt x="6122" y="1823"/>
                    </a:lnTo>
                    <a:lnTo>
                      <a:pt x="6027" y="1660"/>
                    </a:lnTo>
                    <a:lnTo>
                      <a:pt x="5918" y="1524"/>
                    </a:lnTo>
                    <a:lnTo>
                      <a:pt x="5809" y="1374"/>
                    </a:lnTo>
                    <a:lnTo>
                      <a:pt x="5686" y="1238"/>
                    </a:lnTo>
                    <a:lnTo>
                      <a:pt x="5564" y="1102"/>
                    </a:lnTo>
                    <a:lnTo>
                      <a:pt x="5428" y="980"/>
                    </a:lnTo>
                    <a:lnTo>
                      <a:pt x="5292" y="857"/>
                    </a:lnTo>
                    <a:lnTo>
                      <a:pt x="5142" y="749"/>
                    </a:lnTo>
                    <a:lnTo>
                      <a:pt x="4993" y="640"/>
                    </a:lnTo>
                    <a:lnTo>
                      <a:pt x="4843" y="545"/>
                    </a:lnTo>
                    <a:lnTo>
                      <a:pt x="4694" y="449"/>
                    </a:lnTo>
                    <a:lnTo>
                      <a:pt x="4530" y="368"/>
                    </a:lnTo>
                    <a:lnTo>
                      <a:pt x="4353" y="300"/>
                    </a:lnTo>
                    <a:lnTo>
                      <a:pt x="4190" y="232"/>
                    </a:lnTo>
                    <a:lnTo>
                      <a:pt x="4013" y="164"/>
                    </a:lnTo>
                    <a:lnTo>
                      <a:pt x="3823" y="109"/>
                    </a:lnTo>
                    <a:lnTo>
                      <a:pt x="3646" y="68"/>
                    </a:lnTo>
                    <a:lnTo>
                      <a:pt x="3456" y="41"/>
                    </a:lnTo>
                    <a:lnTo>
                      <a:pt x="3265" y="14"/>
                    </a:lnTo>
                    <a:lnTo>
                      <a:pt x="3075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32"/>
              <p:cNvSpPr/>
              <p:nvPr/>
            </p:nvSpPr>
            <p:spPr>
              <a:xfrm>
                <a:off x="-3586393" y="1355018"/>
                <a:ext cx="411069" cy="230787"/>
              </a:xfrm>
              <a:custGeom>
                <a:avLst/>
                <a:gdLst/>
                <a:ahLst/>
                <a:cxnLst/>
                <a:rect l="l" t="t" r="r" b="b"/>
                <a:pathLst>
                  <a:path w="11631" h="6530" extrusionOk="0">
                    <a:moveTo>
                      <a:pt x="10502" y="0"/>
                    </a:moveTo>
                    <a:lnTo>
                      <a:pt x="10488" y="272"/>
                    </a:lnTo>
                    <a:lnTo>
                      <a:pt x="10474" y="558"/>
                    </a:lnTo>
                    <a:lnTo>
                      <a:pt x="10434" y="817"/>
                    </a:lnTo>
                    <a:lnTo>
                      <a:pt x="10393" y="1089"/>
                    </a:lnTo>
                    <a:lnTo>
                      <a:pt x="10325" y="1347"/>
                    </a:lnTo>
                    <a:lnTo>
                      <a:pt x="10257" y="1606"/>
                    </a:lnTo>
                    <a:lnTo>
                      <a:pt x="10175" y="1850"/>
                    </a:lnTo>
                    <a:lnTo>
                      <a:pt x="10080" y="2095"/>
                    </a:lnTo>
                    <a:lnTo>
                      <a:pt x="9971" y="2340"/>
                    </a:lnTo>
                    <a:lnTo>
                      <a:pt x="9849" y="2571"/>
                    </a:lnTo>
                    <a:lnTo>
                      <a:pt x="9713" y="2803"/>
                    </a:lnTo>
                    <a:lnTo>
                      <a:pt x="9577" y="3020"/>
                    </a:lnTo>
                    <a:lnTo>
                      <a:pt x="9427" y="3224"/>
                    </a:lnTo>
                    <a:lnTo>
                      <a:pt x="9264" y="3428"/>
                    </a:lnTo>
                    <a:lnTo>
                      <a:pt x="9101" y="3632"/>
                    </a:lnTo>
                    <a:lnTo>
                      <a:pt x="8910" y="3823"/>
                    </a:lnTo>
                    <a:lnTo>
                      <a:pt x="8733" y="4000"/>
                    </a:lnTo>
                    <a:lnTo>
                      <a:pt x="8529" y="4163"/>
                    </a:lnTo>
                    <a:lnTo>
                      <a:pt x="8325" y="4326"/>
                    </a:lnTo>
                    <a:lnTo>
                      <a:pt x="8121" y="4476"/>
                    </a:lnTo>
                    <a:lnTo>
                      <a:pt x="7904" y="4612"/>
                    </a:lnTo>
                    <a:lnTo>
                      <a:pt x="7672" y="4748"/>
                    </a:lnTo>
                    <a:lnTo>
                      <a:pt x="7441" y="4870"/>
                    </a:lnTo>
                    <a:lnTo>
                      <a:pt x="7196" y="4979"/>
                    </a:lnTo>
                    <a:lnTo>
                      <a:pt x="6951" y="5074"/>
                    </a:lnTo>
                    <a:lnTo>
                      <a:pt x="6707" y="5156"/>
                    </a:lnTo>
                    <a:lnTo>
                      <a:pt x="6448" y="5224"/>
                    </a:lnTo>
                    <a:lnTo>
                      <a:pt x="6190" y="5292"/>
                    </a:lnTo>
                    <a:lnTo>
                      <a:pt x="5918" y="5333"/>
                    </a:lnTo>
                    <a:lnTo>
                      <a:pt x="5646" y="5373"/>
                    </a:lnTo>
                    <a:lnTo>
                      <a:pt x="5373" y="5387"/>
                    </a:lnTo>
                    <a:lnTo>
                      <a:pt x="5101" y="5401"/>
                    </a:lnTo>
                    <a:lnTo>
                      <a:pt x="245" y="5401"/>
                    </a:lnTo>
                    <a:lnTo>
                      <a:pt x="109" y="5958"/>
                    </a:lnTo>
                    <a:lnTo>
                      <a:pt x="0" y="6530"/>
                    </a:lnTo>
                    <a:lnTo>
                      <a:pt x="5101" y="6530"/>
                    </a:lnTo>
                    <a:lnTo>
                      <a:pt x="5523" y="6516"/>
                    </a:lnTo>
                    <a:lnTo>
                      <a:pt x="5945" y="6475"/>
                    </a:lnTo>
                    <a:lnTo>
                      <a:pt x="6353" y="6407"/>
                    </a:lnTo>
                    <a:lnTo>
                      <a:pt x="6761" y="6326"/>
                    </a:lnTo>
                    <a:lnTo>
                      <a:pt x="7155" y="6203"/>
                    </a:lnTo>
                    <a:lnTo>
                      <a:pt x="7536" y="6067"/>
                    </a:lnTo>
                    <a:lnTo>
                      <a:pt x="7904" y="5904"/>
                    </a:lnTo>
                    <a:lnTo>
                      <a:pt x="8271" y="5713"/>
                    </a:lnTo>
                    <a:lnTo>
                      <a:pt x="8611" y="5509"/>
                    </a:lnTo>
                    <a:lnTo>
                      <a:pt x="8937" y="5278"/>
                    </a:lnTo>
                    <a:lnTo>
                      <a:pt x="9250" y="5033"/>
                    </a:lnTo>
                    <a:lnTo>
                      <a:pt x="9549" y="4775"/>
                    </a:lnTo>
                    <a:lnTo>
                      <a:pt x="9835" y="4489"/>
                    </a:lnTo>
                    <a:lnTo>
                      <a:pt x="10107" y="4190"/>
                    </a:lnTo>
                    <a:lnTo>
                      <a:pt x="10352" y="3877"/>
                    </a:lnTo>
                    <a:lnTo>
                      <a:pt x="10583" y="3551"/>
                    </a:lnTo>
                    <a:lnTo>
                      <a:pt x="10747" y="3279"/>
                    </a:lnTo>
                    <a:lnTo>
                      <a:pt x="10910" y="2993"/>
                    </a:lnTo>
                    <a:lnTo>
                      <a:pt x="11046" y="2707"/>
                    </a:lnTo>
                    <a:lnTo>
                      <a:pt x="11168" y="2422"/>
                    </a:lnTo>
                    <a:lnTo>
                      <a:pt x="11277" y="2136"/>
                    </a:lnTo>
                    <a:lnTo>
                      <a:pt x="11372" y="1850"/>
                    </a:lnTo>
                    <a:lnTo>
                      <a:pt x="11454" y="1551"/>
                    </a:lnTo>
                    <a:lnTo>
                      <a:pt x="11508" y="1252"/>
                    </a:lnTo>
                    <a:lnTo>
                      <a:pt x="11563" y="939"/>
                    </a:lnTo>
                    <a:lnTo>
                      <a:pt x="11603" y="640"/>
                    </a:lnTo>
                    <a:lnTo>
                      <a:pt x="11631" y="313"/>
                    </a:lnTo>
                    <a:lnTo>
                      <a:pt x="11631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32"/>
              <p:cNvSpPr/>
              <p:nvPr/>
            </p:nvSpPr>
            <p:spPr>
              <a:xfrm>
                <a:off x="-2484966" y="1641048"/>
                <a:ext cx="439908" cy="172648"/>
              </a:xfrm>
              <a:custGeom>
                <a:avLst/>
                <a:gdLst/>
                <a:ahLst/>
                <a:cxnLst/>
                <a:rect l="l" t="t" r="r" b="b"/>
                <a:pathLst>
                  <a:path w="12447" h="4885" extrusionOk="0">
                    <a:moveTo>
                      <a:pt x="0" y="1"/>
                    </a:moveTo>
                    <a:lnTo>
                      <a:pt x="14" y="246"/>
                    </a:lnTo>
                    <a:lnTo>
                      <a:pt x="27" y="491"/>
                    </a:lnTo>
                    <a:lnTo>
                      <a:pt x="54" y="735"/>
                    </a:lnTo>
                    <a:lnTo>
                      <a:pt x="109" y="980"/>
                    </a:lnTo>
                    <a:lnTo>
                      <a:pt x="150" y="1212"/>
                    </a:lnTo>
                    <a:lnTo>
                      <a:pt x="218" y="1443"/>
                    </a:lnTo>
                    <a:lnTo>
                      <a:pt x="299" y="1660"/>
                    </a:lnTo>
                    <a:lnTo>
                      <a:pt x="381" y="1878"/>
                    </a:lnTo>
                    <a:lnTo>
                      <a:pt x="476" y="2096"/>
                    </a:lnTo>
                    <a:lnTo>
                      <a:pt x="585" y="2300"/>
                    </a:lnTo>
                    <a:lnTo>
                      <a:pt x="694" y="2504"/>
                    </a:lnTo>
                    <a:lnTo>
                      <a:pt x="816" y="2708"/>
                    </a:lnTo>
                    <a:lnTo>
                      <a:pt x="952" y="2898"/>
                    </a:lnTo>
                    <a:lnTo>
                      <a:pt x="1102" y="3075"/>
                    </a:lnTo>
                    <a:lnTo>
                      <a:pt x="1251" y="3252"/>
                    </a:lnTo>
                    <a:lnTo>
                      <a:pt x="1401" y="3415"/>
                    </a:lnTo>
                    <a:lnTo>
                      <a:pt x="1564" y="3578"/>
                    </a:lnTo>
                    <a:lnTo>
                      <a:pt x="1741" y="3728"/>
                    </a:lnTo>
                    <a:lnTo>
                      <a:pt x="1918" y="3878"/>
                    </a:lnTo>
                    <a:lnTo>
                      <a:pt x="2108" y="4014"/>
                    </a:lnTo>
                    <a:lnTo>
                      <a:pt x="2312" y="4150"/>
                    </a:lnTo>
                    <a:lnTo>
                      <a:pt x="2503" y="4258"/>
                    </a:lnTo>
                    <a:lnTo>
                      <a:pt x="2707" y="4367"/>
                    </a:lnTo>
                    <a:lnTo>
                      <a:pt x="2925" y="4476"/>
                    </a:lnTo>
                    <a:lnTo>
                      <a:pt x="3142" y="4558"/>
                    </a:lnTo>
                    <a:lnTo>
                      <a:pt x="3360" y="4639"/>
                    </a:lnTo>
                    <a:lnTo>
                      <a:pt x="3591" y="4707"/>
                    </a:lnTo>
                    <a:lnTo>
                      <a:pt x="3822" y="4762"/>
                    </a:lnTo>
                    <a:lnTo>
                      <a:pt x="4054" y="4816"/>
                    </a:lnTo>
                    <a:lnTo>
                      <a:pt x="4298" y="4843"/>
                    </a:lnTo>
                    <a:lnTo>
                      <a:pt x="4543" y="4871"/>
                    </a:lnTo>
                    <a:lnTo>
                      <a:pt x="4788" y="4884"/>
                    </a:lnTo>
                    <a:lnTo>
                      <a:pt x="12446" y="4884"/>
                    </a:lnTo>
                    <a:lnTo>
                      <a:pt x="12446" y="3742"/>
                    </a:lnTo>
                    <a:lnTo>
                      <a:pt x="4693" y="3742"/>
                    </a:lnTo>
                    <a:lnTo>
                      <a:pt x="4503" y="3728"/>
                    </a:lnTo>
                    <a:lnTo>
                      <a:pt x="4312" y="3701"/>
                    </a:lnTo>
                    <a:lnTo>
                      <a:pt x="4122" y="3674"/>
                    </a:lnTo>
                    <a:lnTo>
                      <a:pt x="3945" y="3619"/>
                    </a:lnTo>
                    <a:lnTo>
                      <a:pt x="3768" y="3578"/>
                    </a:lnTo>
                    <a:lnTo>
                      <a:pt x="3591" y="3510"/>
                    </a:lnTo>
                    <a:lnTo>
                      <a:pt x="3428" y="3442"/>
                    </a:lnTo>
                    <a:lnTo>
                      <a:pt x="3265" y="3374"/>
                    </a:lnTo>
                    <a:lnTo>
                      <a:pt x="3101" y="3293"/>
                    </a:lnTo>
                    <a:lnTo>
                      <a:pt x="2938" y="3197"/>
                    </a:lnTo>
                    <a:lnTo>
                      <a:pt x="2789" y="3102"/>
                    </a:lnTo>
                    <a:lnTo>
                      <a:pt x="2639" y="2993"/>
                    </a:lnTo>
                    <a:lnTo>
                      <a:pt x="2503" y="2885"/>
                    </a:lnTo>
                    <a:lnTo>
                      <a:pt x="2367" y="2776"/>
                    </a:lnTo>
                    <a:lnTo>
                      <a:pt x="2231" y="2653"/>
                    </a:lnTo>
                    <a:lnTo>
                      <a:pt x="2108" y="2517"/>
                    </a:lnTo>
                    <a:lnTo>
                      <a:pt x="2000" y="2381"/>
                    </a:lnTo>
                    <a:lnTo>
                      <a:pt x="1891" y="2245"/>
                    </a:lnTo>
                    <a:lnTo>
                      <a:pt x="1782" y="2096"/>
                    </a:lnTo>
                    <a:lnTo>
                      <a:pt x="1687" y="1946"/>
                    </a:lnTo>
                    <a:lnTo>
                      <a:pt x="1592" y="1783"/>
                    </a:lnTo>
                    <a:lnTo>
                      <a:pt x="1510" y="1620"/>
                    </a:lnTo>
                    <a:lnTo>
                      <a:pt x="1442" y="1456"/>
                    </a:lnTo>
                    <a:lnTo>
                      <a:pt x="1374" y="1293"/>
                    </a:lnTo>
                    <a:lnTo>
                      <a:pt x="1306" y="1116"/>
                    </a:lnTo>
                    <a:lnTo>
                      <a:pt x="1265" y="939"/>
                    </a:lnTo>
                    <a:lnTo>
                      <a:pt x="1224" y="763"/>
                    </a:lnTo>
                    <a:lnTo>
                      <a:pt x="1183" y="572"/>
                    </a:lnTo>
                    <a:lnTo>
                      <a:pt x="1156" y="382"/>
                    </a:lnTo>
                    <a:lnTo>
                      <a:pt x="1143" y="191"/>
                    </a:lnTo>
                    <a:lnTo>
                      <a:pt x="1143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32"/>
              <p:cNvSpPr/>
              <p:nvPr/>
            </p:nvSpPr>
            <p:spPr>
              <a:xfrm>
                <a:off x="-3538786" y="1388664"/>
                <a:ext cx="189931" cy="39937"/>
              </a:xfrm>
              <a:custGeom>
                <a:avLst/>
                <a:gdLst/>
                <a:ahLst/>
                <a:cxnLst/>
                <a:rect l="l" t="t" r="r" b="b"/>
                <a:pathLst>
                  <a:path w="5374" h="1130" extrusionOk="0">
                    <a:moveTo>
                      <a:pt x="544" y="1"/>
                    </a:moveTo>
                    <a:lnTo>
                      <a:pt x="259" y="558"/>
                    </a:lnTo>
                    <a:lnTo>
                      <a:pt x="0" y="1130"/>
                    </a:lnTo>
                    <a:lnTo>
                      <a:pt x="5373" y="1130"/>
                    </a:lnTo>
                    <a:lnTo>
                      <a:pt x="5373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32"/>
              <p:cNvSpPr/>
              <p:nvPr/>
            </p:nvSpPr>
            <p:spPr>
              <a:xfrm>
                <a:off x="-2663342" y="1212232"/>
                <a:ext cx="479350" cy="223117"/>
              </a:xfrm>
              <a:custGeom>
                <a:avLst/>
                <a:gdLst/>
                <a:ahLst/>
                <a:cxnLst/>
                <a:rect l="l" t="t" r="r" b="b"/>
                <a:pathLst>
                  <a:path w="13563" h="6313" extrusionOk="0">
                    <a:moveTo>
                      <a:pt x="5972" y="0"/>
                    </a:moveTo>
                    <a:lnTo>
                      <a:pt x="5618" y="41"/>
                    </a:lnTo>
                    <a:lnTo>
                      <a:pt x="5265" y="82"/>
                    </a:lnTo>
                    <a:lnTo>
                      <a:pt x="4925" y="150"/>
                    </a:lnTo>
                    <a:lnTo>
                      <a:pt x="4598" y="232"/>
                    </a:lnTo>
                    <a:lnTo>
                      <a:pt x="4272" y="341"/>
                    </a:lnTo>
                    <a:lnTo>
                      <a:pt x="3945" y="463"/>
                    </a:lnTo>
                    <a:lnTo>
                      <a:pt x="3632" y="599"/>
                    </a:lnTo>
                    <a:lnTo>
                      <a:pt x="3333" y="749"/>
                    </a:lnTo>
                    <a:lnTo>
                      <a:pt x="3047" y="925"/>
                    </a:lnTo>
                    <a:lnTo>
                      <a:pt x="2762" y="1102"/>
                    </a:lnTo>
                    <a:lnTo>
                      <a:pt x="2490" y="1293"/>
                    </a:lnTo>
                    <a:lnTo>
                      <a:pt x="2231" y="1510"/>
                    </a:lnTo>
                    <a:lnTo>
                      <a:pt x="1986" y="1742"/>
                    </a:lnTo>
                    <a:lnTo>
                      <a:pt x="1742" y="1973"/>
                    </a:lnTo>
                    <a:lnTo>
                      <a:pt x="1524" y="2218"/>
                    </a:lnTo>
                    <a:lnTo>
                      <a:pt x="1320" y="2463"/>
                    </a:lnTo>
                    <a:lnTo>
                      <a:pt x="1129" y="2721"/>
                    </a:lnTo>
                    <a:lnTo>
                      <a:pt x="966" y="2979"/>
                    </a:lnTo>
                    <a:lnTo>
                      <a:pt x="803" y="3251"/>
                    </a:lnTo>
                    <a:lnTo>
                      <a:pt x="626" y="3605"/>
                    </a:lnTo>
                    <a:lnTo>
                      <a:pt x="463" y="3959"/>
                    </a:lnTo>
                    <a:lnTo>
                      <a:pt x="327" y="4326"/>
                    </a:lnTo>
                    <a:lnTo>
                      <a:pt x="218" y="4707"/>
                    </a:lnTo>
                    <a:lnTo>
                      <a:pt x="123" y="5101"/>
                    </a:lnTo>
                    <a:lnTo>
                      <a:pt x="55" y="5496"/>
                    </a:lnTo>
                    <a:lnTo>
                      <a:pt x="14" y="5904"/>
                    </a:lnTo>
                    <a:lnTo>
                      <a:pt x="0" y="6312"/>
                    </a:lnTo>
                    <a:lnTo>
                      <a:pt x="1143" y="6312"/>
                    </a:lnTo>
                    <a:lnTo>
                      <a:pt x="1157" y="6054"/>
                    </a:lnTo>
                    <a:lnTo>
                      <a:pt x="1170" y="5782"/>
                    </a:lnTo>
                    <a:lnTo>
                      <a:pt x="1198" y="5523"/>
                    </a:lnTo>
                    <a:lnTo>
                      <a:pt x="1252" y="5265"/>
                    </a:lnTo>
                    <a:lnTo>
                      <a:pt x="1306" y="5020"/>
                    </a:lnTo>
                    <a:lnTo>
                      <a:pt x="1374" y="4775"/>
                    </a:lnTo>
                    <a:lnTo>
                      <a:pt x="1456" y="4530"/>
                    </a:lnTo>
                    <a:lnTo>
                      <a:pt x="1551" y="4299"/>
                    </a:lnTo>
                    <a:lnTo>
                      <a:pt x="1660" y="4068"/>
                    </a:lnTo>
                    <a:lnTo>
                      <a:pt x="1769" y="3850"/>
                    </a:lnTo>
                    <a:lnTo>
                      <a:pt x="1891" y="3632"/>
                    </a:lnTo>
                    <a:lnTo>
                      <a:pt x="2027" y="3415"/>
                    </a:lnTo>
                    <a:lnTo>
                      <a:pt x="2177" y="3211"/>
                    </a:lnTo>
                    <a:lnTo>
                      <a:pt x="2327" y="3020"/>
                    </a:lnTo>
                    <a:lnTo>
                      <a:pt x="2490" y="2830"/>
                    </a:lnTo>
                    <a:lnTo>
                      <a:pt x="2667" y="2653"/>
                    </a:lnTo>
                    <a:lnTo>
                      <a:pt x="2843" y="2476"/>
                    </a:lnTo>
                    <a:lnTo>
                      <a:pt x="3034" y="2313"/>
                    </a:lnTo>
                    <a:lnTo>
                      <a:pt x="3224" y="2163"/>
                    </a:lnTo>
                    <a:lnTo>
                      <a:pt x="3428" y="2014"/>
                    </a:lnTo>
                    <a:lnTo>
                      <a:pt x="3646" y="1878"/>
                    </a:lnTo>
                    <a:lnTo>
                      <a:pt x="3864" y="1755"/>
                    </a:lnTo>
                    <a:lnTo>
                      <a:pt x="4081" y="1646"/>
                    </a:lnTo>
                    <a:lnTo>
                      <a:pt x="4313" y="1538"/>
                    </a:lnTo>
                    <a:lnTo>
                      <a:pt x="4544" y="1442"/>
                    </a:lnTo>
                    <a:lnTo>
                      <a:pt x="4789" y="1361"/>
                    </a:lnTo>
                    <a:lnTo>
                      <a:pt x="5033" y="1293"/>
                    </a:lnTo>
                    <a:lnTo>
                      <a:pt x="5292" y="1238"/>
                    </a:lnTo>
                    <a:lnTo>
                      <a:pt x="5537" y="1197"/>
                    </a:lnTo>
                    <a:lnTo>
                      <a:pt x="5795" y="1157"/>
                    </a:lnTo>
                    <a:lnTo>
                      <a:pt x="6067" y="1143"/>
                    </a:lnTo>
                    <a:lnTo>
                      <a:pt x="6326" y="1129"/>
                    </a:lnTo>
                    <a:lnTo>
                      <a:pt x="13562" y="1129"/>
                    </a:lnTo>
                    <a:lnTo>
                      <a:pt x="13331" y="844"/>
                    </a:lnTo>
                    <a:lnTo>
                      <a:pt x="13086" y="558"/>
                    </a:lnTo>
                    <a:lnTo>
                      <a:pt x="12855" y="273"/>
                    </a:lnTo>
                    <a:lnTo>
                      <a:pt x="12596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32"/>
              <p:cNvSpPr/>
              <p:nvPr/>
            </p:nvSpPr>
            <p:spPr>
              <a:xfrm>
                <a:off x="-2390742" y="1355018"/>
                <a:ext cx="291364" cy="40432"/>
              </a:xfrm>
              <a:custGeom>
                <a:avLst/>
                <a:gdLst/>
                <a:ahLst/>
                <a:cxnLst/>
                <a:rect l="l" t="t" r="r" b="b"/>
                <a:pathLst>
                  <a:path w="8244" h="1144" extrusionOk="0">
                    <a:moveTo>
                      <a:pt x="0" y="0"/>
                    </a:moveTo>
                    <a:lnTo>
                      <a:pt x="0" y="1143"/>
                    </a:lnTo>
                    <a:lnTo>
                      <a:pt x="8243" y="1143"/>
                    </a:lnTo>
                    <a:lnTo>
                      <a:pt x="7985" y="558"/>
                    </a:lnTo>
                    <a:lnTo>
                      <a:pt x="7699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32"/>
              <p:cNvSpPr/>
              <p:nvPr/>
            </p:nvSpPr>
            <p:spPr>
              <a:xfrm>
                <a:off x="-3103715" y="1620867"/>
                <a:ext cx="144728" cy="297124"/>
              </a:xfrm>
              <a:custGeom>
                <a:avLst/>
                <a:gdLst/>
                <a:ahLst/>
                <a:cxnLst/>
                <a:rect l="l" t="t" r="r" b="b"/>
                <a:pathLst>
                  <a:path w="4095" h="8407" extrusionOk="0">
                    <a:moveTo>
                      <a:pt x="4095" y="1"/>
                    </a:moveTo>
                    <a:lnTo>
                      <a:pt x="3755" y="28"/>
                    </a:lnTo>
                    <a:lnTo>
                      <a:pt x="3428" y="69"/>
                    </a:lnTo>
                    <a:lnTo>
                      <a:pt x="3102" y="123"/>
                    </a:lnTo>
                    <a:lnTo>
                      <a:pt x="2789" y="218"/>
                    </a:lnTo>
                    <a:lnTo>
                      <a:pt x="2490" y="341"/>
                    </a:lnTo>
                    <a:lnTo>
                      <a:pt x="2204" y="477"/>
                    </a:lnTo>
                    <a:lnTo>
                      <a:pt x="1932" y="626"/>
                    </a:lnTo>
                    <a:lnTo>
                      <a:pt x="1660" y="817"/>
                    </a:lnTo>
                    <a:lnTo>
                      <a:pt x="1415" y="1007"/>
                    </a:lnTo>
                    <a:lnTo>
                      <a:pt x="1184" y="1225"/>
                    </a:lnTo>
                    <a:lnTo>
                      <a:pt x="966" y="1470"/>
                    </a:lnTo>
                    <a:lnTo>
                      <a:pt x="776" y="1715"/>
                    </a:lnTo>
                    <a:lnTo>
                      <a:pt x="599" y="1973"/>
                    </a:lnTo>
                    <a:lnTo>
                      <a:pt x="449" y="2259"/>
                    </a:lnTo>
                    <a:lnTo>
                      <a:pt x="313" y="2544"/>
                    </a:lnTo>
                    <a:lnTo>
                      <a:pt x="205" y="2857"/>
                    </a:lnTo>
                    <a:lnTo>
                      <a:pt x="123" y="3116"/>
                    </a:lnTo>
                    <a:lnTo>
                      <a:pt x="68" y="3401"/>
                    </a:lnTo>
                    <a:lnTo>
                      <a:pt x="28" y="3687"/>
                    </a:lnTo>
                    <a:lnTo>
                      <a:pt x="14" y="3973"/>
                    </a:lnTo>
                    <a:lnTo>
                      <a:pt x="0" y="4095"/>
                    </a:lnTo>
                    <a:lnTo>
                      <a:pt x="0" y="8407"/>
                    </a:lnTo>
                    <a:lnTo>
                      <a:pt x="1143" y="8407"/>
                    </a:lnTo>
                    <a:lnTo>
                      <a:pt x="1143" y="4095"/>
                    </a:lnTo>
                    <a:lnTo>
                      <a:pt x="1157" y="3796"/>
                    </a:lnTo>
                    <a:lnTo>
                      <a:pt x="1198" y="3496"/>
                    </a:lnTo>
                    <a:lnTo>
                      <a:pt x="1279" y="3224"/>
                    </a:lnTo>
                    <a:lnTo>
                      <a:pt x="1374" y="2952"/>
                    </a:lnTo>
                    <a:lnTo>
                      <a:pt x="1497" y="2694"/>
                    </a:lnTo>
                    <a:lnTo>
                      <a:pt x="1646" y="2449"/>
                    </a:lnTo>
                    <a:lnTo>
                      <a:pt x="1823" y="2218"/>
                    </a:lnTo>
                    <a:lnTo>
                      <a:pt x="2014" y="2014"/>
                    </a:lnTo>
                    <a:lnTo>
                      <a:pt x="2218" y="1823"/>
                    </a:lnTo>
                    <a:lnTo>
                      <a:pt x="2449" y="1647"/>
                    </a:lnTo>
                    <a:lnTo>
                      <a:pt x="2694" y="1497"/>
                    </a:lnTo>
                    <a:lnTo>
                      <a:pt x="2952" y="1374"/>
                    </a:lnTo>
                    <a:lnTo>
                      <a:pt x="3224" y="1279"/>
                    </a:lnTo>
                    <a:lnTo>
                      <a:pt x="3496" y="1198"/>
                    </a:lnTo>
                    <a:lnTo>
                      <a:pt x="3796" y="1157"/>
                    </a:lnTo>
                    <a:lnTo>
                      <a:pt x="4095" y="1143"/>
                    </a:lnTo>
                    <a:lnTo>
                      <a:pt x="4095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32"/>
              <p:cNvSpPr/>
              <p:nvPr/>
            </p:nvSpPr>
            <p:spPr>
              <a:xfrm>
                <a:off x="-2999383" y="999750"/>
                <a:ext cx="163000" cy="267331"/>
              </a:xfrm>
              <a:custGeom>
                <a:avLst/>
                <a:gdLst/>
                <a:ahLst/>
                <a:cxnLst/>
                <a:rect l="l" t="t" r="r" b="b"/>
                <a:pathLst>
                  <a:path w="4612" h="7564" extrusionOk="0">
                    <a:moveTo>
                      <a:pt x="1143" y="0"/>
                    </a:moveTo>
                    <a:lnTo>
                      <a:pt x="572" y="68"/>
                    </a:lnTo>
                    <a:lnTo>
                      <a:pt x="0" y="150"/>
                    </a:lnTo>
                    <a:lnTo>
                      <a:pt x="0" y="2952"/>
                    </a:lnTo>
                    <a:lnTo>
                      <a:pt x="14" y="3183"/>
                    </a:lnTo>
                    <a:lnTo>
                      <a:pt x="27" y="3428"/>
                    </a:lnTo>
                    <a:lnTo>
                      <a:pt x="55" y="3659"/>
                    </a:lnTo>
                    <a:lnTo>
                      <a:pt x="95" y="3877"/>
                    </a:lnTo>
                    <a:lnTo>
                      <a:pt x="150" y="4108"/>
                    </a:lnTo>
                    <a:lnTo>
                      <a:pt x="204" y="4326"/>
                    </a:lnTo>
                    <a:lnTo>
                      <a:pt x="286" y="4530"/>
                    </a:lnTo>
                    <a:lnTo>
                      <a:pt x="368" y="4747"/>
                    </a:lnTo>
                    <a:lnTo>
                      <a:pt x="463" y="4951"/>
                    </a:lnTo>
                    <a:lnTo>
                      <a:pt x="558" y="5142"/>
                    </a:lnTo>
                    <a:lnTo>
                      <a:pt x="667" y="5346"/>
                    </a:lnTo>
                    <a:lnTo>
                      <a:pt x="789" y="5523"/>
                    </a:lnTo>
                    <a:lnTo>
                      <a:pt x="925" y="5713"/>
                    </a:lnTo>
                    <a:lnTo>
                      <a:pt x="1061" y="5890"/>
                    </a:lnTo>
                    <a:lnTo>
                      <a:pt x="1197" y="6053"/>
                    </a:lnTo>
                    <a:lnTo>
                      <a:pt x="1361" y="6216"/>
                    </a:lnTo>
                    <a:lnTo>
                      <a:pt x="1510" y="6366"/>
                    </a:lnTo>
                    <a:lnTo>
                      <a:pt x="1687" y="6516"/>
                    </a:lnTo>
                    <a:lnTo>
                      <a:pt x="1864" y="6652"/>
                    </a:lnTo>
                    <a:lnTo>
                      <a:pt x="2041" y="6774"/>
                    </a:lnTo>
                    <a:lnTo>
                      <a:pt x="2231" y="6897"/>
                    </a:lnTo>
                    <a:lnTo>
                      <a:pt x="2422" y="7005"/>
                    </a:lnTo>
                    <a:lnTo>
                      <a:pt x="2612" y="7114"/>
                    </a:lnTo>
                    <a:lnTo>
                      <a:pt x="2816" y="7196"/>
                    </a:lnTo>
                    <a:lnTo>
                      <a:pt x="3034" y="7277"/>
                    </a:lnTo>
                    <a:lnTo>
                      <a:pt x="3251" y="7359"/>
                    </a:lnTo>
                    <a:lnTo>
                      <a:pt x="3469" y="7414"/>
                    </a:lnTo>
                    <a:lnTo>
                      <a:pt x="3687" y="7468"/>
                    </a:lnTo>
                    <a:lnTo>
                      <a:pt x="3918" y="7509"/>
                    </a:lnTo>
                    <a:lnTo>
                      <a:pt x="4149" y="7536"/>
                    </a:lnTo>
                    <a:lnTo>
                      <a:pt x="4380" y="7563"/>
                    </a:lnTo>
                    <a:lnTo>
                      <a:pt x="4612" y="7563"/>
                    </a:lnTo>
                    <a:lnTo>
                      <a:pt x="4612" y="6434"/>
                    </a:lnTo>
                    <a:lnTo>
                      <a:pt x="4435" y="6421"/>
                    </a:lnTo>
                    <a:lnTo>
                      <a:pt x="4258" y="6407"/>
                    </a:lnTo>
                    <a:lnTo>
                      <a:pt x="4081" y="6393"/>
                    </a:lnTo>
                    <a:lnTo>
                      <a:pt x="3918" y="6353"/>
                    </a:lnTo>
                    <a:lnTo>
                      <a:pt x="3755" y="6312"/>
                    </a:lnTo>
                    <a:lnTo>
                      <a:pt x="3578" y="6271"/>
                    </a:lnTo>
                    <a:lnTo>
                      <a:pt x="3428" y="6216"/>
                    </a:lnTo>
                    <a:lnTo>
                      <a:pt x="3265" y="6148"/>
                    </a:lnTo>
                    <a:lnTo>
                      <a:pt x="3115" y="6080"/>
                    </a:lnTo>
                    <a:lnTo>
                      <a:pt x="2966" y="6012"/>
                    </a:lnTo>
                    <a:lnTo>
                      <a:pt x="2666" y="5836"/>
                    </a:lnTo>
                    <a:lnTo>
                      <a:pt x="2408" y="5632"/>
                    </a:lnTo>
                    <a:lnTo>
                      <a:pt x="2163" y="5414"/>
                    </a:lnTo>
                    <a:lnTo>
                      <a:pt x="1932" y="5169"/>
                    </a:lnTo>
                    <a:lnTo>
                      <a:pt x="1728" y="4897"/>
                    </a:lnTo>
                    <a:lnTo>
                      <a:pt x="1565" y="4611"/>
                    </a:lnTo>
                    <a:lnTo>
                      <a:pt x="1483" y="4462"/>
                    </a:lnTo>
                    <a:lnTo>
                      <a:pt x="1415" y="4299"/>
                    </a:lnTo>
                    <a:lnTo>
                      <a:pt x="1347" y="4149"/>
                    </a:lnTo>
                    <a:lnTo>
                      <a:pt x="1293" y="3986"/>
                    </a:lnTo>
                    <a:lnTo>
                      <a:pt x="1252" y="3822"/>
                    </a:lnTo>
                    <a:lnTo>
                      <a:pt x="1211" y="3646"/>
                    </a:lnTo>
                    <a:lnTo>
                      <a:pt x="1184" y="3482"/>
                    </a:lnTo>
                    <a:lnTo>
                      <a:pt x="1156" y="3306"/>
                    </a:lnTo>
                    <a:lnTo>
                      <a:pt x="1143" y="3129"/>
                    </a:lnTo>
                    <a:lnTo>
                      <a:pt x="1143" y="2952"/>
                    </a:lnTo>
                    <a:lnTo>
                      <a:pt x="1143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32"/>
              <p:cNvSpPr/>
              <p:nvPr/>
            </p:nvSpPr>
            <p:spPr>
              <a:xfrm>
                <a:off x="-2773435" y="997807"/>
                <a:ext cx="162045" cy="151973"/>
              </a:xfrm>
              <a:custGeom>
                <a:avLst/>
                <a:gdLst/>
                <a:ahLst/>
                <a:cxnLst/>
                <a:rect l="l" t="t" r="r" b="b"/>
                <a:pathLst>
                  <a:path w="4585" h="4300" extrusionOk="0">
                    <a:moveTo>
                      <a:pt x="3456" y="1"/>
                    </a:moveTo>
                    <a:lnTo>
                      <a:pt x="3415" y="327"/>
                    </a:lnTo>
                    <a:lnTo>
                      <a:pt x="3333" y="640"/>
                    </a:lnTo>
                    <a:lnTo>
                      <a:pt x="3238" y="953"/>
                    </a:lnTo>
                    <a:lnTo>
                      <a:pt x="3102" y="1239"/>
                    </a:lnTo>
                    <a:lnTo>
                      <a:pt x="2952" y="1511"/>
                    </a:lnTo>
                    <a:lnTo>
                      <a:pt x="2775" y="1783"/>
                    </a:lnTo>
                    <a:lnTo>
                      <a:pt x="2571" y="2014"/>
                    </a:lnTo>
                    <a:lnTo>
                      <a:pt x="2340" y="2245"/>
                    </a:lnTo>
                    <a:lnTo>
                      <a:pt x="2109" y="2449"/>
                    </a:lnTo>
                    <a:lnTo>
                      <a:pt x="1850" y="2626"/>
                    </a:lnTo>
                    <a:lnTo>
                      <a:pt x="1565" y="2776"/>
                    </a:lnTo>
                    <a:lnTo>
                      <a:pt x="1279" y="2912"/>
                    </a:lnTo>
                    <a:lnTo>
                      <a:pt x="980" y="3020"/>
                    </a:lnTo>
                    <a:lnTo>
                      <a:pt x="653" y="3102"/>
                    </a:lnTo>
                    <a:lnTo>
                      <a:pt x="327" y="3143"/>
                    </a:lnTo>
                    <a:lnTo>
                      <a:pt x="0" y="3157"/>
                    </a:lnTo>
                    <a:lnTo>
                      <a:pt x="0" y="4299"/>
                    </a:lnTo>
                    <a:lnTo>
                      <a:pt x="218" y="4286"/>
                    </a:lnTo>
                    <a:lnTo>
                      <a:pt x="436" y="4272"/>
                    </a:lnTo>
                    <a:lnTo>
                      <a:pt x="653" y="4245"/>
                    </a:lnTo>
                    <a:lnTo>
                      <a:pt x="871" y="4218"/>
                    </a:lnTo>
                    <a:lnTo>
                      <a:pt x="1089" y="4163"/>
                    </a:lnTo>
                    <a:lnTo>
                      <a:pt x="1293" y="4109"/>
                    </a:lnTo>
                    <a:lnTo>
                      <a:pt x="1497" y="4041"/>
                    </a:lnTo>
                    <a:lnTo>
                      <a:pt x="1701" y="3973"/>
                    </a:lnTo>
                    <a:lnTo>
                      <a:pt x="1891" y="3891"/>
                    </a:lnTo>
                    <a:lnTo>
                      <a:pt x="2082" y="3796"/>
                    </a:lnTo>
                    <a:lnTo>
                      <a:pt x="2259" y="3701"/>
                    </a:lnTo>
                    <a:lnTo>
                      <a:pt x="2449" y="3592"/>
                    </a:lnTo>
                    <a:lnTo>
                      <a:pt x="2626" y="3483"/>
                    </a:lnTo>
                    <a:lnTo>
                      <a:pt x="2789" y="3347"/>
                    </a:lnTo>
                    <a:lnTo>
                      <a:pt x="2952" y="3225"/>
                    </a:lnTo>
                    <a:lnTo>
                      <a:pt x="3102" y="3089"/>
                    </a:lnTo>
                    <a:lnTo>
                      <a:pt x="3265" y="2939"/>
                    </a:lnTo>
                    <a:lnTo>
                      <a:pt x="3401" y="2789"/>
                    </a:lnTo>
                    <a:lnTo>
                      <a:pt x="3537" y="2640"/>
                    </a:lnTo>
                    <a:lnTo>
                      <a:pt x="3673" y="2476"/>
                    </a:lnTo>
                    <a:lnTo>
                      <a:pt x="3796" y="2300"/>
                    </a:lnTo>
                    <a:lnTo>
                      <a:pt x="3904" y="2123"/>
                    </a:lnTo>
                    <a:lnTo>
                      <a:pt x="4013" y="1946"/>
                    </a:lnTo>
                    <a:lnTo>
                      <a:pt x="4108" y="1755"/>
                    </a:lnTo>
                    <a:lnTo>
                      <a:pt x="4204" y="1565"/>
                    </a:lnTo>
                    <a:lnTo>
                      <a:pt x="4285" y="1375"/>
                    </a:lnTo>
                    <a:lnTo>
                      <a:pt x="4367" y="1184"/>
                    </a:lnTo>
                    <a:lnTo>
                      <a:pt x="4421" y="980"/>
                    </a:lnTo>
                    <a:lnTo>
                      <a:pt x="4476" y="762"/>
                    </a:lnTo>
                    <a:lnTo>
                      <a:pt x="4530" y="558"/>
                    </a:lnTo>
                    <a:lnTo>
                      <a:pt x="4557" y="341"/>
                    </a:lnTo>
                    <a:lnTo>
                      <a:pt x="4585" y="123"/>
                    </a:lnTo>
                    <a:lnTo>
                      <a:pt x="4027" y="55"/>
                    </a:lnTo>
                    <a:lnTo>
                      <a:pt x="3456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32"/>
              <p:cNvSpPr/>
              <p:nvPr/>
            </p:nvSpPr>
            <p:spPr>
              <a:xfrm>
                <a:off x="-3429683" y="1212232"/>
                <a:ext cx="410114" cy="177914"/>
              </a:xfrm>
              <a:custGeom>
                <a:avLst/>
                <a:gdLst/>
                <a:ahLst/>
                <a:cxnLst/>
                <a:rect l="l" t="t" r="r" b="b"/>
                <a:pathLst>
                  <a:path w="11604" h="5034" extrusionOk="0">
                    <a:moveTo>
                      <a:pt x="1035" y="0"/>
                    </a:moveTo>
                    <a:lnTo>
                      <a:pt x="763" y="273"/>
                    </a:lnTo>
                    <a:lnTo>
                      <a:pt x="504" y="558"/>
                    </a:lnTo>
                    <a:lnTo>
                      <a:pt x="1" y="1129"/>
                    </a:lnTo>
                    <a:lnTo>
                      <a:pt x="6571" y="1129"/>
                    </a:lnTo>
                    <a:lnTo>
                      <a:pt x="6761" y="1143"/>
                    </a:lnTo>
                    <a:lnTo>
                      <a:pt x="6965" y="1157"/>
                    </a:lnTo>
                    <a:lnTo>
                      <a:pt x="7156" y="1170"/>
                    </a:lnTo>
                    <a:lnTo>
                      <a:pt x="7346" y="1211"/>
                    </a:lnTo>
                    <a:lnTo>
                      <a:pt x="7537" y="1252"/>
                    </a:lnTo>
                    <a:lnTo>
                      <a:pt x="7727" y="1306"/>
                    </a:lnTo>
                    <a:lnTo>
                      <a:pt x="7904" y="1374"/>
                    </a:lnTo>
                    <a:lnTo>
                      <a:pt x="8081" y="1442"/>
                    </a:lnTo>
                    <a:lnTo>
                      <a:pt x="8258" y="1510"/>
                    </a:lnTo>
                    <a:lnTo>
                      <a:pt x="8421" y="1606"/>
                    </a:lnTo>
                    <a:lnTo>
                      <a:pt x="8584" y="1701"/>
                    </a:lnTo>
                    <a:lnTo>
                      <a:pt x="8747" y="1796"/>
                    </a:lnTo>
                    <a:lnTo>
                      <a:pt x="8897" y="1905"/>
                    </a:lnTo>
                    <a:lnTo>
                      <a:pt x="9047" y="2027"/>
                    </a:lnTo>
                    <a:lnTo>
                      <a:pt x="9196" y="2150"/>
                    </a:lnTo>
                    <a:lnTo>
                      <a:pt x="9332" y="2272"/>
                    </a:lnTo>
                    <a:lnTo>
                      <a:pt x="9455" y="2408"/>
                    </a:lnTo>
                    <a:lnTo>
                      <a:pt x="9577" y="2558"/>
                    </a:lnTo>
                    <a:lnTo>
                      <a:pt x="9700" y="2707"/>
                    </a:lnTo>
                    <a:lnTo>
                      <a:pt x="9808" y="2857"/>
                    </a:lnTo>
                    <a:lnTo>
                      <a:pt x="9904" y="3007"/>
                    </a:lnTo>
                    <a:lnTo>
                      <a:pt x="9999" y="3170"/>
                    </a:lnTo>
                    <a:lnTo>
                      <a:pt x="10094" y="3347"/>
                    </a:lnTo>
                    <a:lnTo>
                      <a:pt x="10162" y="3524"/>
                    </a:lnTo>
                    <a:lnTo>
                      <a:pt x="10230" y="3700"/>
                    </a:lnTo>
                    <a:lnTo>
                      <a:pt x="10298" y="3877"/>
                    </a:lnTo>
                    <a:lnTo>
                      <a:pt x="10353" y="4054"/>
                    </a:lnTo>
                    <a:lnTo>
                      <a:pt x="10393" y="4244"/>
                    </a:lnTo>
                    <a:lnTo>
                      <a:pt x="10434" y="4435"/>
                    </a:lnTo>
                    <a:lnTo>
                      <a:pt x="10448" y="4639"/>
                    </a:lnTo>
                    <a:lnTo>
                      <a:pt x="10475" y="4829"/>
                    </a:lnTo>
                    <a:lnTo>
                      <a:pt x="10475" y="5033"/>
                    </a:lnTo>
                    <a:lnTo>
                      <a:pt x="11604" y="5033"/>
                    </a:lnTo>
                    <a:lnTo>
                      <a:pt x="11604" y="4775"/>
                    </a:lnTo>
                    <a:lnTo>
                      <a:pt x="11590" y="4516"/>
                    </a:lnTo>
                    <a:lnTo>
                      <a:pt x="11550" y="4272"/>
                    </a:lnTo>
                    <a:lnTo>
                      <a:pt x="11509" y="4027"/>
                    </a:lnTo>
                    <a:lnTo>
                      <a:pt x="11454" y="3782"/>
                    </a:lnTo>
                    <a:lnTo>
                      <a:pt x="11386" y="3537"/>
                    </a:lnTo>
                    <a:lnTo>
                      <a:pt x="11305" y="3306"/>
                    </a:lnTo>
                    <a:lnTo>
                      <a:pt x="11209" y="3075"/>
                    </a:lnTo>
                    <a:lnTo>
                      <a:pt x="11114" y="2857"/>
                    </a:lnTo>
                    <a:lnTo>
                      <a:pt x="11005" y="2639"/>
                    </a:lnTo>
                    <a:lnTo>
                      <a:pt x="10883" y="2422"/>
                    </a:lnTo>
                    <a:lnTo>
                      <a:pt x="10747" y="2218"/>
                    </a:lnTo>
                    <a:lnTo>
                      <a:pt x="10611" y="2027"/>
                    </a:lnTo>
                    <a:lnTo>
                      <a:pt x="10461" y="1837"/>
                    </a:lnTo>
                    <a:lnTo>
                      <a:pt x="10298" y="1646"/>
                    </a:lnTo>
                    <a:lnTo>
                      <a:pt x="10135" y="1470"/>
                    </a:lnTo>
                    <a:lnTo>
                      <a:pt x="9958" y="1306"/>
                    </a:lnTo>
                    <a:lnTo>
                      <a:pt x="9768" y="1143"/>
                    </a:lnTo>
                    <a:lnTo>
                      <a:pt x="9577" y="993"/>
                    </a:lnTo>
                    <a:lnTo>
                      <a:pt x="9387" y="857"/>
                    </a:lnTo>
                    <a:lnTo>
                      <a:pt x="9183" y="721"/>
                    </a:lnTo>
                    <a:lnTo>
                      <a:pt x="8965" y="599"/>
                    </a:lnTo>
                    <a:lnTo>
                      <a:pt x="8747" y="490"/>
                    </a:lnTo>
                    <a:lnTo>
                      <a:pt x="8530" y="395"/>
                    </a:lnTo>
                    <a:lnTo>
                      <a:pt x="8299" y="300"/>
                    </a:lnTo>
                    <a:lnTo>
                      <a:pt x="8067" y="218"/>
                    </a:lnTo>
                    <a:lnTo>
                      <a:pt x="7822" y="150"/>
                    </a:lnTo>
                    <a:lnTo>
                      <a:pt x="7578" y="96"/>
                    </a:lnTo>
                    <a:lnTo>
                      <a:pt x="7333" y="55"/>
                    </a:lnTo>
                    <a:lnTo>
                      <a:pt x="7074" y="28"/>
                    </a:lnTo>
                    <a:lnTo>
                      <a:pt x="6829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32"/>
              <p:cNvSpPr/>
              <p:nvPr/>
            </p:nvSpPr>
            <p:spPr>
              <a:xfrm>
                <a:off x="-2735936" y="1199261"/>
                <a:ext cx="135609" cy="131757"/>
              </a:xfrm>
              <a:custGeom>
                <a:avLst/>
                <a:gdLst/>
                <a:ahLst/>
                <a:cxnLst/>
                <a:rect l="l" t="t" r="r" b="b"/>
                <a:pathLst>
                  <a:path w="3837" h="3728" extrusionOk="0">
                    <a:moveTo>
                      <a:pt x="0" y="0"/>
                    </a:moveTo>
                    <a:lnTo>
                      <a:pt x="14" y="191"/>
                    </a:lnTo>
                    <a:lnTo>
                      <a:pt x="28" y="381"/>
                    </a:lnTo>
                    <a:lnTo>
                      <a:pt x="41" y="571"/>
                    </a:lnTo>
                    <a:lnTo>
                      <a:pt x="82" y="748"/>
                    </a:lnTo>
                    <a:lnTo>
                      <a:pt x="123" y="939"/>
                    </a:lnTo>
                    <a:lnTo>
                      <a:pt x="177" y="1116"/>
                    </a:lnTo>
                    <a:lnTo>
                      <a:pt x="232" y="1279"/>
                    </a:lnTo>
                    <a:lnTo>
                      <a:pt x="300" y="1456"/>
                    </a:lnTo>
                    <a:lnTo>
                      <a:pt x="368" y="1619"/>
                    </a:lnTo>
                    <a:lnTo>
                      <a:pt x="449" y="1782"/>
                    </a:lnTo>
                    <a:lnTo>
                      <a:pt x="545" y="1932"/>
                    </a:lnTo>
                    <a:lnTo>
                      <a:pt x="640" y="2081"/>
                    </a:lnTo>
                    <a:lnTo>
                      <a:pt x="749" y="2231"/>
                    </a:lnTo>
                    <a:lnTo>
                      <a:pt x="857" y="2381"/>
                    </a:lnTo>
                    <a:lnTo>
                      <a:pt x="980" y="2517"/>
                    </a:lnTo>
                    <a:lnTo>
                      <a:pt x="1102" y="2639"/>
                    </a:lnTo>
                    <a:lnTo>
                      <a:pt x="1225" y="2761"/>
                    </a:lnTo>
                    <a:lnTo>
                      <a:pt x="1361" y="2884"/>
                    </a:lnTo>
                    <a:lnTo>
                      <a:pt x="1497" y="2993"/>
                    </a:lnTo>
                    <a:lnTo>
                      <a:pt x="1646" y="3102"/>
                    </a:lnTo>
                    <a:lnTo>
                      <a:pt x="1796" y="3197"/>
                    </a:lnTo>
                    <a:lnTo>
                      <a:pt x="1959" y="3278"/>
                    </a:lnTo>
                    <a:lnTo>
                      <a:pt x="2122" y="3360"/>
                    </a:lnTo>
                    <a:lnTo>
                      <a:pt x="2286" y="3442"/>
                    </a:lnTo>
                    <a:lnTo>
                      <a:pt x="2449" y="3510"/>
                    </a:lnTo>
                    <a:lnTo>
                      <a:pt x="2626" y="3564"/>
                    </a:lnTo>
                    <a:lnTo>
                      <a:pt x="2803" y="3618"/>
                    </a:lnTo>
                    <a:lnTo>
                      <a:pt x="2979" y="3659"/>
                    </a:lnTo>
                    <a:lnTo>
                      <a:pt x="3170" y="3686"/>
                    </a:lnTo>
                    <a:lnTo>
                      <a:pt x="3347" y="3714"/>
                    </a:lnTo>
                    <a:lnTo>
                      <a:pt x="3537" y="3727"/>
                    </a:lnTo>
                    <a:lnTo>
                      <a:pt x="3836" y="3727"/>
                    </a:lnTo>
                    <a:lnTo>
                      <a:pt x="3836" y="2598"/>
                    </a:lnTo>
                    <a:lnTo>
                      <a:pt x="3728" y="2598"/>
                    </a:lnTo>
                    <a:lnTo>
                      <a:pt x="3469" y="2585"/>
                    </a:lnTo>
                    <a:lnTo>
                      <a:pt x="3211" y="2544"/>
                    </a:lnTo>
                    <a:lnTo>
                      <a:pt x="2966" y="2476"/>
                    </a:lnTo>
                    <a:lnTo>
                      <a:pt x="2721" y="2394"/>
                    </a:lnTo>
                    <a:lnTo>
                      <a:pt x="2503" y="2285"/>
                    </a:lnTo>
                    <a:lnTo>
                      <a:pt x="2286" y="2149"/>
                    </a:lnTo>
                    <a:lnTo>
                      <a:pt x="2082" y="2000"/>
                    </a:lnTo>
                    <a:lnTo>
                      <a:pt x="1905" y="1837"/>
                    </a:lnTo>
                    <a:lnTo>
                      <a:pt x="1728" y="1646"/>
                    </a:lnTo>
                    <a:lnTo>
                      <a:pt x="1578" y="1456"/>
                    </a:lnTo>
                    <a:lnTo>
                      <a:pt x="1456" y="1238"/>
                    </a:lnTo>
                    <a:lnTo>
                      <a:pt x="1347" y="1007"/>
                    </a:lnTo>
                    <a:lnTo>
                      <a:pt x="1252" y="776"/>
                    </a:lnTo>
                    <a:lnTo>
                      <a:pt x="1198" y="531"/>
                    </a:lnTo>
                    <a:lnTo>
                      <a:pt x="1157" y="272"/>
                    </a:lnTo>
                    <a:lnTo>
                      <a:pt x="1143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32"/>
              <p:cNvSpPr/>
              <p:nvPr/>
            </p:nvSpPr>
            <p:spPr>
              <a:xfrm>
                <a:off x="-3195076" y="1579056"/>
                <a:ext cx="113980" cy="184134"/>
              </a:xfrm>
              <a:custGeom>
                <a:avLst/>
                <a:gdLst/>
                <a:ahLst/>
                <a:cxnLst/>
                <a:rect l="l" t="t" r="r" b="b"/>
                <a:pathLst>
                  <a:path w="3225" h="5210" extrusionOk="0">
                    <a:moveTo>
                      <a:pt x="1" y="0"/>
                    </a:moveTo>
                    <a:lnTo>
                      <a:pt x="1" y="2000"/>
                    </a:lnTo>
                    <a:lnTo>
                      <a:pt x="15" y="2163"/>
                    </a:lnTo>
                    <a:lnTo>
                      <a:pt x="28" y="2326"/>
                    </a:lnTo>
                    <a:lnTo>
                      <a:pt x="42" y="2489"/>
                    </a:lnTo>
                    <a:lnTo>
                      <a:pt x="69" y="2653"/>
                    </a:lnTo>
                    <a:lnTo>
                      <a:pt x="151" y="2952"/>
                    </a:lnTo>
                    <a:lnTo>
                      <a:pt x="259" y="3251"/>
                    </a:lnTo>
                    <a:lnTo>
                      <a:pt x="395" y="3537"/>
                    </a:lnTo>
                    <a:lnTo>
                      <a:pt x="559" y="3795"/>
                    </a:lnTo>
                    <a:lnTo>
                      <a:pt x="736" y="4040"/>
                    </a:lnTo>
                    <a:lnTo>
                      <a:pt x="953" y="4271"/>
                    </a:lnTo>
                    <a:lnTo>
                      <a:pt x="1171" y="4475"/>
                    </a:lnTo>
                    <a:lnTo>
                      <a:pt x="1429" y="4666"/>
                    </a:lnTo>
                    <a:lnTo>
                      <a:pt x="1688" y="4829"/>
                    </a:lnTo>
                    <a:lnTo>
                      <a:pt x="1973" y="4965"/>
                    </a:lnTo>
                    <a:lnTo>
                      <a:pt x="2259" y="5074"/>
                    </a:lnTo>
                    <a:lnTo>
                      <a:pt x="2572" y="5142"/>
                    </a:lnTo>
                    <a:lnTo>
                      <a:pt x="2735" y="5183"/>
                    </a:lnTo>
                    <a:lnTo>
                      <a:pt x="2885" y="5196"/>
                    </a:lnTo>
                    <a:lnTo>
                      <a:pt x="3048" y="5210"/>
                    </a:lnTo>
                    <a:lnTo>
                      <a:pt x="3225" y="5210"/>
                    </a:lnTo>
                    <a:lnTo>
                      <a:pt x="3225" y="4081"/>
                    </a:lnTo>
                    <a:lnTo>
                      <a:pt x="3007" y="4067"/>
                    </a:lnTo>
                    <a:lnTo>
                      <a:pt x="2803" y="4040"/>
                    </a:lnTo>
                    <a:lnTo>
                      <a:pt x="2599" y="3986"/>
                    </a:lnTo>
                    <a:lnTo>
                      <a:pt x="2409" y="3918"/>
                    </a:lnTo>
                    <a:lnTo>
                      <a:pt x="2232" y="3822"/>
                    </a:lnTo>
                    <a:lnTo>
                      <a:pt x="2055" y="3727"/>
                    </a:lnTo>
                    <a:lnTo>
                      <a:pt x="1892" y="3605"/>
                    </a:lnTo>
                    <a:lnTo>
                      <a:pt x="1756" y="3469"/>
                    </a:lnTo>
                    <a:lnTo>
                      <a:pt x="1620" y="3319"/>
                    </a:lnTo>
                    <a:lnTo>
                      <a:pt x="1497" y="3156"/>
                    </a:lnTo>
                    <a:lnTo>
                      <a:pt x="1388" y="2993"/>
                    </a:lnTo>
                    <a:lnTo>
                      <a:pt x="1307" y="2802"/>
                    </a:lnTo>
                    <a:lnTo>
                      <a:pt x="1239" y="2612"/>
                    </a:lnTo>
                    <a:lnTo>
                      <a:pt x="1184" y="2421"/>
                    </a:lnTo>
                    <a:lnTo>
                      <a:pt x="1157" y="2217"/>
                    </a:lnTo>
                    <a:lnTo>
                      <a:pt x="1144" y="2000"/>
                    </a:lnTo>
                    <a:lnTo>
                      <a:pt x="1144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32"/>
              <p:cNvSpPr/>
              <p:nvPr/>
            </p:nvSpPr>
            <p:spPr>
              <a:xfrm>
                <a:off x="-2841223" y="1661264"/>
                <a:ext cx="185619" cy="441817"/>
              </a:xfrm>
              <a:custGeom>
                <a:avLst/>
                <a:gdLst/>
                <a:ahLst/>
                <a:cxnLst/>
                <a:rect l="l" t="t" r="r" b="b"/>
                <a:pathLst>
                  <a:path w="5252" h="12501" extrusionOk="0">
                    <a:moveTo>
                      <a:pt x="1" y="0"/>
                    </a:moveTo>
                    <a:lnTo>
                      <a:pt x="1" y="2245"/>
                    </a:lnTo>
                    <a:lnTo>
                      <a:pt x="14" y="2517"/>
                    </a:lnTo>
                    <a:lnTo>
                      <a:pt x="55" y="2775"/>
                    </a:lnTo>
                    <a:lnTo>
                      <a:pt x="109" y="3034"/>
                    </a:lnTo>
                    <a:lnTo>
                      <a:pt x="205" y="3265"/>
                    </a:lnTo>
                    <a:lnTo>
                      <a:pt x="313" y="3496"/>
                    </a:lnTo>
                    <a:lnTo>
                      <a:pt x="449" y="3714"/>
                    </a:lnTo>
                    <a:lnTo>
                      <a:pt x="599" y="3918"/>
                    </a:lnTo>
                    <a:lnTo>
                      <a:pt x="762" y="4108"/>
                    </a:lnTo>
                    <a:lnTo>
                      <a:pt x="953" y="4271"/>
                    </a:lnTo>
                    <a:lnTo>
                      <a:pt x="1157" y="4435"/>
                    </a:lnTo>
                    <a:lnTo>
                      <a:pt x="1374" y="4557"/>
                    </a:lnTo>
                    <a:lnTo>
                      <a:pt x="1606" y="4666"/>
                    </a:lnTo>
                    <a:lnTo>
                      <a:pt x="1850" y="4761"/>
                    </a:lnTo>
                    <a:lnTo>
                      <a:pt x="2095" y="4829"/>
                    </a:lnTo>
                    <a:lnTo>
                      <a:pt x="2354" y="4870"/>
                    </a:lnTo>
                    <a:lnTo>
                      <a:pt x="2626" y="4884"/>
                    </a:lnTo>
                    <a:lnTo>
                      <a:pt x="2775" y="4884"/>
                    </a:lnTo>
                    <a:lnTo>
                      <a:pt x="2925" y="4911"/>
                    </a:lnTo>
                    <a:lnTo>
                      <a:pt x="3075" y="4952"/>
                    </a:lnTo>
                    <a:lnTo>
                      <a:pt x="3211" y="4992"/>
                    </a:lnTo>
                    <a:lnTo>
                      <a:pt x="3333" y="5060"/>
                    </a:lnTo>
                    <a:lnTo>
                      <a:pt x="3456" y="5128"/>
                    </a:lnTo>
                    <a:lnTo>
                      <a:pt x="3578" y="5224"/>
                    </a:lnTo>
                    <a:lnTo>
                      <a:pt x="3687" y="5319"/>
                    </a:lnTo>
                    <a:lnTo>
                      <a:pt x="3782" y="5428"/>
                    </a:lnTo>
                    <a:lnTo>
                      <a:pt x="3864" y="5536"/>
                    </a:lnTo>
                    <a:lnTo>
                      <a:pt x="3945" y="5659"/>
                    </a:lnTo>
                    <a:lnTo>
                      <a:pt x="4000" y="5795"/>
                    </a:lnTo>
                    <a:lnTo>
                      <a:pt x="4054" y="5931"/>
                    </a:lnTo>
                    <a:lnTo>
                      <a:pt x="4095" y="6067"/>
                    </a:lnTo>
                    <a:lnTo>
                      <a:pt x="4109" y="6217"/>
                    </a:lnTo>
                    <a:lnTo>
                      <a:pt x="4122" y="6366"/>
                    </a:lnTo>
                    <a:lnTo>
                      <a:pt x="4122" y="12501"/>
                    </a:lnTo>
                    <a:lnTo>
                      <a:pt x="5251" y="12501"/>
                    </a:lnTo>
                    <a:lnTo>
                      <a:pt x="5251" y="6366"/>
                    </a:lnTo>
                    <a:lnTo>
                      <a:pt x="5238" y="6108"/>
                    </a:lnTo>
                    <a:lnTo>
                      <a:pt x="5197" y="5836"/>
                    </a:lnTo>
                    <a:lnTo>
                      <a:pt x="5142" y="5591"/>
                    </a:lnTo>
                    <a:lnTo>
                      <a:pt x="5047" y="5346"/>
                    </a:lnTo>
                    <a:lnTo>
                      <a:pt x="4938" y="5115"/>
                    </a:lnTo>
                    <a:lnTo>
                      <a:pt x="4802" y="4897"/>
                    </a:lnTo>
                    <a:lnTo>
                      <a:pt x="4653" y="4693"/>
                    </a:lnTo>
                    <a:lnTo>
                      <a:pt x="4489" y="4516"/>
                    </a:lnTo>
                    <a:lnTo>
                      <a:pt x="4299" y="4339"/>
                    </a:lnTo>
                    <a:lnTo>
                      <a:pt x="4095" y="4190"/>
                    </a:lnTo>
                    <a:lnTo>
                      <a:pt x="3877" y="4054"/>
                    </a:lnTo>
                    <a:lnTo>
                      <a:pt x="3646" y="3945"/>
                    </a:lnTo>
                    <a:lnTo>
                      <a:pt x="3401" y="3863"/>
                    </a:lnTo>
                    <a:lnTo>
                      <a:pt x="3156" y="3795"/>
                    </a:lnTo>
                    <a:lnTo>
                      <a:pt x="2898" y="3755"/>
                    </a:lnTo>
                    <a:lnTo>
                      <a:pt x="2626" y="3741"/>
                    </a:lnTo>
                    <a:lnTo>
                      <a:pt x="2476" y="3727"/>
                    </a:lnTo>
                    <a:lnTo>
                      <a:pt x="2327" y="3714"/>
                    </a:lnTo>
                    <a:lnTo>
                      <a:pt x="2177" y="3673"/>
                    </a:lnTo>
                    <a:lnTo>
                      <a:pt x="2041" y="3618"/>
                    </a:lnTo>
                    <a:lnTo>
                      <a:pt x="1918" y="3564"/>
                    </a:lnTo>
                    <a:lnTo>
                      <a:pt x="1796" y="3482"/>
                    </a:lnTo>
                    <a:lnTo>
                      <a:pt x="1674" y="3401"/>
                    </a:lnTo>
                    <a:lnTo>
                      <a:pt x="1565" y="3306"/>
                    </a:lnTo>
                    <a:lnTo>
                      <a:pt x="1470" y="3197"/>
                    </a:lnTo>
                    <a:lnTo>
                      <a:pt x="1388" y="3088"/>
                    </a:lnTo>
                    <a:lnTo>
                      <a:pt x="1306" y="2966"/>
                    </a:lnTo>
                    <a:lnTo>
                      <a:pt x="1252" y="2830"/>
                    </a:lnTo>
                    <a:lnTo>
                      <a:pt x="1198" y="2694"/>
                    </a:lnTo>
                    <a:lnTo>
                      <a:pt x="1157" y="2544"/>
                    </a:lnTo>
                    <a:lnTo>
                      <a:pt x="1143" y="2394"/>
                    </a:lnTo>
                    <a:lnTo>
                      <a:pt x="1130" y="2245"/>
                    </a:lnTo>
                    <a:lnTo>
                      <a:pt x="1130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32"/>
              <p:cNvSpPr/>
              <p:nvPr/>
            </p:nvSpPr>
            <p:spPr>
              <a:xfrm>
                <a:off x="-2675359" y="1846814"/>
                <a:ext cx="133665" cy="155790"/>
              </a:xfrm>
              <a:custGeom>
                <a:avLst/>
                <a:gdLst/>
                <a:ahLst/>
                <a:cxnLst/>
                <a:rect l="l" t="t" r="r" b="b"/>
                <a:pathLst>
                  <a:path w="3782" h="4408" extrusionOk="0">
                    <a:moveTo>
                      <a:pt x="2639" y="1"/>
                    </a:moveTo>
                    <a:lnTo>
                      <a:pt x="2639" y="627"/>
                    </a:lnTo>
                    <a:lnTo>
                      <a:pt x="2626" y="899"/>
                    </a:lnTo>
                    <a:lnTo>
                      <a:pt x="2599" y="1157"/>
                    </a:lnTo>
                    <a:lnTo>
                      <a:pt x="2530" y="1415"/>
                    </a:lnTo>
                    <a:lnTo>
                      <a:pt x="2435" y="1647"/>
                    </a:lnTo>
                    <a:lnTo>
                      <a:pt x="2326" y="1892"/>
                    </a:lnTo>
                    <a:lnTo>
                      <a:pt x="2190" y="2109"/>
                    </a:lnTo>
                    <a:lnTo>
                      <a:pt x="2041" y="2313"/>
                    </a:lnTo>
                    <a:lnTo>
                      <a:pt x="1864" y="2490"/>
                    </a:lnTo>
                    <a:lnTo>
                      <a:pt x="1674" y="2667"/>
                    </a:lnTo>
                    <a:lnTo>
                      <a:pt x="1469" y="2817"/>
                    </a:lnTo>
                    <a:lnTo>
                      <a:pt x="1252" y="2953"/>
                    </a:lnTo>
                    <a:lnTo>
                      <a:pt x="1021" y="3061"/>
                    </a:lnTo>
                    <a:lnTo>
                      <a:pt x="776" y="3157"/>
                    </a:lnTo>
                    <a:lnTo>
                      <a:pt x="531" y="3225"/>
                    </a:lnTo>
                    <a:lnTo>
                      <a:pt x="259" y="3265"/>
                    </a:lnTo>
                    <a:lnTo>
                      <a:pt x="0" y="3279"/>
                    </a:lnTo>
                    <a:lnTo>
                      <a:pt x="0" y="4408"/>
                    </a:lnTo>
                    <a:lnTo>
                      <a:pt x="191" y="4408"/>
                    </a:lnTo>
                    <a:lnTo>
                      <a:pt x="381" y="4394"/>
                    </a:lnTo>
                    <a:lnTo>
                      <a:pt x="572" y="4367"/>
                    </a:lnTo>
                    <a:lnTo>
                      <a:pt x="762" y="4326"/>
                    </a:lnTo>
                    <a:lnTo>
                      <a:pt x="939" y="4286"/>
                    </a:lnTo>
                    <a:lnTo>
                      <a:pt x="1116" y="4245"/>
                    </a:lnTo>
                    <a:lnTo>
                      <a:pt x="1293" y="4177"/>
                    </a:lnTo>
                    <a:lnTo>
                      <a:pt x="1469" y="4109"/>
                    </a:lnTo>
                    <a:lnTo>
                      <a:pt x="1633" y="4041"/>
                    </a:lnTo>
                    <a:lnTo>
                      <a:pt x="1796" y="3946"/>
                    </a:lnTo>
                    <a:lnTo>
                      <a:pt x="1959" y="3864"/>
                    </a:lnTo>
                    <a:lnTo>
                      <a:pt x="2109" y="3769"/>
                    </a:lnTo>
                    <a:lnTo>
                      <a:pt x="2258" y="3660"/>
                    </a:lnTo>
                    <a:lnTo>
                      <a:pt x="2408" y="3537"/>
                    </a:lnTo>
                    <a:lnTo>
                      <a:pt x="2544" y="3429"/>
                    </a:lnTo>
                    <a:lnTo>
                      <a:pt x="2667" y="3293"/>
                    </a:lnTo>
                    <a:lnTo>
                      <a:pt x="2803" y="3170"/>
                    </a:lnTo>
                    <a:lnTo>
                      <a:pt x="2911" y="3034"/>
                    </a:lnTo>
                    <a:lnTo>
                      <a:pt x="3034" y="2885"/>
                    </a:lnTo>
                    <a:lnTo>
                      <a:pt x="3129" y="2735"/>
                    </a:lnTo>
                    <a:lnTo>
                      <a:pt x="3238" y="2585"/>
                    </a:lnTo>
                    <a:lnTo>
                      <a:pt x="3319" y="2422"/>
                    </a:lnTo>
                    <a:lnTo>
                      <a:pt x="3415" y="2259"/>
                    </a:lnTo>
                    <a:lnTo>
                      <a:pt x="3483" y="2096"/>
                    </a:lnTo>
                    <a:lnTo>
                      <a:pt x="3551" y="1919"/>
                    </a:lnTo>
                    <a:lnTo>
                      <a:pt x="3605" y="1742"/>
                    </a:lnTo>
                    <a:lnTo>
                      <a:pt x="3660" y="1565"/>
                    </a:lnTo>
                    <a:lnTo>
                      <a:pt x="3700" y="1388"/>
                    </a:lnTo>
                    <a:lnTo>
                      <a:pt x="3741" y="1198"/>
                    </a:lnTo>
                    <a:lnTo>
                      <a:pt x="3768" y="1007"/>
                    </a:lnTo>
                    <a:lnTo>
                      <a:pt x="3782" y="817"/>
                    </a:lnTo>
                    <a:lnTo>
                      <a:pt x="3782" y="627"/>
                    </a:lnTo>
                    <a:lnTo>
                      <a:pt x="3782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32"/>
              <p:cNvSpPr/>
              <p:nvPr/>
            </p:nvSpPr>
            <p:spPr>
              <a:xfrm>
                <a:off x="-3223421" y="1440583"/>
                <a:ext cx="503383" cy="187068"/>
              </a:xfrm>
              <a:custGeom>
                <a:avLst/>
                <a:gdLst/>
                <a:ahLst/>
                <a:cxnLst/>
                <a:rect l="l" t="t" r="r" b="b"/>
                <a:pathLst>
                  <a:path w="14243" h="5293" extrusionOk="0">
                    <a:moveTo>
                      <a:pt x="0" y="1"/>
                    </a:moveTo>
                    <a:lnTo>
                      <a:pt x="0" y="1130"/>
                    </a:lnTo>
                    <a:lnTo>
                      <a:pt x="8937" y="1130"/>
                    </a:lnTo>
                    <a:lnTo>
                      <a:pt x="9155" y="1143"/>
                    </a:lnTo>
                    <a:lnTo>
                      <a:pt x="9373" y="1157"/>
                    </a:lnTo>
                    <a:lnTo>
                      <a:pt x="9577" y="1184"/>
                    </a:lnTo>
                    <a:lnTo>
                      <a:pt x="9781" y="1211"/>
                    </a:lnTo>
                    <a:lnTo>
                      <a:pt x="9985" y="1266"/>
                    </a:lnTo>
                    <a:lnTo>
                      <a:pt x="10175" y="1320"/>
                    </a:lnTo>
                    <a:lnTo>
                      <a:pt x="10379" y="1388"/>
                    </a:lnTo>
                    <a:lnTo>
                      <a:pt x="10570" y="1456"/>
                    </a:lnTo>
                    <a:lnTo>
                      <a:pt x="10746" y="1538"/>
                    </a:lnTo>
                    <a:lnTo>
                      <a:pt x="10923" y="1633"/>
                    </a:lnTo>
                    <a:lnTo>
                      <a:pt x="11100" y="1742"/>
                    </a:lnTo>
                    <a:lnTo>
                      <a:pt x="11277" y="1837"/>
                    </a:lnTo>
                    <a:lnTo>
                      <a:pt x="11440" y="1959"/>
                    </a:lnTo>
                    <a:lnTo>
                      <a:pt x="11590" y="2082"/>
                    </a:lnTo>
                    <a:lnTo>
                      <a:pt x="11739" y="2218"/>
                    </a:lnTo>
                    <a:lnTo>
                      <a:pt x="11889" y="2354"/>
                    </a:lnTo>
                    <a:lnTo>
                      <a:pt x="12025" y="2504"/>
                    </a:lnTo>
                    <a:lnTo>
                      <a:pt x="12161" y="2653"/>
                    </a:lnTo>
                    <a:lnTo>
                      <a:pt x="12284" y="2803"/>
                    </a:lnTo>
                    <a:lnTo>
                      <a:pt x="12392" y="2966"/>
                    </a:lnTo>
                    <a:lnTo>
                      <a:pt x="12501" y="3143"/>
                    </a:lnTo>
                    <a:lnTo>
                      <a:pt x="12610" y="3320"/>
                    </a:lnTo>
                    <a:lnTo>
                      <a:pt x="12705" y="3497"/>
                    </a:lnTo>
                    <a:lnTo>
                      <a:pt x="12787" y="3673"/>
                    </a:lnTo>
                    <a:lnTo>
                      <a:pt x="12855" y="3864"/>
                    </a:lnTo>
                    <a:lnTo>
                      <a:pt x="12923" y="4054"/>
                    </a:lnTo>
                    <a:lnTo>
                      <a:pt x="12977" y="4258"/>
                    </a:lnTo>
                    <a:lnTo>
                      <a:pt x="13032" y="4462"/>
                    </a:lnTo>
                    <a:lnTo>
                      <a:pt x="13059" y="4666"/>
                    </a:lnTo>
                    <a:lnTo>
                      <a:pt x="13086" y="4870"/>
                    </a:lnTo>
                    <a:lnTo>
                      <a:pt x="13100" y="5088"/>
                    </a:lnTo>
                    <a:lnTo>
                      <a:pt x="13113" y="5292"/>
                    </a:lnTo>
                    <a:lnTo>
                      <a:pt x="14242" y="5292"/>
                    </a:lnTo>
                    <a:lnTo>
                      <a:pt x="14242" y="5020"/>
                    </a:lnTo>
                    <a:lnTo>
                      <a:pt x="14215" y="4762"/>
                    </a:lnTo>
                    <a:lnTo>
                      <a:pt x="14188" y="4489"/>
                    </a:lnTo>
                    <a:lnTo>
                      <a:pt x="14134" y="4231"/>
                    </a:lnTo>
                    <a:lnTo>
                      <a:pt x="14079" y="3973"/>
                    </a:lnTo>
                    <a:lnTo>
                      <a:pt x="14011" y="3728"/>
                    </a:lnTo>
                    <a:lnTo>
                      <a:pt x="13930" y="3483"/>
                    </a:lnTo>
                    <a:lnTo>
                      <a:pt x="13834" y="3238"/>
                    </a:lnTo>
                    <a:lnTo>
                      <a:pt x="13725" y="3007"/>
                    </a:lnTo>
                    <a:lnTo>
                      <a:pt x="13603" y="2776"/>
                    </a:lnTo>
                    <a:lnTo>
                      <a:pt x="13481" y="2544"/>
                    </a:lnTo>
                    <a:lnTo>
                      <a:pt x="13345" y="2340"/>
                    </a:lnTo>
                    <a:lnTo>
                      <a:pt x="13195" y="2123"/>
                    </a:lnTo>
                    <a:lnTo>
                      <a:pt x="13032" y="1932"/>
                    </a:lnTo>
                    <a:lnTo>
                      <a:pt x="12869" y="1728"/>
                    </a:lnTo>
                    <a:lnTo>
                      <a:pt x="12692" y="1551"/>
                    </a:lnTo>
                    <a:lnTo>
                      <a:pt x="12501" y="1375"/>
                    </a:lnTo>
                    <a:lnTo>
                      <a:pt x="12311" y="1211"/>
                    </a:lnTo>
                    <a:lnTo>
                      <a:pt x="12120" y="1048"/>
                    </a:lnTo>
                    <a:lnTo>
                      <a:pt x="11903" y="898"/>
                    </a:lnTo>
                    <a:lnTo>
                      <a:pt x="11685" y="762"/>
                    </a:lnTo>
                    <a:lnTo>
                      <a:pt x="11467" y="640"/>
                    </a:lnTo>
                    <a:lnTo>
                      <a:pt x="11236" y="518"/>
                    </a:lnTo>
                    <a:lnTo>
                      <a:pt x="11005" y="409"/>
                    </a:lnTo>
                    <a:lnTo>
                      <a:pt x="10760" y="314"/>
                    </a:lnTo>
                    <a:lnTo>
                      <a:pt x="10515" y="232"/>
                    </a:lnTo>
                    <a:lnTo>
                      <a:pt x="10270" y="164"/>
                    </a:lnTo>
                    <a:lnTo>
                      <a:pt x="10012" y="96"/>
                    </a:lnTo>
                    <a:lnTo>
                      <a:pt x="9754" y="55"/>
                    </a:lnTo>
                    <a:lnTo>
                      <a:pt x="9481" y="28"/>
                    </a:lnTo>
                    <a:lnTo>
                      <a:pt x="9209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32"/>
              <p:cNvSpPr/>
              <p:nvPr/>
            </p:nvSpPr>
            <p:spPr>
              <a:xfrm>
                <a:off x="-2773435" y="1400221"/>
                <a:ext cx="298573" cy="147131"/>
              </a:xfrm>
              <a:custGeom>
                <a:avLst/>
                <a:gdLst/>
                <a:ahLst/>
                <a:cxnLst/>
                <a:rect l="l" t="t" r="r" b="b"/>
                <a:pathLst>
                  <a:path w="8448" h="4163" extrusionOk="0">
                    <a:moveTo>
                      <a:pt x="7319" y="0"/>
                    </a:moveTo>
                    <a:lnTo>
                      <a:pt x="7305" y="313"/>
                    </a:lnTo>
                    <a:lnTo>
                      <a:pt x="7251" y="612"/>
                    </a:lnTo>
                    <a:lnTo>
                      <a:pt x="7183" y="898"/>
                    </a:lnTo>
                    <a:lnTo>
                      <a:pt x="7074" y="1183"/>
                    </a:lnTo>
                    <a:lnTo>
                      <a:pt x="6951" y="1442"/>
                    </a:lnTo>
                    <a:lnTo>
                      <a:pt x="6802" y="1687"/>
                    </a:lnTo>
                    <a:lnTo>
                      <a:pt x="6625" y="1932"/>
                    </a:lnTo>
                    <a:lnTo>
                      <a:pt x="6421" y="2136"/>
                    </a:lnTo>
                    <a:lnTo>
                      <a:pt x="6217" y="2340"/>
                    </a:lnTo>
                    <a:lnTo>
                      <a:pt x="5986" y="2517"/>
                    </a:lnTo>
                    <a:lnTo>
                      <a:pt x="5727" y="2666"/>
                    </a:lnTo>
                    <a:lnTo>
                      <a:pt x="5469" y="2789"/>
                    </a:lnTo>
                    <a:lnTo>
                      <a:pt x="5183" y="2897"/>
                    </a:lnTo>
                    <a:lnTo>
                      <a:pt x="4897" y="2965"/>
                    </a:lnTo>
                    <a:lnTo>
                      <a:pt x="4598" y="3006"/>
                    </a:lnTo>
                    <a:lnTo>
                      <a:pt x="4285" y="3033"/>
                    </a:lnTo>
                    <a:lnTo>
                      <a:pt x="0" y="3033"/>
                    </a:lnTo>
                    <a:lnTo>
                      <a:pt x="0" y="4162"/>
                    </a:lnTo>
                    <a:lnTo>
                      <a:pt x="4503" y="4162"/>
                    </a:lnTo>
                    <a:lnTo>
                      <a:pt x="4707" y="4149"/>
                    </a:lnTo>
                    <a:lnTo>
                      <a:pt x="4925" y="4122"/>
                    </a:lnTo>
                    <a:lnTo>
                      <a:pt x="5129" y="4081"/>
                    </a:lnTo>
                    <a:lnTo>
                      <a:pt x="5333" y="4026"/>
                    </a:lnTo>
                    <a:lnTo>
                      <a:pt x="5523" y="3972"/>
                    </a:lnTo>
                    <a:lnTo>
                      <a:pt x="5714" y="3918"/>
                    </a:lnTo>
                    <a:lnTo>
                      <a:pt x="5904" y="3836"/>
                    </a:lnTo>
                    <a:lnTo>
                      <a:pt x="6094" y="3754"/>
                    </a:lnTo>
                    <a:lnTo>
                      <a:pt x="6271" y="3659"/>
                    </a:lnTo>
                    <a:lnTo>
                      <a:pt x="6448" y="3564"/>
                    </a:lnTo>
                    <a:lnTo>
                      <a:pt x="6611" y="3455"/>
                    </a:lnTo>
                    <a:lnTo>
                      <a:pt x="6775" y="3333"/>
                    </a:lnTo>
                    <a:lnTo>
                      <a:pt x="6938" y="3210"/>
                    </a:lnTo>
                    <a:lnTo>
                      <a:pt x="7087" y="3088"/>
                    </a:lnTo>
                    <a:lnTo>
                      <a:pt x="7237" y="2938"/>
                    </a:lnTo>
                    <a:lnTo>
                      <a:pt x="7373" y="2802"/>
                    </a:lnTo>
                    <a:lnTo>
                      <a:pt x="7496" y="2653"/>
                    </a:lnTo>
                    <a:lnTo>
                      <a:pt x="7618" y="2489"/>
                    </a:lnTo>
                    <a:lnTo>
                      <a:pt x="7740" y="2326"/>
                    </a:lnTo>
                    <a:lnTo>
                      <a:pt x="7849" y="2163"/>
                    </a:lnTo>
                    <a:lnTo>
                      <a:pt x="7944" y="1986"/>
                    </a:lnTo>
                    <a:lnTo>
                      <a:pt x="8040" y="1809"/>
                    </a:lnTo>
                    <a:lnTo>
                      <a:pt x="8121" y="1619"/>
                    </a:lnTo>
                    <a:lnTo>
                      <a:pt x="8203" y="1428"/>
                    </a:lnTo>
                    <a:lnTo>
                      <a:pt x="8257" y="1238"/>
                    </a:lnTo>
                    <a:lnTo>
                      <a:pt x="8325" y="1034"/>
                    </a:lnTo>
                    <a:lnTo>
                      <a:pt x="8366" y="843"/>
                    </a:lnTo>
                    <a:lnTo>
                      <a:pt x="8407" y="639"/>
                    </a:lnTo>
                    <a:lnTo>
                      <a:pt x="8434" y="422"/>
                    </a:lnTo>
                    <a:lnTo>
                      <a:pt x="8448" y="218"/>
                    </a:lnTo>
                    <a:lnTo>
                      <a:pt x="8448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Google Shape;1468;p32"/>
              <p:cNvSpPr/>
              <p:nvPr/>
            </p:nvSpPr>
            <p:spPr>
              <a:xfrm>
                <a:off x="-2315744" y="1793447"/>
                <a:ext cx="140416" cy="163989"/>
              </a:xfrm>
              <a:custGeom>
                <a:avLst/>
                <a:gdLst/>
                <a:ahLst/>
                <a:cxnLst/>
                <a:rect l="l" t="t" r="r" b="b"/>
                <a:pathLst>
                  <a:path w="3973" h="4640" extrusionOk="0">
                    <a:moveTo>
                      <a:pt x="0" y="1"/>
                    </a:moveTo>
                    <a:lnTo>
                      <a:pt x="0" y="667"/>
                    </a:lnTo>
                    <a:lnTo>
                      <a:pt x="0" y="871"/>
                    </a:lnTo>
                    <a:lnTo>
                      <a:pt x="14" y="1076"/>
                    </a:lnTo>
                    <a:lnTo>
                      <a:pt x="41" y="1266"/>
                    </a:lnTo>
                    <a:lnTo>
                      <a:pt x="82" y="1470"/>
                    </a:lnTo>
                    <a:lnTo>
                      <a:pt x="123" y="1660"/>
                    </a:lnTo>
                    <a:lnTo>
                      <a:pt x="177" y="1851"/>
                    </a:lnTo>
                    <a:lnTo>
                      <a:pt x="245" y="2028"/>
                    </a:lnTo>
                    <a:lnTo>
                      <a:pt x="313" y="2205"/>
                    </a:lnTo>
                    <a:lnTo>
                      <a:pt x="395" y="2381"/>
                    </a:lnTo>
                    <a:lnTo>
                      <a:pt x="476" y="2558"/>
                    </a:lnTo>
                    <a:lnTo>
                      <a:pt x="571" y="2721"/>
                    </a:lnTo>
                    <a:lnTo>
                      <a:pt x="680" y="2885"/>
                    </a:lnTo>
                    <a:lnTo>
                      <a:pt x="789" y="3048"/>
                    </a:lnTo>
                    <a:lnTo>
                      <a:pt x="912" y="3197"/>
                    </a:lnTo>
                    <a:lnTo>
                      <a:pt x="1034" y="3334"/>
                    </a:lnTo>
                    <a:lnTo>
                      <a:pt x="1170" y="3470"/>
                    </a:lnTo>
                    <a:lnTo>
                      <a:pt x="1306" y="3606"/>
                    </a:lnTo>
                    <a:lnTo>
                      <a:pt x="1442" y="3728"/>
                    </a:lnTo>
                    <a:lnTo>
                      <a:pt x="1605" y="3850"/>
                    </a:lnTo>
                    <a:lnTo>
                      <a:pt x="1755" y="3959"/>
                    </a:lnTo>
                    <a:lnTo>
                      <a:pt x="1918" y="4068"/>
                    </a:lnTo>
                    <a:lnTo>
                      <a:pt x="2081" y="4163"/>
                    </a:lnTo>
                    <a:lnTo>
                      <a:pt x="2258" y="4245"/>
                    </a:lnTo>
                    <a:lnTo>
                      <a:pt x="2435" y="4327"/>
                    </a:lnTo>
                    <a:lnTo>
                      <a:pt x="2612" y="4395"/>
                    </a:lnTo>
                    <a:lnTo>
                      <a:pt x="2789" y="4463"/>
                    </a:lnTo>
                    <a:lnTo>
                      <a:pt x="2979" y="4517"/>
                    </a:lnTo>
                    <a:lnTo>
                      <a:pt x="3170" y="4558"/>
                    </a:lnTo>
                    <a:lnTo>
                      <a:pt x="3374" y="4599"/>
                    </a:lnTo>
                    <a:lnTo>
                      <a:pt x="3564" y="4626"/>
                    </a:lnTo>
                    <a:lnTo>
                      <a:pt x="3768" y="4639"/>
                    </a:lnTo>
                    <a:lnTo>
                      <a:pt x="3972" y="4639"/>
                    </a:lnTo>
                    <a:lnTo>
                      <a:pt x="3972" y="3510"/>
                    </a:lnTo>
                    <a:lnTo>
                      <a:pt x="3686" y="3497"/>
                    </a:lnTo>
                    <a:lnTo>
                      <a:pt x="3401" y="3442"/>
                    </a:lnTo>
                    <a:lnTo>
                      <a:pt x="3129" y="3374"/>
                    </a:lnTo>
                    <a:lnTo>
                      <a:pt x="2870" y="3279"/>
                    </a:lnTo>
                    <a:lnTo>
                      <a:pt x="2625" y="3157"/>
                    </a:lnTo>
                    <a:lnTo>
                      <a:pt x="2394" y="3021"/>
                    </a:lnTo>
                    <a:lnTo>
                      <a:pt x="2177" y="2857"/>
                    </a:lnTo>
                    <a:lnTo>
                      <a:pt x="1973" y="2667"/>
                    </a:lnTo>
                    <a:lnTo>
                      <a:pt x="1782" y="2477"/>
                    </a:lnTo>
                    <a:lnTo>
                      <a:pt x="1619" y="2245"/>
                    </a:lnTo>
                    <a:lnTo>
                      <a:pt x="1483" y="2014"/>
                    </a:lnTo>
                    <a:lnTo>
                      <a:pt x="1360" y="1769"/>
                    </a:lnTo>
                    <a:lnTo>
                      <a:pt x="1265" y="1511"/>
                    </a:lnTo>
                    <a:lnTo>
                      <a:pt x="1197" y="1239"/>
                    </a:lnTo>
                    <a:lnTo>
                      <a:pt x="1156" y="953"/>
                    </a:lnTo>
                    <a:lnTo>
                      <a:pt x="1129" y="667"/>
                    </a:lnTo>
                    <a:lnTo>
                      <a:pt x="1129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32"/>
              <p:cNvSpPr/>
              <p:nvPr/>
            </p:nvSpPr>
            <p:spPr>
              <a:xfrm>
                <a:off x="-2357590" y="1375198"/>
                <a:ext cx="175511" cy="140416"/>
              </a:xfrm>
              <a:custGeom>
                <a:avLst/>
                <a:gdLst/>
                <a:ahLst/>
                <a:cxnLst/>
                <a:rect l="l" t="t" r="r" b="b"/>
                <a:pathLst>
                  <a:path w="4966" h="3973" extrusionOk="0">
                    <a:moveTo>
                      <a:pt x="3837" y="1"/>
                    </a:moveTo>
                    <a:lnTo>
                      <a:pt x="3823" y="286"/>
                    </a:lnTo>
                    <a:lnTo>
                      <a:pt x="3782" y="572"/>
                    </a:lnTo>
                    <a:lnTo>
                      <a:pt x="3701" y="844"/>
                    </a:lnTo>
                    <a:lnTo>
                      <a:pt x="3605" y="1103"/>
                    </a:lnTo>
                    <a:lnTo>
                      <a:pt x="3497" y="1347"/>
                    </a:lnTo>
                    <a:lnTo>
                      <a:pt x="3347" y="1579"/>
                    </a:lnTo>
                    <a:lnTo>
                      <a:pt x="3184" y="1810"/>
                    </a:lnTo>
                    <a:lnTo>
                      <a:pt x="3007" y="2000"/>
                    </a:lnTo>
                    <a:lnTo>
                      <a:pt x="2803" y="2191"/>
                    </a:lnTo>
                    <a:lnTo>
                      <a:pt x="2585" y="2354"/>
                    </a:lnTo>
                    <a:lnTo>
                      <a:pt x="2340" y="2490"/>
                    </a:lnTo>
                    <a:lnTo>
                      <a:pt x="2096" y="2612"/>
                    </a:lnTo>
                    <a:lnTo>
                      <a:pt x="1837" y="2708"/>
                    </a:lnTo>
                    <a:lnTo>
                      <a:pt x="1565" y="2776"/>
                    </a:lnTo>
                    <a:lnTo>
                      <a:pt x="1279" y="2830"/>
                    </a:lnTo>
                    <a:lnTo>
                      <a:pt x="994" y="2844"/>
                    </a:lnTo>
                    <a:lnTo>
                      <a:pt x="1" y="2844"/>
                    </a:lnTo>
                    <a:lnTo>
                      <a:pt x="1" y="3973"/>
                    </a:lnTo>
                    <a:lnTo>
                      <a:pt x="1198" y="3973"/>
                    </a:lnTo>
                    <a:lnTo>
                      <a:pt x="1402" y="3959"/>
                    </a:lnTo>
                    <a:lnTo>
                      <a:pt x="1606" y="3932"/>
                    </a:lnTo>
                    <a:lnTo>
                      <a:pt x="1796" y="3891"/>
                    </a:lnTo>
                    <a:lnTo>
                      <a:pt x="1987" y="3850"/>
                    </a:lnTo>
                    <a:lnTo>
                      <a:pt x="2177" y="3796"/>
                    </a:lnTo>
                    <a:lnTo>
                      <a:pt x="2354" y="3728"/>
                    </a:lnTo>
                    <a:lnTo>
                      <a:pt x="2544" y="3660"/>
                    </a:lnTo>
                    <a:lnTo>
                      <a:pt x="2721" y="3578"/>
                    </a:lnTo>
                    <a:lnTo>
                      <a:pt x="2884" y="3497"/>
                    </a:lnTo>
                    <a:lnTo>
                      <a:pt x="3061" y="3401"/>
                    </a:lnTo>
                    <a:lnTo>
                      <a:pt x="3211" y="3293"/>
                    </a:lnTo>
                    <a:lnTo>
                      <a:pt x="3374" y="3184"/>
                    </a:lnTo>
                    <a:lnTo>
                      <a:pt x="3524" y="3061"/>
                    </a:lnTo>
                    <a:lnTo>
                      <a:pt x="3673" y="2939"/>
                    </a:lnTo>
                    <a:lnTo>
                      <a:pt x="3809" y="2803"/>
                    </a:lnTo>
                    <a:lnTo>
                      <a:pt x="3932" y="2667"/>
                    </a:lnTo>
                    <a:lnTo>
                      <a:pt x="4068" y="2531"/>
                    </a:lnTo>
                    <a:lnTo>
                      <a:pt x="4177" y="2381"/>
                    </a:lnTo>
                    <a:lnTo>
                      <a:pt x="4286" y="2218"/>
                    </a:lnTo>
                    <a:lnTo>
                      <a:pt x="4394" y="2055"/>
                    </a:lnTo>
                    <a:lnTo>
                      <a:pt x="4490" y="1891"/>
                    </a:lnTo>
                    <a:lnTo>
                      <a:pt x="4585" y="1715"/>
                    </a:lnTo>
                    <a:lnTo>
                      <a:pt x="4653" y="1551"/>
                    </a:lnTo>
                    <a:lnTo>
                      <a:pt x="4734" y="1361"/>
                    </a:lnTo>
                    <a:lnTo>
                      <a:pt x="4789" y="1184"/>
                    </a:lnTo>
                    <a:lnTo>
                      <a:pt x="4843" y="994"/>
                    </a:lnTo>
                    <a:lnTo>
                      <a:pt x="4884" y="803"/>
                    </a:lnTo>
                    <a:lnTo>
                      <a:pt x="4925" y="599"/>
                    </a:lnTo>
                    <a:lnTo>
                      <a:pt x="4952" y="409"/>
                    </a:lnTo>
                    <a:lnTo>
                      <a:pt x="4966" y="205"/>
                    </a:lnTo>
                    <a:lnTo>
                      <a:pt x="4966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32"/>
              <p:cNvSpPr/>
              <p:nvPr/>
            </p:nvSpPr>
            <p:spPr>
              <a:xfrm>
                <a:off x="-2248946" y="1607896"/>
                <a:ext cx="203891" cy="39937"/>
              </a:xfrm>
              <a:custGeom>
                <a:avLst/>
                <a:gdLst/>
                <a:ahLst/>
                <a:cxnLst/>
                <a:rect l="l" t="t" r="r" b="b"/>
                <a:pathLst>
                  <a:path w="5769" h="1130" extrusionOk="0">
                    <a:moveTo>
                      <a:pt x="1" y="0"/>
                    </a:moveTo>
                    <a:lnTo>
                      <a:pt x="1" y="1129"/>
                    </a:lnTo>
                    <a:lnTo>
                      <a:pt x="5768" y="1129"/>
                    </a:lnTo>
                    <a:lnTo>
                      <a:pt x="5741" y="558"/>
                    </a:lnTo>
                    <a:lnTo>
                      <a:pt x="5714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32"/>
              <p:cNvSpPr/>
              <p:nvPr/>
            </p:nvSpPr>
            <p:spPr>
              <a:xfrm>
                <a:off x="-3264773" y="1067043"/>
                <a:ext cx="197140" cy="102423"/>
              </a:xfrm>
              <a:custGeom>
                <a:avLst/>
                <a:gdLst/>
                <a:ahLst/>
                <a:cxnLst/>
                <a:rect l="l" t="t" r="r" b="b"/>
                <a:pathLst>
                  <a:path w="5578" h="2898" extrusionOk="0">
                    <a:moveTo>
                      <a:pt x="2041" y="0"/>
                    </a:moveTo>
                    <a:lnTo>
                      <a:pt x="1511" y="273"/>
                    </a:lnTo>
                    <a:lnTo>
                      <a:pt x="1007" y="545"/>
                    </a:lnTo>
                    <a:lnTo>
                      <a:pt x="504" y="844"/>
                    </a:lnTo>
                    <a:lnTo>
                      <a:pt x="1" y="1143"/>
                    </a:lnTo>
                    <a:lnTo>
                      <a:pt x="2694" y="1143"/>
                    </a:lnTo>
                    <a:lnTo>
                      <a:pt x="2871" y="1157"/>
                    </a:lnTo>
                    <a:lnTo>
                      <a:pt x="3048" y="1184"/>
                    </a:lnTo>
                    <a:lnTo>
                      <a:pt x="3211" y="1225"/>
                    </a:lnTo>
                    <a:lnTo>
                      <a:pt x="3374" y="1279"/>
                    </a:lnTo>
                    <a:lnTo>
                      <a:pt x="3524" y="1361"/>
                    </a:lnTo>
                    <a:lnTo>
                      <a:pt x="3673" y="1442"/>
                    </a:lnTo>
                    <a:lnTo>
                      <a:pt x="3796" y="1538"/>
                    </a:lnTo>
                    <a:lnTo>
                      <a:pt x="3932" y="1660"/>
                    </a:lnTo>
                    <a:lnTo>
                      <a:pt x="4041" y="1782"/>
                    </a:lnTo>
                    <a:lnTo>
                      <a:pt x="4136" y="1918"/>
                    </a:lnTo>
                    <a:lnTo>
                      <a:pt x="4231" y="2054"/>
                    </a:lnTo>
                    <a:lnTo>
                      <a:pt x="4299" y="2218"/>
                    </a:lnTo>
                    <a:lnTo>
                      <a:pt x="4353" y="2367"/>
                    </a:lnTo>
                    <a:lnTo>
                      <a:pt x="4408" y="2544"/>
                    </a:lnTo>
                    <a:lnTo>
                      <a:pt x="4435" y="2721"/>
                    </a:lnTo>
                    <a:lnTo>
                      <a:pt x="4435" y="2898"/>
                    </a:lnTo>
                    <a:lnTo>
                      <a:pt x="5578" y="2898"/>
                    </a:lnTo>
                    <a:lnTo>
                      <a:pt x="5564" y="2599"/>
                    </a:lnTo>
                    <a:lnTo>
                      <a:pt x="5510" y="2313"/>
                    </a:lnTo>
                    <a:lnTo>
                      <a:pt x="5442" y="2041"/>
                    </a:lnTo>
                    <a:lnTo>
                      <a:pt x="5346" y="1769"/>
                    </a:lnTo>
                    <a:lnTo>
                      <a:pt x="5224" y="1524"/>
                    </a:lnTo>
                    <a:lnTo>
                      <a:pt x="5074" y="1279"/>
                    </a:lnTo>
                    <a:lnTo>
                      <a:pt x="4911" y="1061"/>
                    </a:lnTo>
                    <a:lnTo>
                      <a:pt x="4734" y="857"/>
                    </a:lnTo>
                    <a:lnTo>
                      <a:pt x="4517" y="667"/>
                    </a:lnTo>
                    <a:lnTo>
                      <a:pt x="4299" y="504"/>
                    </a:lnTo>
                    <a:lnTo>
                      <a:pt x="4068" y="354"/>
                    </a:lnTo>
                    <a:lnTo>
                      <a:pt x="3809" y="232"/>
                    </a:lnTo>
                    <a:lnTo>
                      <a:pt x="3551" y="137"/>
                    </a:lnTo>
                    <a:lnTo>
                      <a:pt x="3265" y="69"/>
                    </a:lnTo>
                    <a:lnTo>
                      <a:pt x="2980" y="28"/>
                    </a:lnTo>
                    <a:lnTo>
                      <a:pt x="2694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32"/>
              <p:cNvSpPr/>
              <p:nvPr/>
            </p:nvSpPr>
            <p:spPr>
              <a:xfrm>
                <a:off x="-3479658" y="1917960"/>
                <a:ext cx="40396" cy="136599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3865" extrusionOk="0">
                    <a:moveTo>
                      <a:pt x="0" y="1"/>
                    </a:moveTo>
                    <a:lnTo>
                      <a:pt x="0" y="3306"/>
                    </a:lnTo>
                    <a:lnTo>
                      <a:pt x="14" y="3415"/>
                    </a:lnTo>
                    <a:lnTo>
                      <a:pt x="55" y="3524"/>
                    </a:lnTo>
                    <a:lnTo>
                      <a:pt x="109" y="3619"/>
                    </a:lnTo>
                    <a:lnTo>
                      <a:pt x="177" y="3714"/>
                    </a:lnTo>
                    <a:lnTo>
                      <a:pt x="259" y="3782"/>
                    </a:lnTo>
                    <a:lnTo>
                      <a:pt x="368" y="3823"/>
                    </a:lnTo>
                    <a:lnTo>
                      <a:pt x="476" y="3850"/>
                    </a:lnTo>
                    <a:lnTo>
                      <a:pt x="585" y="3864"/>
                    </a:lnTo>
                    <a:lnTo>
                      <a:pt x="599" y="3864"/>
                    </a:lnTo>
                    <a:lnTo>
                      <a:pt x="708" y="3850"/>
                    </a:lnTo>
                    <a:lnTo>
                      <a:pt x="816" y="3810"/>
                    </a:lnTo>
                    <a:lnTo>
                      <a:pt x="898" y="3755"/>
                    </a:lnTo>
                    <a:lnTo>
                      <a:pt x="980" y="3687"/>
                    </a:lnTo>
                    <a:lnTo>
                      <a:pt x="1048" y="3606"/>
                    </a:lnTo>
                    <a:lnTo>
                      <a:pt x="1102" y="3510"/>
                    </a:lnTo>
                    <a:lnTo>
                      <a:pt x="1129" y="3415"/>
                    </a:lnTo>
                    <a:lnTo>
                      <a:pt x="1143" y="3306"/>
                    </a:lnTo>
                    <a:lnTo>
                      <a:pt x="1143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32"/>
              <p:cNvSpPr/>
              <p:nvPr/>
            </p:nvSpPr>
            <p:spPr>
              <a:xfrm>
                <a:off x="-3402751" y="1917960"/>
                <a:ext cx="40432" cy="136599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3865" extrusionOk="0">
                    <a:moveTo>
                      <a:pt x="1" y="1"/>
                    </a:moveTo>
                    <a:lnTo>
                      <a:pt x="1" y="3306"/>
                    </a:lnTo>
                    <a:lnTo>
                      <a:pt x="14" y="3415"/>
                    </a:lnTo>
                    <a:lnTo>
                      <a:pt x="55" y="3524"/>
                    </a:lnTo>
                    <a:lnTo>
                      <a:pt x="109" y="3619"/>
                    </a:lnTo>
                    <a:lnTo>
                      <a:pt x="177" y="3714"/>
                    </a:lnTo>
                    <a:lnTo>
                      <a:pt x="259" y="3782"/>
                    </a:lnTo>
                    <a:lnTo>
                      <a:pt x="368" y="3823"/>
                    </a:lnTo>
                    <a:lnTo>
                      <a:pt x="477" y="3850"/>
                    </a:lnTo>
                    <a:lnTo>
                      <a:pt x="586" y="3864"/>
                    </a:lnTo>
                    <a:lnTo>
                      <a:pt x="599" y="3864"/>
                    </a:lnTo>
                    <a:lnTo>
                      <a:pt x="708" y="3850"/>
                    </a:lnTo>
                    <a:lnTo>
                      <a:pt x="817" y="3810"/>
                    </a:lnTo>
                    <a:lnTo>
                      <a:pt x="898" y="3755"/>
                    </a:lnTo>
                    <a:lnTo>
                      <a:pt x="980" y="3687"/>
                    </a:lnTo>
                    <a:lnTo>
                      <a:pt x="1048" y="3606"/>
                    </a:lnTo>
                    <a:lnTo>
                      <a:pt x="1102" y="3510"/>
                    </a:lnTo>
                    <a:lnTo>
                      <a:pt x="1130" y="3415"/>
                    </a:lnTo>
                    <a:lnTo>
                      <a:pt x="1143" y="3306"/>
                    </a:lnTo>
                    <a:lnTo>
                      <a:pt x="1143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32"/>
              <p:cNvSpPr/>
              <p:nvPr/>
            </p:nvSpPr>
            <p:spPr>
              <a:xfrm>
                <a:off x="-3325350" y="1917960"/>
                <a:ext cx="39937" cy="136599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3865" extrusionOk="0">
                    <a:moveTo>
                      <a:pt x="1" y="1"/>
                    </a:moveTo>
                    <a:lnTo>
                      <a:pt x="1" y="3306"/>
                    </a:lnTo>
                    <a:lnTo>
                      <a:pt x="1" y="3415"/>
                    </a:lnTo>
                    <a:lnTo>
                      <a:pt x="41" y="3524"/>
                    </a:lnTo>
                    <a:lnTo>
                      <a:pt x="96" y="3619"/>
                    </a:lnTo>
                    <a:lnTo>
                      <a:pt x="164" y="3714"/>
                    </a:lnTo>
                    <a:lnTo>
                      <a:pt x="259" y="3782"/>
                    </a:lnTo>
                    <a:lnTo>
                      <a:pt x="354" y="3823"/>
                    </a:lnTo>
                    <a:lnTo>
                      <a:pt x="463" y="3850"/>
                    </a:lnTo>
                    <a:lnTo>
                      <a:pt x="586" y="3864"/>
                    </a:lnTo>
                    <a:lnTo>
                      <a:pt x="694" y="3850"/>
                    </a:lnTo>
                    <a:lnTo>
                      <a:pt x="803" y="3810"/>
                    </a:lnTo>
                    <a:lnTo>
                      <a:pt x="898" y="3755"/>
                    </a:lnTo>
                    <a:lnTo>
                      <a:pt x="980" y="3687"/>
                    </a:lnTo>
                    <a:lnTo>
                      <a:pt x="1034" y="3606"/>
                    </a:lnTo>
                    <a:lnTo>
                      <a:pt x="1089" y="3510"/>
                    </a:lnTo>
                    <a:lnTo>
                      <a:pt x="1116" y="3415"/>
                    </a:lnTo>
                    <a:lnTo>
                      <a:pt x="1130" y="3306"/>
                    </a:lnTo>
                    <a:lnTo>
                      <a:pt x="1130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32"/>
              <p:cNvSpPr/>
              <p:nvPr/>
            </p:nvSpPr>
            <p:spPr>
              <a:xfrm>
                <a:off x="-3248409" y="1917960"/>
                <a:ext cx="39937" cy="136599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3865" extrusionOk="0">
                    <a:moveTo>
                      <a:pt x="0" y="1"/>
                    </a:moveTo>
                    <a:lnTo>
                      <a:pt x="0" y="3306"/>
                    </a:lnTo>
                    <a:lnTo>
                      <a:pt x="14" y="3415"/>
                    </a:lnTo>
                    <a:lnTo>
                      <a:pt x="41" y="3524"/>
                    </a:lnTo>
                    <a:lnTo>
                      <a:pt x="95" y="3619"/>
                    </a:lnTo>
                    <a:lnTo>
                      <a:pt x="163" y="3714"/>
                    </a:lnTo>
                    <a:lnTo>
                      <a:pt x="259" y="3782"/>
                    </a:lnTo>
                    <a:lnTo>
                      <a:pt x="354" y="3823"/>
                    </a:lnTo>
                    <a:lnTo>
                      <a:pt x="463" y="3850"/>
                    </a:lnTo>
                    <a:lnTo>
                      <a:pt x="585" y="3864"/>
                    </a:lnTo>
                    <a:lnTo>
                      <a:pt x="599" y="3864"/>
                    </a:lnTo>
                    <a:lnTo>
                      <a:pt x="707" y="3850"/>
                    </a:lnTo>
                    <a:lnTo>
                      <a:pt x="803" y="3810"/>
                    </a:lnTo>
                    <a:lnTo>
                      <a:pt x="898" y="3755"/>
                    </a:lnTo>
                    <a:lnTo>
                      <a:pt x="979" y="3687"/>
                    </a:lnTo>
                    <a:lnTo>
                      <a:pt x="1048" y="3606"/>
                    </a:lnTo>
                    <a:lnTo>
                      <a:pt x="1088" y="3510"/>
                    </a:lnTo>
                    <a:lnTo>
                      <a:pt x="1129" y="3415"/>
                    </a:lnTo>
                    <a:lnTo>
                      <a:pt x="1129" y="3306"/>
                    </a:lnTo>
                    <a:lnTo>
                      <a:pt x="1129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32"/>
              <p:cNvSpPr/>
              <p:nvPr/>
            </p:nvSpPr>
            <p:spPr>
              <a:xfrm>
                <a:off x="-3171503" y="1917960"/>
                <a:ext cx="40432" cy="136599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3865" extrusionOk="0">
                    <a:moveTo>
                      <a:pt x="1" y="1"/>
                    </a:moveTo>
                    <a:lnTo>
                      <a:pt x="1" y="3306"/>
                    </a:lnTo>
                    <a:lnTo>
                      <a:pt x="14" y="3415"/>
                    </a:lnTo>
                    <a:lnTo>
                      <a:pt x="41" y="3524"/>
                    </a:lnTo>
                    <a:lnTo>
                      <a:pt x="96" y="3619"/>
                    </a:lnTo>
                    <a:lnTo>
                      <a:pt x="177" y="3714"/>
                    </a:lnTo>
                    <a:lnTo>
                      <a:pt x="259" y="3782"/>
                    </a:lnTo>
                    <a:lnTo>
                      <a:pt x="354" y="3823"/>
                    </a:lnTo>
                    <a:lnTo>
                      <a:pt x="463" y="3850"/>
                    </a:lnTo>
                    <a:lnTo>
                      <a:pt x="585" y="3864"/>
                    </a:lnTo>
                    <a:lnTo>
                      <a:pt x="599" y="3864"/>
                    </a:lnTo>
                    <a:lnTo>
                      <a:pt x="708" y="3850"/>
                    </a:lnTo>
                    <a:lnTo>
                      <a:pt x="803" y="3810"/>
                    </a:lnTo>
                    <a:lnTo>
                      <a:pt x="898" y="3755"/>
                    </a:lnTo>
                    <a:lnTo>
                      <a:pt x="980" y="3687"/>
                    </a:lnTo>
                    <a:lnTo>
                      <a:pt x="1048" y="3606"/>
                    </a:lnTo>
                    <a:lnTo>
                      <a:pt x="1089" y="3510"/>
                    </a:lnTo>
                    <a:lnTo>
                      <a:pt x="1130" y="3415"/>
                    </a:lnTo>
                    <a:lnTo>
                      <a:pt x="1143" y="3306"/>
                    </a:lnTo>
                    <a:lnTo>
                      <a:pt x="1143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77" name="Google Shape;1477;p32"/>
            <p:cNvSpPr/>
            <p:nvPr/>
          </p:nvSpPr>
          <p:spPr>
            <a:xfrm>
              <a:off x="-1893024" y="2339485"/>
              <a:ext cx="772528" cy="47490"/>
            </a:xfrm>
            <a:custGeom>
              <a:avLst/>
              <a:gdLst/>
              <a:ahLst/>
              <a:cxnLst/>
              <a:rect l="l" t="t" r="r" b="b"/>
              <a:pathLst>
                <a:path w="27475" h="1689" extrusionOk="0">
                  <a:moveTo>
                    <a:pt x="852" y="0"/>
                  </a:moveTo>
                  <a:lnTo>
                    <a:pt x="688" y="15"/>
                  </a:lnTo>
                  <a:lnTo>
                    <a:pt x="523" y="60"/>
                  </a:lnTo>
                  <a:lnTo>
                    <a:pt x="389" y="135"/>
                  </a:lnTo>
                  <a:lnTo>
                    <a:pt x="255" y="239"/>
                  </a:lnTo>
                  <a:lnTo>
                    <a:pt x="150" y="374"/>
                  </a:lnTo>
                  <a:lnTo>
                    <a:pt x="75" y="508"/>
                  </a:lnTo>
                  <a:lnTo>
                    <a:pt x="30" y="673"/>
                  </a:lnTo>
                  <a:lnTo>
                    <a:pt x="1" y="852"/>
                  </a:lnTo>
                  <a:lnTo>
                    <a:pt x="30" y="1016"/>
                  </a:lnTo>
                  <a:lnTo>
                    <a:pt x="75" y="1181"/>
                  </a:lnTo>
                  <a:lnTo>
                    <a:pt x="150" y="1315"/>
                  </a:lnTo>
                  <a:lnTo>
                    <a:pt x="255" y="1450"/>
                  </a:lnTo>
                  <a:lnTo>
                    <a:pt x="389" y="1554"/>
                  </a:lnTo>
                  <a:lnTo>
                    <a:pt x="523" y="1629"/>
                  </a:lnTo>
                  <a:lnTo>
                    <a:pt x="688" y="1674"/>
                  </a:lnTo>
                  <a:lnTo>
                    <a:pt x="852" y="1689"/>
                  </a:lnTo>
                  <a:lnTo>
                    <a:pt x="26623" y="1689"/>
                  </a:lnTo>
                  <a:lnTo>
                    <a:pt x="26787" y="1674"/>
                  </a:lnTo>
                  <a:lnTo>
                    <a:pt x="26952" y="1629"/>
                  </a:lnTo>
                  <a:lnTo>
                    <a:pt x="27101" y="1554"/>
                  </a:lnTo>
                  <a:lnTo>
                    <a:pt x="27221" y="1450"/>
                  </a:lnTo>
                  <a:lnTo>
                    <a:pt x="27325" y="1315"/>
                  </a:lnTo>
                  <a:lnTo>
                    <a:pt x="27400" y="1181"/>
                  </a:lnTo>
                  <a:lnTo>
                    <a:pt x="27460" y="1016"/>
                  </a:lnTo>
                  <a:lnTo>
                    <a:pt x="27475" y="852"/>
                  </a:lnTo>
                  <a:lnTo>
                    <a:pt x="27460" y="673"/>
                  </a:lnTo>
                  <a:lnTo>
                    <a:pt x="27400" y="508"/>
                  </a:lnTo>
                  <a:lnTo>
                    <a:pt x="27325" y="374"/>
                  </a:lnTo>
                  <a:lnTo>
                    <a:pt x="27221" y="239"/>
                  </a:lnTo>
                  <a:lnTo>
                    <a:pt x="27101" y="135"/>
                  </a:lnTo>
                  <a:lnTo>
                    <a:pt x="26952" y="60"/>
                  </a:lnTo>
                  <a:lnTo>
                    <a:pt x="26787" y="15"/>
                  </a:lnTo>
                  <a:lnTo>
                    <a:pt x="26623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32"/>
            <p:cNvSpPr/>
            <p:nvPr/>
          </p:nvSpPr>
          <p:spPr>
            <a:xfrm>
              <a:off x="-1893024" y="2490701"/>
              <a:ext cx="772528" cy="47912"/>
            </a:xfrm>
            <a:custGeom>
              <a:avLst/>
              <a:gdLst/>
              <a:ahLst/>
              <a:cxnLst/>
              <a:rect l="l" t="t" r="r" b="b"/>
              <a:pathLst>
                <a:path w="27475" h="1704" extrusionOk="0">
                  <a:moveTo>
                    <a:pt x="852" y="1"/>
                  </a:moveTo>
                  <a:lnTo>
                    <a:pt x="688" y="31"/>
                  </a:lnTo>
                  <a:lnTo>
                    <a:pt x="523" y="75"/>
                  </a:lnTo>
                  <a:lnTo>
                    <a:pt x="389" y="150"/>
                  </a:lnTo>
                  <a:lnTo>
                    <a:pt x="255" y="255"/>
                  </a:lnTo>
                  <a:lnTo>
                    <a:pt x="150" y="389"/>
                  </a:lnTo>
                  <a:lnTo>
                    <a:pt x="75" y="524"/>
                  </a:lnTo>
                  <a:lnTo>
                    <a:pt x="30" y="688"/>
                  </a:lnTo>
                  <a:lnTo>
                    <a:pt x="1" y="852"/>
                  </a:lnTo>
                  <a:lnTo>
                    <a:pt x="30" y="1031"/>
                  </a:lnTo>
                  <a:lnTo>
                    <a:pt x="75" y="1181"/>
                  </a:lnTo>
                  <a:lnTo>
                    <a:pt x="150" y="1330"/>
                  </a:lnTo>
                  <a:lnTo>
                    <a:pt x="255" y="1465"/>
                  </a:lnTo>
                  <a:lnTo>
                    <a:pt x="389" y="1554"/>
                  </a:lnTo>
                  <a:lnTo>
                    <a:pt x="523" y="1644"/>
                  </a:lnTo>
                  <a:lnTo>
                    <a:pt x="688" y="1689"/>
                  </a:lnTo>
                  <a:lnTo>
                    <a:pt x="852" y="1704"/>
                  </a:lnTo>
                  <a:lnTo>
                    <a:pt x="26623" y="1704"/>
                  </a:lnTo>
                  <a:lnTo>
                    <a:pt x="26787" y="1689"/>
                  </a:lnTo>
                  <a:lnTo>
                    <a:pt x="26952" y="1644"/>
                  </a:lnTo>
                  <a:lnTo>
                    <a:pt x="27101" y="1554"/>
                  </a:lnTo>
                  <a:lnTo>
                    <a:pt x="27221" y="1465"/>
                  </a:lnTo>
                  <a:lnTo>
                    <a:pt x="27325" y="1330"/>
                  </a:lnTo>
                  <a:lnTo>
                    <a:pt x="27400" y="1181"/>
                  </a:lnTo>
                  <a:lnTo>
                    <a:pt x="27460" y="1031"/>
                  </a:lnTo>
                  <a:lnTo>
                    <a:pt x="27475" y="852"/>
                  </a:lnTo>
                  <a:lnTo>
                    <a:pt x="27460" y="688"/>
                  </a:lnTo>
                  <a:lnTo>
                    <a:pt x="27400" y="524"/>
                  </a:lnTo>
                  <a:lnTo>
                    <a:pt x="27325" y="389"/>
                  </a:lnTo>
                  <a:lnTo>
                    <a:pt x="27221" y="255"/>
                  </a:lnTo>
                  <a:lnTo>
                    <a:pt x="27101" y="150"/>
                  </a:lnTo>
                  <a:lnTo>
                    <a:pt x="26952" y="75"/>
                  </a:lnTo>
                  <a:lnTo>
                    <a:pt x="26787" y="31"/>
                  </a:lnTo>
                  <a:lnTo>
                    <a:pt x="26623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32"/>
            <p:cNvSpPr/>
            <p:nvPr/>
          </p:nvSpPr>
          <p:spPr>
            <a:xfrm>
              <a:off x="-1893024" y="2642339"/>
              <a:ext cx="772528" cy="47912"/>
            </a:xfrm>
            <a:custGeom>
              <a:avLst/>
              <a:gdLst/>
              <a:ahLst/>
              <a:cxnLst/>
              <a:rect l="l" t="t" r="r" b="b"/>
              <a:pathLst>
                <a:path w="27475" h="1704" extrusionOk="0">
                  <a:moveTo>
                    <a:pt x="852" y="1"/>
                  </a:moveTo>
                  <a:lnTo>
                    <a:pt x="688" y="16"/>
                  </a:lnTo>
                  <a:lnTo>
                    <a:pt x="523" y="75"/>
                  </a:lnTo>
                  <a:lnTo>
                    <a:pt x="389" y="150"/>
                  </a:lnTo>
                  <a:lnTo>
                    <a:pt x="255" y="255"/>
                  </a:lnTo>
                  <a:lnTo>
                    <a:pt x="150" y="374"/>
                  </a:lnTo>
                  <a:lnTo>
                    <a:pt x="75" y="524"/>
                  </a:lnTo>
                  <a:lnTo>
                    <a:pt x="30" y="688"/>
                  </a:lnTo>
                  <a:lnTo>
                    <a:pt x="1" y="852"/>
                  </a:lnTo>
                  <a:lnTo>
                    <a:pt x="30" y="1032"/>
                  </a:lnTo>
                  <a:lnTo>
                    <a:pt x="75" y="1181"/>
                  </a:lnTo>
                  <a:lnTo>
                    <a:pt x="150" y="1330"/>
                  </a:lnTo>
                  <a:lnTo>
                    <a:pt x="255" y="1450"/>
                  </a:lnTo>
                  <a:lnTo>
                    <a:pt x="389" y="1555"/>
                  </a:lnTo>
                  <a:lnTo>
                    <a:pt x="523" y="1629"/>
                  </a:lnTo>
                  <a:lnTo>
                    <a:pt x="688" y="1689"/>
                  </a:lnTo>
                  <a:lnTo>
                    <a:pt x="852" y="1704"/>
                  </a:lnTo>
                  <a:lnTo>
                    <a:pt x="26623" y="1704"/>
                  </a:lnTo>
                  <a:lnTo>
                    <a:pt x="26787" y="1689"/>
                  </a:lnTo>
                  <a:lnTo>
                    <a:pt x="26952" y="1629"/>
                  </a:lnTo>
                  <a:lnTo>
                    <a:pt x="27101" y="1555"/>
                  </a:lnTo>
                  <a:lnTo>
                    <a:pt x="27221" y="1450"/>
                  </a:lnTo>
                  <a:lnTo>
                    <a:pt x="27325" y="1330"/>
                  </a:lnTo>
                  <a:lnTo>
                    <a:pt x="27400" y="1181"/>
                  </a:lnTo>
                  <a:lnTo>
                    <a:pt x="27460" y="1032"/>
                  </a:lnTo>
                  <a:lnTo>
                    <a:pt x="27475" y="852"/>
                  </a:lnTo>
                  <a:lnTo>
                    <a:pt x="27460" y="688"/>
                  </a:lnTo>
                  <a:lnTo>
                    <a:pt x="27400" y="524"/>
                  </a:lnTo>
                  <a:lnTo>
                    <a:pt x="27325" y="374"/>
                  </a:lnTo>
                  <a:lnTo>
                    <a:pt x="27221" y="255"/>
                  </a:lnTo>
                  <a:lnTo>
                    <a:pt x="27101" y="150"/>
                  </a:lnTo>
                  <a:lnTo>
                    <a:pt x="26952" y="75"/>
                  </a:lnTo>
                  <a:lnTo>
                    <a:pt x="26787" y="16"/>
                  </a:lnTo>
                  <a:lnTo>
                    <a:pt x="26623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32"/>
            <p:cNvSpPr/>
            <p:nvPr/>
          </p:nvSpPr>
          <p:spPr>
            <a:xfrm>
              <a:off x="-1893024" y="2793977"/>
              <a:ext cx="772528" cy="47940"/>
            </a:xfrm>
            <a:custGeom>
              <a:avLst/>
              <a:gdLst/>
              <a:ahLst/>
              <a:cxnLst/>
              <a:rect l="l" t="t" r="r" b="b"/>
              <a:pathLst>
                <a:path w="27475" h="1705" extrusionOk="0">
                  <a:moveTo>
                    <a:pt x="852" y="1"/>
                  </a:moveTo>
                  <a:lnTo>
                    <a:pt x="688" y="16"/>
                  </a:lnTo>
                  <a:lnTo>
                    <a:pt x="523" y="61"/>
                  </a:lnTo>
                  <a:lnTo>
                    <a:pt x="389" y="150"/>
                  </a:lnTo>
                  <a:lnTo>
                    <a:pt x="255" y="255"/>
                  </a:lnTo>
                  <a:lnTo>
                    <a:pt x="150" y="374"/>
                  </a:lnTo>
                  <a:lnTo>
                    <a:pt x="75" y="524"/>
                  </a:lnTo>
                  <a:lnTo>
                    <a:pt x="30" y="673"/>
                  </a:lnTo>
                  <a:lnTo>
                    <a:pt x="1" y="853"/>
                  </a:lnTo>
                  <a:lnTo>
                    <a:pt x="30" y="1017"/>
                  </a:lnTo>
                  <a:lnTo>
                    <a:pt x="75" y="1181"/>
                  </a:lnTo>
                  <a:lnTo>
                    <a:pt x="150" y="1331"/>
                  </a:lnTo>
                  <a:lnTo>
                    <a:pt x="255" y="1450"/>
                  </a:lnTo>
                  <a:lnTo>
                    <a:pt x="389" y="1555"/>
                  </a:lnTo>
                  <a:lnTo>
                    <a:pt x="523" y="1629"/>
                  </a:lnTo>
                  <a:lnTo>
                    <a:pt x="688" y="1674"/>
                  </a:lnTo>
                  <a:lnTo>
                    <a:pt x="852" y="1704"/>
                  </a:lnTo>
                  <a:lnTo>
                    <a:pt x="26623" y="1704"/>
                  </a:lnTo>
                  <a:lnTo>
                    <a:pt x="26787" y="1674"/>
                  </a:lnTo>
                  <a:lnTo>
                    <a:pt x="26952" y="1629"/>
                  </a:lnTo>
                  <a:lnTo>
                    <a:pt x="27101" y="1555"/>
                  </a:lnTo>
                  <a:lnTo>
                    <a:pt x="27221" y="1450"/>
                  </a:lnTo>
                  <a:lnTo>
                    <a:pt x="27325" y="1331"/>
                  </a:lnTo>
                  <a:lnTo>
                    <a:pt x="27400" y="1181"/>
                  </a:lnTo>
                  <a:lnTo>
                    <a:pt x="27460" y="1017"/>
                  </a:lnTo>
                  <a:lnTo>
                    <a:pt x="27475" y="853"/>
                  </a:lnTo>
                  <a:lnTo>
                    <a:pt x="27460" y="673"/>
                  </a:lnTo>
                  <a:lnTo>
                    <a:pt x="27400" y="524"/>
                  </a:lnTo>
                  <a:lnTo>
                    <a:pt x="27325" y="374"/>
                  </a:lnTo>
                  <a:lnTo>
                    <a:pt x="27221" y="255"/>
                  </a:lnTo>
                  <a:lnTo>
                    <a:pt x="27101" y="150"/>
                  </a:lnTo>
                  <a:lnTo>
                    <a:pt x="26952" y="61"/>
                  </a:lnTo>
                  <a:lnTo>
                    <a:pt x="26787" y="16"/>
                  </a:lnTo>
                  <a:lnTo>
                    <a:pt x="26623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32"/>
            <p:cNvSpPr/>
            <p:nvPr/>
          </p:nvSpPr>
          <p:spPr>
            <a:xfrm>
              <a:off x="-1893024" y="2945643"/>
              <a:ext cx="772528" cy="47490"/>
            </a:xfrm>
            <a:custGeom>
              <a:avLst/>
              <a:gdLst/>
              <a:ahLst/>
              <a:cxnLst/>
              <a:rect l="l" t="t" r="r" b="b"/>
              <a:pathLst>
                <a:path w="27475" h="1689" extrusionOk="0">
                  <a:moveTo>
                    <a:pt x="852" y="0"/>
                  </a:moveTo>
                  <a:lnTo>
                    <a:pt x="688" y="15"/>
                  </a:lnTo>
                  <a:lnTo>
                    <a:pt x="523" y="60"/>
                  </a:lnTo>
                  <a:lnTo>
                    <a:pt x="389" y="135"/>
                  </a:lnTo>
                  <a:lnTo>
                    <a:pt x="255" y="239"/>
                  </a:lnTo>
                  <a:lnTo>
                    <a:pt x="150" y="374"/>
                  </a:lnTo>
                  <a:lnTo>
                    <a:pt x="75" y="508"/>
                  </a:lnTo>
                  <a:lnTo>
                    <a:pt x="30" y="672"/>
                  </a:lnTo>
                  <a:lnTo>
                    <a:pt x="1" y="837"/>
                  </a:lnTo>
                  <a:lnTo>
                    <a:pt x="30" y="1016"/>
                  </a:lnTo>
                  <a:lnTo>
                    <a:pt x="75" y="1180"/>
                  </a:lnTo>
                  <a:lnTo>
                    <a:pt x="150" y="1315"/>
                  </a:lnTo>
                  <a:lnTo>
                    <a:pt x="255" y="1449"/>
                  </a:lnTo>
                  <a:lnTo>
                    <a:pt x="389" y="1554"/>
                  </a:lnTo>
                  <a:lnTo>
                    <a:pt x="523" y="1629"/>
                  </a:lnTo>
                  <a:lnTo>
                    <a:pt x="688" y="1673"/>
                  </a:lnTo>
                  <a:lnTo>
                    <a:pt x="852" y="1688"/>
                  </a:lnTo>
                  <a:lnTo>
                    <a:pt x="26623" y="1688"/>
                  </a:lnTo>
                  <a:lnTo>
                    <a:pt x="26787" y="1673"/>
                  </a:lnTo>
                  <a:lnTo>
                    <a:pt x="26952" y="1629"/>
                  </a:lnTo>
                  <a:lnTo>
                    <a:pt x="27101" y="1554"/>
                  </a:lnTo>
                  <a:lnTo>
                    <a:pt x="27221" y="1449"/>
                  </a:lnTo>
                  <a:lnTo>
                    <a:pt x="27325" y="1315"/>
                  </a:lnTo>
                  <a:lnTo>
                    <a:pt x="27400" y="1180"/>
                  </a:lnTo>
                  <a:lnTo>
                    <a:pt x="27460" y="1016"/>
                  </a:lnTo>
                  <a:lnTo>
                    <a:pt x="27475" y="837"/>
                  </a:lnTo>
                  <a:lnTo>
                    <a:pt x="27460" y="672"/>
                  </a:lnTo>
                  <a:lnTo>
                    <a:pt x="27400" y="508"/>
                  </a:lnTo>
                  <a:lnTo>
                    <a:pt x="27325" y="374"/>
                  </a:lnTo>
                  <a:lnTo>
                    <a:pt x="27221" y="239"/>
                  </a:lnTo>
                  <a:lnTo>
                    <a:pt x="27101" y="135"/>
                  </a:lnTo>
                  <a:lnTo>
                    <a:pt x="26952" y="60"/>
                  </a:lnTo>
                  <a:lnTo>
                    <a:pt x="26787" y="15"/>
                  </a:lnTo>
                  <a:lnTo>
                    <a:pt x="26623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32"/>
            <p:cNvSpPr/>
            <p:nvPr/>
          </p:nvSpPr>
          <p:spPr>
            <a:xfrm>
              <a:off x="-1893024" y="3096859"/>
              <a:ext cx="772528" cy="47912"/>
            </a:xfrm>
            <a:custGeom>
              <a:avLst/>
              <a:gdLst/>
              <a:ahLst/>
              <a:cxnLst/>
              <a:rect l="l" t="t" r="r" b="b"/>
              <a:pathLst>
                <a:path w="27475" h="1704" extrusionOk="0">
                  <a:moveTo>
                    <a:pt x="852" y="0"/>
                  </a:moveTo>
                  <a:lnTo>
                    <a:pt x="688" y="15"/>
                  </a:lnTo>
                  <a:lnTo>
                    <a:pt x="523" y="75"/>
                  </a:lnTo>
                  <a:lnTo>
                    <a:pt x="389" y="150"/>
                  </a:lnTo>
                  <a:lnTo>
                    <a:pt x="255" y="254"/>
                  </a:lnTo>
                  <a:lnTo>
                    <a:pt x="150" y="374"/>
                  </a:lnTo>
                  <a:lnTo>
                    <a:pt x="75" y="523"/>
                  </a:lnTo>
                  <a:lnTo>
                    <a:pt x="30" y="688"/>
                  </a:lnTo>
                  <a:lnTo>
                    <a:pt x="1" y="852"/>
                  </a:lnTo>
                  <a:lnTo>
                    <a:pt x="30" y="1031"/>
                  </a:lnTo>
                  <a:lnTo>
                    <a:pt x="75" y="1181"/>
                  </a:lnTo>
                  <a:lnTo>
                    <a:pt x="150" y="1330"/>
                  </a:lnTo>
                  <a:lnTo>
                    <a:pt x="255" y="1449"/>
                  </a:lnTo>
                  <a:lnTo>
                    <a:pt x="389" y="1554"/>
                  </a:lnTo>
                  <a:lnTo>
                    <a:pt x="523" y="1644"/>
                  </a:lnTo>
                  <a:lnTo>
                    <a:pt x="688" y="1689"/>
                  </a:lnTo>
                  <a:lnTo>
                    <a:pt x="852" y="1703"/>
                  </a:lnTo>
                  <a:lnTo>
                    <a:pt x="26623" y="1703"/>
                  </a:lnTo>
                  <a:lnTo>
                    <a:pt x="26787" y="1689"/>
                  </a:lnTo>
                  <a:lnTo>
                    <a:pt x="26952" y="1644"/>
                  </a:lnTo>
                  <a:lnTo>
                    <a:pt x="27101" y="1554"/>
                  </a:lnTo>
                  <a:lnTo>
                    <a:pt x="27221" y="1449"/>
                  </a:lnTo>
                  <a:lnTo>
                    <a:pt x="27325" y="1330"/>
                  </a:lnTo>
                  <a:lnTo>
                    <a:pt x="27400" y="1181"/>
                  </a:lnTo>
                  <a:lnTo>
                    <a:pt x="27460" y="1031"/>
                  </a:lnTo>
                  <a:lnTo>
                    <a:pt x="27475" y="852"/>
                  </a:lnTo>
                  <a:lnTo>
                    <a:pt x="27460" y="688"/>
                  </a:lnTo>
                  <a:lnTo>
                    <a:pt x="27400" y="523"/>
                  </a:lnTo>
                  <a:lnTo>
                    <a:pt x="27325" y="374"/>
                  </a:lnTo>
                  <a:lnTo>
                    <a:pt x="27221" y="254"/>
                  </a:lnTo>
                  <a:lnTo>
                    <a:pt x="27101" y="150"/>
                  </a:lnTo>
                  <a:lnTo>
                    <a:pt x="26952" y="75"/>
                  </a:lnTo>
                  <a:lnTo>
                    <a:pt x="26787" y="15"/>
                  </a:lnTo>
                  <a:lnTo>
                    <a:pt x="26623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3" name="Google Shape;1483;p32"/>
          <p:cNvGrpSpPr/>
          <p:nvPr/>
        </p:nvGrpSpPr>
        <p:grpSpPr>
          <a:xfrm>
            <a:off x="457228" y="2075312"/>
            <a:ext cx="2588083" cy="2656316"/>
            <a:chOff x="-2362222" y="2639837"/>
            <a:chExt cx="2038181" cy="2091917"/>
          </a:xfrm>
        </p:grpSpPr>
        <p:sp>
          <p:nvSpPr>
            <p:cNvPr id="1484" name="Google Shape;1484;p32"/>
            <p:cNvSpPr/>
            <p:nvPr/>
          </p:nvSpPr>
          <p:spPr>
            <a:xfrm>
              <a:off x="-2362222" y="4609077"/>
              <a:ext cx="2038181" cy="122677"/>
            </a:xfrm>
            <a:custGeom>
              <a:avLst/>
              <a:gdLst/>
              <a:ahLst/>
              <a:cxnLst/>
              <a:rect l="l" t="t" r="r" b="b"/>
              <a:pathLst>
                <a:path w="72488" h="4363" extrusionOk="0">
                  <a:moveTo>
                    <a:pt x="36244" y="1"/>
                  </a:moveTo>
                  <a:lnTo>
                    <a:pt x="32538" y="16"/>
                  </a:lnTo>
                  <a:lnTo>
                    <a:pt x="28938" y="45"/>
                  </a:lnTo>
                  <a:lnTo>
                    <a:pt x="25472" y="105"/>
                  </a:lnTo>
                  <a:lnTo>
                    <a:pt x="22141" y="180"/>
                  </a:lnTo>
                  <a:lnTo>
                    <a:pt x="18973" y="270"/>
                  </a:lnTo>
                  <a:lnTo>
                    <a:pt x="15985" y="374"/>
                  </a:lnTo>
                  <a:lnTo>
                    <a:pt x="13192" y="509"/>
                  </a:lnTo>
                  <a:lnTo>
                    <a:pt x="10622" y="643"/>
                  </a:lnTo>
                  <a:lnTo>
                    <a:pt x="8277" y="792"/>
                  </a:lnTo>
                  <a:lnTo>
                    <a:pt x="6185" y="972"/>
                  </a:lnTo>
                  <a:lnTo>
                    <a:pt x="5244" y="1061"/>
                  </a:lnTo>
                  <a:lnTo>
                    <a:pt x="4377" y="1151"/>
                  </a:lnTo>
                  <a:lnTo>
                    <a:pt x="3571" y="1241"/>
                  </a:lnTo>
                  <a:lnTo>
                    <a:pt x="2853" y="1330"/>
                  </a:lnTo>
                  <a:lnTo>
                    <a:pt x="2196" y="1435"/>
                  </a:lnTo>
                  <a:lnTo>
                    <a:pt x="1628" y="1539"/>
                  </a:lnTo>
                  <a:lnTo>
                    <a:pt x="1150" y="1644"/>
                  </a:lnTo>
                  <a:lnTo>
                    <a:pt x="732" y="1749"/>
                  </a:lnTo>
                  <a:lnTo>
                    <a:pt x="418" y="1853"/>
                  </a:lnTo>
                  <a:lnTo>
                    <a:pt x="299" y="1913"/>
                  </a:lnTo>
                  <a:lnTo>
                    <a:pt x="194" y="1958"/>
                  </a:lnTo>
                  <a:lnTo>
                    <a:pt x="105" y="2018"/>
                  </a:lnTo>
                  <a:lnTo>
                    <a:pt x="45" y="2077"/>
                  </a:lnTo>
                  <a:lnTo>
                    <a:pt x="15" y="2122"/>
                  </a:lnTo>
                  <a:lnTo>
                    <a:pt x="0" y="2182"/>
                  </a:lnTo>
                  <a:lnTo>
                    <a:pt x="15" y="2242"/>
                  </a:lnTo>
                  <a:lnTo>
                    <a:pt x="45" y="2301"/>
                  </a:lnTo>
                  <a:lnTo>
                    <a:pt x="105" y="2346"/>
                  </a:lnTo>
                  <a:lnTo>
                    <a:pt x="194" y="2406"/>
                  </a:lnTo>
                  <a:lnTo>
                    <a:pt x="299" y="2466"/>
                  </a:lnTo>
                  <a:lnTo>
                    <a:pt x="418" y="2511"/>
                  </a:lnTo>
                  <a:lnTo>
                    <a:pt x="732" y="2630"/>
                  </a:lnTo>
                  <a:lnTo>
                    <a:pt x="1150" y="2735"/>
                  </a:lnTo>
                  <a:lnTo>
                    <a:pt x="1628" y="2839"/>
                  </a:lnTo>
                  <a:lnTo>
                    <a:pt x="2196" y="2929"/>
                  </a:lnTo>
                  <a:lnTo>
                    <a:pt x="2853" y="3033"/>
                  </a:lnTo>
                  <a:lnTo>
                    <a:pt x="3571" y="3123"/>
                  </a:lnTo>
                  <a:lnTo>
                    <a:pt x="4377" y="3228"/>
                  </a:lnTo>
                  <a:lnTo>
                    <a:pt x="5244" y="3317"/>
                  </a:lnTo>
                  <a:lnTo>
                    <a:pt x="6185" y="3407"/>
                  </a:lnTo>
                  <a:lnTo>
                    <a:pt x="8277" y="3571"/>
                  </a:lnTo>
                  <a:lnTo>
                    <a:pt x="10622" y="3721"/>
                  </a:lnTo>
                  <a:lnTo>
                    <a:pt x="13192" y="3870"/>
                  </a:lnTo>
                  <a:lnTo>
                    <a:pt x="15985" y="3990"/>
                  </a:lnTo>
                  <a:lnTo>
                    <a:pt x="18973" y="4094"/>
                  </a:lnTo>
                  <a:lnTo>
                    <a:pt x="22141" y="4184"/>
                  </a:lnTo>
                  <a:lnTo>
                    <a:pt x="25472" y="4258"/>
                  </a:lnTo>
                  <a:lnTo>
                    <a:pt x="28938" y="4318"/>
                  </a:lnTo>
                  <a:lnTo>
                    <a:pt x="32538" y="4348"/>
                  </a:lnTo>
                  <a:lnTo>
                    <a:pt x="36244" y="4363"/>
                  </a:lnTo>
                  <a:lnTo>
                    <a:pt x="39949" y="4348"/>
                  </a:lnTo>
                  <a:lnTo>
                    <a:pt x="43549" y="4318"/>
                  </a:lnTo>
                  <a:lnTo>
                    <a:pt x="47015" y="4258"/>
                  </a:lnTo>
                  <a:lnTo>
                    <a:pt x="50347" y="4184"/>
                  </a:lnTo>
                  <a:lnTo>
                    <a:pt x="53514" y="4094"/>
                  </a:lnTo>
                  <a:lnTo>
                    <a:pt x="56502" y="3990"/>
                  </a:lnTo>
                  <a:lnTo>
                    <a:pt x="59295" y="3870"/>
                  </a:lnTo>
                  <a:lnTo>
                    <a:pt x="61865" y="3721"/>
                  </a:lnTo>
                  <a:lnTo>
                    <a:pt x="64210" y="3571"/>
                  </a:lnTo>
                  <a:lnTo>
                    <a:pt x="66302" y="3407"/>
                  </a:lnTo>
                  <a:lnTo>
                    <a:pt x="67243" y="3317"/>
                  </a:lnTo>
                  <a:lnTo>
                    <a:pt x="68110" y="3228"/>
                  </a:lnTo>
                  <a:lnTo>
                    <a:pt x="68916" y="3123"/>
                  </a:lnTo>
                  <a:lnTo>
                    <a:pt x="69634" y="3033"/>
                  </a:lnTo>
                  <a:lnTo>
                    <a:pt x="70291" y="2929"/>
                  </a:lnTo>
                  <a:lnTo>
                    <a:pt x="70859" y="2839"/>
                  </a:lnTo>
                  <a:lnTo>
                    <a:pt x="71352" y="2735"/>
                  </a:lnTo>
                  <a:lnTo>
                    <a:pt x="71755" y="2630"/>
                  </a:lnTo>
                  <a:lnTo>
                    <a:pt x="72069" y="2511"/>
                  </a:lnTo>
                  <a:lnTo>
                    <a:pt x="72188" y="2466"/>
                  </a:lnTo>
                  <a:lnTo>
                    <a:pt x="72293" y="2406"/>
                  </a:lnTo>
                  <a:lnTo>
                    <a:pt x="72382" y="2346"/>
                  </a:lnTo>
                  <a:lnTo>
                    <a:pt x="72442" y="2301"/>
                  </a:lnTo>
                  <a:lnTo>
                    <a:pt x="72472" y="2242"/>
                  </a:lnTo>
                  <a:lnTo>
                    <a:pt x="72487" y="2182"/>
                  </a:lnTo>
                  <a:lnTo>
                    <a:pt x="72472" y="2122"/>
                  </a:lnTo>
                  <a:lnTo>
                    <a:pt x="72442" y="2077"/>
                  </a:lnTo>
                  <a:lnTo>
                    <a:pt x="72382" y="2018"/>
                  </a:lnTo>
                  <a:lnTo>
                    <a:pt x="72293" y="1958"/>
                  </a:lnTo>
                  <a:lnTo>
                    <a:pt x="72188" y="1913"/>
                  </a:lnTo>
                  <a:lnTo>
                    <a:pt x="72069" y="1853"/>
                  </a:lnTo>
                  <a:lnTo>
                    <a:pt x="71755" y="1749"/>
                  </a:lnTo>
                  <a:lnTo>
                    <a:pt x="71352" y="1644"/>
                  </a:lnTo>
                  <a:lnTo>
                    <a:pt x="70859" y="1539"/>
                  </a:lnTo>
                  <a:lnTo>
                    <a:pt x="70291" y="1435"/>
                  </a:lnTo>
                  <a:lnTo>
                    <a:pt x="69634" y="1330"/>
                  </a:lnTo>
                  <a:lnTo>
                    <a:pt x="68916" y="1241"/>
                  </a:lnTo>
                  <a:lnTo>
                    <a:pt x="68110" y="1151"/>
                  </a:lnTo>
                  <a:lnTo>
                    <a:pt x="67243" y="1061"/>
                  </a:lnTo>
                  <a:lnTo>
                    <a:pt x="66302" y="972"/>
                  </a:lnTo>
                  <a:lnTo>
                    <a:pt x="64210" y="792"/>
                  </a:lnTo>
                  <a:lnTo>
                    <a:pt x="61865" y="643"/>
                  </a:lnTo>
                  <a:lnTo>
                    <a:pt x="59295" y="509"/>
                  </a:lnTo>
                  <a:lnTo>
                    <a:pt x="56502" y="374"/>
                  </a:lnTo>
                  <a:lnTo>
                    <a:pt x="53514" y="270"/>
                  </a:lnTo>
                  <a:lnTo>
                    <a:pt x="50347" y="180"/>
                  </a:lnTo>
                  <a:lnTo>
                    <a:pt x="47015" y="105"/>
                  </a:lnTo>
                  <a:lnTo>
                    <a:pt x="43549" y="45"/>
                  </a:lnTo>
                  <a:lnTo>
                    <a:pt x="39949" y="16"/>
                  </a:lnTo>
                  <a:lnTo>
                    <a:pt x="36244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2"/>
            <p:cNvSpPr/>
            <p:nvPr/>
          </p:nvSpPr>
          <p:spPr>
            <a:xfrm>
              <a:off x="-1460771" y="3049397"/>
              <a:ext cx="729255" cy="492759"/>
            </a:xfrm>
            <a:custGeom>
              <a:avLst/>
              <a:gdLst/>
              <a:ahLst/>
              <a:cxnLst/>
              <a:rect l="l" t="t" r="r" b="b"/>
              <a:pathLst>
                <a:path w="25936" h="17525" extrusionOk="0">
                  <a:moveTo>
                    <a:pt x="3735" y="0"/>
                  </a:moveTo>
                  <a:lnTo>
                    <a:pt x="3377" y="30"/>
                  </a:lnTo>
                  <a:lnTo>
                    <a:pt x="3018" y="75"/>
                  </a:lnTo>
                  <a:lnTo>
                    <a:pt x="2660" y="165"/>
                  </a:lnTo>
                  <a:lnTo>
                    <a:pt x="2480" y="224"/>
                  </a:lnTo>
                  <a:lnTo>
                    <a:pt x="2316" y="299"/>
                  </a:lnTo>
                  <a:lnTo>
                    <a:pt x="2152" y="374"/>
                  </a:lnTo>
                  <a:lnTo>
                    <a:pt x="1972" y="448"/>
                  </a:lnTo>
                  <a:lnTo>
                    <a:pt x="1808" y="538"/>
                  </a:lnTo>
                  <a:lnTo>
                    <a:pt x="1659" y="643"/>
                  </a:lnTo>
                  <a:lnTo>
                    <a:pt x="1494" y="762"/>
                  </a:lnTo>
                  <a:lnTo>
                    <a:pt x="1345" y="882"/>
                  </a:lnTo>
                  <a:lnTo>
                    <a:pt x="1196" y="1001"/>
                  </a:lnTo>
                  <a:lnTo>
                    <a:pt x="1061" y="1136"/>
                  </a:lnTo>
                  <a:lnTo>
                    <a:pt x="942" y="1285"/>
                  </a:lnTo>
                  <a:lnTo>
                    <a:pt x="807" y="1419"/>
                  </a:lnTo>
                  <a:lnTo>
                    <a:pt x="703" y="1569"/>
                  </a:lnTo>
                  <a:lnTo>
                    <a:pt x="598" y="1733"/>
                  </a:lnTo>
                  <a:lnTo>
                    <a:pt x="493" y="1883"/>
                  </a:lnTo>
                  <a:lnTo>
                    <a:pt x="404" y="2047"/>
                  </a:lnTo>
                  <a:lnTo>
                    <a:pt x="254" y="2376"/>
                  </a:lnTo>
                  <a:lnTo>
                    <a:pt x="135" y="2719"/>
                  </a:lnTo>
                  <a:lnTo>
                    <a:pt x="60" y="3078"/>
                  </a:lnTo>
                  <a:lnTo>
                    <a:pt x="15" y="3436"/>
                  </a:lnTo>
                  <a:lnTo>
                    <a:pt x="0" y="3795"/>
                  </a:lnTo>
                  <a:lnTo>
                    <a:pt x="15" y="4153"/>
                  </a:lnTo>
                  <a:lnTo>
                    <a:pt x="60" y="4512"/>
                  </a:lnTo>
                  <a:lnTo>
                    <a:pt x="150" y="4870"/>
                  </a:lnTo>
                  <a:lnTo>
                    <a:pt x="210" y="5035"/>
                  </a:lnTo>
                  <a:lnTo>
                    <a:pt x="284" y="5214"/>
                  </a:lnTo>
                  <a:lnTo>
                    <a:pt x="359" y="5378"/>
                  </a:lnTo>
                  <a:lnTo>
                    <a:pt x="434" y="5558"/>
                  </a:lnTo>
                  <a:lnTo>
                    <a:pt x="538" y="5707"/>
                  </a:lnTo>
                  <a:lnTo>
                    <a:pt x="628" y="5871"/>
                  </a:lnTo>
                  <a:lnTo>
                    <a:pt x="747" y="6036"/>
                  </a:lnTo>
                  <a:lnTo>
                    <a:pt x="867" y="6185"/>
                  </a:lnTo>
                  <a:lnTo>
                    <a:pt x="9323" y="16314"/>
                  </a:lnTo>
                  <a:lnTo>
                    <a:pt x="9547" y="16583"/>
                  </a:lnTo>
                  <a:lnTo>
                    <a:pt x="9651" y="16718"/>
                  </a:lnTo>
                  <a:lnTo>
                    <a:pt x="9771" y="16837"/>
                  </a:lnTo>
                  <a:lnTo>
                    <a:pt x="9905" y="16942"/>
                  </a:lnTo>
                  <a:lnTo>
                    <a:pt x="10040" y="17046"/>
                  </a:lnTo>
                  <a:lnTo>
                    <a:pt x="10189" y="17136"/>
                  </a:lnTo>
                  <a:lnTo>
                    <a:pt x="10339" y="17225"/>
                  </a:lnTo>
                  <a:lnTo>
                    <a:pt x="10488" y="17300"/>
                  </a:lnTo>
                  <a:lnTo>
                    <a:pt x="10652" y="17360"/>
                  </a:lnTo>
                  <a:lnTo>
                    <a:pt x="10802" y="17420"/>
                  </a:lnTo>
                  <a:lnTo>
                    <a:pt x="10981" y="17465"/>
                  </a:lnTo>
                  <a:lnTo>
                    <a:pt x="11145" y="17494"/>
                  </a:lnTo>
                  <a:lnTo>
                    <a:pt x="11325" y="17524"/>
                  </a:lnTo>
                  <a:lnTo>
                    <a:pt x="11668" y="17524"/>
                  </a:lnTo>
                  <a:lnTo>
                    <a:pt x="11848" y="17509"/>
                  </a:lnTo>
                  <a:lnTo>
                    <a:pt x="12027" y="17494"/>
                  </a:lnTo>
                  <a:lnTo>
                    <a:pt x="12908" y="17315"/>
                  </a:lnTo>
                  <a:lnTo>
                    <a:pt x="13790" y="17121"/>
                  </a:lnTo>
                  <a:lnTo>
                    <a:pt x="14656" y="16912"/>
                  </a:lnTo>
                  <a:lnTo>
                    <a:pt x="15523" y="16658"/>
                  </a:lnTo>
                  <a:lnTo>
                    <a:pt x="16374" y="16404"/>
                  </a:lnTo>
                  <a:lnTo>
                    <a:pt x="17211" y="16105"/>
                  </a:lnTo>
                  <a:lnTo>
                    <a:pt x="18047" y="15791"/>
                  </a:lnTo>
                  <a:lnTo>
                    <a:pt x="18869" y="15463"/>
                  </a:lnTo>
                  <a:lnTo>
                    <a:pt x="19676" y="15104"/>
                  </a:lnTo>
                  <a:lnTo>
                    <a:pt x="20468" y="14731"/>
                  </a:lnTo>
                  <a:lnTo>
                    <a:pt x="21259" y="14342"/>
                  </a:lnTo>
                  <a:lnTo>
                    <a:pt x="22021" y="13924"/>
                  </a:lnTo>
                  <a:lnTo>
                    <a:pt x="22783" y="13506"/>
                  </a:lnTo>
                  <a:lnTo>
                    <a:pt x="23530" y="13057"/>
                  </a:lnTo>
                  <a:lnTo>
                    <a:pt x="24262" y="12594"/>
                  </a:lnTo>
                  <a:lnTo>
                    <a:pt x="24979" y="12131"/>
                  </a:lnTo>
                  <a:lnTo>
                    <a:pt x="25144" y="12012"/>
                  </a:lnTo>
                  <a:lnTo>
                    <a:pt x="25293" y="11877"/>
                  </a:lnTo>
                  <a:lnTo>
                    <a:pt x="25428" y="11728"/>
                  </a:lnTo>
                  <a:lnTo>
                    <a:pt x="25547" y="11578"/>
                  </a:lnTo>
                  <a:lnTo>
                    <a:pt x="25652" y="11414"/>
                  </a:lnTo>
                  <a:lnTo>
                    <a:pt x="25741" y="11250"/>
                  </a:lnTo>
                  <a:lnTo>
                    <a:pt x="25816" y="11070"/>
                  </a:lnTo>
                  <a:lnTo>
                    <a:pt x="25861" y="10876"/>
                  </a:lnTo>
                  <a:lnTo>
                    <a:pt x="25906" y="10697"/>
                  </a:lnTo>
                  <a:lnTo>
                    <a:pt x="25936" y="10503"/>
                  </a:lnTo>
                  <a:lnTo>
                    <a:pt x="25936" y="10308"/>
                  </a:lnTo>
                  <a:lnTo>
                    <a:pt x="25921" y="10114"/>
                  </a:lnTo>
                  <a:lnTo>
                    <a:pt x="25906" y="9920"/>
                  </a:lnTo>
                  <a:lnTo>
                    <a:pt x="25846" y="9726"/>
                  </a:lnTo>
                  <a:lnTo>
                    <a:pt x="25786" y="9532"/>
                  </a:lnTo>
                  <a:lnTo>
                    <a:pt x="25697" y="9352"/>
                  </a:lnTo>
                  <a:lnTo>
                    <a:pt x="25592" y="9158"/>
                  </a:lnTo>
                  <a:lnTo>
                    <a:pt x="25458" y="8979"/>
                  </a:lnTo>
                  <a:lnTo>
                    <a:pt x="25323" y="8815"/>
                  </a:lnTo>
                  <a:lnTo>
                    <a:pt x="25159" y="8680"/>
                  </a:lnTo>
                  <a:lnTo>
                    <a:pt x="24994" y="8546"/>
                  </a:lnTo>
                  <a:lnTo>
                    <a:pt x="24815" y="8441"/>
                  </a:lnTo>
                  <a:lnTo>
                    <a:pt x="24636" y="8351"/>
                  </a:lnTo>
                  <a:lnTo>
                    <a:pt x="24442" y="8277"/>
                  </a:lnTo>
                  <a:lnTo>
                    <a:pt x="24247" y="8232"/>
                  </a:lnTo>
                  <a:lnTo>
                    <a:pt x="24038" y="8187"/>
                  </a:lnTo>
                  <a:lnTo>
                    <a:pt x="23829" y="8172"/>
                  </a:lnTo>
                  <a:lnTo>
                    <a:pt x="23620" y="8187"/>
                  </a:lnTo>
                  <a:lnTo>
                    <a:pt x="23411" y="8202"/>
                  </a:lnTo>
                  <a:lnTo>
                    <a:pt x="23202" y="8247"/>
                  </a:lnTo>
                  <a:lnTo>
                    <a:pt x="22992" y="8322"/>
                  </a:lnTo>
                  <a:lnTo>
                    <a:pt x="22798" y="8411"/>
                  </a:lnTo>
                  <a:lnTo>
                    <a:pt x="22783" y="8411"/>
                  </a:lnTo>
                  <a:lnTo>
                    <a:pt x="22096" y="8770"/>
                  </a:lnTo>
                  <a:lnTo>
                    <a:pt x="21394" y="9098"/>
                  </a:lnTo>
                  <a:lnTo>
                    <a:pt x="20692" y="9412"/>
                  </a:lnTo>
                  <a:lnTo>
                    <a:pt x="19990" y="9696"/>
                  </a:lnTo>
                  <a:lnTo>
                    <a:pt x="19287" y="9980"/>
                  </a:lnTo>
                  <a:lnTo>
                    <a:pt x="18570" y="10234"/>
                  </a:lnTo>
                  <a:lnTo>
                    <a:pt x="17868" y="10473"/>
                  </a:lnTo>
                  <a:lnTo>
                    <a:pt x="17151" y="10682"/>
                  </a:lnTo>
                  <a:lnTo>
                    <a:pt x="16658" y="10831"/>
                  </a:lnTo>
                  <a:lnTo>
                    <a:pt x="16165" y="10951"/>
                  </a:lnTo>
                  <a:lnTo>
                    <a:pt x="15657" y="11070"/>
                  </a:lnTo>
                  <a:lnTo>
                    <a:pt x="15164" y="11175"/>
                  </a:lnTo>
                  <a:lnTo>
                    <a:pt x="14671" y="11280"/>
                  </a:lnTo>
                  <a:lnTo>
                    <a:pt x="14178" y="11369"/>
                  </a:lnTo>
                  <a:lnTo>
                    <a:pt x="13670" y="11444"/>
                  </a:lnTo>
                  <a:lnTo>
                    <a:pt x="13177" y="11519"/>
                  </a:lnTo>
                  <a:lnTo>
                    <a:pt x="6932" y="1748"/>
                  </a:lnTo>
                  <a:lnTo>
                    <a:pt x="6798" y="1554"/>
                  </a:lnTo>
                  <a:lnTo>
                    <a:pt x="6649" y="1360"/>
                  </a:lnTo>
                  <a:lnTo>
                    <a:pt x="6529" y="1210"/>
                  </a:lnTo>
                  <a:lnTo>
                    <a:pt x="6395" y="1076"/>
                  </a:lnTo>
                  <a:lnTo>
                    <a:pt x="6245" y="941"/>
                  </a:lnTo>
                  <a:lnTo>
                    <a:pt x="6111" y="822"/>
                  </a:lnTo>
                  <a:lnTo>
                    <a:pt x="5961" y="717"/>
                  </a:lnTo>
                  <a:lnTo>
                    <a:pt x="5797" y="613"/>
                  </a:lnTo>
                  <a:lnTo>
                    <a:pt x="5648" y="508"/>
                  </a:lnTo>
                  <a:lnTo>
                    <a:pt x="5483" y="419"/>
                  </a:lnTo>
                  <a:lnTo>
                    <a:pt x="5155" y="269"/>
                  </a:lnTo>
                  <a:lnTo>
                    <a:pt x="4811" y="150"/>
                  </a:lnTo>
                  <a:lnTo>
                    <a:pt x="4452" y="75"/>
                  </a:lnTo>
                  <a:lnTo>
                    <a:pt x="4094" y="15"/>
                  </a:lnTo>
                  <a:lnTo>
                    <a:pt x="3735" y="0"/>
                  </a:lnTo>
                  <a:close/>
                </a:path>
              </a:pathLst>
            </a:custGeom>
            <a:solidFill>
              <a:srgbClr val="0A58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2"/>
            <p:cNvSpPr/>
            <p:nvPr/>
          </p:nvSpPr>
          <p:spPr>
            <a:xfrm>
              <a:off x="-1796411" y="2946065"/>
              <a:ext cx="561647" cy="1207703"/>
            </a:xfrm>
            <a:custGeom>
              <a:avLst/>
              <a:gdLst/>
              <a:ahLst/>
              <a:cxnLst/>
              <a:rect l="l" t="t" r="r" b="b"/>
              <a:pathLst>
                <a:path w="19975" h="42952" extrusionOk="0">
                  <a:moveTo>
                    <a:pt x="10160" y="0"/>
                  </a:moveTo>
                  <a:lnTo>
                    <a:pt x="9801" y="164"/>
                  </a:lnTo>
                  <a:lnTo>
                    <a:pt x="9383" y="344"/>
                  </a:lnTo>
                  <a:lnTo>
                    <a:pt x="8860" y="598"/>
                  </a:lnTo>
                  <a:lnTo>
                    <a:pt x="8217" y="896"/>
                  </a:lnTo>
                  <a:lnTo>
                    <a:pt x="7515" y="1255"/>
                  </a:lnTo>
                  <a:lnTo>
                    <a:pt x="6753" y="1673"/>
                  </a:lnTo>
                  <a:lnTo>
                    <a:pt x="5962" y="2136"/>
                  </a:lnTo>
                  <a:lnTo>
                    <a:pt x="5155" y="2629"/>
                  </a:lnTo>
                  <a:lnTo>
                    <a:pt x="4766" y="2883"/>
                  </a:lnTo>
                  <a:lnTo>
                    <a:pt x="4378" y="3152"/>
                  </a:lnTo>
                  <a:lnTo>
                    <a:pt x="4004" y="3436"/>
                  </a:lnTo>
                  <a:lnTo>
                    <a:pt x="3631" y="3720"/>
                  </a:lnTo>
                  <a:lnTo>
                    <a:pt x="3287" y="4019"/>
                  </a:lnTo>
                  <a:lnTo>
                    <a:pt x="2959" y="4303"/>
                  </a:lnTo>
                  <a:lnTo>
                    <a:pt x="2645" y="4616"/>
                  </a:lnTo>
                  <a:lnTo>
                    <a:pt x="2361" y="4915"/>
                  </a:lnTo>
                  <a:lnTo>
                    <a:pt x="2107" y="5229"/>
                  </a:lnTo>
                  <a:lnTo>
                    <a:pt x="1883" y="5543"/>
                  </a:lnTo>
                  <a:lnTo>
                    <a:pt x="1689" y="5856"/>
                  </a:lnTo>
                  <a:lnTo>
                    <a:pt x="1525" y="6170"/>
                  </a:lnTo>
                  <a:lnTo>
                    <a:pt x="1465" y="6334"/>
                  </a:lnTo>
                  <a:lnTo>
                    <a:pt x="1405" y="6499"/>
                  </a:lnTo>
                  <a:lnTo>
                    <a:pt x="1360" y="6648"/>
                  </a:lnTo>
                  <a:lnTo>
                    <a:pt x="1330" y="6812"/>
                  </a:lnTo>
                  <a:lnTo>
                    <a:pt x="1256" y="7320"/>
                  </a:lnTo>
                  <a:lnTo>
                    <a:pt x="1166" y="8052"/>
                  </a:lnTo>
                  <a:lnTo>
                    <a:pt x="1076" y="8994"/>
                  </a:lnTo>
                  <a:lnTo>
                    <a:pt x="972" y="10099"/>
                  </a:lnTo>
                  <a:lnTo>
                    <a:pt x="867" y="11384"/>
                  </a:lnTo>
                  <a:lnTo>
                    <a:pt x="763" y="12818"/>
                  </a:lnTo>
                  <a:lnTo>
                    <a:pt x="643" y="14372"/>
                  </a:lnTo>
                  <a:lnTo>
                    <a:pt x="538" y="16030"/>
                  </a:lnTo>
                  <a:lnTo>
                    <a:pt x="524" y="16299"/>
                  </a:lnTo>
                  <a:lnTo>
                    <a:pt x="479" y="17091"/>
                  </a:lnTo>
                  <a:lnTo>
                    <a:pt x="449" y="17405"/>
                  </a:lnTo>
                  <a:lnTo>
                    <a:pt x="434" y="17748"/>
                  </a:lnTo>
                  <a:lnTo>
                    <a:pt x="404" y="18181"/>
                  </a:lnTo>
                  <a:lnTo>
                    <a:pt x="389" y="18525"/>
                  </a:lnTo>
                  <a:lnTo>
                    <a:pt x="374" y="18839"/>
                  </a:lnTo>
                  <a:lnTo>
                    <a:pt x="344" y="19571"/>
                  </a:lnTo>
                  <a:lnTo>
                    <a:pt x="329" y="19840"/>
                  </a:lnTo>
                  <a:lnTo>
                    <a:pt x="180" y="22962"/>
                  </a:lnTo>
                  <a:lnTo>
                    <a:pt x="165" y="23575"/>
                  </a:lnTo>
                  <a:lnTo>
                    <a:pt x="75" y="26040"/>
                  </a:lnTo>
                  <a:lnTo>
                    <a:pt x="45" y="27399"/>
                  </a:lnTo>
                  <a:lnTo>
                    <a:pt x="45" y="27489"/>
                  </a:lnTo>
                  <a:lnTo>
                    <a:pt x="45" y="27713"/>
                  </a:lnTo>
                  <a:lnTo>
                    <a:pt x="16" y="28908"/>
                  </a:lnTo>
                  <a:lnTo>
                    <a:pt x="16" y="29864"/>
                  </a:lnTo>
                  <a:lnTo>
                    <a:pt x="1" y="31015"/>
                  </a:lnTo>
                  <a:lnTo>
                    <a:pt x="1" y="31283"/>
                  </a:lnTo>
                  <a:lnTo>
                    <a:pt x="16" y="32553"/>
                  </a:lnTo>
                  <a:lnTo>
                    <a:pt x="31" y="33793"/>
                  </a:lnTo>
                  <a:lnTo>
                    <a:pt x="45" y="34391"/>
                  </a:lnTo>
                  <a:lnTo>
                    <a:pt x="105" y="35974"/>
                  </a:lnTo>
                  <a:lnTo>
                    <a:pt x="150" y="36736"/>
                  </a:lnTo>
                  <a:lnTo>
                    <a:pt x="195" y="37453"/>
                  </a:lnTo>
                  <a:lnTo>
                    <a:pt x="255" y="38126"/>
                  </a:lnTo>
                  <a:lnTo>
                    <a:pt x="314" y="38768"/>
                  </a:lnTo>
                  <a:lnTo>
                    <a:pt x="389" y="39381"/>
                  </a:lnTo>
                  <a:lnTo>
                    <a:pt x="479" y="39933"/>
                  </a:lnTo>
                  <a:lnTo>
                    <a:pt x="568" y="40441"/>
                  </a:lnTo>
                  <a:lnTo>
                    <a:pt x="658" y="40905"/>
                  </a:lnTo>
                  <a:lnTo>
                    <a:pt x="778" y="41323"/>
                  </a:lnTo>
                  <a:lnTo>
                    <a:pt x="897" y="41696"/>
                  </a:lnTo>
                  <a:lnTo>
                    <a:pt x="1017" y="41995"/>
                  </a:lnTo>
                  <a:lnTo>
                    <a:pt x="1091" y="42130"/>
                  </a:lnTo>
                  <a:lnTo>
                    <a:pt x="1166" y="42249"/>
                  </a:lnTo>
                  <a:lnTo>
                    <a:pt x="1241" y="42354"/>
                  </a:lnTo>
                  <a:lnTo>
                    <a:pt x="1315" y="42443"/>
                  </a:lnTo>
                  <a:lnTo>
                    <a:pt x="1390" y="42503"/>
                  </a:lnTo>
                  <a:lnTo>
                    <a:pt x="1480" y="42563"/>
                  </a:lnTo>
                  <a:lnTo>
                    <a:pt x="1614" y="42637"/>
                  </a:lnTo>
                  <a:lnTo>
                    <a:pt x="1764" y="42697"/>
                  </a:lnTo>
                  <a:lnTo>
                    <a:pt x="1943" y="42757"/>
                  </a:lnTo>
                  <a:lnTo>
                    <a:pt x="2122" y="42802"/>
                  </a:lnTo>
                  <a:lnTo>
                    <a:pt x="2316" y="42847"/>
                  </a:lnTo>
                  <a:lnTo>
                    <a:pt x="2525" y="42877"/>
                  </a:lnTo>
                  <a:lnTo>
                    <a:pt x="2989" y="42921"/>
                  </a:lnTo>
                  <a:lnTo>
                    <a:pt x="3482" y="42951"/>
                  </a:lnTo>
                  <a:lnTo>
                    <a:pt x="4019" y="42936"/>
                  </a:lnTo>
                  <a:lnTo>
                    <a:pt x="4587" y="42906"/>
                  </a:lnTo>
                  <a:lnTo>
                    <a:pt x="5185" y="42862"/>
                  </a:lnTo>
                  <a:lnTo>
                    <a:pt x="5827" y="42787"/>
                  </a:lnTo>
                  <a:lnTo>
                    <a:pt x="6484" y="42682"/>
                  </a:lnTo>
                  <a:lnTo>
                    <a:pt x="7157" y="42578"/>
                  </a:lnTo>
                  <a:lnTo>
                    <a:pt x="7844" y="42443"/>
                  </a:lnTo>
                  <a:lnTo>
                    <a:pt x="8561" y="42309"/>
                  </a:lnTo>
                  <a:lnTo>
                    <a:pt x="9263" y="42159"/>
                  </a:lnTo>
                  <a:lnTo>
                    <a:pt x="9995" y="41995"/>
                  </a:lnTo>
                  <a:lnTo>
                    <a:pt x="10712" y="41816"/>
                  </a:lnTo>
                  <a:lnTo>
                    <a:pt x="12147" y="41442"/>
                  </a:lnTo>
                  <a:lnTo>
                    <a:pt x="13536" y="41054"/>
                  </a:lnTo>
                  <a:lnTo>
                    <a:pt x="14851" y="40665"/>
                  </a:lnTo>
                  <a:lnTo>
                    <a:pt x="16061" y="40277"/>
                  </a:lnTo>
                  <a:lnTo>
                    <a:pt x="17136" y="39918"/>
                  </a:lnTo>
                  <a:lnTo>
                    <a:pt x="18048" y="39575"/>
                  </a:lnTo>
                  <a:lnTo>
                    <a:pt x="18765" y="39291"/>
                  </a:lnTo>
                  <a:lnTo>
                    <a:pt x="19034" y="39172"/>
                  </a:lnTo>
                  <a:lnTo>
                    <a:pt x="19258" y="39067"/>
                  </a:lnTo>
                  <a:lnTo>
                    <a:pt x="19452" y="38947"/>
                  </a:lnTo>
                  <a:lnTo>
                    <a:pt x="19631" y="38828"/>
                  </a:lnTo>
                  <a:lnTo>
                    <a:pt x="19751" y="38693"/>
                  </a:lnTo>
                  <a:lnTo>
                    <a:pt x="19811" y="38619"/>
                  </a:lnTo>
                  <a:lnTo>
                    <a:pt x="19855" y="38544"/>
                  </a:lnTo>
                  <a:lnTo>
                    <a:pt x="19885" y="38454"/>
                  </a:lnTo>
                  <a:lnTo>
                    <a:pt x="19915" y="38365"/>
                  </a:lnTo>
                  <a:lnTo>
                    <a:pt x="19960" y="38156"/>
                  </a:lnTo>
                  <a:lnTo>
                    <a:pt x="19975" y="37902"/>
                  </a:lnTo>
                  <a:lnTo>
                    <a:pt x="19960" y="37618"/>
                  </a:lnTo>
                  <a:lnTo>
                    <a:pt x="19930" y="37274"/>
                  </a:lnTo>
                  <a:lnTo>
                    <a:pt x="19885" y="36871"/>
                  </a:lnTo>
                  <a:lnTo>
                    <a:pt x="19766" y="35855"/>
                  </a:lnTo>
                  <a:lnTo>
                    <a:pt x="19601" y="34540"/>
                  </a:lnTo>
                  <a:lnTo>
                    <a:pt x="19512" y="33748"/>
                  </a:lnTo>
                  <a:lnTo>
                    <a:pt x="19407" y="32852"/>
                  </a:lnTo>
                  <a:lnTo>
                    <a:pt x="19318" y="31776"/>
                  </a:lnTo>
                  <a:lnTo>
                    <a:pt x="19273" y="31388"/>
                  </a:lnTo>
                  <a:lnTo>
                    <a:pt x="19258" y="31239"/>
                  </a:lnTo>
                  <a:lnTo>
                    <a:pt x="19198" y="30581"/>
                  </a:lnTo>
                  <a:lnTo>
                    <a:pt x="19183" y="30312"/>
                  </a:lnTo>
                  <a:lnTo>
                    <a:pt x="19123" y="29700"/>
                  </a:lnTo>
                  <a:lnTo>
                    <a:pt x="19093" y="29371"/>
                  </a:lnTo>
                  <a:lnTo>
                    <a:pt x="19004" y="28101"/>
                  </a:lnTo>
                  <a:lnTo>
                    <a:pt x="18974" y="27773"/>
                  </a:lnTo>
                  <a:lnTo>
                    <a:pt x="18959" y="27459"/>
                  </a:lnTo>
                  <a:lnTo>
                    <a:pt x="18944" y="27130"/>
                  </a:lnTo>
                  <a:lnTo>
                    <a:pt x="18929" y="27100"/>
                  </a:lnTo>
                  <a:lnTo>
                    <a:pt x="18914" y="26548"/>
                  </a:lnTo>
                  <a:lnTo>
                    <a:pt x="18884" y="25636"/>
                  </a:lnTo>
                  <a:lnTo>
                    <a:pt x="18869" y="24785"/>
                  </a:lnTo>
                  <a:lnTo>
                    <a:pt x="18884" y="24262"/>
                  </a:lnTo>
                  <a:lnTo>
                    <a:pt x="18884" y="24098"/>
                  </a:lnTo>
                  <a:lnTo>
                    <a:pt x="18899" y="23231"/>
                  </a:lnTo>
                  <a:lnTo>
                    <a:pt x="18884" y="22275"/>
                  </a:lnTo>
                  <a:lnTo>
                    <a:pt x="18869" y="21886"/>
                  </a:lnTo>
                  <a:lnTo>
                    <a:pt x="18854" y="21513"/>
                  </a:lnTo>
                  <a:lnTo>
                    <a:pt x="18854" y="21095"/>
                  </a:lnTo>
                  <a:lnTo>
                    <a:pt x="18795" y="19646"/>
                  </a:lnTo>
                  <a:lnTo>
                    <a:pt x="18780" y="19317"/>
                  </a:lnTo>
                  <a:lnTo>
                    <a:pt x="18750" y="18450"/>
                  </a:lnTo>
                  <a:lnTo>
                    <a:pt x="18735" y="18137"/>
                  </a:lnTo>
                  <a:lnTo>
                    <a:pt x="18690" y="17061"/>
                  </a:lnTo>
                  <a:lnTo>
                    <a:pt x="18675" y="16717"/>
                  </a:lnTo>
                  <a:lnTo>
                    <a:pt x="18660" y="16404"/>
                  </a:lnTo>
                  <a:lnTo>
                    <a:pt x="18660" y="16060"/>
                  </a:lnTo>
                  <a:lnTo>
                    <a:pt x="18645" y="16030"/>
                  </a:lnTo>
                  <a:lnTo>
                    <a:pt x="18630" y="15343"/>
                  </a:lnTo>
                  <a:lnTo>
                    <a:pt x="18615" y="14357"/>
                  </a:lnTo>
                  <a:lnTo>
                    <a:pt x="18600" y="13356"/>
                  </a:lnTo>
                  <a:lnTo>
                    <a:pt x="18600" y="12669"/>
                  </a:lnTo>
                  <a:lnTo>
                    <a:pt x="18615" y="11653"/>
                  </a:lnTo>
                  <a:lnTo>
                    <a:pt x="18645" y="10652"/>
                  </a:lnTo>
                  <a:lnTo>
                    <a:pt x="18705" y="9681"/>
                  </a:lnTo>
                  <a:lnTo>
                    <a:pt x="18780" y="8755"/>
                  </a:lnTo>
                  <a:lnTo>
                    <a:pt x="18810" y="8441"/>
                  </a:lnTo>
                  <a:lnTo>
                    <a:pt x="18825" y="8127"/>
                  </a:lnTo>
                  <a:lnTo>
                    <a:pt x="18825" y="7813"/>
                  </a:lnTo>
                  <a:lnTo>
                    <a:pt x="18810" y="7515"/>
                  </a:lnTo>
                  <a:lnTo>
                    <a:pt x="18780" y="7201"/>
                  </a:lnTo>
                  <a:lnTo>
                    <a:pt x="18735" y="6902"/>
                  </a:lnTo>
                  <a:lnTo>
                    <a:pt x="18690" y="6603"/>
                  </a:lnTo>
                  <a:lnTo>
                    <a:pt x="18615" y="6305"/>
                  </a:lnTo>
                  <a:lnTo>
                    <a:pt x="18541" y="6021"/>
                  </a:lnTo>
                  <a:lnTo>
                    <a:pt x="18451" y="5722"/>
                  </a:lnTo>
                  <a:lnTo>
                    <a:pt x="18347" y="5453"/>
                  </a:lnTo>
                  <a:lnTo>
                    <a:pt x="18242" y="5169"/>
                  </a:lnTo>
                  <a:lnTo>
                    <a:pt x="18107" y="4900"/>
                  </a:lnTo>
                  <a:lnTo>
                    <a:pt x="17973" y="4631"/>
                  </a:lnTo>
                  <a:lnTo>
                    <a:pt x="17824" y="4377"/>
                  </a:lnTo>
                  <a:lnTo>
                    <a:pt x="17674" y="4123"/>
                  </a:lnTo>
                  <a:lnTo>
                    <a:pt x="17510" y="3869"/>
                  </a:lnTo>
                  <a:lnTo>
                    <a:pt x="17331" y="3630"/>
                  </a:lnTo>
                  <a:lnTo>
                    <a:pt x="17136" y="3406"/>
                  </a:lnTo>
                  <a:lnTo>
                    <a:pt x="16942" y="3167"/>
                  </a:lnTo>
                  <a:lnTo>
                    <a:pt x="16733" y="2958"/>
                  </a:lnTo>
                  <a:lnTo>
                    <a:pt x="16509" y="2749"/>
                  </a:lnTo>
                  <a:lnTo>
                    <a:pt x="16285" y="2555"/>
                  </a:lnTo>
                  <a:lnTo>
                    <a:pt x="16061" y="2361"/>
                  </a:lnTo>
                  <a:lnTo>
                    <a:pt x="15807" y="2181"/>
                  </a:lnTo>
                  <a:lnTo>
                    <a:pt x="15553" y="2017"/>
                  </a:lnTo>
                  <a:lnTo>
                    <a:pt x="15299" y="1853"/>
                  </a:lnTo>
                  <a:lnTo>
                    <a:pt x="15030" y="1703"/>
                  </a:lnTo>
                  <a:lnTo>
                    <a:pt x="14761" y="1569"/>
                  </a:lnTo>
                  <a:lnTo>
                    <a:pt x="14477" y="1434"/>
                  </a:lnTo>
                  <a:lnTo>
                    <a:pt x="14178" y="1315"/>
                  </a:lnTo>
                  <a:lnTo>
                    <a:pt x="13880" y="1210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2"/>
            <p:cNvSpPr/>
            <p:nvPr/>
          </p:nvSpPr>
          <p:spPr>
            <a:xfrm>
              <a:off x="-1507812" y="2639837"/>
              <a:ext cx="362547" cy="154168"/>
            </a:xfrm>
            <a:custGeom>
              <a:avLst/>
              <a:gdLst/>
              <a:ahLst/>
              <a:cxnLst/>
              <a:rect l="l" t="t" r="r" b="b"/>
              <a:pathLst>
                <a:path w="12894" h="5483" extrusionOk="0">
                  <a:moveTo>
                    <a:pt x="4766" y="0"/>
                  </a:moveTo>
                  <a:lnTo>
                    <a:pt x="4258" y="15"/>
                  </a:lnTo>
                  <a:lnTo>
                    <a:pt x="3765" y="60"/>
                  </a:lnTo>
                  <a:lnTo>
                    <a:pt x="3287" y="135"/>
                  </a:lnTo>
                  <a:lnTo>
                    <a:pt x="3063" y="194"/>
                  </a:lnTo>
                  <a:lnTo>
                    <a:pt x="2839" y="254"/>
                  </a:lnTo>
                  <a:lnTo>
                    <a:pt x="2615" y="314"/>
                  </a:lnTo>
                  <a:lnTo>
                    <a:pt x="2405" y="404"/>
                  </a:lnTo>
                  <a:lnTo>
                    <a:pt x="2196" y="478"/>
                  </a:lnTo>
                  <a:lnTo>
                    <a:pt x="1987" y="583"/>
                  </a:lnTo>
                  <a:lnTo>
                    <a:pt x="1808" y="687"/>
                  </a:lnTo>
                  <a:lnTo>
                    <a:pt x="1614" y="807"/>
                  </a:lnTo>
                  <a:lnTo>
                    <a:pt x="1449" y="941"/>
                  </a:lnTo>
                  <a:lnTo>
                    <a:pt x="1285" y="1076"/>
                  </a:lnTo>
                  <a:lnTo>
                    <a:pt x="1136" y="1225"/>
                  </a:lnTo>
                  <a:lnTo>
                    <a:pt x="1001" y="1390"/>
                  </a:lnTo>
                  <a:lnTo>
                    <a:pt x="867" y="1569"/>
                  </a:lnTo>
                  <a:lnTo>
                    <a:pt x="747" y="1733"/>
                  </a:lnTo>
                  <a:lnTo>
                    <a:pt x="643" y="1912"/>
                  </a:lnTo>
                  <a:lnTo>
                    <a:pt x="538" y="2092"/>
                  </a:lnTo>
                  <a:lnTo>
                    <a:pt x="374" y="2435"/>
                  </a:lnTo>
                  <a:lnTo>
                    <a:pt x="254" y="2794"/>
                  </a:lnTo>
                  <a:lnTo>
                    <a:pt x="150" y="3137"/>
                  </a:lnTo>
                  <a:lnTo>
                    <a:pt x="75" y="3481"/>
                  </a:lnTo>
                  <a:lnTo>
                    <a:pt x="30" y="3810"/>
                  </a:lnTo>
                  <a:lnTo>
                    <a:pt x="0" y="4109"/>
                  </a:lnTo>
                  <a:lnTo>
                    <a:pt x="0" y="4407"/>
                  </a:lnTo>
                  <a:lnTo>
                    <a:pt x="0" y="4661"/>
                  </a:lnTo>
                  <a:lnTo>
                    <a:pt x="15" y="4900"/>
                  </a:lnTo>
                  <a:lnTo>
                    <a:pt x="30" y="5095"/>
                  </a:lnTo>
                  <a:lnTo>
                    <a:pt x="75" y="5378"/>
                  </a:lnTo>
                  <a:lnTo>
                    <a:pt x="90" y="5483"/>
                  </a:lnTo>
                  <a:lnTo>
                    <a:pt x="10323" y="4168"/>
                  </a:lnTo>
                  <a:lnTo>
                    <a:pt x="10383" y="4168"/>
                  </a:lnTo>
                  <a:lnTo>
                    <a:pt x="10548" y="4138"/>
                  </a:lnTo>
                  <a:lnTo>
                    <a:pt x="10667" y="4109"/>
                  </a:lnTo>
                  <a:lnTo>
                    <a:pt x="10802" y="4079"/>
                  </a:lnTo>
                  <a:lnTo>
                    <a:pt x="10951" y="4004"/>
                  </a:lnTo>
                  <a:lnTo>
                    <a:pt x="11115" y="3929"/>
                  </a:lnTo>
                  <a:lnTo>
                    <a:pt x="11295" y="3810"/>
                  </a:lnTo>
                  <a:lnTo>
                    <a:pt x="11474" y="3675"/>
                  </a:lnTo>
                  <a:lnTo>
                    <a:pt x="11668" y="3496"/>
                  </a:lnTo>
                  <a:lnTo>
                    <a:pt x="11862" y="3287"/>
                  </a:lnTo>
                  <a:lnTo>
                    <a:pt x="12071" y="3033"/>
                  </a:lnTo>
                  <a:lnTo>
                    <a:pt x="12266" y="2734"/>
                  </a:lnTo>
                  <a:lnTo>
                    <a:pt x="12460" y="2376"/>
                  </a:lnTo>
                  <a:lnTo>
                    <a:pt x="12654" y="1987"/>
                  </a:lnTo>
                  <a:lnTo>
                    <a:pt x="12744" y="1748"/>
                  </a:lnTo>
                  <a:lnTo>
                    <a:pt x="12818" y="1524"/>
                  </a:lnTo>
                  <a:lnTo>
                    <a:pt x="12863" y="1330"/>
                  </a:lnTo>
                  <a:lnTo>
                    <a:pt x="12893" y="1165"/>
                  </a:lnTo>
                  <a:lnTo>
                    <a:pt x="12893" y="1016"/>
                  </a:lnTo>
                  <a:lnTo>
                    <a:pt x="12878" y="897"/>
                  </a:lnTo>
                  <a:lnTo>
                    <a:pt x="12833" y="777"/>
                  </a:lnTo>
                  <a:lnTo>
                    <a:pt x="12774" y="687"/>
                  </a:lnTo>
                  <a:lnTo>
                    <a:pt x="12699" y="613"/>
                  </a:lnTo>
                  <a:lnTo>
                    <a:pt x="12594" y="553"/>
                  </a:lnTo>
                  <a:lnTo>
                    <a:pt x="12490" y="493"/>
                  </a:lnTo>
                  <a:lnTo>
                    <a:pt x="12355" y="463"/>
                  </a:lnTo>
                  <a:lnTo>
                    <a:pt x="12221" y="433"/>
                  </a:lnTo>
                  <a:lnTo>
                    <a:pt x="12056" y="418"/>
                  </a:lnTo>
                  <a:lnTo>
                    <a:pt x="11713" y="418"/>
                  </a:lnTo>
                  <a:lnTo>
                    <a:pt x="11324" y="433"/>
                  </a:lnTo>
                  <a:lnTo>
                    <a:pt x="10906" y="463"/>
                  </a:lnTo>
                  <a:lnTo>
                    <a:pt x="10473" y="508"/>
                  </a:lnTo>
                  <a:lnTo>
                    <a:pt x="10010" y="538"/>
                  </a:lnTo>
                  <a:lnTo>
                    <a:pt x="9547" y="553"/>
                  </a:lnTo>
                  <a:lnTo>
                    <a:pt x="9069" y="553"/>
                  </a:lnTo>
                  <a:lnTo>
                    <a:pt x="8844" y="538"/>
                  </a:lnTo>
                  <a:lnTo>
                    <a:pt x="8620" y="508"/>
                  </a:lnTo>
                  <a:lnTo>
                    <a:pt x="8396" y="478"/>
                  </a:lnTo>
                  <a:lnTo>
                    <a:pt x="8172" y="433"/>
                  </a:lnTo>
                  <a:lnTo>
                    <a:pt x="7739" y="329"/>
                  </a:lnTo>
                  <a:lnTo>
                    <a:pt x="7261" y="224"/>
                  </a:lnTo>
                  <a:lnTo>
                    <a:pt x="6783" y="150"/>
                  </a:lnTo>
                  <a:lnTo>
                    <a:pt x="6290" y="75"/>
                  </a:lnTo>
                  <a:lnTo>
                    <a:pt x="5782" y="30"/>
                  </a:lnTo>
                  <a:lnTo>
                    <a:pt x="52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2"/>
            <p:cNvSpPr/>
            <p:nvPr/>
          </p:nvSpPr>
          <p:spPr>
            <a:xfrm>
              <a:off x="-1527157" y="2833060"/>
              <a:ext cx="200843" cy="225587"/>
            </a:xfrm>
            <a:custGeom>
              <a:avLst/>
              <a:gdLst/>
              <a:ahLst/>
              <a:cxnLst/>
              <a:rect l="l" t="t" r="r" b="b"/>
              <a:pathLst>
                <a:path w="7143" h="8023" extrusionOk="0">
                  <a:moveTo>
                    <a:pt x="2810" y="0"/>
                  </a:moveTo>
                  <a:lnTo>
                    <a:pt x="2720" y="359"/>
                  </a:lnTo>
                  <a:lnTo>
                    <a:pt x="2600" y="702"/>
                  </a:lnTo>
                  <a:lnTo>
                    <a:pt x="2466" y="1046"/>
                  </a:lnTo>
                  <a:lnTo>
                    <a:pt x="2302" y="1375"/>
                  </a:lnTo>
                  <a:lnTo>
                    <a:pt x="2137" y="1703"/>
                  </a:lnTo>
                  <a:lnTo>
                    <a:pt x="1943" y="2017"/>
                  </a:lnTo>
                  <a:lnTo>
                    <a:pt x="1749" y="2316"/>
                  </a:lnTo>
                  <a:lnTo>
                    <a:pt x="1555" y="2615"/>
                  </a:lnTo>
                  <a:lnTo>
                    <a:pt x="1346" y="2899"/>
                  </a:lnTo>
                  <a:lnTo>
                    <a:pt x="1136" y="3168"/>
                  </a:lnTo>
                  <a:lnTo>
                    <a:pt x="718" y="3646"/>
                  </a:lnTo>
                  <a:lnTo>
                    <a:pt x="330" y="4049"/>
                  </a:lnTo>
                  <a:lnTo>
                    <a:pt x="1" y="4393"/>
                  </a:lnTo>
                  <a:lnTo>
                    <a:pt x="240" y="4691"/>
                  </a:lnTo>
                  <a:lnTo>
                    <a:pt x="494" y="5020"/>
                  </a:lnTo>
                  <a:lnTo>
                    <a:pt x="808" y="5394"/>
                  </a:lnTo>
                  <a:lnTo>
                    <a:pt x="1106" y="5722"/>
                  </a:lnTo>
                  <a:lnTo>
                    <a:pt x="1450" y="6066"/>
                  </a:lnTo>
                  <a:lnTo>
                    <a:pt x="1853" y="6469"/>
                  </a:lnTo>
                  <a:lnTo>
                    <a:pt x="2317" y="6917"/>
                  </a:lnTo>
                  <a:lnTo>
                    <a:pt x="2810" y="7351"/>
                  </a:lnTo>
                  <a:lnTo>
                    <a:pt x="3273" y="7724"/>
                  </a:lnTo>
                  <a:lnTo>
                    <a:pt x="3482" y="7888"/>
                  </a:lnTo>
                  <a:lnTo>
                    <a:pt x="3676" y="8023"/>
                  </a:lnTo>
                  <a:lnTo>
                    <a:pt x="4124" y="7620"/>
                  </a:lnTo>
                  <a:lnTo>
                    <a:pt x="4543" y="7201"/>
                  </a:lnTo>
                  <a:lnTo>
                    <a:pt x="4961" y="6783"/>
                  </a:lnTo>
                  <a:lnTo>
                    <a:pt x="5349" y="6350"/>
                  </a:lnTo>
                  <a:lnTo>
                    <a:pt x="5648" y="6006"/>
                  </a:lnTo>
                  <a:lnTo>
                    <a:pt x="5962" y="5647"/>
                  </a:lnTo>
                  <a:lnTo>
                    <a:pt x="6350" y="5184"/>
                  </a:lnTo>
                  <a:lnTo>
                    <a:pt x="6664" y="4781"/>
                  </a:lnTo>
                  <a:lnTo>
                    <a:pt x="6679" y="4766"/>
                  </a:lnTo>
                  <a:lnTo>
                    <a:pt x="6724" y="4706"/>
                  </a:lnTo>
                  <a:lnTo>
                    <a:pt x="7142" y="4154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2"/>
            <p:cNvSpPr/>
            <p:nvPr/>
          </p:nvSpPr>
          <p:spPr>
            <a:xfrm>
              <a:off x="-1383054" y="2933018"/>
              <a:ext cx="44960" cy="78588"/>
            </a:xfrm>
            <a:custGeom>
              <a:avLst/>
              <a:gdLst/>
              <a:ahLst/>
              <a:cxnLst/>
              <a:rect l="l" t="t" r="r" b="b"/>
              <a:pathLst>
                <a:path w="1599" h="2795" extrusionOk="0">
                  <a:moveTo>
                    <a:pt x="30" y="1"/>
                  </a:moveTo>
                  <a:lnTo>
                    <a:pt x="15" y="300"/>
                  </a:lnTo>
                  <a:lnTo>
                    <a:pt x="0" y="613"/>
                  </a:lnTo>
                  <a:lnTo>
                    <a:pt x="0" y="1002"/>
                  </a:lnTo>
                  <a:lnTo>
                    <a:pt x="15" y="1435"/>
                  </a:lnTo>
                  <a:lnTo>
                    <a:pt x="45" y="1898"/>
                  </a:lnTo>
                  <a:lnTo>
                    <a:pt x="75" y="2122"/>
                  </a:lnTo>
                  <a:lnTo>
                    <a:pt x="120" y="2361"/>
                  </a:lnTo>
                  <a:lnTo>
                    <a:pt x="165" y="2585"/>
                  </a:lnTo>
                  <a:lnTo>
                    <a:pt x="224" y="2795"/>
                  </a:lnTo>
                  <a:lnTo>
                    <a:pt x="523" y="2451"/>
                  </a:lnTo>
                  <a:lnTo>
                    <a:pt x="837" y="2092"/>
                  </a:lnTo>
                  <a:lnTo>
                    <a:pt x="1225" y="1629"/>
                  </a:lnTo>
                  <a:lnTo>
                    <a:pt x="1539" y="1226"/>
                  </a:lnTo>
                  <a:lnTo>
                    <a:pt x="1554" y="1211"/>
                  </a:lnTo>
                  <a:lnTo>
                    <a:pt x="1599" y="1151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32"/>
            <p:cNvSpPr/>
            <p:nvPr/>
          </p:nvSpPr>
          <p:spPr>
            <a:xfrm>
              <a:off x="-1506575" y="2672172"/>
              <a:ext cx="314663" cy="342387"/>
            </a:xfrm>
            <a:custGeom>
              <a:avLst/>
              <a:gdLst/>
              <a:ahLst/>
              <a:cxnLst/>
              <a:rect l="l" t="t" r="r" b="b"/>
              <a:pathLst>
                <a:path w="11191" h="12177" extrusionOk="0">
                  <a:moveTo>
                    <a:pt x="3437" y="1"/>
                  </a:moveTo>
                  <a:lnTo>
                    <a:pt x="3228" y="15"/>
                  </a:lnTo>
                  <a:lnTo>
                    <a:pt x="3004" y="45"/>
                  </a:lnTo>
                  <a:lnTo>
                    <a:pt x="2780" y="105"/>
                  </a:lnTo>
                  <a:lnTo>
                    <a:pt x="2571" y="165"/>
                  </a:lnTo>
                  <a:lnTo>
                    <a:pt x="2361" y="240"/>
                  </a:lnTo>
                  <a:lnTo>
                    <a:pt x="2167" y="329"/>
                  </a:lnTo>
                  <a:lnTo>
                    <a:pt x="1958" y="434"/>
                  </a:lnTo>
                  <a:lnTo>
                    <a:pt x="1764" y="553"/>
                  </a:lnTo>
                  <a:lnTo>
                    <a:pt x="1585" y="688"/>
                  </a:lnTo>
                  <a:lnTo>
                    <a:pt x="1405" y="837"/>
                  </a:lnTo>
                  <a:lnTo>
                    <a:pt x="1226" y="987"/>
                  </a:lnTo>
                  <a:lnTo>
                    <a:pt x="1062" y="1151"/>
                  </a:lnTo>
                  <a:lnTo>
                    <a:pt x="912" y="1330"/>
                  </a:lnTo>
                  <a:lnTo>
                    <a:pt x="763" y="1509"/>
                  </a:lnTo>
                  <a:lnTo>
                    <a:pt x="628" y="1704"/>
                  </a:lnTo>
                  <a:lnTo>
                    <a:pt x="509" y="1898"/>
                  </a:lnTo>
                  <a:lnTo>
                    <a:pt x="404" y="2107"/>
                  </a:lnTo>
                  <a:lnTo>
                    <a:pt x="300" y="2316"/>
                  </a:lnTo>
                  <a:lnTo>
                    <a:pt x="210" y="2540"/>
                  </a:lnTo>
                  <a:lnTo>
                    <a:pt x="135" y="2764"/>
                  </a:lnTo>
                  <a:lnTo>
                    <a:pt x="76" y="2988"/>
                  </a:lnTo>
                  <a:lnTo>
                    <a:pt x="31" y="3213"/>
                  </a:lnTo>
                  <a:lnTo>
                    <a:pt x="16" y="3452"/>
                  </a:lnTo>
                  <a:lnTo>
                    <a:pt x="1" y="3691"/>
                  </a:lnTo>
                  <a:lnTo>
                    <a:pt x="1" y="3915"/>
                  </a:lnTo>
                  <a:lnTo>
                    <a:pt x="16" y="4154"/>
                  </a:lnTo>
                  <a:lnTo>
                    <a:pt x="61" y="4393"/>
                  </a:lnTo>
                  <a:lnTo>
                    <a:pt x="121" y="4632"/>
                  </a:lnTo>
                  <a:lnTo>
                    <a:pt x="195" y="4856"/>
                  </a:lnTo>
                  <a:lnTo>
                    <a:pt x="300" y="5095"/>
                  </a:lnTo>
                  <a:lnTo>
                    <a:pt x="404" y="5319"/>
                  </a:lnTo>
                  <a:lnTo>
                    <a:pt x="554" y="5543"/>
                  </a:lnTo>
                  <a:lnTo>
                    <a:pt x="867" y="5991"/>
                  </a:lnTo>
                  <a:lnTo>
                    <a:pt x="1256" y="6469"/>
                  </a:lnTo>
                  <a:lnTo>
                    <a:pt x="1689" y="6962"/>
                  </a:lnTo>
                  <a:lnTo>
                    <a:pt x="2167" y="7470"/>
                  </a:lnTo>
                  <a:lnTo>
                    <a:pt x="2556" y="7874"/>
                  </a:lnTo>
                  <a:lnTo>
                    <a:pt x="2959" y="8262"/>
                  </a:lnTo>
                  <a:lnTo>
                    <a:pt x="3362" y="8665"/>
                  </a:lnTo>
                  <a:lnTo>
                    <a:pt x="3796" y="9054"/>
                  </a:lnTo>
                  <a:lnTo>
                    <a:pt x="4632" y="9801"/>
                  </a:lnTo>
                  <a:lnTo>
                    <a:pt x="5469" y="10488"/>
                  </a:lnTo>
                  <a:lnTo>
                    <a:pt x="6231" y="11086"/>
                  </a:lnTo>
                  <a:lnTo>
                    <a:pt x="6589" y="11340"/>
                  </a:lnTo>
                  <a:lnTo>
                    <a:pt x="6918" y="11579"/>
                  </a:lnTo>
                  <a:lnTo>
                    <a:pt x="7217" y="11773"/>
                  </a:lnTo>
                  <a:lnTo>
                    <a:pt x="7486" y="11922"/>
                  </a:lnTo>
                  <a:lnTo>
                    <a:pt x="7710" y="12042"/>
                  </a:lnTo>
                  <a:lnTo>
                    <a:pt x="7904" y="12116"/>
                  </a:lnTo>
                  <a:lnTo>
                    <a:pt x="8024" y="12146"/>
                  </a:lnTo>
                  <a:lnTo>
                    <a:pt x="8143" y="12176"/>
                  </a:lnTo>
                  <a:lnTo>
                    <a:pt x="8367" y="12176"/>
                  </a:lnTo>
                  <a:lnTo>
                    <a:pt x="8472" y="12146"/>
                  </a:lnTo>
                  <a:lnTo>
                    <a:pt x="8576" y="12116"/>
                  </a:lnTo>
                  <a:lnTo>
                    <a:pt x="8681" y="12072"/>
                  </a:lnTo>
                  <a:lnTo>
                    <a:pt x="8785" y="11997"/>
                  </a:lnTo>
                  <a:lnTo>
                    <a:pt x="8890" y="11922"/>
                  </a:lnTo>
                  <a:lnTo>
                    <a:pt x="8980" y="11833"/>
                  </a:lnTo>
                  <a:lnTo>
                    <a:pt x="9084" y="11713"/>
                  </a:lnTo>
                  <a:lnTo>
                    <a:pt x="9174" y="11594"/>
                  </a:lnTo>
                  <a:lnTo>
                    <a:pt x="9264" y="11444"/>
                  </a:lnTo>
                  <a:lnTo>
                    <a:pt x="9353" y="11280"/>
                  </a:lnTo>
                  <a:lnTo>
                    <a:pt x="9443" y="11101"/>
                  </a:lnTo>
                  <a:lnTo>
                    <a:pt x="9532" y="10906"/>
                  </a:lnTo>
                  <a:lnTo>
                    <a:pt x="9727" y="10369"/>
                  </a:lnTo>
                  <a:lnTo>
                    <a:pt x="10100" y="9218"/>
                  </a:lnTo>
                  <a:lnTo>
                    <a:pt x="10205" y="8800"/>
                  </a:lnTo>
                  <a:lnTo>
                    <a:pt x="10518" y="8800"/>
                  </a:lnTo>
                  <a:lnTo>
                    <a:pt x="10683" y="8785"/>
                  </a:lnTo>
                  <a:lnTo>
                    <a:pt x="10847" y="8755"/>
                  </a:lnTo>
                  <a:lnTo>
                    <a:pt x="10997" y="8725"/>
                  </a:lnTo>
                  <a:lnTo>
                    <a:pt x="11116" y="8680"/>
                  </a:lnTo>
                  <a:lnTo>
                    <a:pt x="11161" y="8665"/>
                  </a:lnTo>
                  <a:lnTo>
                    <a:pt x="11176" y="8636"/>
                  </a:lnTo>
                  <a:lnTo>
                    <a:pt x="11191" y="8591"/>
                  </a:lnTo>
                  <a:lnTo>
                    <a:pt x="11191" y="8561"/>
                  </a:lnTo>
                  <a:lnTo>
                    <a:pt x="10608" y="6888"/>
                  </a:lnTo>
                  <a:lnTo>
                    <a:pt x="10698" y="6215"/>
                  </a:lnTo>
                  <a:lnTo>
                    <a:pt x="10743" y="5558"/>
                  </a:lnTo>
                  <a:lnTo>
                    <a:pt x="10758" y="5229"/>
                  </a:lnTo>
                  <a:lnTo>
                    <a:pt x="10772" y="4916"/>
                  </a:lnTo>
                  <a:lnTo>
                    <a:pt x="10772" y="4617"/>
                  </a:lnTo>
                  <a:lnTo>
                    <a:pt x="10758" y="4318"/>
                  </a:lnTo>
                  <a:lnTo>
                    <a:pt x="10743" y="4124"/>
                  </a:lnTo>
                  <a:lnTo>
                    <a:pt x="10698" y="3915"/>
                  </a:lnTo>
                  <a:lnTo>
                    <a:pt x="10653" y="3735"/>
                  </a:lnTo>
                  <a:lnTo>
                    <a:pt x="10578" y="3541"/>
                  </a:lnTo>
                  <a:lnTo>
                    <a:pt x="10489" y="3362"/>
                  </a:lnTo>
                  <a:lnTo>
                    <a:pt x="10384" y="3168"/>
                  </a:lnTo>
                  <a:lnTo>
                    <a:pt x="10279" y="3003"/>
                  </a:lnTo>
                  <a:lnTo>
                    <a:pt x="10145" y="2839"/>
                  </a:lnTo>
                  <a:lnTo>
                    <a:pt x="9996" y="2690"/>
                  </a:lnTo>
                  <a:lnTo>
                    <a:pt x="9846" y="2555"/>
                  </a:lnTo>
                  <a:lnTo>
                    <a:pt x="9667" y="2421"/>
                  </a:lnTo>
                  <a:lnTo>
                    <a:pt x="9488" y="2316"/>
                  </a:lnTo>
                  <a:lnTo>
                    <a:pt x="8860" y="1958"/>
                  </a:lnTo>
                  <a:lnTo>
                    <a:pt x="8143" y="1584"/>
                  </a:lnTo>
                  <a:lnTo>
                    <a:pt x="7351" y="1196"/>
                  </a:lnTo>
                  <a:lnTo>
                    <a:pt x="6948" y="1001"/>
                  </a:lnTo>
                  <a:lnTo>
                    <a:pt x="6530" y="822"/>
                  </a:lnTo>
                  <a:lnTo>
                    <a:pt x="6111" y="658"/>
                  </a:lnTo>
                  <a:lnTo>
                    <a:pt x="5693" y="494"/>
                  </a:lnTo>
                  <a:lnTo>
                    <a:pt x="5290" y="359"/>
                  </a:lnTo>
                  <a:lnTo>
                    <a:pt x="4886" y="240"/>
                  </a:lnTo>
                  <a:lnTo>
                    <a:pt x="4498" y="135"/>
                  </a:lnTo>
                  <a:lnTo>
                    <a:pt x="4124" y="60"/>
                  </a:lnTo>
                  <a:lnTo>
                    <a:pt x="3766" y="15"/>
                  </a:lnTo>
                  <a:lnTo>
                    <a:pt x="3437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32"/>
            <p:cNvSpPr/>
            <p:nvPr/>
          </p:nvSpPr>
          <p:spPr>
            <a:xfrm>
              <a:off x="-1271737" y="2927142"/>
              <a:ext cx="31098" cy="27752"/>
            </a:xfrm>
            <a:custGeom>
              <a:avLst/>
              <a:gdLst/>
              <a:ahLst/>
              <a:cxnLst/>
              <a:rect l="l" t="t" r="r" b="b"/>
              <a:pathLst>
                <a:path w="1106" h="987" extrusionOk="0">
                  <a:moveTo>
                    <a:pt x="90" y="1"/>
                  </a:moveTo>
                  <a:lnTo>
                    <a:pt x="45" y="31"/>
                  </a:lnTo>
                  <a:lnTo>
                    <a:pt x="15" y="61"/>
                  </a:lnTo>
                  <a:lnTo>
                    <a:pt x="0" y="105"/>
                  </a:lnTo>
                  <a:lnTo>
                    <a:pt x="0" y="165"/>
                  </a:lnTo>
                  <a:lnTo>
                    <a:pt x="60" y="285"/>
                  </a:lnTo>
                  <a:lnTo>
                    <a:pt x="120" y="404"/>
                  </a:lnTo>
                  <a:lnTo>
                    <a:pt x="209" y="539"/>
                  </a:lnTo>
                  <a:lnTo>
                    <a:pt x="329" y="673"/>
                  </a:lnTo>
                  <a:lnTo>
                    <a:pt x="404" y="733"/>
                  </a:lnTo>
                  <a:lnTo>
                    <a:pt x="478" y="793"/>
                  </a:lnTo>
                  <a:lnTo>
                    <a:pt x="568" y="852"/>
                  </a:lnTo>
                  <a:lnTo>
                    <a:pt x="673" y="912"/>
                  </a:lnTo>
                  <a:lnTo>
                    <a:pt x="777" y="942"/>
                  </a:lnTo>
                  <a:lnTo>
                    <a:pt x="897" y="972"/>
                  </a:lnTo>
                  <a:lnTo>
                    <a:pt x="971" y="987"/>
                  </a:lnTo>
                  <a:lnTo>
                    <a:pt x="1016" y="987"/>
                  </a:lnTo>
                  <a:lnTo>
                    <a:pt x="1061" y="957"/>
                  </a:lnTo>
                  <a:lnTo>
                    <a:pt x="1091" y="927"/>
                  </a:lnTo>
                  <a:lnTo>
                    <a:pt x="1106" y="867"/>
                  </a:lnTo>
                  <a:lnTo>
                    <a:pt x="1106" y="822"/>
                  </a:lnTo>
                  <a:lnTo>
                    <a:pt x="1091" y="778"/>
                  </a:lnTo>
                  <a:lnTo>
                    <a:pt x="1046" y="748"/>
                  </a:lnTo>
                  <a:lnTo>
                    <a:pt x="1001" y="733"/>
                  </a:lnTo>
                  <a:lnTo>
                    <a:pt x="897" y="718"/>
                  </a:lnTo>
                  <a:lnTo>
                    <a:pt x="807" y="688"/>
                  </a:lnTo>
                  <a:lnTo>
                    <a:pt x="717" y="658"/>
                  </a:lnTo>
                  <a:lnTo>
                    <a:pt x="643" y="613"/>
                  </a:lnTo>
                  <a:lnTo>
                    <a:pt x="508" y="494"/>
                  </a:lnTo>
                  <a:lnTo>
                    <a:pt x="419" y="389"/>
                  </a:lnTo>
                  <a:lnTo>
                    <a:pt x="344" y="270"/>
                  </a:lnTo>
                  <a:lnTo>
                    <a:pt x="284" y="180"/>
                  </a:lnTo>
                  <a:lnTo>
                    <a:pt x="254" y="75"/>
                  </a:lnTo>
                  <a:lnTo>
                    <a:pt x="224" y="31"/>
                  </a:lnTo>
                  <a:lnTo>
                    <a:pt x="180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32"/>
            <p:cNvSpPr/>
            <p:nvPr/>
          </p:nvSpPr>
          <p:spPr>
            <a:xfrm>
              <a:off x="-1314166" y="2856567"/>
              <a:ext cx="53789" cy="35316"/>
            </a:xfrm>
            <a:custGeom>
              <a:avLst/>
              <a:gdLst/>
              <a:ahLst/>
              <a:cxnLst/>
              <a:rect l="l" t="t" r="r" b="b"/>
              <a:pathLst>
                <a:path w="1913" h="1256" extrusionOk="0">
                  <a:moveTo>
                    <a:pt x="434" y="1"/>
                  </a:moveTo>
                  <a:lnTo>
                    <a:pt x="299" y="31"/>
                  </a:lnTo>
                  <a:lnTo>
                    <a:pt x="165" y="76"/>
                  </a:lnTo>
                  <a:lnTo>
                    <a:pt x="120" y="106"/>
                  </a:lnTo>
                  <a:lnTo>
                    <a:pt x="75" y="135"/>
                  </a:lnTo>
                  <a:lnTo>
                    <a:pt x="45" y="180"/>
                  </a:lnTo>
                  <a:lnTo>
                    <a:pt x="15" y="225"/>
                  </a:lnTo>
                  <a:lnTo>
                    <a:pt x="0" y="270"/>
                  </a:lnTo>
                  <a:lnTo>
                    <a:pt x="0" y="330"/>
                  </a:lnTo>
                  <a:lnTo>
                    <a:pt x="0" y="389"/>
                  </a:lnTo>
                  <a:lnTo>
                    <a:pt x="15" y="449"/>
                  </a:lnTo>
                  <a:lnTo>
                    <a:pt x="60" y="569"/>
                  </a:lnTo>
                  <a:lnTo>
                    <a:pt x="150" y="688"/>
                  </a:lnTo>
                  <a:lnTo>
                    <a:pt x="254" y="808"/>
                  </a:lnTo>
                  <a:lnTo>
                    <a:pt x="404" y="912"/>
                  </a:lnTo>
                  <a:lnTo>
                    <a:pt x="568" y="1017"/>
                  </a:lnTo>
                  <a:lnTo>
                    <a:pt x="747" y="1106"/>
                  </a:lnTo>
                  <a:lnTo>
                    <a:pt x="942" y="1181"/>
                  </a:lnTo>
                  <a:lnTo>
                    <a:pt x="1136" y="1226"/>
                  </a:lnTo>
                  <a:lnTo>
                    <a:pt x="1315" y="1256"/>
                  </a:lnTo>
                  <a:lnTo>
                    <a:pt x="1479" y="1256"/>
                  </a:lnTo>
                  <a:lnTo>
                    <a:pt x="1614" y="1226"/>
                  </a:lnTo>
                  <a:lnTo>
                    <a:pt x="1733" y="1181"/>
                  </a:lnTo>
                  <a:lnTo>
                    <a:pt x="1793" y="1151"/>
                  </a:lnTo>
                  <a:lnTo>
                    <a:pt x="1838" y="1121"/>
                  </a:lnTo>
                  <a:lnTo>
                    <a:pt x="1868" y="1077"/>
                  </a:lnTo>
                  <a:lnTo>
                    <a:pt x="1898" y="1032"/>
                  </a:lnTo>
                  <a:lnTo>
                    <a:pt x="1913" y="987"/>
                  </a:lnTo>
                  <a:lnTo>
                    <a:pt x="1913" y="927"/>
                  </a:lnTo>
                  <a:lnTo>
                    <a:pt x="1913" y="867"/>
                  </a:lnTo>
                  <a:lnTo>
                    <a:pt x="1898" y="808"/>
                  </a:lnTo>
                  <a:lnTo>
                    <a:pt x="1853" y="703"/>
                  </a:lnTo>
                  <a:lnTo>
                    <a:pt x="1763" y="569"/>
                  </a:lnTo>
                  <a:lnTo>
                    <a:pt x="1659" y="464"/>
                  </a:lnTo>
                  <a:lnTo>
                    <a:pt x="1509" y="345"/>
                  </a:lnTo>
                  <a:lnTo>
                    <a:pt x="1345" y="240"/>
                  </a:lnTo>
                  <a:lnTo>
                    <a:pt x="1166" y="150"/>
                  </a:lnTo>
                  <a:lnTo>
                    <a:pt x="971" y="76"/>
                  </a:lnTo>
                  <a:lnTo>
                    <a:pt x="777" y="31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32"/>
            <p:cNvSpPr/>
            <p:nvPr/>
          </p:nvSpPr>
          <p:spPr>
            <a:xfrm>
              <a:off x="-1239401" y="2838937"/>
              <a:ext cx="13047" cy="23562"/>
            </a:xfrm>
            <a:custGeom>
              <a:avLst/>
              <a:gdLst/>
              <a:ahLst/>
              <a:cxnLst/>
              <a:rect l="l" t="t" r="r" b="b"/>
              <a:pathLst>
                <a:path w="464" h="838" extrusionOk="0">
                  <a:moveTo>
                    <a:pt x="210" y="0"/>
                  </a:moveTo>
                  <a:lnTo>
                    <a:pt x="165" y="15"/>
                  </a:lnTo>
                  <a:lnTo>
                    <a:pt x="120" y="60"/>
                  </a:lnTo>
                  <a:lnTo>
                    <a:pt x="90" y="105"/>
                  </a:lnTo>
                  <a:lnTo>
                    <a:pt x="45" y="165"/>
                  </a:lnTo>
                  <a:lnTo>
                    <a:pt x="30" y="240"/>
                  </a:lnTo>
                  <a:lnTo>
                    <a:pt x="1" y="314"/>
                  </a:lnTo>
                  <a:lnTo>
                    <a:pt x="1" y="404"/>
                  </a:lnTo>
                  <a:lnTo>
                    <a:pt x="1" y="479"/>
                  </a:lnTo>
                  <a:lnTo>
                    <a:pt x="1" y="568"/>
                  </a:lnTo>
                  <a:lnTo>
                    <a:pt x="16" y="643"/>
                  </a:lnTo>
                  <a:lnTo>
                    <a:pt x="45" y="703"/>
                  </a:lnTo>
                  <a:lnTo>
                    <a:pt x="75" y="747"/>
                  </a:lnTo>
                  <a:lnTo>
                    <a:pt x="105" y="792"/>
                  </a:lnTo>
                  <a:lnTo>
                    <a:pt x="150" y="822"/>
                  </a:lnTo>
                  <a:lnTo>
                    <a:pt x="195" y="837"/>
                  </a:lnTo>
                  <a:lnTo>
                    <a:pt x="255" y="837"/>
                  </a:lnTo>
                  <a:lnTo>
                    <a:pt x="299" y="807"/>
                  </a:lnTo>
                  <a:lnTo>
                    <a:pt x="329" y="777"/>
                  </a:lnTo>
                  <a:lnTo>
                    <a:pt x="374" y="718"/>
                  </a:lnTo>
                  <a:lnTo>
                    <a:pt x="404" y="658"/>
                  </a:lnTo>
                  <a:lnTo>
                    <a:pt x="434" y="598"/>
                  </a:lnTo>
                  <a:lnTo>
                    <a:pt x="449" y="508"/>
                  </a:lnTo>
                  <a:lnTo>
                    <a:pt x="464" y="434"/>
                  </a:lnTo>
                  <a:lnTo>
                    <a:pt x="464" y="344"/>
                  </a:lnTo>
                  <a:lnTo>
                    <a:pt x="449" y="269"/>
                  </a:lnTo>
                  <a:lnTo>
                    <a:pt x="434" y="195"/>
                  </a:lnTo>
                  <a:lnTo>
                    <a:pt x="419" y="135"/>
                  </a:lnTo>
                  <a:lnTo>
                    <a:pt x="389" y="75"/>
                  </a:lnTo>
                  <a:lnTo>
                    <a:pt x="344" y="30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rgbClr val="0020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2"/>
            <p:cNvSpPr/>
            <p:nvPr/>
          </p:nvSpPr>
          <p:spPr>
            <a:xfrm>
              <a:off x="-1264595" y="2809104"/>
              <a:ext cx="51680" cy="24828"/>
            </a:xfrm>
            <a:custGeom>
              <a:avLst/>
              <a:gdLst/>
              <a:ahLst/>
              <a:cxnLst/>
              <a:rect l="l" t="t" r="r" b="b"/>
              <a:pathLst>
                <a:path w="1838" h="883" extrusionOk="0">
                  <a:moveTo>
                    <a:pt x="1046" y="1"/>
                  </a:moveTo>
                  <a:lnTo>
                    <a:pt x="912" y="31"/>
                  </a:lnTo>
                  <a:lnTo>
                    <a:pt x="792" y="46"/>
                  </a:lnTo>
                  <a:lnTo>
                    <a:pt x="687" y="90"/>
                  </a:lnTo>
                  <a:lnTo>
                    <a:pt x="583" y="135"/>
                  </a:lnTo>
                  <a:lnTo>
                    <a:pt x="478" y="195"/>
                  </a:lnTo>
                  <a:lnTo>
                    <a:pt x="299" y="300"/>
                  </a:lnTo>
                  <a:lnTo>
                    <a:pt x="150" y="434"/>
                  </a:lnTo>
                  <a:lnTo>
                    <a:pt x="45" y="554"/>
                  </a:lnTo>
                  <a:lnTo>
                    <a:pt x="0" y="628"/>
                  </a:lnTo>
                  <a:lnTo>
                    <a:pt x="0" y="703"/>
                  </a:lnTo>
                  <a:lnTo>
                    <a:pt x="30" y="778"/>
                  </a:lnTo>
                  <a:lnTo>
                    <a:pt x="75" y="837"/>
                  </a:lnTo>
                  <a:lnTo>
                    <a:pt x="120" y="852"/>
                  </a:lnTo>
                  <a:lnTo>
                    <a:pt x="165" y="867"/>
                  </a:lnTo>
                  <a:lnTo>
                    <a:pt x="209" y="882"/>
                  </a:lnTo>
                  <a:lnTo>
                    <a:pt x="269" y="867"/>
                  </a:lnTo>
                  <a:lnTo>
                    <a:pt x="314" y="837"/>
                  </a:lnTo>
                  <a:lnTo>
                    <a:pt x="359" y="808"/>
                  </a:lnTo>
                  <a:lnTo>
                    <a:pt x="463" y="703"/>
                  </a:lnTo>
                  <a:lnTo>
                    <a:pt x="568" y="613"/>
                  </a:lnTo>
                  <a:lnTo>
                    <a:pt x="702" y="524"/>
                  </a:lnTo>
                  <a:lnTo>
                    <a:pt x="792" y="479"/>
                  </a:lnTo>
                  <a:lnTo>
                    <a:pt x="882" y="449"/>
                  </a:lnTo>
                  <a:lnTo>
                    <a:pt x="971" y="419"/>
                  </a:lnTo>
                  <a:lnTo>
                    <a:pt x="1076" y="404"/>
                  </a:lnTo>
                  <a:lnTo>
                    <a:pt x="1195" y="404"/>
                  </a:lnTo>
                  <a:lnTo>
                    <a:pt x="1300" y="419"/>
                  </a:lnTo>
                  <a:lnTo>
                    <a:pt x="1419" y="449"/>
                  </a:lnTo>
                  <a:lnTo>
                    <a:pt x="1554" y="494"/>
                  </a:lnTo>
                  <a:lnTo>
                    <a:pt x="1629" y="524"/>
                  </a:lnTo>
                  <a:lnTo>
                    <a:pt x="1703" y="509"/>
                  </a:lnTo>
                  <a:lnTo>
                    <a:pt x="1778" y="464"/>
                  </a:lnTo>
                  <a:lnTo>
                    <a:pt x="1823" y="404"/>
                  </a:lnTo>
                  <a:lnTo>
                    <a:pt x="1838" y="329"/>
                  </a:lnTo>
                  <a:lnTo>
                    <a:pt x="1823" y="255"/>
                  </a:lnTo>
                  <a:lnTo>
                    <a:pt x="1793" y="180"/>
                  </a:lnTo>
                  <a:lnTo>
                    <a:pt x="1718" y="135"/>
                  </a:lnTo>
                  <a:lnTo>
                    <a:pt x="1584" y="75"/>
                  </a:lnTo>
                  <a:lnTo>
                    <a:pt x="1434" y="31"/>
                  </a:lnTo>
                  <a:lnTo>
                    <a:pt x="1300" y="16"/>
                  </a:lnTo>
                  <a:lnTo>
                    <a:pt x="1166" y="1"/>
                  </a:lnTo>
                  <a:close/>
                </a:path>
              </a:pathLst>
            </a:custGeom>
            <a:solidFill>
              <a:srgbClr val="0020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2"/>
            <p:cNvSpPr/>
            <p:nvPr/>
          </p:nvSpPr>
          <p:spPr>
            <a:xfrm>
              <a:off x="-1374647" y="2801119"/>
              <a:ext cx="25221" cy="55082"/>
            </a:xfrm>
            <a:custGeom>
              <a:avLst/>
              <a:gdLst/>
              <a:ahLst/>
              <a:cxnLst/>
              <a:rect l="l" t="t" r="r" b="b"/>
              <a:pathLst>
                <a:path w="897" h="1959" extrusionOk="0">
                  <a:moveTo>
                    <a:pt x="149" y="1"/>
                  </a:moveTo>
                  <a:lnTo>
                    <a:pt x="90" y="16"/>
                  </a:lnTo>
                  <a:lnTo>
                    <a:pt x="45" y="46"/>
                  </a:lnTo>
                  <a:lnTo>
                    <a:pt x="15" y="91"/>
                  </a:lnTo>
                  <a:lnTo>
                    <a:pt x="0" y="135"/>
                  </a:lnTo>
                  <a:lnTo>
                    <a:pt x="15" y="195"/>
                  </a:lnTo>
                  <a:lnTo>
                    <a:pt x="45" y="240"/>
                  </a:lnTo>
                  <a:lnTo>
                    <a:pt x="134" y="359"/>
                  </a:lnTo>
                  <a:lnTo>
                    <a:pt x="239" y="494"/>
                  </a:lnTo>
                  <a:lnTo>
                    <a:pt x="344" y="673"/>
                  </a:lnTo>
                  <a:lnTo>
                    <a:pt x="448" y="897"/>
                  </a:lnTo>
                  <a:lnTo>
                    <a:pt x="493" y="1032"/>
                  </a:lnTo>
                  <a:lnTo>
                    <a:pt x="538" y="1166"/>
                  </a:lnTo>
                  <a:lnTo>
                    <a:pt x="568" y="1316"/>
                  </a:lnTo>
                  <a:lnTo>
                    <a:pt x="598" y="1480"/>
                  </a:lnTo>
                  <a:lnTo>
                    <a:pt x="613" y="1644"/>
                  </a:lnTo>
                  <a:lnTo>
                    <a:pt x="613" y="1824"/>
                  </a:lnTo>
                  <a:lnTo>
                    <a:pt x="627" y="1868"/>
                  </a:lnTo>
                  <a:lnTo>
                    <a:pt x="642" y="1913"/>
                  </a:lnTo>
                  <a:lnTo>
                    <a:pt x="672" y="1943"/>
                  </a:lnTo>
                  <a:lnTo>
                    <a:pt x="717" y="1958"/>
                  </a:lnTo>
                  <a:lnTo>
                    <a:pt x="807" y="1958"/>
                  </a:lnTo>
                  <a:lnTo>
                    <a:pt x="852" y="1928"/>
                  </a:lnTo>
                  <a:lnTo>
                    <a:pt x="881" y="1883"/>
                  </a:lnTo>
                  <a:lnTo>
                    <a:pt x="896" y="1824"/>
                  </a:lnTo>
                  <a:lnTo>
                    <a:pt x="896" y="1629"/>
                  </a:lnTo>
                  <a:lnTo>
                    <a:pt x="881" y="1435"/>
                  </a:lnTo>
                  <a:lnTo>
                    <a:pt x="852" y="1271"/>
                  </a:lnTo>
                  <a:lnTo>
                    <a:pt x="807" y="1106"/>
                  </a:lnTo>
                  <a:lnTo>
                    <a:pt x="762" y="942"/>
                  </a:lnTo>
                  <a:lnTo>
                    <a:pt x="717" y="793"/>
                  </a:lnTo>
                  <a:lnTo>
                    <a:pt x="598" y="539"/>
                  </a:lnTo>
                  <a:lnTo>
                    <a:pt x="463" y="330"/>
                  </a:lnTo>
                  <a:lnTo>
                    <a:pt x="359" y="180"/>
                  </a:lnTo>
                  <a:lnTo>
                    <a:pt x="239" y="46"/>
                  </a:lnTo>
                  <a:lnTo>
                    <a:pt x="194" y="16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2"/>
            <p:cNvSpPr/>
            <p:nvPr/>
          </p:nvSpPr>
          <p:spPr>
            <a:xfrm>
              <a:off x="-1383054" y="2821701"/>
              <a:ext cx="29439" cy="9701"/>
            </a:xfrm>
            <a:custGeom>
              <a:avLst/>
              <a:gdLst/>
              <a:ahLst/>
              <a:cxnLst/>
              <a:rect l="l" t="t" r="r" b="b"/>
              <a:pathLst>
                <a:path w="1047" h="345" extrusionOk="0">
                  <a:moveTo>
                    <a:pt x="538" y="1"/>
                  </a:moveTo>
                  <a:lnTo>
                    <a:pt x="404" y="16"/>
                  </a:lnTo>
                  <a:lnTo>
                    <a:pt x="194" y="46"/>
                  </a:lnTo>
                  <a:lnTo>
                    <a:pt x="105" y="61"/>
                  </a:lnTo>
                  <a:lnTo>
                    <a:pt x="45" y="91"/>
                  </a:lnTo>
                  <a:lnTo>
                    <a:pt x="15" y="135"/>
                  </a:lnTo>
                  <a:lnTo>
                    <a:pt x="0" y="180"/>
                  </a:lnTo>
                  <a:lnTo>
                    <a:pt x="0" y="240"/>
                  </a:lnTo>
                  <a:lnTo>
                    <a:pt x="15" y="270"/>
                  </a:lnTo>
                  <a:lnTo>
                    <a:pt x="45" y="300"/>
                  </a:lnTo>
                  <a:lnTo>
                    <a:pt x="75" y="330"/>
                  </a:lnTo>
                  <a:lnTo>
                    <a:pt x="105" y="330"/>
                  </a:lnTo>
                  <a:lnTo>
                    <a:pt x="135" y="345"/>
                  </a:lnTo>
                  <a:lnTo>
                    <a:pt x="180" y="330"/>
                  </a:lnTo>
                  <a:lnTo>
                    <a:pt x="299" y="300"/>
                  </a:lnTo>
                  <a:lnTo>
                    <a:pt x="478" y="285"/>
                  </a:lnTo>
                  <a:lnTo>
                    <a:pt x="673" y="285"/>
                  </a:lnTo>
                  <a:lnTo>
                    <a:pt x="762" y="300"/>
                  </a:lnTo>
                  <a:lnTo>
                    <a:pt x="852" y="330"/>
                  </a:lnTo>
                  <a:lnTo>
                    <a:pt x="956" y="330"/>
                  </a:lnTo>
                  <a:lnTo>
                    <a:pt x="1001" y="300"/>
                  </a:lnTo>
                  <a:lnTo>
                    <a:pt x="1031" y="255"/>
                  </a:lnTo>
                  <a:lnTo>
                    <a:pt x="1046" y="195"/>
                  </a:lnTo>
                  <a:lnTo>
                    <a:pt x="1031" y="135"/>
                  </a:lnTo>
                  <a:lnTo>
                    <a:pt x="1001" y="91"/>
                  </a:lnTo>
                  <a:lnTo>
                    <a:pt x="956" y="61"/>
                  </a:lnTo>
                  <a:lnTo>
                    <a:pt x="822" y="16"/>
                  </a:lnTo>
                  <a:lnTo>
                    <a:pt x="687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2"/>
            <p:cNvSpPr/>
            <p:nvPr/>
          </p:nvSpPr>
          <p:spPr>
            <a:xfrm>
              <a:off x="-1506575" y="2672172"/>
              <a:ext cx="289048" cy="210488"/>
            </a:xfrm>
            <a:custGeom>
              <a:avLst/>
              <a:gdLst/>
              <a:ahLst/>
              <a:cxnLst/>
              <a:rect l="l" t="t" r="r" b="b"/>
              <a:pathLst>
                <a:path w="10280" h="7486" extrusionOk="0">
                  <a:moveTo>
                    <a:pt x="3437" y="1"/>
                  </a:moveTo>
                  <a:lnTo>
                    <a:pt x="3228" y="15"/>
                  </a:lnTo>
                  <a:lnTo>
                    <a:pt x="3004" y="45"/>
                  </a:lnTo>
                  <a:lnTo>
                    <a:pt x="2780" y="105"/>
                  </a:lnTo>
                  <a:lnTo>
                    <a:pt x="2571" y="165"/>
                  </a:lnTo>
                  <a:lnTo>
                    <a:pt x="2361" y="240"/>
                  </a:lnTo>
                  <a:lnTo>
                    <a:pt x="2167" y="329"/>
                  </a:lnTo>
                  <a:lnTo>
                    <a:pt x="1958" y="434"/>
                  </a:lnTo>
                  <a:lnTo>
                    <a:pt x="1764" y="553"/>
                  </a:lnTo>
                  <a:lnTo>
                    <a:pt x="1585" y="688"/>
                  </a:lnTo>
                  <a:lnTo>
                    <a:pt x="1405" y="837"/>
                  </a:lnTo>
                  <a:lnTo>
                    <a:pt x="1226" y="987"/>
                  </a:lnTo>
                  <a:lnTo>
                    <a:pt x="1062" y="1151"/>
                  </a:lnTo>
                  <a:lnTo>
                    <a:pt x="912" y="1330"/>
                  </a:lnTo>
                  <a:lnTo>
                    <a:pt x="763" y="1509"/>
                  </a:lnTo>
                  <a:lnTo>
                    <a:pt x="628" y="1704"/>
                  </a:lnTo>
                  <a:lnTo>
                    <a:pt x="509" y="1898"/>
                  </a:lnTo>
                  <a:lnTo>
                    <a:pt x="404" y="2107"/>
                  </a:lnTo>
                  <a:lnTo>
                    <a:pt x="300" y="2316"/>
                  </a:lnTo>
                  <a:lnTo>
                    <a:pt x="210" y="2540"/>
                  </a:lnTo>
                  <a:lnTo>
                    <a:pt x="135" y="2764"/>
                  </a:lnTo>
                  <a:lnTo>
                    <a:pt x="76" y="2988"/>
                  </a:lnTo>
                  <a:lnTo>
                    <a:pt x="31" y="3213"/>
                  </a:lnTo>
                  <a:lnTo>
                    <a:pt x="16" y="3452"/>
                  </a:lnTo>
                  <a:lnTo>
                    <a:pt x="1" y="3691"/>
                  </a:lnTo>
                  <a:lnTo>
                    <a:pt x="1" y="3915"/>
                  </a:lnTo>
                  <a:lnTo>
                    <a:pt x="16" y="4154"/>
                  </a:lnTo>
                  <a:lnTo>
                    <a:pt x="61" y="4393"/>
                  </a:lnTo>
                  <a:lnTo>
                    <a:pt x="121" y="4632"/>
                  </a:lnTo>
                  <a:lnTo>
                    <a:pt x="195" y="4856"/>
                  </a:lnTo>
                  <a:lnTo>
                    <a:pt x="300" y="5095"/>
                  </a:lnTo>
                  <a:lnTo>
                    <a:pt x="404" y="5319"/>
                  </a:lnTo>
                  <a:lnTo>
                    <a:pt x="554" y="5543"/>
                  </a:lnTo>
                  <a:lnTo>
                    <a:pt x="867" y="5991"/>
                  </a:lnTo>
                  <a:lnTo>
                    <a:pt x="1256" y="6469"/>
                  </a:lnTo>
                  <a:lnTo>
                    <a:pt x="1689" y="6962"/>
                  </a:lnTo>
                  <a:lnTo>
                    <a:pt x="2167" y="7470"/>
                  </a:lnTo>
                  <a:lnTo>
                    <a:pt x="2257" y="7485"/>
                  </a:lnTo>
                  <a:lnTo>
                    <a:pt x="2361" y="7485"/>
                  </a:lnTo>
                  <a:lnTo>
                    <a:pt x="2466" y="7470"/>
                  </a:lnTo>
                  <a:lnTo>
                    <a:pt x="2571" y="7455"/>
                  </a:lnTo>
                  <a:lnTo>
                    <a:pt x="2675" y="7425"/>
                  </a:lnTo>
                  <a:lnTo>
                    <a:pt x="2795" y="7381"/>
                  </a:lnTo>
                  <a:lnTo>
                    <a:pt x="2899" y="7321"/>
                  </a:lnTo>
                  <a:lnTo>
                    <a:pt x="3019" y="7261"/>
                  </a:lnTo>
                  <a:lnTo>
                    <a:pt x="3123" y="7186"/>
                  </a:lnTo>
                  <a:lnTo>
                    <a:pt x="3228" y="7097"/>
                  </a:lnTo>
                  <a:lnTo>
                    <a:pt x="3333" y="6992"/>
                  </a:lnTo>
                  <a:lnTo>
                    <a:pt x="3437" y="6888"/>
                  </a:lnTo>
                  <a:lnTo>
                    <a:pt x="3542" y="6768"/>
                  </a:lnTo>
                  <a:lnTo>
                    <a:pt x="3631" y="6634"/>
                  </a:lnTo>
                  <a:lnTo>
                    <a:pt x="3721" y="6499"/>
                  </a:lnTo>
                  <a:lnTo>
                    <a:pt x="3811" y="6350"/>
                  </a:lnTo>
                  <a:lnTo>
                    <a:pt x="3721" y="6185"/>
                  </a:lnTo>
                  <a:lnTo>
                    <a:pt x="3646" y="6006"/>
                  </a:lnTo>
                  <a:lnTo>
                    <a:pt x="3587" y="5827"/>
                  </a:lnTo>
                  <a:lnTo>
                    <a:pt x="3542" y="5663"/>
                  </a:lnTo>
                  <a:lnTo>
                    <a:pt x="3497" y="5483"/>
                  </a:lnTo>
                  <a:lnTo>
                    <a:pt x="3467" y="5304"/>
                  </a:lnTo>
                  <a:lnTo>
                    <a:pt x="3467" y="5125"/>
                  </a:lnTo>
                  <a:lnTo>
                    <a:pt x="3467" y="4960"/>
                  </a:lnTo>
                  <a:lnTo>
                    <a:pt x="3497" y="4796"/>
                  </a:lnTo>
                  <a:lnTo>
                    <a:pt x="3542" y="4632"/>
                  </a:lnTo>
                  <a:lnTo>
                    <a:pt x="3587" y="4482"/>
                  </a:lnTo>
                  <a:lnTo>
                    <a:pt x="3676" y="4333"/>
                  </a:lnTo>
                  <a:lnTo>
                    <a:pt x="3766" y="4199"/>
                  </a:lnTo>
                  <a:lnTo>
                    <a:pt x="3885" y="4079"/>
                  </a:lnTo>
                  <a:lnTo>
                    <a:pt x="4020" y="3974"/>
                  </a:lnTo>
                  <a:lnTo>
                    <a:pt x="4184" y="3870"/>
                  </a:lnTo>
                  <a:lnTo>
                    <a:pt x="4319" y="3795"/>
                  </a:lnTo>
                  <a:lnTo>
                    <a:pt x="4468" y="3750"/>
                  </a:lnTo>
                  <a:lnTo>
                    <a:pt x="4602" y="3706"/>
                  </a:lnTo>
                  <a:lnTo>
                    <a:pt x="4737" y="3676"/>
                  </a:lnTo>
                  <a:lnTo>
                    <a:pt x="4856" y="3661"/>
                  </a:lnTo>
                  <a:lnTo>
                    <a:pt x="4976" y="3661"/>
                  </a:lnTo>
                  <a:lnTo>
                    <a:pt x="5095" y="3676"/>
                  </a:lnTo>
                  <a:lnTo>
                    <a:pt x="5215" y="3691"/>
                  </a:lnTo>
                  <a:lnTo>
                    <a:pt x="5319" y="3720"/>
                  </a:lnTo>
                  <a:lnTo>
                    <a:pt x="5424" y="3750"/>
                  </a:lnTo>
                  <a:lnTo>
                    <a:pt x="5618" y="3855"/>
                  </a:lnTo>
                  <a:lnTo>
                    <a:pt x="5783" y="3959"/>
                  </a:lnTo>
                  <a:lnTo>
                    <a:pt x="5947" y="4094"/>
                  </a:lnTo>
                  <a:lnTo>
                    <a:pt x="6081" y="4243"/>
                  </a:lnTo>
                  <a:lnTo>
                    <a:pt x="6201" y="4393"/>
                  </a:lnTo>
                  <a:lnTo>
                    <a:pt x="6291" y="4527"/>
                  </a:lnTo>
                  <a:lnTo>
                    <a:pt x="6380" y="4662"/>
                  </a:lnTo>
                  <a:lnTo>
                    <a:pt x="6485" y="4871"/>
                  </a:lnTo>
                  <a:lnTo>
                    <a:pt x="6515" y="4945"/>
                  </a:lnTo>
                  <a:lnTo>
                    <a:pt x="6739" y="4975"/>
                  </a:lnTo>
                  <a:lnTo>
                    <a:pt x="6963" y="4990"/>
                  </a:lnTo>
                  <a:lnTo>
                    <a:pt x="7067" y="4527"/>
                  </a:lnTo>
                  <a:lnTo>
                    <a:pt x="7172" y="4079"/>
                  </a:lnTo>
                  <a:lnTo>
                    <a:pt x="7277" y="3646"/>
                  </a:lnTo>
                  <a:lnTo>
                    <a:pt x="7366" y="3198"/>
                  </a:lnTo>
                  <a:lnTo>
                    <a:pt x="7546" y="3198"/>
                  </a:lnTo>
                  <a:lnTo>
                    <a:pt x="7740" y="3168"/>
                  </a:lnTo>
                  <a:lnTo>
                    <a:pt x="7934" y="3108"/>
                  </a:lnTo>
                  <a:lnTo>
                    <a:pt x="8128" y="3018"/>
                  </a:lnTo>
                  <a:lnTo>
                    <a:pt x="8322" y="2899"/>
                  </a:lnTo>
                  <a:lnTo>
                    <a:pt x="8502" y="2764"/>
                  </a:lnTo>
                  <a:lnTo>
                    <a:pt x="8681" y="2615"/>
                  </a:lnTo>
                  <a:lnTo>
                    <a:pt x="8845" y="2451"/>
                  </a:lnTo>
                  <a:lnTo>
                    <a:pt x="9547" y="2764"/>
                  </a:lnTo>
                  <a:lnTo>
                    <a:pt x="9906" y="2914"/>
                  </a:lnTo>
                  <a:lnTo>
                    <a:pt x="10100" y="2973"/>
                  </a:lnTo>
                  <a:lnTo>
                    <a:pt x="10279" y="3018"/>
                  </a:lnTo>
                  <a:lnTo>
                    <a:pt x="10115" y="2809"/>
                  </a:lnTo>
                  <a:lnTo>
                    <a:pt x="9921" y="2615"/>
                  </a:lnTo>
                  <a:lnTo>
                    <a:pt x="9712" y="2451"/>
                  </a:lnTo>
                  <a:lnTo>
                    <a:pt x="9488" y="2316"/>
                  </a:lnTo>
                  <a:lnTo>
                    <a:pt x="8860" y="1958"/>
                  </a:lnTo>
                  <a:lnTo>
                    <a:pt x="8143" y="1584"/>
                  </a:lnTo>
                  <a:lnTo>
                    <a:pt x="7351" y="1196"/>
                  </a:lnTo>
                  <a:lnTo>
                    <a:pt x="6948" y="1001"/>
                  </a:lnTo>
                  <a:lnTo>
                    <a:pt x="6530" y="822"/>
                  </a:lnTo>
                  <a:lnTo>
                    <a:pt x="6111" y="658"/>
                  </a:lnTo>
                  <a:lnTo>
                    <a:pt x="5693" y="494"/>
                  </a:lnTo>
                  <a:lnTo>
                    <a:pt x="5290" y="359"/>
                  </a:lnTo>
                  <a:lnTo>
                    <a:pt x="4886" y="240"/>
                  </a:lnTo>
                  <a:lnTo>
                    <a:pt x="4498" y="135"/>
                  </a:lnTo>
                  <a:lnTo>
                    <a:pt x="4124" y="60"/>
                  </a:lnTo>
                  <a:lnTo>
                    <a:pt x="3766" y="15"/>
                  </a:lnTo>
                  <a:lnTo>
                    <a:pt x="3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2"/>
            <p:cNvSpPr/>
            <p:nvPr/>
          </p:nvSpPr>
          <p:spPr>
            <a:xfrm>
              <a:off x="-1254950" y="2797773"/>
              <a:ext cx="50865" cy="99592"/>
            </a:xfrm>
            <a:custGeom>
              <a:avLst/>
              <a:gdLst/>
              <a:ahLst/>
              <a:cxnLst/>
              <a:rect l="l" t="t" r="r" b="b"/>
              <a:pathLst>
                <a:path w="1809" h="3542" extrusionOk="0">
                  <a:moveTo>
                    <a:pt x="1301" y="180"/>
                  </a:moveTo>
                  <a:lnTo>
                    <a:pt x="1360" y="210"/>
                  </a:lnTo>
                  <a:lnTo>
                    <a:pt x="1405" y="239"/>
                  </a:lnTo>
                  <a:lnTo>
                    <a:pt x="1450" y="284"/>
                  </a:lnTo>
                  <a:lnTo>
                    <a:pt x="1495" y="344"/>
                  </a:lnTo>
                  <a:lnTo>
                    <a:pt x="1540" y="419"/>
                  </a:lnTo>
                  <a:lnTo>
                    <a:pt x="1569" y="508"/>
                  </a:lnTo>
                  <a:lnTo>
                    <a:pt x="1614" y="718"/>
                  </a:lnTo>
                  <a:lnTo>
                    <a:pt x="1644" y="957"/>
                  </a:lnTo>
                  <a:lnTo>
                    <a:pt x="1629" y="1240"/>
                  </a:lnTo>
                  <a:lnTo>
                    <a:pt x="1599" y="1554"/>
                  </a:lnTo>
                  <a:lnTo>
                    <a:pt x="1540" y="1883"/>
                  </a:lnTo>
                  <a:lnTo>
                    <a:pt x="1525" y="1928"/>
                  </a:lnTo>
                  <a:lnTo>
                    <a:pt x="1480" y="2092"/>
                  </a:lnTo>
                  <a:lnTo>
                    <a:pt x="1375" y="2391"/>
                  </a:lnTo>
                  <a:lnTo>
                    <a:pt x="1271" y="2660"/>
                  </a:lnTo>
                  <a:lnTo>
                    <a:pt x="1136" y="2884"/>
                  </a:lnTo>
                  <a:lnTo>
                    <a:pt x="1002" y="3078"/>
                  </a:lnTo>
                  <a:lnTo>
                    <a:pt x="882" y="3212"/>
                  </a:lnTo>
                  <a:lnTo>
                    <a:pt x="748" y="3317"/>
                  </a:lnTo>
                  <a:lnTo>
                    <a:pt x="688" y="3347"/>
                  </a:lnTo>
                  <a:lnTo>
                    <a:pt x="628" y="3362"/>
                  </a:lnTo>
                  <a:lnTo>
                    <a:pt x="569" y="3377"/>
                  </a:lnTo>
                  <a:lnTo>
                    <a:pt x="509" y="3362"/>
                  </a:lnTo>
                  <a:lnTo>
                    <a:pt x="464" y="3347"/>
                  </a:lnTo>
                  <a:lnTo>
                    <a:pt x="404" y="3302"/>
                  </a:lnTo>
                  <a:lnTo>
                    <a:pt x="359" y="3257"/>
                  </a:lnTo>
                  <a:lnTo>
                    <a:pt x="315" y="3197"/>
                  </a:lnTo>
                  <a:lnTo>
                    <a:pt x="285" y="3123"/>
                  </a:lnTo>
                  <a:lnTo>
                    <a:pt x="255" y="3033"/>
                  </a:lnTo>
                  <a:lnTo>
                    <a:pt x="195" y="2824"/>
                  </a:lnTo>
                  <a:lnTo>
                    <a:pt x="180" y="2570"/>
                  </a:lnTo>
                  <a:lnTo>
                    <a:pt x="180" y="2271"/>
                  </a:lnTo>
                  <a:lnTo>
                    <a:pt x="225" y="1957"/>
                  </a:lnTo>
                  <a:lnTo>
                    <a:pt x="285" y="1614"/>
                  </a:lnTo>
                  <a:lnTo>
                    <a:pt x="389" y="1285"/>
                  </a:lnTo>
                  <a:lnTo>
                    <a:pt x="509" y="986"/>
                  </a:lnTo>
                  <a:lnTo>
                    <a:pt x="628" y="732"/>
                  </a:lnTo>
                  <a:lnTo>
                    <a:pt x="778" y="523"/>
                  </a:lnTo>
                  <a:lnTo>
                    <a:pt x="912" y="359"/>
                  </a:lnTo>
                  <a:lnTo>
                    <a:pt x="987" y="299"/>
                  </a:lnTo>
                  <a:lnTo>
                    <a:pt x="1047" y="239"/>
                  </a:lnTo>
                  <a:lnTo>
                    <a:pt x="1121" y="210"/>
                  </a:lnTo>
                  <a:lnTo>
                    <a:pt x="1181" y="180"/>
                  </a:lnTo>
                  <a:close/>
                  <a:moveTo>
                    <a:pt x="1256" y="0"/>
                  </a:moveTo>
                  <a:lnTo>
                    <a:pt x="1181" y="15"/>
                  </a:lnTo>
                  <a:lnTo>
                    <a:pt x="1091" y="30"/>
                  </a:lnTo>
                  <a:lnTo>
                    <a:pt x="1002" y="75"/>
                  </a:lnTo>
                  <a:lnTo>
                    <a:pt x="912" y="135"/>
                  </a:lnTo>
                  <a:lnTo>
                    <a:pt x="823" y="195"/>
                  </a:lnTo>
                  <a:lnTo>
                    <a:pt x="748" y="284"/>
                  </a:lnTo>
                  <a:lnTo>
                    <a:pt x="658" y="389"/>
                  </a:lnTo>
                  <a:lnTo>
                    <a:pt x="583" y="493"/>
                  </a:lnTo>
                  <a:lnTo>
                    <a:pt x="494" y="628"/>
                  </a:lnTo>
                  <a:lnTo>
                    <a:pt x="359" y="897"/>
                  </a:lnTo>
                  <a:lnTo>
                    <a:pt x="225" y="1225"/>
                  </a:lnTo>
                  <a:lnTo>
                    <a:pt x="120" y="1584"/>
                  </a:lnTo>
                  <a:lnTo>
                    <a:pt x="46" y="1943"/>
                  </a:lnTo>
                  <a:lnTo>
                    <a:pt x="1" y="2286"/>
                  </a:lnTo>
                  <a:lnTo>
                    <a:pt x="1" y="2600"/>
                  </a:lnTo>
                  <a:lnTo>
                    <a:pt x="16" y="2749"/>
                  </a:lnTo>
                  <a:lnTo>
                    <a:pt x="31" y="2884"/>
                  </a:lnTo>
                  <a:lnTo>
                    <a:pt x="61" y="3018"/>
                  </a:lnTo>
                  <a:lnTo>
                    <a:pt x="105" y="3123"/>
                  </a:lnTo>
                  <a:lnTo>
                    <a:pt x="135" y="3227"/>
                  </a:lnTo>
                  <a:lnTo>
                    <a:pt x="195" y="3317"/>
                  </a:lnTo>
                  <a:lnTo>
                    <a:pt x="255" y="3392"/>
                  </a:lnTo>
                  <a:lnTo>
                    <a:pt x="315" y="3451"/>
                  </a:lnTo>
                  <a:lnTo>
                    <a:pt x="389" y="3511"/>
                  </a:lnTo>
                  <a:lnTo>
                    <a:pt x="464" y="3526"/>
                  </a:lnTo>
                  <a:lnTo>
                    <a:pt x="554" y="3541"/>
                  </a:lnTo>
                  <a:lnTo>
                    <a:pt x="628" y="3541"/>
                  </a:lnTo>
                  <a:lnTo>
                    <a:pt x="718" y="3511"/>
                  </a:lnTo>
                  <a:lnTo>
                    <a:pt x="808" y="3481"/>
                  </a:lnTo>
                  <a:lnTo>
                    <a:pt x="882" y="3422"/>
                  </a:lnTo>
                  <a:lnTo>
                    <a:pt x="972" y="3362"/>
                  </a:lnTo>
                  <a:lnTo>
                    <a:pt x="1047" y="3287"/>
                  </a:lnTo>
                  <a:lnTo>
                    <a:pt x="1136" y="3183"/>
                  </a:lnTo>
                  <a:lnTo>
                    <a:pt x="1286" y="2973"/>
                  </a:lnTo>
                  <a:lnTo>
                    <a:pt x="1435" y="2704"/>
                  </a:lnTo>
                  <a:lnTo>
                    <a:pt x="1569" y="2406"/>
                  </a:lnTo>
                  <a:lnTo>
                    <a:pt x="1674" y="2062"/>
                  </a:lnTo>
                  <a:lnTo>
                    <a:pt x="1689" y="1972"/>
                  </a:lnTo>
                  <a:lnTo>
                    <a:pt x="1719" y="1898"/>
                  </a:lnTo>
                  <a:lnTo>
                    <a:pt x="1779" y="1539"/>
                  </a:lnTo>
                  <a:lnTo>
                    <a:pt x="1809" y="1211"/>
                  </a:lnTo>
                  <a:lnTo>
                    <a:pt x="1809" y="912"/>
                  </a:lnTo>
                  <a:lnTo>
                    <a:pt x="1779" y="643"/>
                  </a:lnTo>
                  <a:lnTo>
                    <a:pt x="1749" y="508"/>
                  </a:lnTo>
                  <a:lnTo>
                    <a:pt x="1704" y="404"/>
                  </a:lnTo>
                  <a:lnTo>
                    <a:pt x="1659" y="299"/>
                  </a:lnTo>
                  <a:lnTo>
                    <a:pt x="1614" y="225"/>
                  </a:lnTo>
                  <a:lnTo>
                    <a:pt x="1555" y="150"/>
                  </a:lnTo>
                  <a:lnTo>
                    <a:pt x="1495" y="90"/>
                  </a:lnTo>
                  <a:lnTo>
                    <a:pt x="1420" y="45"/>
                  </a:lnTo>
                  <a:lnTo>
                    <a:pt x="1345" y="15"/>
                  </a:lnTo>
                  <a:lnTo>
                    <a:pt x="1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32"/>
            <p:cNvSpPr/>
            <p:nvPr/>
          </p:nvSpPr>
          <p:spPr>
            <a:xfrm>
              <a:off x="-1213364" y="2850268"/>
              <a:ext cx="11388" cy="8435"/>
            </a:xfrm>
            <a:custGeom>
              <a:avLst/>
              <a:gdLst/>
              <a:ahLst/>
              <a:cxnLst/>
              <a:rect l="l" t="t" r="r" b="b"/>
              <a:pathLst>
                <a:path w="405" h="300" extrusionOk="0">
                  <a:moveTo>
                    <a:pt x="120" y="1"/>
                  </a:moveTo>
                  <a:lnTo>
                    <a:pt x="61" y="16"/>
                  </a:lnTo>
                  <a:lnTo>
                    <a:pt x="46" y="61"/>
                  </a:lnTo>
                  <a:lnTo>
                    <a:pt x="1" y="225"/>
                  </a:lnTo>
                  <a:lnTo>
                    <a:pt x="31" y="225"/>
                  </a:lnTo>
                  <a:lnTo>
                    <a:pt x="61" y="210"/>
                  </a:lnTo>
                  <a:lnTo>
                    <a:pt x="90" y="195"/>
                  </a:lnTo>
                  <a:lnTo>
                    <a:pt x="135" y="180"/>
                  </a:lnTo>
                  <a:lnTo>
                    <a:pt x="165" y="180"/>
                  </a:lnTo>
                  <a:lnTo>
                    <a:pt x="195" y="195"/>
                  </a:lnTo>
                  <a:lnTo>
                    <a:pt x="210" y="225"/>
                  </a:lnTo>
                  <a:lnTo>
                    <a:pt x="240" y="255"/>
                  </a:lnTo>
                  <a:lnTo>
                    <a:pt x="255" y="285"/>
                  </a:lnTo>
                  <a:lnTo>
                    <a:pt x="285" y="300"/>
                  </a:lnTo>
                  <a:lnTo>
                    <a:pt x="359" y="300"/>
                  </a:lnTo>
                  <a:lnTo>
                    <a:pt x="389" y="270"/>
                  </a:lnTo>
                  <a:lnTo>
                    <a:pt x="404" y="240"/>
                  </a:lnTo>
                  <a:lnTo>
                    <a:pt x="404" y="210"/>
                  </a:lnTo>
                  <a:lnTo>
                    <a:pt x="389" y="180"/>
                  </a:lnTo>
                  <a:lnTo>
                    <a:pt x="359" y="120"/>
                  </a:lnTo>
                  <a:lnTo>
                    <a:pt x="315" y="76"/>
                  </a:lnTo>
                  <a:lnTo>
                    <a:pt x="270" y="46"/>
                  </a:lnTo>
                  <a:lnTo>
                    <a:pt x="240" y="31"/>
                  </a:lnTo>
                  <a:lnTo>
                    <a:pt x="210" y="16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32"/>
            <p:cNvSpPr/>
            <p:nvPr/>
          </p:nvSpPr>
          <p:spPr>
            <a:xfrm>
              <a:off x="-1310820" y="2817933"/>
              <a:ext cx="65148" cy="22297"/>
            </a:xfrm>
            <a:custGeom>
              <a:avLst/>
              <a:gdLst/>
              <a:ahLst/>
              <a:cxnLst/>
              <a:rect l="l" t="t" r="r" b="b"/>
              <a:pathLst>
                <a:path w="2317" h="793" extrusionOk="0">
                  <a:moveTo>
                    <a:pt x="1" y="1"/>
                  </a:moveTo>
                  <a:lnTo>
                    <a:pt x="1" y="180"/>
                  </a:lnTo>
                  <a:lnTo>
                    <a:pt x="2212" y="792"/>
                  </a:lnTo>
                  <a:lnTo>
                    <a:pt x="2257" y="792"/>
                  </a:lnTo>
                  <a:lnTo>
                    <a:pt x="2287" y="777"/>
                  </a:lnTo>
                  <a:lnTo>
                    <a:pt x="2302" y="762"/>
                  </a:lnTo>
                  <a:lnTo>
                    <a:pt x="2316" y="733"/>
                  </a:lnTo>
                  <a:lnTo>
                    <a:pt x="2316" y="703"/>
                  </a:lnTo>
                  <a:lnTo>
                    <a:pt x="2316" y="673"/>
                  </a:lnTo>
                  <a:lnTo>
                    <a:pt x="2287" y="643"/>
                  </a:lnTo>
                  <a:lnTo>
                    <a:pt x="2257" y="62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32"/>
            <p:cNvSpPr/>
            <p:nvPr/>
          </p:nvSpPr>
          <p:spPr>
            <a:xfrm>
              <a:off x="-1845561" y="4073494"/>
              <a:ext cx="930464" cy="580148"/>
            </a:xfrm>
            <a:custGeom>
              <a:avLst/>
              <a:gdLst/>
              <a:ahLst/>
              <a:cxnLst/>
              <a:rect l="l" t="t" r="r" b="b"/>
              <a:pathLst>
                <a:path w="33092" h="20633" extrusionOk="0">
                  <a:moveTo>
                    <a:pt x="18317" y="1"/>
                  </a:moveTo>
                  <a:lnTo>
                    <a:pt x="7441" y="4781"/>
                  </a:lnTo>
                  <a:lnTo>
                    <a:pt x="7560" y="5020"/>
                  </a:lnTo>
                  <a:lnTo>
                    <a:pt x="7725" y="5289"/>
                  </a:lnTo>
                  <a:lnTo>
                    <a:pt x="7964" y="5663"/>
                  </a:lnTo>
                  <a:lnTo>
                    <a:pt x="8277" y="6111"/>
                  </a:lnTo>
                  <a:lnTo>
                    <a:pt x="8471" y="6365"/>
                  </a:lnTo>
                  <a:lnTo>
                    <a:pt x="8696" y="6634"/>
                  </a:lnTo>
                  <a:lnTo>
                    <a:pt x="8935" y="6918"/>
                  </a:lnTo>
                  <a:lnTo>
                    <a:pt x="9189" y="7217"/>
                  </a:lnTo>
                  <a:lnTo>
                    <a:pt x="9487" y="7530"/>
                  </a:lnTo>
                  <a:lnTo>
                    <a:pt x="9801" y="7844"/>
                  </a:lnTo>
                  <a:lnTo>
                    <a:pt x="10160" y="8173"/>
                  </a:lnTo>
                  <a:lnTo>
                    <a:pt x="10533" y="8501"/>
                  </a:lnTo>
                  <a:lnTo>
                    <a:pt x="10937" y="8845"/>
                  </a:lnTo>
                  <a:lnTo>
                    <a:pt x="11370" y="9189"/>
                  </a:lnTo>
                  <a:lnTo>
                    <a:pt x="11848" y="9532"/>
                  </a:lnTo>
                  <a:lnTo>
                    <a:pt x="12341" y="9876"/>
                  </a:lnTo>
                  <a:lnTo>
                    <a:pt x="12879" y="10234"/>
                  </a:lnTo>
                  <a:lnTo>
                    <a:pt x="13446" y="10578"/>
                  </a:lnTo>
                  <a:lnTo>
                    <a:pt x="14059" y="10922"/>
                  </a:lnTo>
                  <a:lnTo>
                    <a:pt x="14686" y="11265"/>
                  </a:lnTo>
                  <a:lnTo>
                    <a:pt x="15374" y="11594"/>
                  </a:lnTo>
                  <a:lnTo>
                    <a:pt x="16091" y="11923"/>
                  </a:lnTo>
                  <a:lnTo>
                    <a:pt x="16838" y="12236"/>
                  </a:lnTo>
                  <a:lnTo>
                    <a:pt x="17629" y="12550"/>
                  </a:lnTo>
                  <a:lnTo>
                    <a:pt x="18466" y="12849"/>
                  </a:lnTo>
                  <a:lnTo>
                    <a:pt x="19333" y="13133"/>
                  </a:lnTo>
                  <a:lnTo>
                    <a:pt x="19228" y="13103"/>
                  </a:lnTo>
                  <a:lnTo>
                    <a:pt x="18899" y="12998"/>
                  </a:lnTo>
                  <a:lnTo>
                    <a:pt x="18660" y="12938"/>
                  </a:lnTo>
                  <a:lnTo>
                    <a:pt x="18362" y="12879"/>
                  </a:lnTo>
                  <a:lnTo>
                    <a:pt x="18003" y="12819"/>
                  </a:lnTo>
                  <a:lnTo>
                    <a:pt x="17585" y="12759"/>
                  </a:lnTo>
                  <a:lnTo>
                    <a:pt x="17122" y="12714"/>
                  </a:lnTo>
                  <a:lnTo>
                    <a:pt x="16599" y="12684"/>
                  </a:lnTo>
                  <a:lnTo>
                    <a:pt x="16016" y="12655"/>
                  </a:lnTo>
                  <a:lnTo>
                    <a:pt x="15374" y="12655"/>
                  </a:lnTo>
                  <a:lnTo>
                    <a:pt x="14671" y="12684"/>
                  </a:lnTo>
                  <a:lnTo>
                    <a:pt x="13924" y="12729"/>
                  </a:lnTo>
                  <a:lnTo>
                    <a:pt x="13103" y="12804"/>
                  </a:lnTo>
                  <a:lnTo>
                    <a:pt x="12236" y="12923"/>
                  </a:lnTo>
                  <a:lnTo>
                    <a:pt x="11310" y="13073"/>
                  </a:lnTo>
                  <a:lnTo>
                    <a:pt x="10339" y="13267"/>
                  </a:lnTo>
                  <a:lnTo>
                    <a:pt x="9323" y="13491"/>
                  </a:lnTo>
                  <a:lnTo>
                    <a:pt x="8307" y="13745"/>
                  </a:lnTo>
                  <a:lnTo>
                    <a:pt x="7276" y="14014"/>
                  </a:lnTo>
                  <a:lnTo>
                    <a:pt x="6260" y="14298"/>
                  </a:lnTo>
                  <a:lnTo>
                    <a:pt x="5274" y="14582"/>
                  </a:lnTo>
                  <a:lnTo>
                    <a:pt x="4318" y="14866"/>
                  </a:lnTo>
                  <a:lnTo>
                    <a:pt x="2600" y="15403"/>
                  </a:lnTo>
                  <a:lnTo>
                    <a:pt x="1241" y="15852"/>
                  </a:lnTo>
                  <a:lnTo>
                    <a:pt x="1" y="16285"/>
                  </a:lnTo>
                  <a:lnTo>
                    <a:pt x="105" y="19796"/>
                  </a:lnTo>
                  <a:lnTo>
                    <a:pt x="29880" y="20632"/>
                  </a:lnTo>
                  <a:lnTo>
                    <a:pt x="30104" y="20617"/>
                  </a:lnTo>
                  <a:lnTo>
                    <a:pt x="30313" y="20602"/>
                  </a:lnTo>
                  <a:lnTo>
                    <a:pt x="30522" y="20572"/>
                  </a:lnTo>
                  <a:lnTo>
                    <a:pt x="30717" y="20528"/>
                  </a:lnTo>
                  <a:lnTo>
                    <a:pt x="30926" y="20468"/>
                  </a:lnTo>
                  <a:lnTo>
                    <a:pt x="31105" y="20408"/>
                  </a:lnTo>
                  <a:lnTo>
                    <a:pt x="31299" y="20319"/>
                  </a:lnTo>
                  <a:lnTo>
                    <a:pt x="31478" y="20229"/>
                  </a:lnTo>
                  <a:lnTo>
                    <a:pt x="31643" y="20124"/>
                  </a:lnTo>
                  <a:lnTo>
                    <a:pt x="31807" y="20020"/>
                  </a:lnTo>
                  <a:lnTo>
                    <a:pt x="31957" y="19885"/>
                  </a:lnTo>
                  <a:lnTo>
                    <a:pt x="32106" y="19766"/>
                  </a:lnTo>
                  <a:lnTo>
                    <a:pt x="32240" y="19616"/>
                  </a:lnTo>
                  <a:lnTo>
                    <a:pt x="32375" y="19467"/>
                  </a:lnTo>
                  <a:lnTo>
                    <a:pt x="32479" y="19318"/>
                  </a:lnTo>
                  <a:lnTo>
                    <a:pt x="32599" y="19153"/>
                  </a:lnTo>
                  <a:lnTo>
                    <a:pt x="32689" y="18989"/>
                  </a:lnTo>
                  <a:lnTo>
                    <a:pt x="32778" y="18825"/>
                  </a:lnTo>
                  <a:lnTo>
                    <a:pt x="32868" y="18645"/>
                  </a:lnTo>
                  <a:lnTo>
                    <a:pt x="32928" y="18451"/>
                  </a:lnTo>
                  <a:lnTo>
                    <a:pt x="32987" y="18272"/>
                  </a:lnTo>
                  <a:lnTo>
                    <a:pt x="33032" y="18078"/>
                  </a:lnTo>
                  <a:lnTo>
                    <a:pt x="33062" y="17883"/>
                  </a:lnTo>
                  <a:lnTo>
                    <a:pt x="33092" y="17689"/>
                  </a:lnTo>
                  <a:lnTo>
                    <a:pt x="33092" y="17495"/>
                  </a:lnTo>
                  <a:lnTo>
                    <a:pt x="33092" y="17286"/>
                  </a:lnTo>
                  <a:lnTo>
                    <a:pt x="33077" y="17092"/>
                  </a:lnTo>
                  <a:lnTo>
                    <a:pt x="33047" y="16882"/>
                  </a:lnTo>
                  <a:lnTo>
                    <a:pt x="33002" y="16673"/>
                  </a:lnTo>
                  <a:lnTo>
                    <a:pt x="32943" y="16479"/>
                  </a:lnTo>
                  <a:lnTo>
                    <a:pt x="32868" y="16270"/>
                  </a:lnTo>
                  <a:lnTo>
                    <a:pt x="32778" y="16076"/>
                  </a:lnTo>
                  <a:lnTo>
                    <a:pt x="32524" y="15568"/>
                  </a:lnTo>
                  <a:lnTo>
                    <a:pt x="32225" y="15045"/>
                  </a:lnTo>
                  <a:lnTo>
                    <a:pt x="31912" y="14507"/>
                  </a:lnTo>
                  <a:lnTo>
                    <a:pt x="31553" y="13969"/>
                  </a:lnTo>
                  <a:lnTo>
                    <a:pt x="31180" y="13416"/>
                  </a:lnTo>
                  <a:lnTo>
                    <a:pt x="30791" y="12849"/>
                  </a:lnTo>
                  <a:lnTo>
                    <a:pt x="30373" y="12281"/>
                  </a:lnTo>
                  <a:lnTo>
                    <a:pt x="29925" y="11698"/>
                  </a:lnTo>
                  <a:lnTo>
                    <a:pt x="29462" y="11116"/>
                  </a:lnTo>
                  <a:lnTo>
                    <a:pt x="28984" y="10533"/>
                  </a:lnTo>
                  <a:lnTo>
                    <a:pt x="28506" y="9950"/>
                  </a:lnTo>
                  <a:lnTo>
                    <a:pt x="27998" y="9368"/>
                  </a:lnTo>
                  <a:lnTo>
                    <a:pt x="26967" y="8203"/>
                  </a:lnTo>
                  <a:lnTo>
                    <a:pt x="25891" y="7052"/>
                  </a:lnTo>
                  <a:lnTo>
                    <a:pt x="24830" y="5947"/>
                  </a:lnTo>
                  <a:lnTo>
                    <a:pt x="23755" y="4871"/>
                  </a:lnTo>
                  <a:lnTo>
                    <a:pt x="22709" y="3855"/>
                  </a:lnTo>
                  <a:lnTo>
                    <a:pt x="21693" y="2914"/>
                  </a:lnTo>
                  <a:lnTo>
                    <a:pt x="20737" y="2033"/>
                  </a:lnTo>
                  <a:lnTo>
                    <a:pt x="19841" y="1256"/>
                  </a:lnTo>
                  <a:lnTo>
                    <a:pt x="19034" y="583"/>
                  </a:lnTo>
                  <a:lnTo>
                    <a:pt x="18317" y="1"/>
                  </a:lnTo>
                  <a:close/>
                </a:path>
              </a:pathLst>
            </a:custGeom>
            <a:solidFill>
              <a:srgbClr val="6C1B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32"/>
            <p:cNvSpPr/>
            <p:nvPr/>
          </p:nvSpPr>
          <p:spPr>
            <a:xfrm>
              <a:off x="-1989636" y="4530938"/>
              <a:ext cx="144102" cy="100436"/>
            </a:xfrm>
            <a:custGeom>
              <a:avLst/>
              <a:gdLst/>
              <a:ahLst/>
              <a:cxnLst/>
              <a:rect l="l" t="t" r="r" b="b"/>
              <a:pathLst>
                <a:path w="5125" h="3572" extrusionOk="0">
                  <a:moveTo>
                    <a:pt x="5125" y="1"/>
                  </a:moveTo>
                  <a:lnTo>
                    <a:pt x="2480" y="464"/>
                  </a:lnTo>
                  <a:lnTo>
                    <a:pt x="2271" y="748"/>
                  </a:lnTo>
                  <a:lnTo>
                    <a:pt x="1718" y="1480"/>
                  </a:lnTo>
                  <a:lnTo>
                    <a:pt x="1345" y="1958"/>
                  </a:lnTo>
                  <a:lnTo>
                    <a:pt x="927" y="2481"/>
                  </a:lnTo>
                  <a:lnTo>
                    <a:pt x="479" y="3034"/>
                  </a:lnTo>
                  <a:lnTo>
                    <a:pt x="0" y="3571"/>
                  </a:lnTo>
                  <a:lnTo>
                    <a:pt x="4916" y="2989"/>
                  </a:lnTo>
                  <a:lnTo>
                    <a:pt x="5125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32"/>
            <p:cNvSpPr/>
            <p:nvPr/>
          </p:nvSpPr>
          <p:spPr>
            <a:xfrm>
              <a:off x="-1876209" y="4511622"/>
              <a:ext cx="67229" cy="128581"/>
            </a:xfrm>
            <a:custGeom>
              <a:avLst/>
              <a:gdLst/>
              <a:ahLst/>
              <a:cxnLst/>
              <a:rect l="l" t="t" r="r" b="b"/>
              <a:pathLst>
                <a:path w="2391" h="4573" extrusionOk="0">
                  <a:moveTo>
                    <a:pt x="1330" y="1"/>
                  </a:moveTo>
                  <a:lnTo>
                    <a:pt x="1061" y="16"/>
                  </a:lnTo>
                  <a:lnTo>
                    <a:pt x="777" y="31"/>
                  </a:lnTo>
                  <a:lnTo>
                    <a:pt x="508" y="90"/>
                  </a:lnTo>
                  <a:lnTo>
                    <a:pt x="209" y="150"/>
                  </a:lnTo>
                  <a:lnTo>
                    <a:pt x="0" y="4393"/>
                  </a:lnTo>
                  <a:lnTo>
                    <a:pt x="269" y="4483"/>
                  </a:lnTo>
                  <a:lnTo>
                    <a:pt x="538" y="4542"/>
                  </a:lnTo>
                  <a:lnTo>
                    <a:pt x="792" y="4572"/>
                  </a:lnTo>
                  <a:lnTo>
                    <a:pt x="1061" y="4572"/>
                  </a:lnTo>
                  <a:lnTo>
                    <a:pt x="1315" y="4557"/>
                  </a:lnTo>
                  <a:lnTo>
                    <a:pt x="1584" y="4527"/>
                  </a:lnTo>
                  <a:lnTo>
                    <a:pt x="1868" y="4468"/>
                  </a:lnTo>
                  <a:lnTo>
                    <a:pt x="2151" y="4393"/>
                  </a:lnTo>
                  <a:lnTo>
                    <a:pt x="2390" y="105"/>
                  </a:lnTo>
                  <a:lnTo>
                    <a:pt x="2122" y="60"/>
                  </a:lnTo>
                  <a:lnTo>
                    <a:pt x="1853" y="31"/>
                  </a:lnTo>
                  <a:lnTo>
                    <a:pt x="1584" y="1"/>
                  </a:lnTo>
                  <a:close/>
                </a:path>
              </a:pathLst>
            </a:custGeom>
            <a:solidFill>
              <a:srgbClr val="4C0C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2"/>
            <p:cNvSpPr/>
            <p:nvPr/>
          </p:nvSpPr>
          <p:spPr>
            <a:xfrm>
              <a:off x="-2237465" y="4441890"/>
              <a:ext cx="346576" cy="242401"/>
            </a:xfrm>
            <a:custGeom>
              <a:avLst/>
              <a:gdLst/>
              <a:ahLst/>
              <a:cxnLst/>
              <a:rect l="l" t="t" r="r" b="b"/>
              <a:pathLst>
                <a:path w="12326" h="8621" extrusionOk="0">
                  <a:moveTo>
                    <a:pt x="9502" y="1"/>
                  </a:moveTo>
                  <a:lnTo>
                    <a:pt x="7993" y="1076"/>
                  </a:lnTo>
                  <a:lnTo>
                    <a:pt x="6454" y="2197"/>
                  </a:lnTo>
                  <a:lnTo>
                    <a:pt x="4691" y="3482"/>
                  </a:lnTo>
                  <a:lnTo>
                    <a:pt x="3810" y="4154"/>
                  </a:lnTo>
                  <a:lnTo>
                    <a:pt x="2943" y="4811"/>
                  </a:lnTo>
                  <a:lnTo>
                    <a:pt x="2136" y="5439"/>
                  </a:lnTo>
                  <a:lnTo>
                    <a:pt x="1419" y="6006"/>
                  </a:lnTo>
                  <a:lnTo>
                    <a:pt x="822" y="6514"/>
                  </a:lnTo>
                  <a:lnTo>
                    <a:pt x="374" y="6933"/>
                  </a:lnTo>
                  <a:lnTo>
                    <a:pt x="209" y="7112"/>
                  </a:lnTo>
                  <a:lnTo>
                    <a:pt x="90" y="7246"/>
                  </a:lnTo>
                  <a:lnTo>
                    <a:pt x="15" y="7351"/>
                  </a:lnTo>
                  <a:lnTo>
                    <a:pt x="0" y="7396"/>
                  </a:lnTo>
                  <a:lnTo>
                    <a:pt x="0" y="7426"/>
                  </a:lnTo>
                  <a:lnTo>
                    <a:pt x="75" y="7680"/>
                  </a:lnTo>
                  <a:lnTo>
                    <a:pt x="120" y="7814"/>
                  </a:lnTo>
                  <a:lnTo>
                    <a:pt x="179" y="7934"/>
                  </a:lnTo>
                  <a:lnTo>
                    <a:pt x="254" y="8068"/>
                  </a:lnTo>
                  <a:lnTo>
                    <a:pt x="329" y="8188"/>
                  </a:lnTo>
                  <a:lnTo>
                    <a:pt x="433" y="8307"/>
                  </a:lnTo>
                  <a:lnTo>
                    <a:pt x="538" y="8397"/>
                  </a:lnTo>
                  <a:lnTo>
                    <a:pt x="657" y="8486"/>
                  </a:lnTo>
                  <a:lnTo>
                    <a:pt x="792" y="8561"/>
                  </a:lnTo>
                  <a:lnTo>
                    <a:pt x="941" y="8591"/>
                  </a:lnTo>
                  <a:lnTo>
                    <a:pt x="1121" y="8621"/>
                  </a:lnTo>
                  <a:lnTo>
                    <a:pt x="1300" y="8606"/>
                  </a:lnTo>
                  <a:lnTo>
                    <a:pt x="1509" y="8561"/>
                  </a:lnTo>
                  <a:lnTo>
                    <a:pt x="1733" y="8486"/>
                  </a:lnTo>
                  <a:lnTo>
                    <a:pt x="1972" y="8367"/>
                  </a:lnTo>
                  <a:lnTo>
                    <a:pt x="2196" y="8277"/>
                  </a:lnTo>
                  <a:lnTo>
                    <a:pt x="2465" y="8188"/>
                  </a:lnTo>
                  <a:lnTo>
                    <a:pt x="2764" y="8098"/>
                  </a:lnTo>
                  <a:lnTo>
                    <a:pt x="3122" y="8023"/>
                  </a:lnTo>
                  <a:lnTo>
                    <a:pt x="3511" y="7964"/>
                  </a:lnTo>
                  <a:lnTo>
                    <a:pt x="3914" y="7889"/>
                  </a:lnTo>
                  <a:lnTo>
                    <a:pt x="4796" y="7784"/>
                  </a:lnTo>
                  <a:lnTo>
                    <a:pt x="5408" y="7724"/>
                  </a:lnTo>
                  <a:lnTo>
                    <a:pt x="5662" y="7695"/>
                  </a:lnTo>
                  <a:lnTo>
                    <a:pt x="6320" y="7635"/>
                  </a:lnTo>
                  <a:lnTo>
                    <a:pt x="6723" y="7605"/>
                  </a:lnTo>
                  <a:lnTo>
                    <a:pt x="7276" y="7560"/>
                  </a:lnTo>
                  <a:lnTo>
                    <a:pt x="8053" y="7485"/>
                  </a:lnTo>
                  <a:lnTo>
                    <a:pt x="8710" y="7411"/>
                  </a:lnTo>
                  <a:lnTo>
                    <a:pt x="8964" y="7381"/>
                  </a:lnTo>
                  <a:lnTo>
                    <a:pt x="9173" y="7336"/>
                  </a:lnTo>
                  <a:lnTo>
                    <a:pt x="9337" y="7306"/>
                  </a:lnTo>
                  <a:lnTo>
                    <a:pt x="9427" y="7261"/>
                  </a:lnTo>
                  <a:lnTo>
                    <a:pt x="9517" y="7187"/>
                  </a:lnTo>
                  <a:lnTo>
                    <a:pt x="9591" y="7097"/>
                  </a:lnTo>
                  <a:lnTo>
                    <a:pt x="9651" y="6992"/>
                  </a:lnTo>
                  <a:lnTo>
                    <a:pt x="9696" y="6873"/>
                  </a:lnTo>
                  <a:lnTo>
                    <a:pt x="9741" y="6753"/>
                  </a:lnTo>
                  <a:lnTo>
                    <a:pt x="9771" y="6634"/>
                  </a:lnTo>
                  <a:lnTo>
                    <a:pt x="9815" y="6365"/>
                  </a:lnTo>
                  <a:lnTo>
                    <a:pt x="9845" y="6126"/>
                  </a:lnTo>
                  <a:lnTo>
                    <a:pt x="9845" y="5917"/>
                  </a:lnTo>
                  <a:lnTo>
                    <a:pt x="9845" y="5723"/>
                  </a:lnTo>
                  <a:lnTo>
                    <a:pt x="10069" y="5364"/>
                  </a:lnTo>
                  <a:lnTo>
                    <a:pt x="10308" y="5050"/>
                  </a:lnTo>
                  <a:lnTo>
                    <a:pt x="10547" y="4781"/>
                  </a:lnTo>
                  <a:lnTo>
                    <a:pt x="10772" y="4542"/>
                  </a:lnTo>
                  <a:lnTo>
                    <a:pt x="11011" y="4333"/>
                  </a:lnTo>
                  <a:lnTo>
                    <a:pt x="11235" y="4154"/>
                  </a:lnTo>
                  <a:lnTo>
                    <a:pt x="11444" y="4005"/>
                  </a:lnTo>
                  <a:lnTo>
                    <a:pt x="11638" y="3885"/>
                  </a:lnTo>
                  <a:lnTo>
                    <a:pt x="11967" y="3676"/>
                  </a:lnTo>
                  <a:lnTo>
                    <a:pt x="12101" y="3586"/>
                  </a:lnTo>
                  <a:lnTo>
                    <a:pt x="12206" y="3512"/>
                  </a:lnTo>
                  <a:lnTo>
                    <a:pt x="12280" y="3437"/>
                  </a:lnTo>
                  <a:lnTo>
                    <a:pt x="12310" y="3392"/>
                  </a:lnTo>
                  <a:lnTo>
                    <a:pt x="12310" y="3347"/>
                  </a:lnTo>
                  <a:lnTo>
                    <a:pt x="12325" y="3302"/>
                  </a:lnTo>
                  <a:lnTo>
                    <a:pt x="12310" y="3258"/>
                  </a:lnTo>
                  <a:lnTo>
                    <a:pt x="12265" y="3168"/>
                  </a:lnTo>
                  <a:lnTo>
                    <a:pt x="12131" y="2974"/>
                  </a:lnTo>
                  <a:lnTo>
                    <a:pt x="11967" y="2765"/>
                  </a:lnTo>
                  <a:lnTo>
                    <a:pt x="11563" y="2272"/>
                  </a:lnTo>
                  <a:lnTo>
                    <a:pt x="11115" y="1749"/>
                  </a:lnTo>
                  <a:lnTo>
                    <a:pt x="10637" y="1226"/>
                  </a:lnTo>
                  <a:lnTo>
                    <a:pt x="9845" y="359"/>
                  </a:lnTo>
                  <a:lnTo>
                    <a:pt x="950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2"/>
            <p:cNvSpPr/>
            <p:nvPr/>
          </p:nvSpPr>
          <p:spPr>
            <a:xfrm>
              <a:off x="-2078263" y="4599826"/>
              <a:ext cx="27752" cy="61802"/>
            </a:xfrm>
            <a:custGeom>
              <a:avLst/>
              <a:gdLst/>
              <a:ahLst/>
              <a:cxnLst/>
              <a:rect l="l" t="t" r="r" b="b"/>
              <a:pathLst>
                <a:path w="987" h="2198" extrusionOk="0">
                  <a:moveTo>
                    <a:pt x="702" y="1"/>
                  </a:moveTo>
                  <a:lnTo>
                    <a:pt x="613" y="31"/>
                  </a:lnTo>
                  <a:lnTo>
                    <a:pt x="553" y="91"/>
                  </a:lnTo>
                  <a:lnTo>
                    <a:pt x="523" y="165"/>
                  </a:lnTo>
                  <a:lnTo>
                    <a:pt x="523" y="240"/>
                  </a:lnTo>
                  <a:lnTo>
                    <a:pt x="538" y="374"/>
                  </a:lnTo>
                  <a:lnTo>
                    <a:pt x="553" y="539"/>
                  </a:lnTo>
                  <a:lnTo>
                    <a:pt x="553" y="718"/>
                  </a:lnTo>
                  <a:lnTo>
                    <a:pt x="553" y="927"/>
                  </a:lnTo>
                  <a:lnTo>
                    <a:pt x="538" y="1151"/>
                  </a:lnTo>
                  <a:lnTo>
                    <a:pt x="493" y="1375"/>
                  </a:lnTo>
                  <a:lnTo>
                    <a:pt x="463" y="1480"/>
                  </a:lnTo>
                  <a:lnTo>
                    <a:pt x="418" y="1585"/>
                  </a:lnTo>
                  <a:lnTo>
                    <a:pt x="329" y="1749"/>
                  </a:lnTo>
                  <a:lnTo>
                    <a:pt x="224" y="1898"/>
                  </a:lnTo>
                  <a:lnTo>
                    <a:pt x="105" y="2003"/>
                  </a:lnTo>
                  <a:lnTo>
                    <a:pt x="0" y="2078"/>
                  </a:lnTo>
                  <a:lnTo>
                    <a:pt x="60" y="2152"/>
                  </a:lnTo>
                  <a:lnTo>
                    <a:pt x="135" y="2182"/>
                  </a:lnTo>
                  <a:lnTo>
                    <a:pt x="209" y="2197"/>
                  </a:lnTo>
                  <a:lnTo>
                    <a:pt x="284" y="2197"/>
                  </a:lnTo>
                  <a:lnTo>
                    <a:pt x="374" y="2167"/>
                  </a:lnTo>
                  <a:lnTo>
                    <a:pt x="463" y="2137"/>
                  </a:lnTo>
                  <a:lnTo>
                    <a:pt x="658" y="2018"/>
                  </a:lnTo>
                  <a:lnTo>
                    <a:pt x="732" y="1898"/>
                  </a:lnTo>
                  <a:lnTo>
                    <a:pt x="807" y="1749"/>
                  </a:lnTo>
                  <a:lnTo>
                    <a:pt x="852" y="1629"/>
                  </a:lnTo>
                  <a:lnTo>
                    <a:pt x="897" y="1510"/>
                  </a:lnTo>
                  <a:lnTo>
                    <a:pt x="956" y="1241"/>
                  </a:lnTo>
                  <a:lnTo>
                    <a:pt x="971" y="987"/>
                  </a:lnTo>
                  <a:lnTo>
                    <a:pt x="986" y="733"/>
                  </a:lnTo>
                  <a:lnTo>
                    <a:pt x="971" y="524"/>
                  </a:lnTo>
                  <a:lnTo>
                    <a:pt x="956" y="345"/>
                  </a:lnTo>
                  <a:lnTo>
                    <a:pt x="941" y="165"/>
                  </a:lnTo>
                  <a:lnTo>
                    <a:pt x="911" y="91"/>
                  </a:lnTo>
                  <a:lnTo>
                    <a:pt x="852" y="31"/>
                  </a:lnTo>
                  <a:lnTo>
                    <a:pt x="77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32"/>
            <p:cNvSpPr/>
            <p:nvPr/>
          </p:nvSpPr>
          <p:spPr>
            <a:xfrm>
              <a:off x="-2048458" y="4601513"/>
              <a:ext cx="22297" cy="57163"/>
            </a:xfrm>
            <a:custGeom>
              <a:avLst/>
              <a:gdLst/>
              <a:ahLst/>
              <a:cxnLst/>
              <a:rect l="l" t="t" r="r" b="b"/>
              <a:pathLst>
                <a:path w="793" h="2033" extrusionOk="0">
                  <a:moveTo>
                    <a:pt x="509" y="1"/>
                  </a:moveTo>
                  <a:lnTo>
                    <a:pt x="464" y="16"/>
                  </a:lnTo>
                  <a:lnTo>
                    <a:pt x="419" y="31"/>
                  </a:lnTo>
                  <a:lnTo>
                    <a:pt x="359" y="90"/>
                  </a:lnTo>
                  <a:lnTo>
                    <a:pt x="330" y="165"/>
                  </a:lnTo>
                  <a:lnTo>
                    <a:pt x="330" y="240"/>
                  </a:lnTo>
                  <a:lnTo>
                    <a:pt x="345" y="389"/>
                  </a:lnTo>
                  <a:lnTo>
                    <a:pt x="359" y="539"/>
                  </a:lnTo>
                  <a:lnTo>
                    <a:pt x="359" y="718"/>
                  </a:lnTo>
                  <a:lnTo>
                    <a:pt x="359" y="942"/>
                  </a:lnTo>
                  <a:lnTo>
                    <a:pt x="345" y="1166"/>
                  </a:lnTo>
                  <a:lnTo>
                    <a:pt x="300" y="1375"/>
                  </a:lnTo>
                  <a:lnTo>
                    <a:pt x="270" y="1495"/>
                  </a:lnTo>
                  <a:lnTo>
                    <a:pt x="225" y="1584"/>
                  </a:lnTo>
                  <a:lnTo>
                    <a:pt x="180" y="1689"/>
                  </a:lnTo>
                  <a:lnTo>
                    <a:pt x="120" y="1779"/>
                  </a:lnTo>
                  <a:lnTo>
                    <a:pt x="61" y="1853"/>
                  </a:lnTo>
                  <a:lnTo>
                    <a:pt x="1" y="1928"/>
                  </a:lnTo>
                  <a:lnTo>
                    <a:pt x="76" y="1988"/>
                  </a:lnTo>
                  <a:lnTo>
                    <a:pt x="150" y="2018"/>
                  </a:lnTo>
                  <a:lnTo>
                    <a:pt x="225" y="2033"/>
                  </a:lnTo>
                  <a:lnTo>
                    <a:pt x="300" y="2018"/>
                  </a:lnTo>
                  <a:lnTo>
                    <a:pt x="359" y="2003"/>
                  </a:lnTo>
                  <a:lnTo>
                    <a:pt x="434" y="1958"/>
                  </a:lnTo>
                  <a:lnTo>
                    <a:pt x="554" y="1883"/>
                  </a:lnTo>
                  <a:lnTo>
                    <a:pt x="613" y="1764"/>
                  </a:lnTo>
                  <a:lnTo>
                    <a:pt x="658" y="1644"/>
                  </a:lnTo>
                  <a:lnTo>
                    <a:pt x="703" y="1510"/>
                  </a:lnTo>
                  <a:lnTo>
                    <a:pt x="748" y="1256"/>
                  </a:lnTo>
                  <a:lnTo>
                    <a:pt x="778" y="987"/>
                  </a:lnTo>
                  <a:lnTo>
                    <a:pt x="793" y="748"/>
                  </a:lnTo>
                  <a:lnTo>
                    <a:pt x="778" y="524"/>
                  </a:lnTo>
                  <a:lnTo>
                    <a:pt x="763" y="344"/>
                  </a:lnTo>
                  <a:lnTo>
                    <a:pt x="748" y="180"/>
                  </a:lnTo>
                  <a:lnTo>
                    <a:pt x="718" y="90"/>
                  </a:lnTo>
                  <a:lnTo>
                    <a:pt x="658" y="31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32"/>
            <p:cNvSpPr/>
            <p:nvPr/>
          </p:nvSpPr>
          <p:spPr>
            <a:xfrm>
              <a:off x="-2102640" y="4604466"/>
              <a:ext cx="24828" cy="60509"/>
            </a:xfrm>
            <a:custGeom>
              <a:avLst/>
              <a:gdLst/>
              <a:ahLst/>
              <a:cxnLst/>
              <a:rect l="l" t="t" r="r" b="b"/>
              <a:pathLst>
                <a:path w="883" h="2152" extrusionOk="0">
                  <a:moveTo>
                    <a:pt x="553" y="0"/>
                  </a:moveTo>
                  <a:lnTo>
                    <a:pt x="509" y="30"/>
                  </a:lnTo>
                  <a:lnTo>
                    <a:pt x="449" y="90"/>
                  </a:lnTo>
                  <a:lnTo>
                    <a:pt x="419" y="150"/>
                  </a:lnTo>
                  <a:lnTo>
                    <a:pt x="419" y="239"/>
                  </a:lnTo>
                  <a:lnTo>
                    <a:pt x="434" y="374"/>
                  </a:lnTo>
                  <a:lnTo>
                    <a:pt x="449" y="523"/>
                  </a:lnTo>
                  <a:lnTo>
                    <a:pt x="464" y="717"/>
                  </a:lnTo>
                  <a:lnTo>
                    <a:pt x="449" y="927"/>
                  </a:lnTo>
                  <a:lnTo>
                    <a:pt x="434" y="1151"/>
                  </a:lnTo>
                  <a:lnTo>
                    <a:pt x="389" y="1375"/>
                  </a:lnTo>
                  <a:lnTo>
                    <a:pt x="359" y="1479"/>
                  </a:lnTo>
                  <a:lnTo>
                    <a:pt x="314" y="1584"/>
                  </a:lnTo>
                  <a:lnTo>
                    <a:pt x="255" y="1718"/>
                  </a:lnTo>
                  <a:lnTo>
                    <a:pt x="165" y="1823"/>
                  </a:lnTo>
                  <a:lnTo>
                    <a:pt x="90" y="1928"/>
                  </a:lnTo>
                  <a:lnTo>
                    <a:pt x="1" y="2002"/>
                  </a:lnTo>
                  <a:lnTo>
                    <a:pt x="60" y="2077"/>
                  </a:lnTo>
                  <a:lnTo>
                    <a:pt x="120" y="2122"/>
                  </a:lnTo>
                  <a:lnTo>
                    <a:pt x="195" y="2152"/>
                  </a:lnTo>
                  <a:lnTo>
                    <a:pt x="270" y="2152"/>
                  </a:lnTo>
                  <a:lnTo>
                    <a:pt x="344" y="2122"/>
                  </a:lnTo>
                  <a:lnTo>
                    <a:pt x="434" y="2077"/>
                  </a:lnTo>
                  <a:lnTo>
                    <a:pt x="524" y="2017"/>
                  </a:lnTo>
                  <a:lnTo>
                    <a:pt x="613" y="1942"/>
                  </a:lnTo>
                  <a:lnTo>
                    <a:pt x="703" y="1748"/>
                  </a:lnTo>
                  <a:lnTo>
                    <a:pt x="748" y="1629"/>
                  </a:lnTo>
                  <a:lnTo>
                    <a:pt x="792" y="1509"/>
                  </a:lnTo>
                  <a:lnTo>
                    <a:pt x="852" y="1240"/>
                  </a:lnTo>
                  <a:lnTo>
                    <a:pt x="882" y="986"/>
                  </a:lnTo>
                  <a:lnTo>
                    <a:pt x="882" y="732"/>
                  </a:lnTo>
                  <a:lnTo>
                    <a:pt x="867" y="523"/>
                  </a:lnTo>
                  <a:lnTo>
                    <a:pt x="867" y="344"/>
                  </a:lnTo>
                  <a:lnTo>
                    <a:pt x="837" y="165"/>
                  </a:lnTo>
                  <a:lnTo>
                    <a:pt x="807" y="90"/>
                  </a:lnTo>
                  <a:lnTo>
                    <a:pt x="748" y="30"/>
                  </a:lnTo>
                  <a:lnTo>
                    <a:pt x="6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32"/>
            <p:cNvSpPr/>
            <p:nvPr/>
          </p:nvSpPr>
          <p:spPr>
            <a:xfrm>
              <a:off x="-1755669" y="3757621"/>
              <a:ext cx="969548" cy="699845"/>
            </a:xfrm>
            <a:custGeom>
              <a:avLst/>
              <a:gdLst/>
              <a:ahLst/>
              <a:cxnLst/>
              <a:rect l="l" t="t" r="r" b="b"/>
              <a:pathLst>
                <a:path w="34482" h="24890" extrusionOk="0">
                  <a:moveTo>
                    <a:pt x="25383" y="0"/>
                  </a:moveTo>
                  <a:lnTo>
                    <a:pt x="25069" y="15"/>
                  </a:lnTo>
                  <a:lnTo>
                    <a:pt x="24741" y="60"/>
                  </a:lnTo>
                  <a:lnTo>
                    <a:pt x="24397" y="105"/>
                  </a:lnTo>
                  <a:lnTo>
                    <a:pt x="24039" y="180"/>
                  </a:lnTo>
                  <a:lnTo>
                    <a:pt x="23665" y="254"/>
                  </a:lnTo>
                  <a:lnTo>
                    <a:pt x="23292" y="359"/>
                  </a:lnTo>
                  <a:lnTo>
                    <a:pt x="22903" y="478"/>
                  </a:lnTo>
                  <a:lnTo>
                    <a:pt x="22500" y="598"/>
                  </a:lnTo>
                  <a:lnTo>
                    <a:pt x="21663" y="882"/>
                  </a:lnTo>
                  <a:lnTo>
                    <a:pt x="20797" y="1225"/>
                  </a:lnTo>
                  <a:lnTo>
                    <a:pt x="19915" y="1599"/>
                  </a:lnTo>
                  <a:lnTo>
                    <a:pt x="19004" y="2017"/>
                  </a:lnTo>
                  <a:lnTo>
                    <a:pt x="18078" y="2465"/>
                  </a:lnTo>
                  <a:lnTo>
                    <a:pt x="17151" y="2928"/>
                  </a:lnTo>
                  <a:lnTo>
                    <a:pt x="16225" y="3421"/>
                  </a:lnTo>
                  <a:lnTo>
                    <a:pt x="15299" y="3914"/>
                  </a:lnTo>
                  <a:lnTo>
                    <a:pt x="14373" y="4437"/>
                  </a:lnTo>
                  <a:lnTo>
                    <a:pt x="13476" y="4945"/>
                  </a:lnTo>
                  <a:lnTo>
                    <a:pt x="12595" y="5468"/>
                  </a:lnTo>
                  <a:lnTo>
                    <a:pt x="11743" y="5976"/>
                  </a:lnTo>
                  <a:lnTo>
                    <a:pt x="10160" y="6962"/>
                  </a:lnTo>
                  <a:lnTo>
                    <a:pt x="8740" y="7858"/>
                  </a:lnTo>
                  <a:lnTo>
                    <a:pt x="7560" y="8620"/>
                  </a:lnTo>
                  <a:lnTo>
                    <a:pt x="6664" y="9233"/>
                  </a:lnTo>
                  <a:lnTo>
                    <a:pt x="5887" y="9756"/>
                  </a:lnTo>
                  <a:lnTo>
                    <a:pt x="16" y="13700"/>
                  </a:lnTo>
                  <a:lnTo>
                    <a:pt x="16" y="13864"/>
                  </a:lnTo>
                  <a:lnTo>
                    <a:pt x="1" y="14058"/>
                  </a:lnTo>
                  <a:lnTo>
                    <a:pt x="1" y="14312"/>
                  </a:lnTo>
                  <a:lnTo>
                    <a:pt x="16" y="14626"/>
                  </a:lnTo>
                  <a:lnTo>
                    <a:pt x="61" y="14970"/>
                  </a:lnTo>
                  <a:lnTo>
                    <a:pt x="120" y="15373"/>
                  </a:lnTo>
                  <a:lnTo>
                    <a:pt x="210" y="15791"/>
                  </a:lnTo>
                  <a:lnTo>
                    <a:pt x="329" y="16240"/>
                  </a:lnTo>
                  <a:lnTo>
                    <a:pt x="404" y="16464"/>
                  </a:lnTo>
                  <a:lnTo>
                    <a:pt x="494" y="16688"/>
                  </a:lnTo>
                  <a:lnTo>
                    <a:pt x="598" y="16912"/>
                  </a:lnTo>
                  <a:lnTo>
                    <a:pt x="718" y="17151"/>
                  </a:lnTo>
                  <a:lnTo>
                    <a:pt x="837" y="17375"/>
                  </a:lnTo>
                  <a:lnTo>
                    <a:pt x="987" y="17599"/>
                  </a:lnTo>
                  <a:lnTo>
                    <a:pt x="1151" y="17823"/>
                  </a:lnTo>
                  <a:lnTo>
                    <a:pt x="1315" y="18047"/>
                  </a:lnTo>
                  <a:lnTo>
                    <a:pt x="1510" y="18256"/>
                  </a:lnTo>
                  <a:lnTo>
                    <a:pt x="1719" y="18466"/>
                  </a:lnTo>
                  <a:lnTo>
                    <a:pt x="1943" y="18660"/>
                  </a:lnTo>
                  <a:lnTo>
                    <a:pt x="2182" y="18854"/>
                  </a:lnTo>
                  <a:lnTo>
                    <a:pt x="2451" y="19033"/>
                  </a:lnTo>
                  <a:lnTo>
                    <a:pt x="2735" y="19212"/>
                  </a:lnTo>
                  <a:lnTo>
                    <a:pt x="3004" y="19362"/>
                  </a:lnTo>
                  <a:lnTo>
                    <a:pt x="3302" y="19496"/>
                  </a:lnTo>
                  <a:lnTo>
                    <a:pt x="3631" y="19631"/>
                  </a:lnTo>
                  <a:lnTo>
                    <a:pt x="3990" y="19750"/>
                  </a:lnTo>
                  <a:lnTo>
                    <a:pt x="4363" y="19855"/>
                  </a:lnTo>
                  <a:lnTo>
                    <a:pt x="4767" y="19945"/>
                  </a:lnTo>
                  <a:lnTo>
                    <a:pt x="5155" y="20019"/>
                  </a:lnTo>
                  <a:lnTo>
                    <a:pt x="5558" y="20064"/>
                  </a:lnTo>
                  <a:lnTo>
                    <a:pt x="5962" y="20094"/>
                  </a:lnTo>
                  <a:lnTo>
                    <a:pt x="6365" y="20109"/>
                  </a:lnTo>
                  <a:lnTo>
                    <a:pt x="6768" y="20109"/>
                  </a:lnTo>
                  <a:lnTo>
                    <a:pt x="7172" y="20094"/>
                  </a:lnTo>
                  <a:lnTo>
                    <a:pt x="7575" y="20049"/>
                  </a:lnTo>
                  <a:lnTo>
                    <a:pt x="7964" y="20004"/>
                  </a:lnTo>
                  <a:lnTo>
                    <a:pt x="8367" y="19930"/>
                  </a:lnTo>
                  <a:lnTo>
                    <a:pt x="8770" y="19855"/>
                  </a:lnTo>
                  <a:lnTo>
                    <a:pt x="9174" y="19750"/>
                  </a:lnTo>
                  <a:lnTo>
                    <a:pt x="9577" y="19646"/>
                  </a:lnTo>
                  <a:lnTo>
                    <a:pt x="9980" y="19526"/>
                  </a:lnTo>
                  <a:lnTo>
                    <a:pt x="10369" y="19392"/>
                  </a:lnTo>
                  <a:lnTo>
                    <a:pt x="10772" y="19242"/>
                  </a:lnTo>
                  <a:lnTo>
                    <a:pt x="11161" y="19093"/>
                  </a:lnTo>
                  <a:lnTo>
                    <a:pt x="11549" y="18929"/>
                  </a:lnTo>
                  <a:lnTo>
                    <a:pt x="11938" y="18749"/>
                  </a:lnTo>
                  <a:lnTo>
                    <a:pt x="12326" y="18570"/>
                  </a:lnTo>
                  <a:lnTo>
                    <a:pt x="12714" y="18376"/>
                  </a:lnTo>
                  <a:lnTo>
                    <a:pt x="13476" y="17958"/>
                  </a:lnTo>
                  <a:lnTo>
                    <a:pt x="14208" y="17524"/>
                  </a:lnTo>
                  <a:lnTo>
                    <a:pt x="14940" y="17061"/>
                  </a:lnTo>
                  <a:lnTo>
                    <a:pt x="15643" y="16583"/>
                  </a:lnTo>
                  <a:lnTo>
                    <a:pt x="16330" y="16075"/>
                  </a:lnTo>
                  <a:lnTo>
                    <a:pt x="16987" y="15582"/>
                  </a:lnTo>
                  <a:lnTo>
                    <a:pt x="17630" y="15059"/>
                  </a:lnTo>
                  <a:lnTo>
                    <a:pt x="18242" y="14551"/>
                  </a:lnTo>
                  <a:lnTo>
                    <a:pt x="18825" y="14043"/>
                  </a:lnTo>
                  <a:lnTo>
                    <a:pt x="19377" y="13550"/>
                  </a:lnTo>
                  <a:lnTo>
                    <a:pt x="19900" y="13072"/>
                  </a:lnTo>
                  <a:lnTo>
                    <a:pt x="20378" y="12594"/>
                  </a:lnTo>
                  <a:lnTo>
                    <a:pt x="21230" y="11743"/>
                  </a:lnTo>
                  <a:lnTo>
                    <a:pt x="21932" y="11011"/>
                  </a:lnTo>
                  <a:lnTo>
                    <a:pt x="22440" y="10443"/>
                  </a:lnTo>
                  <a:lnTo>
                    <a:pt x="22873" y="9950"/>
                  </a:lnTo>
                  <a:lnTo>
                    <a:pt x="22903" y="10264"/>
                  </a:lnTo>
                  <a:lnTo>
                    <a:pt x="22963" y="10622"/>
                  </a:lnTo>
                  <a:lnTo>
                    <a:pt x="23053" y="10996"/>
                  </a:lnTo>
                  <a:lnTo>
                    <a:pt x="23172" y="11384"/>
                  </a:lnTo>
                  <a:lnTo>
                    <a:pt x="23322" y="11788"/>
                  </a:lnTo>
                  <a:lnTo>
                    <a:pt x="23486" y="12221"/>
                  </a:lnTo>
                  <a:lnTo>
                    <a:pt x="23680" y="12654"/>
                  </a:lnTo>
                  <a:lnTo>
                    <a:pt x="23904" y="13117"/>
                  </a:lnTo>
                  <a:lnTo>
                    <a:pt x="24143" y="13580"/>
                  </a:lnTo>
                  <a:lnTo>
                    <a:pt x="24397" y="14073"/>
                  </a:lnTo>
                  <a:lnTo>
                    <a:pt x="24950" y="15059"/>
                  </a:lnTo>
                  <a:lnTo>
                    <a:pt x="25548" y="16075"/>
                  </a:lnTo>
                  <a:lnTo>
                    <a:pt x="26190" y="17121"/>
                  </a:lnTo>
                  <a:lnTo>
                    <a:pt x="27505" y="19227"/>
                  </a:lnTo>
                  <a:lnTo>
                    <a:pt x="28147" y="20258"/>
                  </a:lnTo>
                  <a:lnTo>
                    <a:pt x="28775" y="21274"/>
                  </a:lnTo>
                  <a:lnTo>
                    <a:pt x="29342" y="22260"/>
                  </a:lnTo>
                  <a:lnTo>
                    <a:pt x="29865" y="23201"/>
                  </a:lnTo>
                  <a:lnTo>
                    <a:pt x="30104" y="23650"/>
                  </a:lnTo>
                  <a:lnTo>
                    <a:pt x="30328" y="24083"/>
                  </a:lnTo>
                  <a:lnTo>
                    <a:pt x="30522" y="24501"/>
                  </a:lnTo>
                  <a:lnTo>
                    <a:pt x="30687" y="24889"/>
                  </a:lnTo>
                  <a:lnTo>
                    <a:pt x="31643" y="24845"/>
                  </a:lnTo>
                  <a:lnTo>
                    <a:pt x="32016" y="24830"/>
                  </a:lnTo>
                  <a:lnTo>
                    <a:pt x="34481" y="24695"/>
                  </a:lnTo>
                  <a:lnTo>
                    <a:pt x="34466" y="24486"/>
                  </a:lnTo>
                  <a:lnTo>
                    <a:pt x="34437" y="24172"/>
                  </a:lnTo>
                  <a:lnTo>
                    <a:pt x="34392" y="23784"/>
                  </a:lnTo>
                  <a:lnTo>
                    <a:pt x="34317" y="23291"/>
                  </a:lnTo>
                  <a:lnTo>
                    <a:pt x="34093" y="22081"/>
                  </a:lnTo>
                  <a:lnTo>
                    <a:pt x="33809" y="20617"/>
                  </a:lnTo>
                  <a:lnTo>
                    <a:pt x="33451" y="18929"/>
                  </a:lnTo>
                  <a:lnTo>
                    <a:pt x="33032" y="17076"/>
                  </a:lnTo>
                  <a:lnTo>
                    <a:pt x="32569" y="15104"/>
                  </a:lnTo>
                  <a:lnTo>
                    <a:pt x="32061" y="13072"/>
                  </a:lnTo>
                  <a:lnTo>
                    <a:pt x="31508" y="11026"/>
                  </a:lnTo>
                  <a:lnTo>
                    <a:pt x="31225" y="10010"/>
                  </a:lnTo>
                  <a:lnTo>
                    <a:pt x="30926" y="9009"/>
                  </a:lnTo>
                  <a:lnTo>
                    <a:pt x="30642" y="8038"/>
                  </a:lnTo>
                  <a:lnTo>
                    <a:pt x="30328" y="7097"/>
                  </a:lnTo>
                  <a:lnTo>
                    <a:pt x="30029" y="6185"/>
                  </a:lnTo>
                  <a:lnTo>
                    <a:pt x="29716" y="5304"/>
                  </a:lnTo>
                  <a:lnTo>
                    <a:pt x="29417" y="4482"/>
                  </a:lnTo>
                  <a:lnTo>
                    <a:pt x="29103" y="3705"/>
                  </a:lnTo>
                  <a:lnTo>
                    <a:pt x="28804" y="3003"/>
                  </a:lnTo>
                  <a:lnTo>
                    <a:pt x="28491" y="2346"/>
                  </a:lnTo>
                  <a:lnTo>
                    <a:pt x="28192" y="1778"/>
                  </a:lnTo>
                  <a:lnTo>
                    <a:pt x="28042" y="1524"/>
                  </a:lnTo>
                  <a:lnTo>
                    <a:pt x="27893" y="1285"/>
                  </a:lnTo>
                  <a:lnTo>
                    <a:pt x="27744" y="1061"/>
                  </a:lnTo>
                  <a:lnTo>
                    <a:pt x="27594" y="867"/>
                  </a:lnTo>
                  <a:lnTo>
                    <a:pt x="27445" y="702"/>
                  </a:lnTo>
                  <a:lnTo>
                    <a:pt x="27310" y="553"/>
                  </a:lnTo>
                  <a:lnTo>
                    <a:pt x="27131" y="404"/>
                  </a:lnTo>
                  <a:lnTo>
                    <a:pt x="26937" y="284"/>
                  </a:lnTo>
                  <a:lnTo>
                    <a:pt x="26728" y="194"/>
                  </a:lnTo>
                  <a:lnTo>
                    <a:pt x="26489" y="105"/>
                  </a:lnTo>
                  <a:lnTo>
                    <a:pt x="26250" y="60"/>
                  </a:lnTo>
                  <a:lnTo>
                    <a:pt x="25981" y="15"/>
                  </a:lnTo>
                  <a:lnTo>
                    <a:pt x="256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32"/>
            <p:cNvSpPr/>
            <p:nvPr/>
          </p:nvSpPr>
          <p:spPr>
            <a:xfrm>
              <a:off x="-884023" y="4442734"/>
              <a:ext cx="123520" cy="121861"/>
            </a:xfrm>
            <a:custGeom>
              <a:avLst/>
              <a:gdLst/>
              <a:ahLst/>
              <a:cxnLst/>
              <a:rect l="l" t="t" r="r" b="b"/>
              <a:pathLst>
                <a:path w="4393" h="4334" extrusionOk="0">
                  <a:moveTo>
                    <a:pt x="3198" y="1"/>
                  </a:moveTo>
                  <a:lnTo>
                    <a:pt x="1" y="255"/>
                  </a:lnTo>
                  <a:lnTo>
                    <a:pt x="957" y="4124"/>
                  </a:lnTo>
                  <a:lnTo>
                    <a:pt x="1211" y="4184"/>
                  </a:lnTo>
                  <a:lnTo>
                    <a:pt x="1509" y="4243"/>
                  </a:lnTo>
                  <a:lnTo>
                    <a:pt x="1913" y="4288"/>
                  </a:lnTo>
                  <a:lnTo>
                    <a:pt x="2421" y="4318"/>
                  </a:lnTo>
                  <a:lnTo>
                    <a:pt x="2705" y="4333"/>
                  </a:lnTo>
                  <a:lnTo>
                    <a:pt x="3003" y="4318"/>
                  </a:lnTo>
                  <a:lnTo>
                    <a:pt x="3332" y="4303"/>
                  </a:lnTo>
                  <a:lnTo>
                    <a:pt x="3661" y="4288"/>
                  </a:lnTo>
                  <a:lnTo>
                    <a:pt x="4019" y="4243"/>
                  </a:lnTo>
                  <a:lnTo>
                    <a:pt x="4393" y="4184"/>
                  </a:lnTo>
                  <a:lnTo>
                    <a:pt x="3198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32"/>
            <p:cNvSpPr/>
            <p:nvPr/>
          </p:nvSpPr>
          <p:spPr>
            <a:xfrm>
              <a:off x="-918467" y="4407868"/>
              <a:ext cx="163841" cy="97905"/>
            </a:xfrm>
            <a:custGeom>
              <a:avLst/>
              <a:gdLst/>
              <a:ahLst/>
              <a:cxnLst/>
              <a:rect l="l" t="t" r="r" b="b"/>
              <a:pathLst>
                <a:path w="5827" h="3482" extrusionOk="0">
                  <a:moveTo>
                    <a:pt x="5349" y="1"/>
                  </a:moveTo>
                  <a:lnTo>
                    <a:pt x="0" y="1256"/>
                  </a:lnTo>
                  <a:lnTo>
                    <a:pt x="45" y="1539"/>
                  </a:lnTo>
                  <a:lnTo>
                    <a:pt x="90" y="1838"/>
                  </a:lnTo>
                  <a:lnTo>
                    <a:pt x="150" y="2122"/>
                  </a:lnTo>
                  <a:lnTo>
                    <a:pt x="225" y="2391"/>
                  </a:lnTo>
                  <a:lnTo>
                    <a:pt x="314" y="2675"/>
                  </a:lnTo>
                  <a:lnTo>
                    <a:pt x="419" y="2944"/>
                  </a:lnTo>
                  <a:lnTo>
                    <a:pt x="523" y="3213"/>
                  </a:lnTo>
                  <a:lnTo>
                    <a:pt x="658" y="3482"/>
                  </a:lnTo>
                  <a:lnTo>
                    <a:pt x="5812" y="2316"/>
                  </a:lnTo>
                  <a:lnTo>
                    <a:pt x="5827" y="2017"/>
                  </a:lnTo>
                  <a:lnTo>
                    <a:pt x="5827" y="1719"/>
                  </a:lnTo>
                  <a:lnTo>
                    <a:pt x="5797" y="1420"/>
                  </a:lnTo>
                  <a:lnTo>
                    <a:pt x="5767" y="1121"/>
                  </a:lnTo>
                  <a:lnTo>
                    <a:pt x="5707" y="837"/>
                  </a:lnTo>
                  <a:lnTo>
                    <a:pt x="5618" y="553"/>
                  </a:lnTo>
                  <a:lnTo>
                    <a:pt x="5498" y="270"/>
                  </a:lnTo>
                  <a:lnTo>
                    <a:pt x="5349" y="1"/>
                  </a:lnTo>
                  <a:close/>
                </a:path>
              </a:pathLst>
            </a:custGeom>
            <a:solidFill>
              <a:srgbClr val="4C0C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32"/>
            <p:cNvSpPr/>
            <p:nvPr/>
          </p:nvSpPr>
          <p:spPr>
            <a:xfrm>
              <a:off x="-905870" y="4511622"/>
              <a:ext cx="371376" cy="177731"/>
            </a:xfrm>
            <a:custGeom>
              <a:avLst/>
              <a:gdLst/>
              <a:ahLst/>
              <a:cxnLst/>
              <a:rect l="l" t="t" r="r" b="b"/>
              <a:pathLst>
                <a:path w="13208" h="6321" extrusionOk="0">
                  <a:moveTo>
                    <a:pt x="4886" y="1"/>
                  </a:moveTo>
                  <a:lnTo>
                    <a:pt x="4766" y="31"/>
                  </a:lnTo>
                  <a:lnTo>
                    <a:pt x="4647" y="75"/>
                  </a:lnTo>
                  <a:lnTo>
                    <a:pt x="4527" y="135"/>
                  </a:lnTo>
                  <a:lnTo>
                    <a:pt x="4408" y="210"/>
                  </a:lnTo>
                  <a:lnTo>
                    <a:pt x="4303" y="299"/>
                  </a:lnTo>
                  <a:lnTo>
                    <a:pt x="4094" y="494"/>
                  </a:lnTo>
                  <a:lnTo>
                    <a:pt x="3915" y="673"/>
                  </a:lnTo>
                  <a:lnTo>
                    <a:pt x="3765" y="837"/>
                  </a:lnTo>
                  <a:lnTo>
                    <a:pt x="3646" y="1002"/>
                  </a:lnTo>
                  <a:lnTo>
                    <a:pt x="3526" y="1032"/>
                  </a:lnTo>
                  <a:lnTo>
                    <a:pt x="3407" y="1046"/>
                  </a:lnTo>
                  <a:lnTo>
                    <a:pt x="3153" y="1046"/>
                  </a:lnTo>
                  <a:lnTo>
                    <a:pt x="2884" y="1032"/>
                  </a:lnTo>
                  <a:lnTo>
                    <a:pt x="2630" y="987"/>
                  </a:lnTo>
                  <a:lnTo>
                    <a:pt x="2361" y="942"/>
                  </a:lnTo>
                  <a:lnTo>
                    <a:pt x="2092" y="867"/>
                  </a:lnTo>
                  <a:lnTo>
                    <a:pt x="1584" y="763"/>
                  </a:lnTo>
                  <a:lnTo>
                    <a:pt x="1345" y="703"/>
                  </a:lnTo>
                  <a:lnTo>
                    <a:pt x="1106" y="673"/>
                  </a:lnTo>
                  <a:lnTo>
                    <a:pt x="897" y="673"/>
                  </a:lnTo>
                  <a:lnTo>
                    <a:pt x="703" y="688"/>
                  </a:lnTo>
                  <a:lnTo>
                    <a:pt x="613" y="703"/>
                  </a:lnTo>
                  <a:lnTo>
                    <a:pt x="524" y="733"/>
                  </a:lnTo>
                  <a:lnTo>
                    <a:pt x="449" y="778"/>
                  </a:lnTo>
                  <a:lnTo>
                    <a:pt x="374" y="822"/>
                  </a:lnTo>
                  <a:lnTo>
                    <a:pt x="314" y="882"/>
                  </a:lnTo>
                  <a:lnTo>
                    <a:pt x="255" y="957"/>
                  </a:lnTo>
                  <a:lnTo>
                    <a:pt x="210" y="1046"/>
                  </a:lnTo>
                  <a:lnTo>
                    <a:pt x="165" y="1151"/>
                  </a:lnTo>
                  <a:lnTo>
                    <a:pt x="105" y="1390"/>
                  </a:lnTo>
                  <a:lnTo>
                    <a:pt x="60" y="1689"/>
                  </a:lnTo>
                  <a:lnTo>
                    <a:pt x="31" y="2018"/>
                  </a:lnTo>
                  <a:lnTo>
                    <a:pt x="1" y="2391"/>
                  </a:lnTo>
                  <a:lnTo>
                    <a:pt x="1" y="2779"/>
                  </a:lnTo>
                  <a:lnTo>
                    <a:pt x="1" y="3198"/>
                  </a:lnTo>
                  <a:lnTo>
                    <a:pt x="31" y="4019"/>
                  </a:lnTo>
                  <a:lnTo>
                    <a:pt x="75" y="4781"/>
                  </a:lnTo>
                  <a:lnTo>
                    <a:pt x="120" y="5424"/>
                  </a:lnTo>
                  <a:lnTo>
                    <a:pt x="180" y="6021"/>
                  </a:lnTo>
                  <a:lnTo>
                    <a:pt x="2137" y="6111"/>
                  </a:lnTo>
                  <a:lnTo>
                    <a:pt x="4154" y="6186"/>
                  </a:lnTo>
                  <a:lnTo>
                    <a:pt x="6469" y="6260"/>
                  </a:lnTo>
                  <a:lnTo>
                    <a:pt x="7665" y="6290"/>
                  </a:lnTo>
                  <a:lnTo>
                    <a:pt x="8815" y="6320"/>
                  </a:lnTo>
                  <a:lnTo>
                    <a:pt x="9891" y="6320"/>
                  </a:lnTo>
                  <a:lnTo>
                    <a:pt x="10862" y="6305"/>
                  </a:lnTo>
                  <a:lnTo>
                    <a:pt x="11698" y="6275"/>
                  </a:lnTo>
                  <a:lnTo>
                    <a:pt x="12057" y="6260"/>
                  </a:lnTo>
                  <a:lnTo>
                    <a:pt x="12356" y="6230"/>
                  </a:lnTo>
                  <a:lnTo>
                    <a:pt x="12610" y="6201"/>
                  </a:lnTo>
                  <a:lnTo>
                    <a:pt x="12804" y="6156"/>
                  </a:lnTo>
                  <a:lnTo>
                    <a:pt x="12923" y="6111"/>
                  </a:lnTo>
                  <a:lnTo>
                    <a:pt x="12968" y="6081"/>
                  </a:lnTo>
                  <a:lnTo>
                    <a:pt x="12983" y="6066"/>
                  </a:lnTo>
                  <a:lnTo>
                    <a:pt x="13088" y="5812"/>
                  </a:lnTo>
                  <a:lnTo>
                    <a:pt x="13133" y="5663"/>
                  </a:lnTo>
                  <a:lnTo>
                    <a:pt x="13177" y="5513"/>
                  </a:lnTo>
                  <a:lnTo>
                    <a:pt x="13207" y="5364"/>
                  </a:lnTo>
                  <a:lnTo>
                    <a:pt x="13207" y="5215"/>
                  </a:lnTo>
                  <a:lnTo>
                    <a:pt x="13207" y="5050"/>
                  </a:lnTo>
                  <a:lnTo>
                    <a:pt x="13192" y="4901"/>
                  </a:lnTo>
                  <a:lnTo>
                    <a:pt x="13148" y="4751"/>
                  </a:lnTo>
                  <a:lnTo>
                    <a:pt x="13073" y="4602"/>
                  </a:lnTo>
                  <a:lnTo>
                    <a:pt x="12968" y="4468"/>
                  </a:lnTo>
                  <a:lnTo>
                    <a:pt x="12834" y="4333"/>
                  </a:lnTo>
                  <a:lnTo>
                    <a:pt x="12684" y="4229"/>
                  </a:lnTo>
                  <a:lnTo>
                    <a:pt x="12475" y="4124"/>
                  </a:lnTo>
                  <a:lnTo>
                    <a:pt x="12236" y="4049"/>
                  </a:lnTo>
                  <a:lnTo>
                    <a:pt x="11952" y="3975"/>
                  </a:lnTo>
                  <a:lnTo>
                    <a:pt x="11713" y="3915"/>
                  </a:lnTo>
                  <a:lnTo>
                    <a:pt x="11429" y="3810"/>
                  </a:lnTo>
                  <a:lnTo>
                    <a:pt x="11116" y="3676"/>
                  </a:lnTo>
                  <a:lnTo>
                    <a:pt x="10772" y="3511"/>
                  </a:lnTo>
                  <a:lnTo>
                    <a:pt x="10414" y="3317"/>
                  </a:lnTo>
                  <a:lnTo>
                    <a:pt x="10025" y="3093"/>
                  </a:lnTo>
                  <a:lnTo>
                    <a:pt x="9218" y="2615"/>
                  </a:lnTo>
                  <a:lnTo>
                    <a:pt x="8666" y="2257"/>
                  </a:lnTo>
                  <a:lnTo>
                    <a:pt x="8442" y="2122"/>
                  </a:lnTo>
                  <a:lnTo>
                    <a:pt x="7844" y="1734"/>
                  </a:lnTo>
                  <a:lnTo>
                    <a:pt x="7485" y="1495"/>
                  </a:lnTo>
                  <a:lnTo>
                    <a:pt x="6992" y="1166"/>
                  </a:lnTo>
                  <a:lnTo>
                    <a:pt x="6305" y="718"/>
                  </a:lnTo>
                  <a:lnTo>
                    <a:pt x="5708" y="344"/>
                  </a:lnTo>
                  <a:lnTo>
                    <a:pt x="5469" y="210"/>
                  </a:lnTo>
                  <a:lnTo>
                    <a:pt x="5274" y="90"/>
                  </a:lnTo>
                  <a:lnTo>
                    <a:pt x="5110" y="31"/>
                  </a:lnTo>
                  <a:lnTo>
                    <a:pt x="500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32"/>
            <p:cNvSpPr/>
            <p:nvPr/>
          </p:nvSpPr>
          <p:spPr>
            <a:xfrm>
              <a:off x="-726929" y="4560349"/>
              <a:ext cx="58428" cy="47490"/>
            </a:xfrm>
            <a:custGeom>
              <a:avLst/>
              <a:gdLst/>
              <a:ahLst/>
              <a:cxnLst/>
              <a:rect l="l" t="t" r="r" b="b"/>
              <a:pathLst>
                <a:path w="2078" h="1689" extrusionOk="0">
                  <a:moveTo>
                    <a:pt x="1480" y="1"/>
                  </a:moveTo>
                  <a:lnTo>
                    <a:pt x="1345" y="45"/>
                  </a:lnTo>
                  <a:lnTo>
                    <a:pt x="1181" y="120"/>
                  </a:lnTo>
                  <a:lnTo>
                    <a:pt x="1062" y="195"/>
                  </a:lnTo>
                  <a:lnTo>
                    <a:pt x="942" y="270"/>
                  </a:lnTo>
                  <a:lnTo>
                    <a:pt x="733" y="449"/>
                  </a:lnTo>
                  <a:lnTo>
                    <a:pt x="539" y="658"/>
                  </a:lnTo>
                  <a:lnTo>
                    <a:pt x="374" y="852"/>
                  </a:lnTo>
                  <a:lnTo>
                    <a:pt x="240" y="1046"/>
                  </a:lnTo>
                  <a:lnTo>
                    <a:pt x="135" y="1196"/>
                  </a:lnTo>
                  <a:lnTo>
                    <a:pt x="31" y="1360"/>
                  </a:lnTo>
                  <a:lnTo>
                    <a:pt x="16" y="1405"/>
                  </a:lnTo>
                  <a:lnTo>
                    <a:pt x="1" y="1450"/>
                  </a:lnTo>
                  <a:lnTo>
                    <a:pt x="16" y="1525"/>
                  </a:lnTo>
                  <a:lnTo>
                    <a:pt x="46" y="1599"/>
                  </a:lnTo>
                  <a:lnTo>
                    <a:pt x="76" y="1644"/>
                  </a:lnTo>
                  <a:lnTo>
                    <a:pt x="120" y="1659"/>
                  </a:lnTo>
                  <a:lnTo>
                    <a:pt x="165" y="1689"/>
                  </a:lnTo>
                  <a:lnTo>
                    <a:pt x="255" y="1689"/>
                  </a:lnTo>
                  <a:lnTo>
                    <a:pt x="300" y="1674"/>
                  </a:lnTo>
                  <a:lnTo>
                    <a:pt x="374" y="1644"/>
                  </a:lnTo>
                  <a:lnTo>
                    <a:pt x="419" y="1569"/>
                  </a:lnTo>
                  <a:lnTo>
                    <a:pt x="509" y="1450"/>
                  </a:lnTo>
                  <a:lnTo>
                    <a:pt x="599" y="1315"/>
                  </a:lnTo>
                  <a:lnTo>
                    <a:pt x="718" y="1151"/>
                  </a:lnTo>
                  <a:lnTo>
                    <a:pt x="852" y="972"/>
                  </a:lnTo>
                  <a:lnTo>
                    <a:pt x="1017" y="807"/>
                  </a:lnTo>
                  <a:lnTo>
                    <a:pt x="1196" y="643"/>
                  </a:lnTo>
                  <a:lnTo>
                    <a:pt x="1301" y="583"/>
                  </a:lnTo>
                  <a:lnTo>
                    <a:pt x="1390" y="524"/>
                  </a:lnTo>
                  <a:lnTo>
                    <a:pt x="1585" y="434"/>
                  </a:lnTo>
                  <a:lnTo>
                    <a:pt x="1764" y="389"/>
                  </a:lnTo>
                  <a:lnTo>
                    <a:pt x="1928" y="374"/>
                  </a:lnTo>
                  <a:lnTo>
                    <a:pt x="2078" y="389"/>
                  </a:lnTo>
                  <a:lnTo>
                    <a:pt x="2078" y="285"/>
                  </a:lnTo>
                  <a:lnTo>
                    <a:pt x="2033" y="210"/>
                  </a:lnTo>
                  <a:lnTo>
                    <a:pt x="1988" y="150"/>
                  </a:lnTo>
                  <a:lnTo>
                    <a:pt x="1913" y="90"/>
                  </a:lnTo>
                  <a:lnTo>
                    <a:pt x="1824" y="60"/>
                  </a:lnTo>
                  <a:lnTo>
                    <a:pt x="1719" y="31"/>
                  </a:lnTo>
                  <a:lnTo>
                    <a:pt x="14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32"/>
            <p:cNvSpPr/>
            <p:nvPr/>
          </p:nvSpPr>
          <p:spPr>
            <a:xfrm>
              <a:off x="-745824" y="4544379"/>
              <a:ext cx="50443" cy="45832"/>
            </a:xfrm>
            <a:custGeom>
              <a:avLst/>
              <a:gdLst/>
              <a:ahLst/>
              <a:cxnLst/>
              <a:rect l="l" t="t" r="r" b="b"/>
              <a:pathLst>
                <a:path w="1794" h="1630" extrusionOk="0">
                  <a:moveTo>
                    <a:pt x="1300" y="1"/>
                  </a:moveTo>
                  <a:lnTo>
                    <a:pt x="1181" y="61"/>
                  </a:lnTo>
                  <a:lnTo>
                    <a:pt x="1061" y="135"/>
                  </a:lnTo>
                  <a:lnTo>
                    <a:pt x="942" y="210"/>
                  </a:lnTo>
                  <a:lnTo>
                    <a:pt x="718" y="404"/>
                  </a:lnTo>
                  <a:lnTo>
                    <a:pt x="524" y="599"/>
                  </a:lnTo>
                  <a:lnTo>
                    <a:pt x="359" y="793"/>
                  </a:lnTo>
                  <a:lnTo>
                    <a:pt x="225" y="987"/>
                  </a:lnTo>
                  <a:lnTo>
                    <a:pt x="120" y="1136"/>
                  </a:lnTo>
                  <a:lnTo>
                    <a:pt x="31" y="1301"/>
                  </a:lnTo>
                  <a:lnTo>
                    <a:pt x="1" y="1346"/>
                  </a:lnTo>
                  <a:lnTo>
                    <a:pt x="1" y="1390"/>
                  </a:lnTo>
                  <a:lnTo>
                    <a:pt x="1" y="1480"/>
                  </a:lnTo>
                  <a:lnTo>
                    <a:pt x="45" y="1555"/>
                  </a:lnTo>
                  <a:lnTo>
                    <a:pt x="75" y="1585"/>
                  </a:lnTo>
                  <a:lnTo>
                    <a:pt x="120" y="1614"/>
                  </a:lnTo>
                  <a:lnTo>
                    <a:pt x="150" y="1629"/>
                  </a:lnTo>
                  <a:lnTo>
                    <a:pt x="284" y="1629"/>
                  </a:lnTo>
                  <a:lnTo>
                    <a:pt x="359" y="1585"/>
                  </a:lnTo>
                  <a:lnTo>
                    <a:pt x="419" y="1525"/>
                  </a:lnTo>
                  <a:lnTo>
                    <a:pt x="494" y="1390"/>
                  </a:lnTo>
                  <a:lnTo>
                    <a:pt x="583" y="1256"/>
                  </a:lnTo>
                  <a:lnTo>
                    <a:pt x="703" y="1092"/>
                  </a:lnTo>
                  <a:lnTo>
                    <a:pt x="852" y="912"/>
                  </a:lnTo>
                  <a:lnTo>
                    <a:pt x="1017" y="748"/>
                  </a:lnTo>
                  <a:lnTo>
                    <a:pt x="1196" y="584"/>
                  </a:lnTo>
                  <a:lnTo>
                    <a:pt x="1285" y="524"/>
                  </a:lnTo>
                  <a:lnTo>
                    <a:pt x="1390" y="464"/>
                  </a:lnTo>
                  <a:lnTo>
                    <a:pt x="1495" y="404"/>
                  </a:lnTo>
                  <a:lnTo>
                    <a:pt x="1599" y="374"/>
                  </a:lnTo>
                  <a:lnTo>
                    <a:pt x="1704" y="345"/>
                  </a:lnTo>
                  <a:lnTo>
                    <a:pt x="1793" y="330"/>
                  </a:lnTo>
                  <a:lnTo>
                    <a:pt x="1778" y="225"/>
                  </a:lnTo>
                  <a:lnTo>
                    <a:pt x="1734" y="150"/>
                  </a:lnTo>
                  <a:lnTo>
                    <a:pt x="1674" y="91"/>
                  </a:lnTo>
                  <a:lnTo>
                    <a:pt x="1614" y="61"/>
                  </a:lnTo>
                  <a:lnTo>
                    <a:pt x="1539" y="31"/>
                  </a:lnTo>
                  <a:lnTo>
                    <a:pt x="1465" y="16"/>
                  </a:lnTo>
                  <a:lnTo>
                    <a:pt x="13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32"/>
            <p:cNvSpPr/>
            <p:nvPr/>
          </p:nvSpPr>
          <p:spPr>
            <a:xfrm>
              <a:off x="-700864" y="4575055"/>
              <a:ext cx="54211" cy="47069"/>
            </a:xfrm>
            <a:custGeom>
              <a:avLst/>
              <a:gdLst/>
              <a:ahLst/>
              <a:cxnLst/>
              <a:rect l="l" t="t" r="r" b="b"/>
              <a:pathLst>
                <a:path w="1928" h="1674" extrusionOk="0">
                  <a:moveTo>
                    <a:pt x="1375" y="1"/>
                  </a:moveTo>
                  <a:lnTo>
                    <a:pt x="1180" y="105"/>
                  </a:lnTo>
                  <a:lnTo>
                    <a:pt x="1061" y="165"/>
                  </a:lnTo>
                  <a:lnTo>
                    <a:pt x="941" y="255"/>
                  </a:lnTo>
                  <a:lnTo>
                    <a:pt x="717" y="434"/>
                  </a:lnTo>
                  <a:lnTo>
                    <a:pt x="523" y="628"/>
                  </a:lnTo>
                  <a:lnTo>
                    <a:pt x="359" y="837"/>
                  </a:lnTo>
                  <a:lnTo>
                    <a:pt x="224" y="1016"/>
                  </a:lnTo>
                  <a:lnTo>
                    <a:pt x="120" y="1181"/>
                  </a:lnTo>
                  <a:lnTo>
                    <a:pt x="15" y="1330"/>
                  </a:lnTo>
                  <a:lnTo>
                    <a:pt x="0" y="1375"/>
                  </a:lnTo>
                  <a:lnTo>
                    <a:pt x="0" y="1420"/>
                  </a:lnTo>
                  <a:lnTo>
                    <a:pt x="0" y="1509"/>
                  </a:lnTo>
                  <a:lnTo>
                    <a:pt x="45" y="1584"/>
                  </a:lnTo>
                  <a:lnTo>
                    <a:pt x="75" y="1614"/>
                  </a:lnTo>
                  <a:lnTo>
                    <a:pt x="105" y="1644"/>
                  </a:lnTo>
                  <a:lnTo>
                    <a:pt x="150" y="1659"/>
                  </a:lnTo>
                  <a:lnTo>
                    <a:pt x="194" y="1674"/>
                  </a:lnTo>
                  <a:lnTo>
                    <a:pt x="284" y="1659"/>
                  </a:lnTo>
                  <a:lnTo>
                    <a:pt x="359" y="1614"/>
                  </a:lnTo>
                  <a:lnTo>
                    <a:pt x="418" y="1554"/>
                  </a:lnTo>
                  <a:lnTo>
                    <a:pt x="493" y="1420"/>
                  </a:lnTo>
                  <a:lnTo>
                    <a:pt x="583" y="1285"/>
                  </a:lnTo>
                  <a:lnTo>
                    <a:pt x="702" y="1121"/>
                  </a:lnTo>
                  <a:lnTo>
                    <a:pt x="837" y="957"/>
                  </a:lnTo>
                  <a:lnTo>
                    <a:pt x="1001" y="777"/>
                  </a:lnTo>
                  <a:lnTo>
                    <a:pt x="1195" y="628"/>
                  </a:lnTo>
                  <a:lnTo>
                    <a:pt x="1285" y="553"/>
                  </a:lnTo>
                  <a:lnTo>
                    <a:pt x="1390" y="494"/>
                  </a:lnTo>
                  <a:lnTo>
                    <a:pt x="1524" y="434"/>
                  </a:lnTo>
                  <a:lnTo>
                    <a:pt x="1673" y="389"/>
                  </a:lnTo>
                  <a:lnTo>
                    <a:pt x="1808" y="359"/>
                  </a:lnTo>
                  <a:lnTo>
                    <a:pt x="1927" y="359"/>
                  </a:lnTo>
                  <a:lnTo>
                    <a:pt x="1927" y="255"/>
                  </a:lnTo>
                  <a:lnTo>
                    <a:pt x="1898" y="180"/>
                  </a:lnTo>
                  <a:lnTo>
                    <a:pt x="1853" y="105"/>
                  </a:lnTo>
                  <a:lnTo>
                    <a:pt x="1793" y="60"/>
                  </a:lnTo>
                  <a:lnTo>
                    <a:pt x="1718" y="30"/>
                  </a:lnTo>
                  <a:lnTo>
                    <a:pt x="16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32"/>
            <p:cNvSpPr/>
            <p:nvPr/>
          </p:nvSpPr>
          <p:spPr>
            <a:xfrm>
              <a:off x="-765563" y="2987229"/>
              <a:ext cx="62618" cy="161732"/>
            </a:xfrm>
            <a:custGeom>
              <a:avLst/>
              <a:gdLst/>
              <a:ahLst/>
              <a:cxnLst/>
              <a:rect l="l" t="t" r="r" b="b"/>
              <a:pathLst>
                <a:path w="2227" h="5752" extrusionOk="0">
                  <a:moveTo>
                    <a:pt x="927" y="0"/>
                  </a:moveTo>
                  <a:lnTo>
                    <a:pt x="822" y="15"/>
                  </a:lnTo>
                  <a:lnTo>
                    <a:pt x="733" y="30"/>
                  </a:lnTo>
                  <a:lnTo>
                    <a:pt x="628" y="60"/>
                  </a:lnTo>
                  <a:lnTo>
                    <a:pt x="538" y="105"/>
                  </a:lnTo>
                  <a:lnTo>
                    <a:pt x="464" y="150"/>
                  </a:lnTo>
                  <a:lnTo>
                    <a:pt x="389" y="209"/>
                  </a:lnTo>
                  <a:lnTo>
                    <a:pt x="314" y="269"/>
                  </a:lnTo>
                  <a:lnTo>
                    <a:pt x="254" y="344"/>
                  </a:lnTo>
                  <a:lnTo>
                    <a:pt x="195" y="418"/>
                  </a:lnTo>
                  <a:lnTo>
                    <a:pt x="135" y="493"/>
                  </a:lnTo>
                  <a:lnTo>
                    <a:pt x="90" y="568"/>
                  </a:lnTo>
                  <a:lnTo>
                    <a:pt x="60" y="657"/>
                  </a:lnTo>
                  <a:lnTo>
                    <a:pt x="30" y="762"/>
                  </a:lnTo>
                  <a:lnTo>
                    <a:pt x="15" y="852"/>
                  </a:lnTo>
                  <a:lnTo>
                    <a:pt x="0" y="956"/>
                  </a:lnTo>
                  <a:lnTo>
                    <a:pt x="0" y="1046"/>
                  </a:lnTo>
                  <a:lnTo>
                    <a:pt x="269" y="4826"/>
                  </a:lnTo>
                  <a:lnTo>
                    <a:pt x="284" y="4930"/>
                  </a:lnTo>
                  <a:lnTo>
                    <a:pt x="299" y="5020"/>
                  </a:lnTo>
                  <a:lnTo>
                    <a:pt x="329" y="5124"/>
                  </a:lnTo>
                  <a:lnTo>
                    <a:pt x="374" y="5214"/>
                  </a:lnTo>
                  <a:lnTo>
                    <a:pt x="419" y="5289"/>
                  </a:lnTo>
                  <a:lnTo>
                    <a:pt x="464" y="5363"/>
                  </a:lnTo>
                  <a:lnTo>
                    <a:pt x="538" y="5438"/>
                  </a:lnTo>
                  <a:lnTo>
                    <a:pt x="598" y="5498"/>
                  </a:lnTo>
                  <a:lnTo>
                    <a:pt x="673" y="5558"/>
                  </a:lnTo>
                  <a:lnTo>
                    <a:pt x="747" y="5617"/>
                  </a:lnTo>
                  <a:lnTo>
                    <a:pt x="837" y="5662"/>
                  </a:lnTo>
                  <a:lnTo>
                    <a:pt x="927" y="5692"/>
                  </a:lnTo>
                  <a:lnTo>
                    <a:pt x="1016" y="5722"/>
                  </a:lnTo>
                  <a:lnTo>
                    <a:pt x="1121" y="5737"/>
                  </a:lnTo>
                  <a:lnTo>
                    <a:pt x="1211" y="5752"/>
                  </a:lnTo>
                  <a:lnTo>
                    <a:pt x="1315" y="5752"/>
                  </a:lnTo>
                  <a:lnTo>
                    <a:pt x="1420" y="5737"/>
                  </a:lnTo>
                  <a:lnTo>
                    <a:pt x="1509" y="5707"/>
                  </a:lnTo>
                  <a:lnTo>
                    <a:pt x="1599" y="5677"/>
                  </a:lnTo>
                  <a:lnTo>
                    <a:pt x="1689" y="5647"/>
                  </a:lnTo>
                  <a:lnTo>
                    <a:pt x="1778" y="5588"/>
                  </a:lnTo>
                  <a:lnTo>
                    <a:pt x="1853" y="5543"/>
                  </a:lnTo>
                  <a:lnTo>
                    <a:pt x="1928" y="5483"/>
                  </a:lnTo>
                  <a:lnTo>
                    <a:pt x="1987" y="5408"/>
                  </a:lnTo>
                  <a:lnTo>
                    <a:pt x="2047" y="5334"/>
                  </a:lnTo>
                  <a:lnTo>
                    <a:pt x="2092" y="5259"/>
                  </a:lnTo>
                  <a:lnTo>
                    <a:pt x="2137" y="5169"/>
                  </a:lnTo>
                  <a:lnTo>
                    <a:pt x="2182" y="5080"/>
                  </a:lnTo>
                  <a:lnTo>
                    <a:pt x="2197" y="4990"/>
                  </a:lnTo>
                  <a:lnTo>
                    <a:pt x="2226" y="4900"/>
                  </a:lnTo>
                  <a:lnTo>
                    <a:pt x="2226" y="4796"/>
                  </a:lnTo>
                  <a:lnTo>
                    <a:pt x="2226" y="4691"/>
                  </a:lnTo>
                  <a:lnTo>
                    <a:pt x="1973" y="911"/>
                  </a:lnTo>
                  <a:lnTo>
                    <a:pt x="1943" y="777"/>
                  </a:lnTo>
                  <a:lnTo>
                    <a:pt x="1913" y="643"/>
                  </a:lnTo>
                  <a:lnTo>
                    <a:pt x="1853" y="508"/>
                  </a:lnTo>
                  <a:lnTo>
                    <a:pt x="1778" y="404"/>
                  </a:lnTo>
                  <a:lnTo>
                    <a:pt x="1689" y="299"/>
                  </a:lnTo>
                  <a:lnTo>
                    <a:pt x="1599" y="209"/>
                  </a:lnTo>
                  <a:lnTo>
                    <a:pt x="1479" y="135"/>
                  </a:lnTo>
                  <a:lnTo>
                    <a:pt x="1360" y="75"/>
                  </a:lnTo>
                  <a:lnTo>
                    <a:pt x="1255" y="30"/>
                  </a:lnTo>
                  <a:lnTo>
                    <a:pt x="1151" y="15"/>
                  </a:lnTo>
                  <a:lnTo>
                    <a:pt x="103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32"/>
            <p:cNvSpPr/>
            <p:nvPr/>
          </p:nvSpPr>
          <p:spPr>
            <a:xfrm>
              <a:off x="-711802" y="2966225"/>
              <a:ext cx="134880" cy="168874"/>
            </a:xfrm>
            <a:custGeom>
              <a:avLst/>
              <a:gdLst/>
              <a:ahLst/>
              <a:cxnLst/>
              <a:rect l="l" t="t" r="r" b="b"/>
              <a:pathLst>
                <a:path w="4797" h="6006" extrusionOk="0">
                  <a:moveTo>
                    <a:pt x="3855" y="0"/>
                  </a:moveTo>
                  <a:lnTo>
                    <a:pt x="3691" y="15"/>
                  </a:lnTo>
                  <a:lnTo>
                    <a:pt x="3526" y="45"/>
                  </a:lnTo>
                  <a:lnTo>
                    <a:pt x="3377" y="105"/>
                  </a:lnTo>
                  <a:lnTo>
                    <a:pt x="3243" y="179"/>
                  </a:lnTo>
                  <a:lnTo>
                    <a:pt x="3108" y="284"/>
                  </a:lnTo>
                  <a:lnTo>
                    <a:pt x="3004" y="418"/>
                  </a:lnTo>
                  <a:lnTo>
                    <a:pt x="180" y="4467"/>
                  </a:lnTo>
                  <a:lnTo>
                    <a:pt x="135" y="4557"/>
                  </a:lnTo>
                  <a:lnTo>
                    <a:pt x="90" y="4646"/>
                  </a:lnTo>
                  <a:lnTo>
                    <a:pt x="46" y="4736"/>
                  </a:lnTo>
                  <a:lnTo>
                    <a:pt x="31" y="4826"/>
                  </a:lnTo>
                  <a:lnTo>
                    <a:pt x="16" y="4915"/>
                  </a:lnTo>
                  <a:lnTo>
                    <a:pt x="1" y="5020"/>
                  </a:lnTo>
                  <a:lnTo>
                    <a:pt x="16" y="5109"/>
                  </a:lnTo>
                  <a:lnTo>
                    <a:pt x="16" y="5199"/>
                  </a:lnTo>
                  <a:lnTo>
                    <a:pt x="46" y="5289"/>
                  </a:lnTo>
                  <a:lnTo>
                    <a:pt x="75" y="5378"/>
                  </a:lnTo>
                  <a:lnTo>
                    <a:pt x="105" y="5468"/>
                  </a:lnTo>
                  <a:lnTo>
                    <a:pt x="150" y="5558"/>
                  </a:lnTo>
                  <a:lnTo>
                    <a:pt x="210" y="5632"/>
                  </a:lnTo>
                  <a:lnTo>
                    <a:pt x="270" y="5707"/>
                  </a:lnTo>
                  <a:lnTo>
                    <a:pt x="344" y="5767"/>
                  </a:lnTo>
                  <a:lnTo>
                    <a:pt x="434" y="5842"/>
                  </a:lnTo>
                  <a:lnTo>
                    <a:pt x="509" y="5886"/>
                  </a:lnTo>
                  <a:lnTo>
                    <a:pt x="598" y="5931"/>
                  </a:lnTo>
                  <a:lnTo>
                    <a:pt x="688" y="5961"/>
                  </a:lnTo>
                  <a:lnTo>
                    <a:pt x="793" y="5991"/>
                  </a:lnTo>
                  <a:lnTo>
                    <a:pt x="882" y="6006"/>
                  </a:lnTo>
                  <a:lnTo>
                    <a:pt x="1061" y="6006"/>
                  </a:lnTo>
                  <a:lnTo>
                    <a:pt x="1166" y="5991"/>
                  </a:lnTo>
                  <a:lnTo>
                    <a:pt x="1256" y="5976"/>
                  </a:lnTo>
                  <a:lnTo>
                    <a:pt x="1345" y="5946"/>
                  </a:lnTo>
                  <a:lnTo>
                    <a:pt x="1435" y="5901"/>
                  </a:lnTo>
                  <a:lnTo>
                    <a:pt x="1510" y="5856"/>
                  </a:lnTo>
                  <a:lnTo>
                    <a:pt x="1599" y="5812"/>
                  </a:lnTo>
                  <a:lnTo>
                    <a:pt x="1659" y="5737"/>
                  </a:lnTo>
                  <a:lnTo>
                    <a:pt x="1734" y="5677"/>
                  </a:lnTo>
                  <a:lnTo>
                    <a:pt x="1794" y="5588"/>
                  </a:lnTo>
                  <a:lnTo>
                    <a:pt x="4617" y="1554"/>
                  </a:lnTo>
                  <a:lnTo>
                    <a:pt x="4662" y="1464"/>
                  </a:lnTo>
                  <a:lnTo>
                    <a:pt x="4707" y="1375"/>
                  </a:lnTo>
                  <a:lnTo>
                    <a:pt x="4752" y="1285"/>
                  </a:lnTo>
                  <a:lnTo>
                    <a:pt x="4766" y="1195"/>
                  </a:lnTo>
                  <a:lnTo>
                    <a:pt x="4781" y="1091"/>
                  </a:lnTo>
                  <a:lnTo>
                    <a:pt x="4796" y="1001"/>
                  </a:lnTo>
                  <a:lnTo>
                    <a:pt x="4781" y="911"/>
                  </a:lnTo>
                  <a:lnTo>
                    <a:pt x="4781" y="807"/>
                  </a:lnTo>
                  <a:lnTo>
                    <a:pt x="4752" y="717"/>
                  </a:lnTo>
                  <a:lnTo>
                    <a:pt x="4722" y="628"/>
                  </a:lnTo>
                  <a:lnTo>
                    <a:pt x="4692" y="538"/>
                  </a:lnTo>
                  <a:lnTo>
                    <a:pt x="4647" y="463"/>
                  </a:lnTo>
                  <a:lnTo>
                    <a:pt x="4587" y="389"/>
                  </a:lnTo>
                  <a:lnTo>
                    <a:pt x="4527" y="314"/>
                  </a:lnTo>
                  <a:lnTo>
                    <a:pt x="4453" y="239"/>
                  </a:lnTo>
                  <a:lnTo>
                    <a:pt x="4363" y="179"/>
                  </a:lnTo>
                  <a:lnTo>
                    <a:pt x="4273" y="120"/>
                  </a:lnTo>
                  <a:lnTo>
                    <a:pt x="4184" y="75"/>
                  </a:lnTo>
                  <a:lnTo>
                    <a:pt x="4020" y="30"/>
                  </a:lnTo>
                  <a:lnTo>
                    <a:pt x="385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32"/>
            <p:cNvSpPr/>
            <p:nvPr/>
          </p:nvSpPr>
          <p:spPr>
            <a:xfrm>
              <a:off x="-639118" y="2997295"/>
              <a:ext cx="137382" cy="166793"/>
            </a:xfrm>
            <a:custGeom>
              <a:avLst/>
              <a:gdLst/>
              <a:ahLst/>
              <a:cxnLst/>
              <a:rect l="l" t="t" r="r" b="b"/>
              <a:pathLst>
                <a:path w="4886" h="5932" extrusionOk="0">
                  <a:moveTo>
                    <a:pt x="3959" y="1"/>
                  </a:moveTo>
                  <a:lnTo>
                    <a:pt x="3795" y="16"/>
                  </a:lnTo>
                  <a:lnTo>
                    <a:pt x="3646" y="46"/>
                  </a:lnTo>
                  <a:lnTo>
                    <a:pt x="3496" y="90"/>
                  </a:lnTo>
                  <a:lnTo>
                    <a:pt x="3347" y="165"/>
                  </a:lnTo>
                  <a:lnTo>
                    <a:pt x="3227" y="270"/>
                  </a:lnTo>
                  <a:lnTo>
                    <a:pt x="3108" y="404"/>
                  </a:lnTo>
                  <a:lnTo>
                    <a:pt x="180" y="4363"/>
                  </a:lnTo>
                  <a:lnTo>
                    <a:pt x="135" y="4453"/>
                  </a:lnTo>
                  <a:lnTo>
                    <a:pt x="90" y="4542"/>
                  </a:lnTo>
                  <a:lnTo>
                    <a:pt x="45" y="4632"/>
                  </a:lnTo>
                  <a:lnTo>
                    <a:pt x="15" y="4722"/>
                  </a:lnTo>
                  <a:lnTo>
                    <a:pt x="0" y="4811"/>
                  </a:lnTo>
                  <a:lnTo>
                    <a:pt x="0" y="4901"/>
                  </a:lnTo>
                  <a:lnTo>
                    <a:pt x="0" y="5005"/>
                  </a:lnTo>
                  <a:lnTo>
                    <a:pt x="0" y="5095"/>
                  </a:lnTo>
                  <a:lnTo>
                    <a:pt x="15" y="5185"/>
                  </a:lnTo>
                  <a:lnTo>
                    <a:pt x="45" y="5274"/>
                  </a:lnTo>
                  <a:lnTo>
                    <a:pt x="90" y="5364"/>
                  </a:lnTo>
                  <a:lnTo>
                    <a:pt x="135" y="5454"/>
                  </a:lnTo>
                  <a:lnTo>
                    <a:pt x="180" y="5528"/>
                  </a:lnTo>
                  <a:lnTo>
                    <a:pt x="239" y="5603"/>
                  </a:lnTo>
                  <a:lnTo>
                    <a:pt x="314" y="5678"/>
                  </a:lnTo>
                  <a:lnTo>
                    <a:pt x="389" y="5737"/>
                  </a:lnTo>
                  <a:lnTo>
                    <a:pt x="478" y="5797"/>
                  </a:lnTo>
                  <a:lnTo>
                    <a:pt x="568" y="5842"/>
                  </a:lnTo>
                  <a:lnTo>
                    <a:pt x="658" y="5872"/>
                  </a:lnTo>
                  <a:lnTo>
                    <a:pt x="747" y="5902"/>
                  </a:lnTo>
                  <a:lnTo>
                    <a:pt x="837" y="5917"/>
                  </a:lnTo>
                  <a:lnTo>
                    <a:pt x="927" y="5932"/>
                  </a:lnTo>
                  <a:lnTo>
                    <a:pt x="1031" y="5932"/>
                  </a:lnTo>
                  <a:lnTo>
                    <a:pt x="1121" y="5917"/>
                  </a:lnTo>
                  <a:lnTo>
                    <a:pt x="1210" y="5902"/>
                  </a:lnTo>
                  <a:lnTo>
                    <a:pt x="1300" y="5872"/>
                  </a:lnTo>
                  <a:lnTo>
                    <a:pt x="1390" y="5842"/>
                  </a:lnTo>
                  <a:lnTo>
                    <a:pt x="1479" y="5797"/>
                  </a:lnTo>
                  <a:lnTo>
                    <a:pt x="1554" y="5737"/>
                  </a:lnTo>
                  <a:lnTo>
                    <a:pt x="1629" y="5678"/>
                  </a:lnTo>
                  <a:lnTo>
                    <a:pt x="1703" y="5618"/>
                  </a:lnTo>
                  <a:lnTo>
                    <a:pt x="1763" y="5528"/>
                  </a:lnTo>
                  <a:lnTo>
                    <a:pt x="4691" y="1569"/>
                  </a:lnTo>
                  <a:lnTo>
                    <a:pt x="4751" y="1480"/>
                  </a:lnTo>
                  <a:lnTo>
                    <a:pt x="4796" y="1405"/>
                  </a:lnTo>
                  <a:lnTo>
                    <a:pt x="4841" y="1315"/>
                  </a:lnTo>
                  <a:lnTo>
                    <a:pt x="4856" y="1211"/>
                  </a:lnTo>
                  <a:lnTo>
                    <a:pt x="4886" y="1121"/>
                  </a:lnTo>
                  <a:lnTo>
                    <a:pt x="4886" y="1032"/>
                  </a:lnTo>
                  <a:lnTo>
                    <a:pt x="4886" y="927"/>
                  </a:lnTo>
                  <a:lnTo>
                    <a:pt x="4871" y="837"/>
                  </a:lnTo>
                  <a:lnTo>
                    <a:pt x="4856" y="748"/>
                  </a:lnTo>
                  <a:lnTo>
                    <a:pt x="4826" y="658"/>
                  </a:lnTo>
                  <a:lnTo>
                    <a:pt x="4796" y="568"/>
                  </a:lnTo>
                  <a:lnTo>
                    <a:pt x="4751" y="479"/>
                  </a:lnTo>
                  <a:lnTo>
                    <a:pt x="4691" y="404"/>
                  </a:lnTo>
                  <a:lnTo>
                    <a:pt x="4632" y="329"/>
                  </a:lnTo>
                  <a:lnTo>
                    <a:pt x="4572" y="255"/>
                  </a:lnTo>
                  <a:lnTo>
                    <a:pt x="4482" y="195"/>
                  </a:lnTo>
                  <a:lnTo>
                    <a:pt x="4378" y="120"/>
                  </a:lnTo>
                  <a:lnTo>
                    <a:pt x="4273" y="75"/>
                  </a:lnTo>
                  <a:lnTo>
                    <a:pt x="4124" y="31"/>
                  </a:lnTo>
                  <a:lnTo>
                    <a:pt x="395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32"/>
            <p:cNvSpPr/>
            <p:nvPr/>
          </p:nvSpPr>
          <p:spPr>
            <a:xfrm>
              <a:off x="-598797" y="3059885"/>
              <a:ext cx="141178" cy="164291"/>
            </a:xfrm>
            <a:custGeom>
              <a:avLst/>
              <a:gdLst/>
              <a:ahLst/>
              <a:cxnLst/>
              <a:rect l="l" t="t" r="r" b="b"/>
              <a:pathLst>
                <a:path w="5021" h="5843" extrusionOk="0">
                  <a:moveTo>
                    <a:pt x="3945" y="1"/>
                  </a:moveTo>
                  <a:lnTo>
                    <a:pt x="3780" y="31"/>
                  </a:lnTo>
                  <a:lnTo>
                    <a:pt x="3631" y="90"/>
                  </a:lnTo>
                  <a:lnTo>
                    <a:pt x="3496" y="165"/>
                  </a:lnTo>
                  <a:lnTo>
                    <a:pt x="3377" y="255"/>
                  </a:lnTo>
                  <a:lnTo>
                    <a:pt x="3257" y="374"/>
                  </a:lnTo>
                  <a:lnTo>
                    <a:pt x="210" y="4244"/>
                  </a:lnTo>
                  <a:lnTo>
                    <a:pt x="150" y="4333"/>
                  </a:lnTo>
                  <a:lnTo>
                    <a:pt x="105" y="4408"/>
                  </a:lnTo>
                  <a:lnTo>
                    <a:pt x="60" y="4497"/>
                  </a:lnTo>
                  <a:lnTo>
                    <a:pt x="30" y="4587"/>
                  </a:lnTo>
                  <a:lnTo>
                    <a:pt x="15" y="4692"/>
                  </a:lnTo>
                  <a:lnTo>
                    <a:pt x="1" y="4781"/>
                  </a:lnTo>
                  <a:lnTo>
                    <a:pt x="1" y="4871"/>
                  </a:lnTo>
                  <a:lnTo>
                    <a:pt x="1" y="4976"/>
                  </a:lnTo>
                  <a:lnTo>
                    <a:pt x="15" y="5065"/>
                  </a:lnTo>
                  <a:lnTo>
                    <a:pt x="45" y="5155"/>
                  </a:lnTo>
                  <a:lnTo>
                    <a:pt x="75" y="5244"/>
                  </a:lnTo>
                  <a:lnTo>
                    <a:pt x="120" y="5334"/>
                  </a:lnTo>
                  <a:lnTo>
                    <a:pt x="165" y="5409"/>
                  </a:lnTo>
                  <a:lnTo>
                    <a:pt x="225" y="5483"/>
                  </a:lnTo>
                  <a:lnTo>
                    <a:pt x="299" y="5558"/>
                  </a:lnTo>
                  <a:lnTo>
                    <a:pt x="374" y="5633"/>
                  </a:lnTo>
                  <a:lnTo>
                    <a:pt x="449" y="5693"/>
                  </a:lnTo>
                  <a:lnTo>
                    <a:pt x="538" y="5737"/>
                  </a:lnTo>
                  <a:lnTo>
                    <a:pt x="628" y="5767"/>
                  </a:lnTo>
                  <a:lnTo>
                    <a:pt x="718" y="5797"/>
                  </a:lnTo>
                  <a:lnTo>
                    <a:pt x="807" y="5827"/>
                  </a:lnTo>
                  <a:lnTo>
                    <a:pt x="897" y="5842"/>
                  </a:lnTo>
                  <a:lnTo>
                    <a:pt x="1001" y="5842"/>
                  </a:lnTo>
                  <a:lnTo>
                    <a:pt x="1091" y="5827"/>
                  </a:lnTo>
                  <a:lnTo>
                    <a:pt x="1181" y="5812"/>
                  </a:lnTo>
                  <a:lnTo>
                    <a:pt x="1270" y="5797"/>
                  </a:lnTo>
                  <a:lnTo>
                    <a:pt x="1360" y="5752"/>
                  </a:lnTo>
                  <a:lnTo>
                    <a:pt x="1450" y="5723"/>
                  </a:lnTo>
                  <a:lnTo>
                    <a:pt x="1539" y="5663"/>
                  </a:lnTo>
                  <a:lnTo>
                    <a:pt x="1614" y="5603"/>
                  </a:lnTo>
                  <a:lnTo>
                    <a:pt x="1689" y="5543"/>
                  </a:lnTo>
                  <a:lnTo>
                    <a:pt x="1748" y="5469"/>
                  </a:lnTo>
                  <a:lnTo>
                    <a:pt x="4796" y="1599"/>
                  </a:lnTo>
                  <a:lnTo>
                    <a:pt x="4856" y="1510"/>
                  </a:lnTo>
                  <a:lnTo>
                    <a:pt x="4916" y="1420"/>
                  </a:lnTo>
                  <a:lnTo>
                    <a:pt x="4946" y="1345"/>
                  </a:lnTo>
                  <a:lnTo>
                    <a:pt x="4975" y="1241"/>
                  </a:lnTo>
                  <a:lnTo>
                    <a:pt x="5005" y="1151"/>
                  </a:lnTo>
                  <a:lnTo>
                    <a:pt x="5005" y="1061"/>
                  </a:lnTo>
                  <a:lnTo>
                    <a:pt x="5020" y="972"/>
                  </a:lnTo>
                  <a:lnTo>
                    <a:pt x="5005" y="867"/>
                  </a:lnTo>
                  <a:lnTo>
                    <a:pt x="4990" y="778"/>
                  </a:lnTo>
                  <a:lnTo>
                    <a:pt x="4960" y="688"/>
                  </a:lnTo>
                  <a:lnTo>
                    <a:pt x="4931" y="598"/>
                  </a:lnTo>
                  <a:lnTo>
                    <a:pt x="4886" y="509"/>
                  </a:lnTo>
                  <a:lnTo>
                    <a:pt x="4841" y="434"/>
                  </a:lnTo>
                  <a:lnTo>
                    <a:pt x="4781" y="359"/>
                  </a:lnTo>
                  <a:lnTo>
                    <a:pt x="4721" y="285"/>
                  </a:lnTo>
                  <a:lnTo>
                    <a:pt x="4632" y="210"/>
                  </a:lnTo>
                  <a:lnTo>
                    <a:pt x="4527" y="135"/>
                  </a:lnTo>
                  <a:lnTo>
                    <a:pt x="4393" y="75"/>
                  </a:lnTo>
                  <a:lnTo>
                    <a:pt x="4243" y="31"/>
                  </a:lnTo>
                  <a:lnTo>
                    <a:pt x="4094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32"/>
            <p:cNvSpPr/>
            <p:nvPr/>
          </p:nvSpPr>
          <p:spPr>
            <a:xfrm>
              <a:off x="-1202427" y="3395524"/>
              <a:ext cx="431013" cy="371770"/>
            </a:xfrm>
            <a:custGeom>
              <a:avLst/>
              <a:gdLst/>
              <a:ahLst/>
              <a:cxnLst/>
              <a:rect l="l" t="t" r="r" b="b"/>
              <a:pathLst>
                <a:path w="15329" h="13222" extrusionOk="0">
                  <a:moveTo>
                    <a:pt x="8949" y="0"/>
                  </a:moveTo>
                  <a:lnTo>
                    <a:pt x="8830" y="15"/>
                  </a:lnTo>
                  <a:lnTo>
                    <a:pt x="8725" y="45"/>
                  </a:lnTo>
                  <a:lnTo>
                    <a:pt x="8620" y="105"/>
                  </a:lnTo>
                  <a:lnTo>
                    <a:pt x="8516" y="165"/>
                  </a:lnTo>
                  <a:lnTo>
                    <a:pt x="8426" y="239"/>
                  </a:lnTo>
                  <a:lnTo>
                    <a:pt x="8337" y="344"/>
                  </a:lnTo>
                  <a:lnTo>
                    <a:pt x="5289" y="4437"/>
                  </a:lnTo>
                  <a:lnTo>
                    <a:pt x="4049" y="6096"/>
                  </a:lnTo>
                  <a:lnTo>
                    <a:pt x="0" y="11549"/>
                  </a:lnTo>
                  <a:lnTo>
                    <a:pt x="299" y="11773"/>
                  </a:lnTo>
                  <a:lnTo>
                    <a:pt x="628" y="11967"/>
                  </a:lnTo>
                  <a:lnTo>
                    <a:pt x="956" y="12161"/>
                  </a:lnTo>
                  <a:lnTo>
                    <a:pt x="1285" y="12340"/>
                  </a:lnTo>
                  <a:lnTo>
                    <a:pt x="1614" y="12490"/>
                  </a:lnTo>
                  <a:lnTo>
                    <a:pt x="1957" y="12639"/>
                  </a:lnTo>
                  <a:lnTo>
                    <a:pt x="2301" y="12759"/>
                  </a:lnTo>
                  <a:lnTo>
                    <a:pt x="2645" y="12878"/>
                  </a:lnTo>
                  <a:lnTo>
                    <a:pt x="3003" y="12968"/>
                  </a:lnTo>
                  <a:lnTo>
                    <a:pt x="3347" y="13058"/>
                  </a:lnTo>
                  <a:lnTo>
                    <a:pt x="3705" y="13117"/>
                  </a:lnTo>
                  <a:lnTo>
                    <a:pt x="4064" y="13162"/>
                  </a:lnTo>
                  <a:lnTo>
                    <a:pt x="4422" y="13207"/>
                  </a:lnTo>
                  <a:lnTo>
                    <a:pt x="4781" y="13222"/>
                  </a:lnTo>
                  <a:lnTo>
                    <a:pt x="5498" y="13222"/>
                  </a:lnTo>
                  <a:lnTo>
                    <a:pt x="5857" y="13192"/>
                  </a:lnTo>
                  <a:lnTo>
                    <a:pt x="6200" y="13147"/>
                  </a:lnTo>
                  <a:lnTo>
                    <a:pt x="6559" y="13087"/>
                  </a:lnTo>
                  <a:lnTo>
                    <a:pt x="6902" y="13028"/>
                  </a:lnTo>
                  <a:lnTo>
                    <a:pt x="7261" y="12938"/>
                  </a:lnTo>
                  <a:lnTo>
                    <a:pt x="7605" y="12833"/>
                  </a:lnTo>
                  <a:lnTo>
                    <a:pt x="7933" y="12729"/>
                  </a:lnTo>
                  <a:lnTo>
                    <a:pt x="8277" y="12594"/>
                  </a:lnTo>
                  <a:lnTo>
                    <a:pt x="8605" y="12460"/>
                  </a:lnTo>
                  <a:lnTo>
                    <a:pt x="8934" y="12296"/>
                  </a:lnTo>
                  <a:lnTo>
                    <a:pt x="9248" y="12131"/>
                  </a:lnTo>
                  <a:lnTo>
                    <a:pt x="9562" y="11937"/>
                  </a:lnTo>
                  <a:lnTo>
                    <a:pt x="9860" y="11743"/>
                  </a:lnTo>
                  <a:lnTo>
                    <a:pt x="10159" y="11534"/>
                  </a:lnTo>
                  <a:lnTo>
                    <a:pt x="10443" y="11310"/>
                  </a:lnTo>
                  <a:lnTo>
                    <a:pt x="10727" y="11071"/>
                  </a:lnTo>
                  <a:lnTo>
                    <a:pt x="11041" y="10772"/>
                  </a:lnTo>
                  <a:lnTo>
                    <a:pt x="11325" y="10473"/>
                  </a:lnTo>
                  <a:lnTo>
                    <a:pt x="11608" y="10144"/>
                  </a:lnTo>
                  <a:lnTo>
                    <a:pt x="11877" y="9801"/>
                  </a:lnTo>
                  <a:lnTo>
                    <a:pt x="12968" y="8337"/>
                  </a:lnTo>
                  <a:lnTo>
                    <a:pt x="15164" y="5394"/>
                  </a:lnTo>
                  <a:lnTo>
                    <a:pt x="15224" y="5289"/>
                  </a:lnTo>
                  <a:lnTo>
                    <a:pt x="15284" y="5169"/>
                  </a:lnTo>
                  <a:lnTo>
                    <a:pt x="15313" y="5065"/>
                  </a:lnTo>
                  <a:lnTo>
                    <a:pt x="15328" y="4945"/>
                  </a:lnTo>
                  <a:lnTo>
                    <a:pt x="15328" y="4826"/>
                  </a:lnTo>
                  <a:lnTo>
                    <a:pt x="15313" y="4721"/>
                  </a:lnTo>
                  <a:lnTo>
                    <a:pt x="15284" y="4602"/>
                  </a:lnTo>
                  <a:lnTo>
                    <a:pt x="15239" y="4497"/>
                  </a:lnTo>
                  <a:lnTo>
                    <a:pt x="15179" y="4408"/>
                  </a:lnTo>
                  <a:lnTo>
                    <a:pt x="15119" y="4318"/>
                  </a:lnTo>
                  <a:lnTo>
                    <a:pt x="15030" y="4228"/>
                  </a:lnTo>
                  <a:lnTo>
                    <a:pt x="14940" y="4154"/>
                  </a:lnTo>
                  <a:lnTo>
                    <a:pt x="14835" y="4109"/>
                  </a:lnTo>
                  <a:lnTo>
                    <a:pt x="14731" y="4064"/>
                  </a:lnTo>
                  <a:lnTo>
                    <a:pt x="14596" y="4034"/>
                  </a:lnTo>
                  <a:lnTo>
                    <a:pt x="14477" y="4019"/>
                  </a:lnTo>
                  <a:lnTo>
                    <a:pt x="14029" y="4004"/>
                  </a:lnTo>
                  <a:lnTo>
                    <a:pt x="13610" y="3959"/>
                  </a:lnTo>
                  <a:lnTo>
                    <a:pt x="13222" y="3885"/>
                  </a:lnTo>
                  <a:lnTo>
                    <a:pt x="12833" y="3795"/>
                  </a:lnTo>
                  <a:lnTo>
                    <a:pt x="12475" y="3661"/>
                  </a:lnTo>
                  <a:lnTo>
                    <a:pt x="12146" y="3511"/>
                  </a:lnTo>
                  <a:lnTo>
                    <a:pt x="11818" y="3347"/>
                  </a:lnTo>
                  <a:lnTo>
                    <a:pt x="11519" y="3138"/>
                  </a:lnTo>
                  <a:lnTo>
                    <a:pt x="11250" y="2914"/>
                  </a:lnTo>
                  <a:lnTo>
                    <a:pt x="10981" y="2660"/>
                  </a:lnTo>
                  <a:lnTo>
                    <a:pt x="10742" y="2376"/>
                  </a:lnTo>
                  <a:lnTo>
                    <a:pt x="10518" y="2077"/>
                  </a:lnTo>
                  <a:lnTo>
                    <a:pt x="10324" y="1748"/>
                  </a:lnTo>
                  <a:lnTo>
                    <a:pt x="10144" y="1390"/>
                  </a:lnTo>
                  <a:lnTo>
                    <a:pt x="9980" y="1001"/>
                  </a:lnTo>
                  <a:lnTo>
                    <a:pt x="9845" y="598"/>
                  </a:lnTo>
                  <a:lnTo>
                    <a:pt x="9801" y="478"/>
                  </a:lnTo>
                  <a:lnTo>
                    <a:pt x="9741" y="359"/>
                  </a:lnTo>
                  <a:lnTo>
                    <a:pt x="9666" y="269"/>
                  </a:lnTo>
                  <a:lnTo>
                    <a:pt x="9577" y="195"/>
                  </a:lnTo>
                  <a:lnTo>
                    <a:pt x="9487" y="120"/>
                  </a:lnTo>
                  <a:lnTo>
                    <a:pt x="9382" y="75"/>
                  </a:lnTo>
                  <a:lnTo>
                    <a:pt x="9278" y="30"/>
                  </a:lnTo>
                  <a:lnTo>
                    <a:pt x="917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32"/>
            <p:cNvSpPr/>
            <p:nvPr/>
          </p:nvSpPr>
          <p:spPr>
            <a:xfrm>
              <a:off x="-844545" y="3068292"/>
              <a:ext cx="304597" cy="316744"/>
            </a:xfrm>
            <a:custGeom>
              <a:avLst/>
              <a:gdLst/>
              <a:ahLst/>
              <a:cxnLst/>
              <a:rect l="l" t="t" r="r" b="b"/>
              <a:pathLst>
                <a:path w="10833" h="11265" extrusionOk="0">
                  <a:moveTo>
                    <a:pt x="6559" y="0"/>
                  </a:moveTo>
                  <a:lnTo>
                    <a:pt x="6365" y="15"/>
                  </a:lnTo>
                  <a:lnTo>
                    <a:pt x="6156" y="30"/>
                  </a:lnTo>
                  <a:lnTo>
                    <a:pt x="5947" y="45"/>
                  </a:lnTo>
                  <a:lnTo>
                    <a:pt x="5753" y="90"/>
                  </a:lnTo>
                  <a:lnTo>
                    <a:pt x="5543" y="135"/>
                  </a:lnTo>
                  <a:lnTo>
                    <a:pt x="5349" y="195"/>
                  </a:lnTo>
                  <a:lnTo>
                    <a:pt x="5155" y="254"/>
                  </a:lnTo>
                  <a:lnTo>
                    <a:pt x="4961" y="329"/>
                  </a:lnTo>
                  <a:lnTo>
                    <a:pt x="4767" y="404"/>
                  </a:lnTo>
                  <a:lnTo>
                    <a:pt x="4587" y="508"/>
                  </a:lnTo>
                  <a:lnTo>
                    <a:pt x="4408" y="598"/>
                  </a:lnTo>
                  <a:lnTo>
                    <a:pt x="4229" y="718"/>
                  </a:lnTo>
                  <a:lnTo>
                    <a:pt x="4064" y="837"/>
                  </a:lnTo>
                  <a:lnTo>
                    <a:pt x="3900" y="972"/>
                  </a:lnTo>
                  <a:lnTo>
                    <a:pt x="3736" y="1106"/>
                  </a:lnTo>
                  <a:lnTo>
                    <a:pt x="3571" y="1255"/>
                  </a:lnTo>
                  <a:lnTo>
                    <a:pt x="3437" y="1405"/>
                  </a:lnTo>
                  <a:lnTo>
                    <a:pt x="3288" y="1584"/>
                  </a:lnTo>
                  <a:lnTo>
                    <a:pt x="3153" y="1748"/>
                  </a:lnTo>
                  <a:lnTo>
                    <a:pt x="165" y="5872"/>
                  </a:lnTo>
                  <a:lnTo>
                    <a:pt x="90" y="5976"/>
                  </a:lnTo>
                  <a:lnTo>
                    <a:pt x="46" y="6081"/>
                  </a:lnTo>
                  <a:lnTo>
                    <a:pt x="16" y="6185"/>
                  </a:lnTo>
                  <a:lnTo>
                    <a:pt x="1" y="6290"/>
                  </a:lnTo>
                  <a:lnTo>
                    <a:pt x="1" y="6410"/>
                  </a:lnTo>
                  <a:lnTo>
                    <a:pt x="16" y="6514"/>
                  </a:lnTo>
                  <a:lnTo>
                    <a:pt x="46" y="6619"/>
                  </a:lnTo>
                  <a:lnTo>
                    <a:pt x="90" y="6708"/>
                  </a:lnTo>
                  <a:lnTo>
                    <a:pt x="150" y="6798"/>
                  </a:lnTo>
                  <a:lnTo>
                    <a:pt x="225" y="6888"/>
                  </a:lnTo>
                  <a:lnTo>
                    <a:pt x="300" y="6962"/>
                  </a:lnTo>
                  <a:lnTo>
                    <a:pt x="389" y="7022"/>
                  </a:lnTo>
                  <a:lnTo>
                    <a:pt x="494" y="7067"/>
                  </a:lnTo>
                  <a:lnTo>
                    <a:pt x="598" y="7112"/>
                  </a:lnTo>
                  <a:lnTo>
                    <a:pt x="703" y="7127"/>
                  </a:lnTo>
                  <a:lnTo>
                    <a:pt x="1301" y="7127"/>
                  </a:lnTo>
                  <a:lnTo>
                    <a:pt x="1734" y="7142"/>
                  </a:lnTo>
                  <a:lnTo>
                    <a:pt x="2152" y="7201"/>
                  </a:lnTo>
                  <a:lnTo>
                    <a:pt x="2556" y="7291"/>
                  </a:lnTo>
                  <a:lnTo>
                    <a:pt x="2929" y="7396"/>
                  </a:lnTo>
                  <a:lnTo>
                    <a:pt x="3108" y="7470"/>
                  </a:lnTo>
                  <a:lnTo>
                    <a:pt x="3273" y="7545"/>
                  </a:lnTo>
                  <a:lnTo>
                    <a:pt x="3452" y="7635"/>
                  </a:lnTo>
                  <a:lnTo>
                    <a:pt x="3601" y="7724"/>
                  </a:lnTo>
                  <a:lnTo>
                    <a:pt x="3766" y="7829"/>
                  </a:lnTo>
                  <a:lnTo>
                    <a:pt x="3915" y="7933"/>
                  </a:lnTo>
                  <a:lnTo>
                    <a:pt x="4064" y="8038"/>
                  </a:lnTo>
                  <a:lnTo>
                    <a:pt x="4199" y="8172"/>
                  </a:lnTo>
                  <a:lnTo>
                    <a:pt x="4333" y="8292"/>
                  </a:lnTo>
                  <a:lnTo>
                    <a:pt x="4453" y="8441"/>
                  </a:lnTo>
                  <a:lnTo>
                    <a:pt x="4587" y="8576"/>
                  </a:lnTo>
                  <a:lnTo>
                    <a:pt x="4692" y="8725"/>
                  </a:lnTo>
                  <a:lnTo>
                    <a:pt x="4916" y="9054"/>
                  </a:lnTo>
                  <a:lnTo>
                    <a:pt x="5110" y="9412"/>
                  </a:lnTo>
                  <a:lnTo>
                    <a:pt x="5275" y="9801"/>
                  </a:lnTo>
                  <a:lnTo>
                    <a:pt x="5424" y="10219"/>
                  </a:lnTo>
                  <a:lnTo>
                    <a:pt x="5558" y="10667"/>
                  </a:lnTo>
                  <a:lnTo>
                    <a:pt x="5603" y="10787"/>
                  </a:lnTo>
                  <a:lnTo>
                    <a:pt x="5648" y="10891"/>
                  </a:lnTo>
                  <a:lnTo>
                    <a:pt x="5708" y="10981"/>
                  </a:lnTo>
                  <a:lnTo>
                    <a:pt x="5782" y="11071"/>
                  </a:lnTo>
                  <a:lnTo>
                    <a:pt x="5872" y="11130"/>
                  </a:lnTo>
                  <a:lnTo>
                    <a:pt x="5962" y="11190"/>
                  </a:lnTo>
                  <a:lnTo>
                    <a:pt x="6066" y="11235"/>
                  </a:lnTo>
                  <a:lnTo>
                    <a:pt x="6171" y="11250"/>
                  </a:lnTo>
                  <a:lnTo>
                    <a:pt x="6275" y="11265"/>
                  </a:lnTo>
                  <a:lnTo>
                    <a:pt x="6380" y="11265"/>
                  </a:lnTo>
                  <a:lnTo>
                    <a:pt x="6485" y="11250"/>
                  </a:lnTo>
                  <a:lnTo>
                    <a:pt x="6589" y="11220"/>
                  </a:lnTo>
                  <a:lnTo>
                    <a:pt x="6694" y="11175"/>
                  </a:lnTo>
                  <a:lnTo>
                    <a:pt x="6798" y="11115"/>
                  </a:lnTo>
                  <a:lnTo>
                    <a:pt x="6888" y="11041"/>
                  </a:lnTo>
                  <a:lnTo>
                    <a:pt x="6963" y="10951"/>
                  </a:lnTo>
                  <a:lnTo>
                    <a:pt x="10025" y="6753"/>
                  </a:lnTo>
                  <a:lnTo>
                    <a:pt x="10145" y="6574"/>
                  </a:lnTo>
                  <a:lnTo>
                    <a:pt x="10249" y="6395"/>
                  </a:lnTo>
                  <a:lnTo>
                    <a:pt x="10354" y="6200"/>
                  </a:lnTo>
                  <a:lnTo>
                    <a:pt x="10459" y="6006"/>
                  </a:lnTo>
                  <a:lnTo>
                    <a:pt x="10533" y="5827"/>
                  </a:lnTo>
                  <a:lnTo>
                    <a:pt x="10608" y="5618"/>
                  </a:lnTo>
                  <a:lnTo>
                    <a:pt x="10668" y="5424"/>
                  </a:lnTo>
                  <a:lnTo>
                    <a:pt x="10727" y="5229"/>
                  </a:lnTo>
                  <a:lnTo>
                    <a:pt x="10757" y="5020"/>
                  </a:lnTo>
                  <a:lnTo>
                    <a:pt x="10802" y="4826"/>
                  </a:lnTo>
                  <a:lnTo>
                    <a:pt x="10817" y="4617"/>
                  </a:lnTo>
                  <a:lnTo>
                    <a:pt x="10832" y="4423"/>
                  </a:lnTo>
                  <a:lnTo>
                    <a:pt x="10832" y="4213"/>
                  </a:lnTo>
                  <a:lnTo>
                    <a:pt x="10832" y="4019"/>
                  </a:lnTo>
                  <a:lnTo>
                    <a:pt x="10817" y="3810"/>
                  </a:lnTo>
                  <a:lnTo>
                    <a:pt x="10787" y="3616"/>
                  </a:lnTo>
                  <a:lnTo>
                    <a:pt x="10757" y="3407"/>
                  </a:lnTo>
                  <a:lnTo>
                    <a:pt x="10713" y="3212"/>
                  </a:lnTo>
                  <a:lnTo>
                    <a:pt x="10653" y="3018"/>
                  </a:lnTo>
                  <a:lnTo>
                    <a:pt x="10593" y="2824"/>
                  </a:lnTo>
                  <a:lnTo>
                    <a:pt x="10518" y="2645"/>
                  </a:lnTo>
                  <a:lnTo>
                    <a:pt x="10429" y="2451"/>
                  </a:lnTo>
                  <a:lnTo>
                    <a:pt x="10339" y="2271"/>
                  </a:lnTo>
                  <a:lnTo>
                    <a:pt x="10249" y="2092"/>
                  </a:lnTo>
                  <a:lnTo>
                    <a:pt x="10130" y="1913"/>
                  </a:lnTo>
                  <a:lnTo>
                    <a:pt x="10010" y="1748"/>
                  </a:lnTo>
                  <a:lnTo>
                    <a:pt x="9891" y="1584"/>
                  </a:lnTo>
                  <a:lnTo>
                    <a:pt x="9756" y="1420"/>
                  </a:lnTo>
                  <a:lnTo>
                    <a:pt x="9607" y="1270"/>
                  </a:lnTo>
                  <a:lnTo>
                    <a:pt x="9458" y="1121"/>
                  </a:lnTo>
                  <a:lnTo>
                    <a:pt x="9293" y="972"/>
                  </a:lnTo>
                  <a:lnTo>
                    <a:pt x="9129" y="852"/>
                  </a:lnTo>
                  <a:lnTo>
                    <a:pt x="8950" y="718"/>
                  </a:lnTo>
                  <a:lnTo>
                    <a:pt x="8755" y="598"/>
                  </a:lnTo>
                  <a:lnTo>
                    <a:pt x="8576" y="493"/>
                  </a:lnTo>
                  <a:lnTo>
                    <a:pt x="8382" y="404"/>
                  </a:lnTo>
                  <a:lnTo>
                    <a:pt x="8188" y="314"/>
                  </a:lnTo>
                  <a:lnTo>
                    <a:pt x="7994" y="240"/>
                  </a:lnTo>
                  <a:lnTo>
                    <a:pt x="7784" y="180"/>
                  </a:lnTo>
                  <a:lnTo>
                    <a:pt x="7590" y="120"/>
                  </a:lnTo>
                  <a:lnTo>
                    <a:pt x="7381" y="75"/>
                  </a:lnTo>
                  <a:lnTo>
                    <a:pt x="7172" y="45"/>
                  </a:lnTo>
                  <a:lnTo>
                    <a:pt x="6978" y="15"/>
                  </a:lnTo>
                  <a:lnTo>
                    <a:pt x="676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32"/>
            <p:cNvSpPr/>
            <p:nvPr/>
          </p:nvSpPr>
          <p:spPr>
            <a:xfrm>
              <a:off x="-926874" y="3266970"/>
              <a:ext cx="240320" cy="240320"/>
            </a:xfrm>
            <a:custGeom>
              <a:avLst/>
              <a:gdLst/>
              <a:ahLst/>
              <a:cxnLst/>
              <a:rect l="l" t="t" r="r" b="b"/>
              <a:pathLst>
                <a:path w="8547" h="8547" extrusionOk="0">
                  <a:moveTo>
                    <a:pt x="4064" y="1"/>
                  </a:moveTo>
                  <a:lnTo>
                    <a:pt x="3855" y="16"/>
                  </a:lnTo>
                  <a:lnTo>
                    <a:pt x="3646" y="46"/>
                  </a:lnTo>
                  <a:lnTo>
                    <a:pt x="3452" y="76"/>
                  </a:lnTo>
                  <a:lnTo>
                    <a:pt x="3243" y="120"/>
                  </a:lnTo>
                  <a:lnTo>
                    <a:pt x="3048" y="180"/>
                  </a:lnTo>
                  <a:lnTo>
                    <a:pt x="2854" y="240"/>
                  </a:lnTo>
                  <a:lnTo>
                    <a:pt x="2660" y="315"/>
                  </a:lnTo>
                  <a:lnTo>
                    <a:pt x="2466" y="404"/>
                  </a:lnTo>
                  <a:lnTo>
                    <a:pt x="2286" y="494"/>
                  </a:lnTo>
                  <a:lnTo>
                    <a:pt x="2107" y="584"/>
                  </a:lnTo>
                  <a:lnTo>
                    <a:pt x="1928" y="703"/>
                  </a:lnTo>
                  <a:lnTo>
                    <a:pt x="1749" y="823"/>
                  </a:lnTo>
                  <a:lnTo>
                    <a:pt x="1584" y="942"/>
                  </a:lnTo>
                  <a:lnTo>
                    <a:pt x="1420" y="1091"/>
                  </a:lnTo>
                  <a:lnTo>
                    <a:pt x="1271" y="1226"/>
                  </a:lnTo>
                  <a:lnTo>
                    <a:pt x="1121" y="1390"/>
                  </a:lnTo>
                  <a:lnTo>
                    <a:pt x="972" y="1555"/>
                  </a:lnTo>
                  <a:lnTo>
                    <a:pt x="837" y="1719"/>
                  </a:lnTo>
                  <a:lnTo>
                    <a:pt x="718" y="1898"/>
                  </a:lnTo>
                  <a:lnTo>
                    <a:pt x="598" y="2092"/>
                  </a:lnTo>
                  <a:lnTo>
                    <a:pt x="494" y="2272"/>
                  </a:lnTo>
                  <a:lnTo>
                    <a:pt x="389" y="2466"/>
                  </a:lnTo>
                  <a:lnTo>
                    <a:pt x="314" y="2660"/>
                  </a:lnTo>
                  <a:lnTo>
                    <a:pt x="240" y="2854"/>
                  </a:lnTo>
                  <a:lnTo>
                    <a:pt x="165" y="3063"/>
                  </a:lnTo>
                  <a:lnTo>
                    <a:pt x="120" y="3258"/>
                  </a:lnTo>
                  <a:lnTo>
                    <a:pt x="75" y="3467"/>
                  </a:lnTo>
                  <a:lnTo>
                    <a:pt x="31" y="3661"/>
                  </a:lnTo>
                  <a:lnTo>
                    <a:pt x="16" y="3870"/>
                  </a:lnTo>
                  <a:lnTo>
                    <a:pt x="1" y="4079"/>
                  </a:lnTo>
                  <a:lnTo>
                    <a:pt x="1" y="4289"/>
                  </a:lnTo>
                  <a:lnTo>
                    <a:pt x="1" y="4483"/>
                  </a:lnTo>
                  <a:lnTo>
                    <a:pt x="16" y="4692"/>
                  </a:lnTo>
                  <a:lnTo>
                    <a:pt x="45" y="4901"/>
                  </a:lnTo>
                  <a:lnTo>
                    <a:pt x="75" y="5095"/>
                  </a:lnTo>
                  <a:lnTo>
                    <a:pt x="120" y="5304"/>
                  </a:lnTo>
                  <a:lnTo>
                    <a:pt x="165" y="5499"/>
                  </a:lnTo>
                  <a:lnTo>
                    <a:pt x="240" y="5693"/>
                  </a:lnTo>
                  <a:lnTo>
                    <a:pt x="314" y="5887"/>
                  </a:lnTo>
                  <a:lnTo>
                    <a:pt x="389" y="6081"/>
                  </a:lnTo>
                  <a:lnTo>
                    <a:pt x="479" y="6261"/>
                  </a:lnTo>
                  <a:lnTo>
                    <a:pt x="583" y="6440"/>
                  </a:lnTo>
                  <a:lnTo>
                    <a:pt x="688" y="6619"/>
                  </a:lnTo>
                  <a:lnTo>
                    <a:pt x="807" y="6798"/>
                  </a:lnTo>
                  <a:lnTo>
                    <a:pt x="942" y="6963"/>
                  </a:lnTo>
                  <a:lnTo>
                    <a:pt x="1076" y="7127"/>
                  </a:lnTo>
                  <a:lnTo>
                    <a:pt x="1226" y="7276"/>
                  </a:lnTo>
                  <a:lnTo>
                    <a:pt x="1375" y="7426"/>
                  </a:lnTo>
                  <a:lnTo>
                    <a:pt x="1539" y="7575"/>
                  </a:lnTo>
                  <a:lnTo>
                    <a:pt x="1719" y="7710"/>
                  </a:lnTo>
                  <a:lnTo>
                    <a:pt x="1898" y="7829"/>
                  </a:lnTo>
                  <a:lnTo>
                    <a:pt x="2077" y="7949"/>
                  </a:lnTo>
                  <a:lnTo>
                    <a:pt x="2271" y="8053"/>
                  </a:lnTo>
                  <a:lnTo>
                    <a:pt x="2466" y="8158"/>
                  </a:lnTo>
                  <a:lnTo>
                    <a:pt x="2660" y="8233"/>
                  </a:lnTo>
                  <a:lnTo>
                    <a:pt x="2854" y="8307"/>
                  </a:lnTo>
                  <a:lnTo>
                    <a:pt x="3048" y="8382"/>
                  </a:lnTo>
                  <a:lnTo>
                    <a:pt x="3257" y="8427"/>
                  </a:lnTo>
                  <a:lnTo>
                    <a:pt x="3452" y="8472"/>
                  </a:lnTo>
                  <a:lnTo>
                    <a:pt x="3661" y="8516"/>
                  </a:lnTo>
                  <a:lnTo>
                    <a:pt x="3870" y="8531"/>
                  </a:lnTo>
                  <a:lnTo>
                    <a:pt x="4064" y="8546"/>
                  </a:lnTo>
                  <a:lnTo>
                    <a:pt x="4483" y="8546"/>
                  </a:lnTo>
                  <a:lnTo>
                    <a:pt x="4677" y="8531"/>
                  </a:lnTo>
                  <a:lnTo>
                    <a:pt x="4886" y="8501"/>
                  </a:lnTo>
                  <a:lnTo>
                    <a:pt x="5095" y="8472"/>
                  </a:lnTo>
                  <a:lnTo>
                    <a:pt x="5289" y="8427"/>
                  </a:lnTo>
                  <a:lnTo>
                    <a:pt x="5484" y="8382"/>
                  </a:lnTo>
                  <a:lnTo>
                    <a:pt x="5678" y="8307"/>
                  </a:lnTo>
                  <a:lnTo>
                    <a:pt x="5872" y="8233"/>
                  </a:lnTo>
                  <a:lnTo>
                    <a:pt x="6066" y="8158"/>
                  </a:lnTo>
                  <a:lnTo>
                    <a:pt x="6245" y="8068"/>
                  </a:lnTo>
                  <a:lnTo>
                    <a:pt x="6440" y="7964"/>
                  </a:lnTo>
                  <a:lnTo>
                    <a:pt x="6604" y="7859"/>
                  </a:lnTo>
                  <a:lnTo>
                    <a:pt x="6783" y="7740"/>
                  </a:lnTo>
                  <a:lnTo>
                    <a:pt x="6948" y="7605"/>
                  </a:lnTo>
                  <a:lnTo>
                    <a:pt x="7112" y="7471"/>
                  </a:lnTo>
                  <a:lnTo>
                    <a:pt x="7261" y="7321"/>
                  </a:lnTo>
                  <a:lnTo>
                    <a:pt x="7426" y="7172"/>
                  </a:lnTo>
                  <a:lnTo>
                    <a:pt x="7560" y="7008"/>
                  </a:lnTo>
                  <a:lnTo>
                    <a:pt x="7695" y="6828"/>
                  </a:lnTo>
                  <a:lnTo>
                    <a:pt x="7829" y="6649"/>
                  </a:lnTo>
                  <a:lnTo>
                    <a:pt x="7934" y="6470"/>
                  </a:lnTo>
                  <a:lnTo>
                    <a:pt x="8053" y="6275"/>
                  </a:lnTo>
                  <a:lnTo>
                    <a:pt x="8143" y="6081"/>
                  </a:lnTo>
                  <a:lnTo>
                    <a:pt x="8232" y="5887"/>
                  </a:lnTo>
                  <a:lnTo>
                    <a:pt x="8307" y="5693"/>
                  </a:lnTo>
                  <a:lnTo>
                    <a:pt x="8367" y="5499"/>
                  </a:lnTo>
                  <a:lnTo>
                    <a:pt x="8427" y="5289"/>
                  </a:lnTo>
                  <a:lnTo>
                    <a:pt x="8471" y="5095"/>
                  </a:lnTo>
                  <a:lnTo>
                    <a:pt x="8501" y="4886"/>
                  </a:lnTo>
                  <a:lnTo>
                    <a:pt x="8531" y="4677"/>
                  </a:lnTo>
                  <a:lnTo>
                    <a:pt x="8546" y="4483"/>
                  </a:lnTo>
                  <a:lnTo>
                    <a:pt x="8546" y="4274"/>
                  </a:lnTo>
                  <a:lnTo>
                    <a:pt x="8531" y="4064"/>
                  </a:lnTo>
                  <a:lnTo>
                    <a:pt x="8516" y="3855"/>
                  </a:lnTo>
                  <a:lnTo>
                    <a:pt x="8501" y="3661"/>
                  </a:lnTo>
                  <a:lnTo>
                    <a:pt x="8456" y="3452"/>
                  </a:lnTo>
                  <a:lnTo>
                    <a:pt x="8427" y="3258"/>
                  </a:lnTo>
                  <a:lnTo>
                    <a:pt x="8367" y="3063"/>
                  </a:lnTo>
                  <a:lnTo>
                    <a:pt x="8307" y="2869"/>
                  </a:lnTo>
                  <a:lnTo>
                    <a:pt x="8232" y="2675"/>
                  </a:lnTo>
                  <a:lnTo>
                    <a:pt x="8143" y="2481"/>
                  </a:lnTo>
                  <a:lnTo>
                    <a:pt x="8053" y="2287"/>
                  </a:lnTo>
                  <a:lnTo>
                    <a:pt x="7949" y="2107"/>
                  </a:lnTo>
                  <a:lnTo>
                    <a:pt x="7844" y="1928"/>
                  </a:lnTo>
                  <a:lnTo>
                    <a:pt x="7724" y="1764"/>
                  </a:lnTo>
                  <a:lnTo>
                    <a:pt x="7605" y="1599"/>
                  </a:lnTo>
                  <a:lnTo>
                    <a:pt x="7456" y="1435"/>
                  </a:lnTo>
                  <a:lnTo>
                    <a:pt x="7321" y="1271"/>
                  </a:lnTo>
                  <a:lnTo>
                    <a:pt x="7157" y="1121"/>
                  </a:lnTo>
                  <a:lnTo>
                    <a:pt x="6992" y="987"/>
                  </a:lnTo>
                  <a:lnTo>
                    <a:pt x="6828" y="852"/>
                  </a:lnTo>
                  <a:lnTo>
                    <a:pt x="6649" y="718"/>
                  </a:lnTo>
                  <a:lnTo>
                    <a:pt x="6455" y="598"/>
                  </a:lnTo>
                  <a:lnTo>
                    <a:pt x="6275" y="494"/>
                  </a:lnTo>
                  <a:lnTo>
                    <a:pt x="6081" y="404"/>
                  </a:lnTo>
                  <a:lnTo>
                    <a:pt x="5887" y="315"/>
                  </a:lnTo>
                  <a:lnTo>
                    <a:pt x="5693" y="240"/>
                  </a:lnTo>
                  <a:lnTo>
                    <a:pt x="5484" y="180"/>
                  </a:lnTo>
                  <a:lnTo>
                    <a:pt x="5289" y="120"/>
                  </a:lnTo>
                  <a:lnTo>
                    <a:pt x="5080" y="76"/>
                  </a:lnTo>
                  <a:lnTo>
                    <a:pt x="4886" y="46"/>
                  </a:lnTo>
                  <a:lnTo>
                    <a:pt x="4677" y="16"/>
                  </a:lnTo>
                  <a:lnTo>
                    <a:pt x="446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32"/>
            <p:cNvSpPr/>
            <p:nvPr/>
          </p:nvSpPr>
          <p:spPr>
            <a:xfrm>
              <a:off x="-871848" y="3322418"/>
              <a:ext cx="129847" cy="129847"/>
            </a:xfrm>
            <a:custGeom>
              <a:avLst/>
              <a:gdLst/>
              <a:ahLst/>
              <a:cxnLst/>
              <a:rect l="l" t="t" r="r" b="b"/>
              <a:pathLst>
                <a:path w="4618" h="4618" extrusionOk="0">
                  <a:moveTo>
                    <a:pt x="2197" y="1"/>
                  </a:moveTo>
                  <a:lnTo>
                    <a:pt x="1973" y="16"/>
                  </a:lnTo>
                  <a:lnTo>
                    <a:pt x="1764" y="61"/>
                  </a:lnTo>
                  <a:lnTo>
                    <a:pt x="1554" y="135"/>
                  </a:lnTo>
                  <a:lnTo>
                    <a:pt x="1345" y="210"/>
                  </a:lnTo>
                  <a:lnTo>
                    <a:pt x="1136" y="315"/>
                  </a:lnTo>
                  <a:lnTo>
                    <a:pt x="957" y="434"/>
                  </a:lnTo>
                  <a:lnTo>
                    <a:pt x="778" y="584"/>
                  </a:lnTo>
                  <a:lnTo>
                    <a:pt x="613" y="748"/>
                  </a:lnTo>
                  <a:lnTo>
                    <a:pt x="464" y="927"/>
                  </a:lnTo>
                  <a:lnTo>
                    <a:pt x="329" y="1121"/>
                  </a:lnTo>
                  <a:lnTo>
                    <a:pt x="225" y="1331"/>
                  </a:lnTo>
                  <a:lnTo>
                    <a:pt x="135" y="1540"/>
                  </a:lnTo>
                  <a:lnTo>
                    <a:pt x="75" y="1749"/>
                  </a:lnTo>
                  <a:lnTo>
                    <a:pt x="31" y="1973"/>
                  </a:lnTo>
                  <a:lnTo>
                    <a:pt x="1" y="2197"/>
                  </a:lnTo>
                  <a:lnTo>
                    <a:pt x="1" y="2421"/>
                  </a:lnTo>
                  <a:lnTo>
                    <a:pt x="31" y="2645"/>
                  </a:lnTo>
                  <a:lnTo>
                    <a:pt x="75" y="2854"/>
                  </a:lnTo>
                  <a:lnTo>
                    <a:pt x="135" y="3063"/>
                  </a:lnTo>
                  <a:lnTo>
                    <a:pt x="225" y="3273"/>
                  </a:lnTo>
                  <a:lnTo>
                    <a:pt x="329" y="3482"/>
                  </a:lnTo>
                  <a:lnTo>
                    <a:pt x="449" y="3661"/>
                  </a:lnTo>
                  <a:lnTo>
                    <a:pt x="583" y="3840"/>
                  </a:lnTo>
                  <a:lnTo>
                    <a:pt x="748" y="4005"/>
                  </a:lnTo>
                  <a:lnTo>
                    <a:pt x="927" y="4154"/>
                  </a:lnTo>
                  <a:lnTo>
                    <a:pt x="1136" y="4289"/>
                  </a:lnTo>
                  <a:lnTo>
                    <a:pt x="1330" y="4393"/>
                  </a:lnTo>
                  <a:lnTo>
                    <a:pt x="1540" y="4483"/>
                  </a:lnTo>
                  <a:lnTo>
                    <a:pt x="1764" y="4543"/>
                  </a:lnTo>
                  <a:lnTo>
                    <a:pt x="1988" y="4587"/>
                  </a:lnTo>
                  <a:lnTo>
                    <a:pt x="2197" y="4617"/>
                  </a:lnTo>
                  <a:lnTo>
                    <a:pt x="2421" y="4602"/>
                  </a:lnTo>
                  <a:lnTo>
                    <a:pt x="2645" y="4587"/>
                  </a:lnTo>
                  <a:lnTo>
                    <a:pt x="2869" y="4543"/>
                  </a:lnTo>
                  <a:lnTo>
                    <a:pt x="3078" y="4483"/>
                  </a:lnTo>
                  <a:lnTo>
                    <a:pt x="3287" y="4393"/>
                  </a:lnTo>
                  <a:lnTo>
                    <a:pt x="3482" y="4289"/>
                  </a:lnTo>
                  <a:lnTo>
                    <a:pt x="3676" y="4169"/>
                  </a:lnTo>
                  <a:lnTo>
                    <a:pt x="3840" y="4035"/>
                  </a:lnTo>
                  <a:lnTo>
                    <a:pt x="4020" y="3870"/>
                  </a:lnTo>
                  <a:lnTo>
                    <a:pt x="4169" y="3691"/>
                  </a:lnTo>
                  <a:lnTo>
                    <a:pt x="4288" y="3482"/>
                  </a:lnTo>
                  <a:lnTo>
                    <a:pt x="4408" y="3288"/>
                  </a:lnTo>
                  <a:lnTo>
                    <a:pt x="4483" y="3078"/>
                  </a:lnTo>
                  <a:lnTo>
                    <a:pt x="4557" y="2854"/>
                  </a:lnTo>
                  <a:lnTo>
                    <a:pt x="4602" y="2630"/>
                  </a:lnTo>
                  <a:lnTo>
                    <a:pt x="4617" y="2421"/>
                  </a:lnTo>
                  <a:lnTo>
                    <a:pt x="4617" y="2197"/>
                  </a:lnTo>
                  <a:lnTo>
                    <a:pt x="4587" y="1973"/>
                  </a:lnTo>
                  <a:lnTo>
                    <a:pt x="4557" y="1749"/>
                  </a:lnTo>
                  <a:lnTo>
                    <a:pt x="4483" y="1540"/>
                  </a:lnTo>
                  <a:lnTo>
                    <a:pt x="4408" y="1331"/>
                  </a:lnTo>
                  <a:lnTo>
                    <a:pt x="4303" y="1136"/>
                  </a:lnTo>
                  <a:lnTo>
                    <a:pt x="4184" y="942"/>
                  </a:lnTo>
                  <a:lnTo>
                    <a:pt x="4034" y="763"/>
                  </a:lnTo>
                  <a:lnTo>
                    <a:pt x="3870" y="598"/>
                  </a:lnTo>
                  <a:lnTo>
                    <a:pt x="3691" y="449"/>
                  </a:lnTo>
                  <a:lnTo>
                    <a:pt x="3497" y="330"/>
                  </a:lnTo>
                  <a:lnTo>
                    <a:pt x="3287" y="210"/>
                  </a:lnTo>
                  <a:lnTo>
                    <a:pt x="3078" y="135"/>
                  </a:lnTo>
                  <a:lnTo>
                    <a:pt x="2854" y="61"/>
                  </a:lnTo>
                  <a:lnTo>
                    <a:pt x="2645" y="16"/>
                  </a:lnTo>
                  <a:lnTo>
                    <a:pt x="24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32"/>
            <p:cNvSpPr/>
            <p:nvPr/>
          </p:nvSpPr>
          <p:spPr>
            <a:xfrm>
              <a:off x="-1215445" y="3622770"/>
              <a:ext cx="240714" cy="240714"/>
            </a:xfrm>
            <a:custGeom>
              <a:avLst/>
              <a:gdLst/>
              <a:ahLst/>
              <a:cxnLst/>
              <a:rect l="l" t="t" r="r" b="b"/>
              <a:pathLst>
                <a:path w="8561" h="8561" extrusionOk="0">
                  <a:moveTo>
                    <a:pt x="4273" y="1"/>
                  </a:moveTo>
                  <a:lnTo>
                    <a:pt x="4079" y="16"/>
                  </a:lnTo>
                  <a:lnTo>
                    <a:pt x="3870" y="31"/>
                  </a:lnTo>
                  <a:lnTo>
                    <a:pt x="3660" y="45"/>
                  </a:lnTo>
                  <a:lnTo>
                    <a:pt x="3466" y="90"/>
                  </a:lnTo>
                  <a:lnTo>
                    <a:pt x="3257" y="135"/>
                  </a:lnTo>
                  <a:lnTo>
                    <a:pt x="3063" y="180"/>
                  </a:lnTo>
                  <a:lnTo>
                    <a:pt x="2869" y="240"/>
                  </a:lnTo>
                  <a:lnTo>
                    <a:pt x="2674" y="314"/>
                  </a:lnTo>
                  <a:lnTo>
                    <a:pt x="2480" y="404"/>
                  </a:lnTo>
                  <a:lnTo>
                    <a:pt x="2301" y="494"/>
                  </a:lnTo>
                  <a:lnTo>
                    <a:pt x="2122" y="598"/>
                  </a:lnTo>
                  <a:lnTo>
                    <a:pt x="1942" y="703"/>
                  </a:lnTo>
                  <a:lnTo>
                    <a:pt x="1763" y="822"/>
                  </a:lnTo>
                  <a:lnTo>
                    <a:pt x="1599" y="957"/>
                  </a:lnTo>
                  <a:lnTo>
                    <a:pt x="1434" y="1091"/>
                  </a:lnTo>
                  <a:lnTo>
                    <a:pt x="1285" y="1241"/>
                  </a:lnTo>
                  <a:lnTo>
                    <a:pt x="1136" y="1390"/>
                  </a:lnTo>
                  <a:lnTo>
                    <a:pt x="986" y="1554"/>
                  </a:lnTo>
                  <a:lnTo>
                    <a:pt x="852" y="1734"/>
                  </a:lnTo>
                  <a:lnTo>
                    <a:pt x="732" y="1913"/>
                  </a:lnTo>
                  <a:lnTo>
                    <a:pt x="613" y="2092"/>
                  </a:lnTo>
                  <a:lnTo>
                    <a:pt x="508" y="2271"/>
                  </a:lnTo>
                  <a:lnTo>
                    <a:pt x="404" y="2466"/>
                  </a:lnTo>
                  <a:lnTo>
                    <a:pt x="329" y="2660"/>
                  </a:lnTo>
                  <a:lnTo>
                    <a:pt x="254" y="2854"/>
                  </a:lnTo>
                  <a:lnTo>
                    <a:pt x="179" y="3063"/>
                  </a:lnTo>
                  <a:lnTo>
                    <a:pt x="135" y="3257"/>
                  </a:lnTo>
                  <a:lnTo>
                    <a:pt x="90" y="3467"/>
                  </a:lnTo>
                  <a:lnTo>
                    <a:pt x="45" y="3676"/>
                  </a:lnTo>
                  <a:lnTo>
                    <a:pt x="30" y="3870"/>
                  </a:lnTo>
                  <a:lnTo>
                    <a:pt x="15" y="4079"/>
                  </a:lnTo>
                  <a:lnTo>
                    <a:pt x="0" y="4288"/>
                  </a:lnTo>
                  <a:lnTo>
                    <a:pt x="15" y="4497"/>
                  </a:lnTo>
                  <a:lnTo>
                    <a:pt x="30" y="4692"/>
                  </a:lnTo>
                  <a:lnTo>
                    <a:pt x="60" y="4901"/>
                  </a:lnTo>
                  <a:lnTo>
                    <a:pt x="90" y="5095"/>
                  </a:lnTo>
                  <a:lnTo>
                    <a:pt x="135" y="5304"/>
                  </a:lnTo>
                  <a:lnTo>
                    <a:pt x="179" y="5498"/>
                  </a:lnTo>
                  <a:lnTo>
                    <a:pt x="254" y="5693"/>
                  </a:lnTo>
                  <a:lnTo>
                    <a:pt x="314" y="5887"/>
                  </a:lnTo>
                  <a:lnTo>
                    <a:pt x="404" y="6081"/>
                  </a:lnTo>
                  <a:lnTo>
                    <a:pt x="493" y="6260"/>
                  </a:lnTo>
                  <a:lnTo>
                    <a:pt x="598" y="6440"/>
                  </a:lnTo>
                  <a:lnTo>
                    <a:pt x="702" y="6619"/>
                  </a:lnTo>
                  <a:lnTo>
                    <a:pt x="822" y="6798"/>
                  </a:lnTo>
                  <a:lnTo>
                    <a:pt x="956" y="6962"/>
                  </a:lnTo>
                  <a:lnTo>
                    <a:pt x="1091" y="7127"/>
                  </a:lnTo>
                  <a:lnTo>
                    <a:pt x="1240" y="7276"/>
                  </a:lnTo>
                  <a:lnTo>
                    <a:pt x="1390" y="7426"/>
                  </a:lnTo>
                  <a:lnTo>
                    <a:pt x="1554" y="7575"/>
                  </a:lnTo>
                  <a:lnTo>
                    <a:pt x="1733" y="7709"/>
                  </a:lnTo>
                  <a:lnTo>
                    <a:pt x="1912" y="7829"/>
                  </a:lnTo>
                  <a:lnTo>
                    <a:pt x="2092" y="7948"/>
                  </a:lnTo>
                  <a:lnTo>
                    <a:pt x="2286" y="8053"/>
                  </a:lnTo>
                  <a:lnTo>
                    <a:pt x="2465" y="8158"/>
                  </a:lnTo>
                  <a:lnTo>
                    <a:pt x="2659" y="8232"/>
                  </a:lnTo>
                  <a:lnTo>
                    <a:pt x="2869" y="8307"/>
                  </a:lnTo>
                  <a:lnTo>
                    <a:pt x="3063" y="8382"/>
                  </a:lnTo>
                  <a:lnTo>
                    <a:pt x="3272" y="8427"/>
                  </a:lnTo>
                  <a:lnTo>
                    <a:pt x="3466" y="8471"/>
                  </a:lnTo>
                  <a:lnTo>
                    <a:pt x="3675" y="8516"/>
                  </a:lnTo>
                  <a:lnTo>
                    <a:pt x="3870" y="8531"/>
                  </a:lnTo>
                  <a:lnTo>
                    <a:pt x="4079" y="8546"/>
                  </a:lnTo>
                  <a:lnTo>
                    <a:pt x="4288" y="8561"/>
                  </a:lnTo>
                  <a:lnTo>
                    <a:pt x="4497" y="8546"/>
                  </a:lnTo>
                  <a:lnTo>
                    <a:pt x="4691" y="8531"/>
                  </a:lnTo>
                  <a:lnTo>
                    <a:pt x="4900" y="8516"/>
                  </a:lnTo>
                  <a:lnTo>
                    <a:pt x="5109" y="8471"/>
                  </a:lnTo>
                  <a:lnTo>
                    <a:pt x="5304" y="8427"/>
                  </a:lnTo>
                  <a:lnTo>
                    <a:pt x="5498" y="8382"/>
                  </a:lnTo>
                  <a:lnTo>
                    <a:pt x="5692" y="8307"/>
                  </a:lnTo>
                  <a:lnTo>
                    <a:pt x="5886" y="8247"/>
                  </a:lnTo>
                  <a:lnTo>
                    <a:pt x="6081" y="8158"/>
                  </a:lnTo>
                  <a:lnTo>
                    <a:pt x="6260" y="8068"/>
                  </a:lnTo>
                  <a:lnTo>
                    <a:pt x="6454" y="7963"/>
                  </a:lnTo>
                  <a:lnTo>
                    <a:pt x="6618" y="7859"/>
                  </a:lnTo>
                  <a:lnTo>
                    <a:pt x="6798" y="7739"/>
                  </a:lnTo>
                  <a:lnTo>
                    <a:pt x="6962" y="7605"/>
                  </a:lnTo>
                  <a:lnTo>
                    <a:pt x="7126" y="7470"/>
                  </a:lnTo>
                  <a:lnTo>
                    <a:pt x="7276" y="7321"/>
                  </a:lnTo>
                  <a:lnTo>
                    <a:pt x="7425" y="7172"/>
                  </a:lnTo>
                  <a:lnTo>
                    <a:pt x="7575" y="7007"/>
                  </a:lnTo>
                  <a:lnTo>
                    <a:pt x="7709" y="6828"/>
                  </a:lnTo>
                  <a:lnTo>
                    <a:pt x="7843" y="6649"/>
                  </a:lnTo>
                  <a:lnTo>
                    <a:pt x="7948" y="6469"/>
                  </a:lnTo>
                  <a:lnTo>
                    <a:pt x="8068" y="6275"/>
                  </a:lnTo>
                  <a:lnTo>
                    <a:pt x="8157" y="6096"/>
                  </a:lnTo>
                  <a:lnTo>
                    <a:pt x="8247" y="5902"/>
                  </a:lnTo>
                  <a:lnTo>
                    <a:pt x="8322" y="5693"/>
                  </a:lnTo>
                  <a:lnTo>
                    <a:pt x="8381" y="5498"/>
                  </a:lnTo>
                  <a:lnTo>
                    <a:pt x="8441" y="5304"/>
                  </a:lnTo>
                  <a:lnTo>
                    <a:pt x="8486" y="5095"/>
                  </a:lnTo>
                  <a:lnTo>
                    <a:pt x="8516" y="4886"/>
                  </a:lnTo>
                  <a:lnTo>
                    <a:pt x="8546" y="4692"/>
                  </a:lnTo>
                  <a:lnTo>
                    <a:pt x="8546" y="4483"/>
                  </a:lnTo>
                  <a:lnTo>
                    <a:pt x="8561" y="4273"/>
                  </a:lnTo>
                  <a:lnTo>
                    <a:pt x="8546" y="4064"/>
                  </a:lnTo>
                  <a:lnTo>
                    <a:pt x="8531" y="3870"/>
                  </a:lnTo>
                  <a:lnTo>
                    <a:pt x="8516" y="3661"/>
                  </a:lnTo>
                  <a:lnTo>
                    <a:pt x="8471" y="3452"/>
                  </a:lnTo>
                  <a:lnTo>
                    <a:pt x="8426" y="3257"/>
                  </a:lnTo>
                  <a:lnTo>
                    <a:pt x="8381" y="3063"/>
                  </a:lnTo>
                  <a:lnTo>
                    <a:pt x="8322" y="2869"/>
                  </a:lnTo>
                  <a:lnTo>
                    <a:pt x="8247" y="2675"/>
                  </a:lnTo>
                  <a:lnTo>
                    <a:pt x="8157" y="2481"/>
                  </a:lnTo>
                  <a:lnTo>
                    <a:pt x="8068" y="2301"/>
                  </a:lnTo>
                  <a:lnTo>
                    <a:pt x="7963" y="2107"/>
                  </a:lnTo>
                  <a:lnTo>
                    <a:pt x="7858" y="1943"/>
                  </a:lnTo>
                  <a:lnTo>
                    <a:pt x="7739" y="1764"/>
                  </a:lnTo>
                  <a:lnTo>
                    <a:pt x="7604" y="1599"/>
                  </a:lnTo>
                  <a:lnTo>
                    <a:pt x="7470" y="1435"/>
                  </a:lnTo>
                  <a:lnTo>
                    <a:pt x="7321" y="1285"/>
                  </a:lnTo>
                  <a:lnTo>
                    <a:pt x="7171" y="1136"/>
                  </a:lnTo>
                  <a:lnTo>
                    <a:pt x="7007" y="987"/>
                  </a:lnTo>
                  <a:lnTo>
                    <a:pt x="6842" y="852"/>
                  </a:lnTo>
                  <a:lnTo>
                    <a:pt x="6648" y="718"/>
                  </a:lnTo>
                  <a:lnTo>
                    <a:pt x="6469" y="613"/>
                  </a:lnTo>
                  <a:lnTo>
                    <a:pt x="6290" y="509"/>
                  </a:lnTo>
                  <a:lnTo>
                    <a:pt x="6096" y="404"/>
                  </a:lnTo>
                  <a:lnTo>
                    <a:pt x="5901" y="314"/>
                  </a:lnTo>
                  <a:lnTo>
                    <a:pt x="5707" y="240"/>
                  </a:lnTo>
                  <a:lnTo>
                    <a:pt x="5498" y="180"/>
                  </a:lnTo>
                  <a:lnTo>
                    <a:pt x="5304" y="120"/>
                  </a:lnTo>
                  <a:lnTo>
                    <a:pt x="5095" y="75"/>
                  </a:lnTo>
                  <a:lnTo>
                    <a:pt x="4900" y="45"/>
                  </a:lnTo>
                  <a:lnTo>
                    <a:pt x="4691" y="31"/>
                  </a:lnTo>
                  <a:lnTo>
                    <a:pt x="4482" y="16"/>
                  </a:lnTo>
                  <a:lnTo>
                    <a:pt x="427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32"/>
            <p:cNvSpPr/>
            <p:nvPr/>
          </p:nvSpPr>
          <p:spPr>
            <a:xfrm>
              <a:off x="-1159997" y="3678218"/>
              <a:ext cx="129818" cy="129818"/>
            </a:xfrm>
            <a:custGeom>
              <a:avLst/>
              <a:gdLst/>
              <a:ahLst/>
              <a:cxnLst/>
              <a:rect l="l" t="t" r="r" b="b"/>
              <a:pathLst>
                <a:path w="4617" h="4617" extrusionOk="0">
                  <a:moveTo>
                    <a:pt x="2196" y="1"/>
                  </a:moveTo>
                  <a:lnTo>
                    <a:pt x="1972" y="31"/>
                  </a:lnTo>
                  <a:lnTo>
                    <a:pt x="1763" y="75"/>
                  </a:lnTo>
                  <a:lnTo>
                    <a:pt x="1539" y="135"/>
                  </a:lnTo>
                  <a:lnTo>
                    <a:pt x="1345" y="210"/>
                  </a:lnTo>
                  <a:lnTo>
                    <a:pt x="1136" y="314"/>
                  </a:lnTo>
                  <a:lnTo>
                    <a:pt x="956" y="449"/>
                  </a:lnTo>
                  <a:lnTo>
                    <a:pt x="777" y="583"/>
                  </a:lnTo>
                  <a:lnTo>
                    <a:pt x="613" y="748"/>
                  </a:lnTo>
                  <a:lnTo>
                    <a:pt x="463" y="927"/>
                  </a:lnTo>
                  <a:lnTo>
                    <a:pt x="329" y="1121"/>
                  </a:lnTo>
                  <a:lnTo>
                    <a:pt x="224" y="1330"/>
                  </a:lnTo>
                  <a:lnTo>
                    <a:pt x="135" y="1539"/>
                  </a:lnTo>
                  <a:lnTo>
                    <a:pt x="75" y="1764"/>
                  </a:lnTo>
                  <a:lnTo>
                    <a:pt x="30" y="1973"/>
                  </a:lnTo>
                  <a:lnTo>
                    <a:pt x="0" y="2197"/>
                  </a:lnTo>
                  <a:lnTo>
                    <a:pt x="0" y="2421"/>
                  </a:lnTo>
                  <a:lnTo>
                    <a:pt x="30" y="2645"/>
                  </a:lnTo>
                  <a:lnTo>
                    <a:pt x="75" y="2854"/>
                  </a:lnTo>
                  <a:lnTo>
                    <a:pt x="135" y="3078"/>
                  </a:lnTo>
                  <a:lnTo>
                    <a:pt x="224" y="3272"/>
                  </a:lnTo>
                  <a:lnTo>
                    <a:pt x="314" y="3482"/>
                  </a:lnTo>
                  <a:lnTo>
                    <a:pt x="448" y="3661"/>
                  </a:lnTo>
                  <a:lnTo>
                    <a:pt x="583" y="3840"/>
                  </a:lnTo>
                  <a:lnTo>
                    <a:pt x="747" y="4004"/>
                  </a:lnTo>
                  <a:lnTo>
                    <a:pt x="926" y="4154"/>
                  </a:lnTo>
                  <a:lnTo>
                    <a:pt x="1136" y="4288"/>
                  </a:lnTo>
                  <a:lnTo>
                    <a:pt x="1330" y="4393"/>
                  </a:lnTo>
                  <a:lnTo>
                    <a:pt x="1539" y="4483"/>
                  </a:lnTo>
                  <a:lnTo>
                    <a:pt x="1763" y="4542"/>
                  </a:lnTo>
                  <a:lnTo>
                    <a:pt x="1987" y="4587"/>
                  </a:lnTo>
                  <a:lnTo>
                    <a:pt x="2196" y="4617"/>
                  </a:lnTo>
                  <a:lnTo>
                    <a:pt x="2420" y="4617"/>
                  </a:lnTo>
                  <a:lnTo>
                    <a:pt x="2644" y="4587"/>
                  </a:lnTo>
                  <a:lnTo>
                    <a:pt x="2869" y="4542"/>
                  </a:lnTo>
                  <a:lnTo>
                    <a:pt x="3078" y="4483"/>
                  </a:lnTo>
                  <a:lnTo>
                    <a:pt x="3287" y="4408"/>
                  </a:lnTo>
                  <a:lnTo>
                    <a:pt x="3481" y="4303"/>
                  </a:lnTo>
                  <a:lnTo>
                    <a:pt x="3675" y="4169"/>
                  </a:lnTo>
                  <a:lnTo>
                    <a:pt x="3840" y="4034"/>
                  </a:lnTo>
                  <a:lnTo>
                    <a:pt x="4004" y="3870"/>
                  </a:lnTo>
                  <a:lnTo>
                    <a:pt x="4168" y="3691"/>
                  </a:lnTo>
                  <a:lnTo>
                    <a:pt x="4288" y="3497"/>
                  </a:lnTo>
                  <a:lnTo>
                    <a:pt x="4407" y="3287"/>
                  </a:lnTo>
                  <a:lnTo>
                    <a:pt x="4482" y="3078"/>
                  </a:lnTo>
                  <a:lnTo>
                    <a:pt x="4557" y="2854"/>
                  </a:lnTo>
                  <a:lnTo>
                    <a:pt x="4587" y="2645"/>
                  </a:lnTo>
                  <a:lnTo>
                    <a:pt x="4617" y="2421"/>
                  </a:lnTo>
                  <a:lnTo>
                    <a:pt x="4617" y="2197"/>
                  </a:lnTo>
                  <a:lnTo>
                    <a:pt x="4587" y="1973"/>
                  </a:lnTo>
                  <a:lnTo>
                    <a:pt x="4557" y="1764"/>
                  </a:lnTo>
                  <a:lnTo>
                    <a:pt x="4482" y="1539"/>
                  </a:lnTo>
                  <a:lnTo>
                    <a:pt x="4407" y="1330"/>
                  </a:lnTo>
                  <a:lnTo>
                    <a:pt x="4303" y="1136"/>
                  </a:lnTo>
                  <a:lnTo>
                    <a:pt x="4183" y="957"/>
                  </a:lnTo>
                  <a:lnTo>
                    <a:pt x="4034" y="778"/>
                  </a:lnTo>
                  <a:lnTo>
                    <a:pt x="3870" y="613"/>
                  </a:lnTo>
                  <a:lnTo>
                    <a:pt x="3690" y="464"/>
                  </a:lnTo>
                  <a:lnTo>
                    <a:pt x="3496" y="329"/>
                  </a:lnTo>
                  <a:lnTo>
                    <a:pt x="3287" y="210"/>
                  </a:lnTo>
                  <a:lnTo>
                    <a:pt x="3078" y="135"/>
                  </a:lnTo>
                  <a:lnTo>
                    <a:pt x="2854" y="60"/>
                  </a:lnTo>
                  <a:lnTo>
                    <a:pt x="2644" y="31"/>
                  </a:lnTo>
                  <a:lnTo>
                    <a:pt x="242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2"/>
            <p:cNvSpPr/>
            <p:nvPr/>
          </p:nvSpPr>
          <p:spPr>
            <a:xfrm>
              <a:off x="-820589" y="3348483"/>
              <a:ext cx="139913" cy="171404"/>
            </a:xfrm>
            <a:custGeom>
              <a:avLst/>
              <a:gdLst/>
              <a:ahLst/>
              <a:cxnLst/>
              <a:rect l="l" t="t" r="r" b="b"/>
              <a:pathLst>
                <a:path w="4976" h="6096" extrusionOk="0">
                  <a:moveTo>
                    <a:pt x="4632" y="0"/>
                  </a:moveTo>
                  <a:lnTo>
                    <a:pt x="3765" y="1434"/>
                  </a:lnTo>
                  <a:lnTo>
                    <a:pt x="3287" y="1210"/>
                  </a:lnTo>
                  <a:lnTo>
                    <a:pt x="3033" y="1106"/>
                  </a:lnTo>
                  <a:lnTo>
                    <a:pt x="2749" y="1016"/>
                  </a:lnTo>
                  <a:lnTo>
                    <a:pt x="2480" y="941"/>
                  </a:lnTo>
                  <a:lnTo>
                    <a:pt x="2211" y="882"/>
                  </a:lnTo>
                  <a:lnTo>
                    <a:pt x="1957" y="837"/>
                  </a:lnTo>
                  <a:lnTo>
                    <a:pt x="1704" y="837"/>
                  </a:lnTo>
                  <a:lnTo>
                    <a:pt x="1629" y="852"/>
                  </a:lnTo>
                  <a:lnTo>
                    <a:pt x="1569" y="867"/>
                  </a:lnTo>
                  <a:lnTo>
                    <a:pt x="1524" y="897"/>
                  </a:lnTo>
                  <a:lnTo>
                    <a:pt x="1509" y="926"/>
                  </a:lnTo>
                  <a:lnTo>
                    <a:pt x="1494" y="971"/>
                  </a:lnTo>
                  <a:lnTo>
                    <a:pt x="1509" y="1016"/>
                  </a:lnTo>
                  <a:lnTo>
                    <a:pt x="1524" y="1076"/>
                  </a:lnTo>
                  <a:lnTo>
                    <a:pt x="1554" y="1136"/>
                  </a:lnTo>
                  <a:lnTo>
                    <a:pt x="1659" y="1270"/>
                  </a:lnTo>
                  <a:lnTo>
                    <a:pt x="1793" y="1419"/>
                  </a:lnTo>
                  <a:lnTo>
                    <a:pt x="1957" y="1584"/>
                  </a:lnTo>
                  <a:lnTo>
                    <a:pt x="2152" y="1748"/>
                  </a:lnTo>
                  <a:lnTo>
                    <a:pt x="2555" y="2077"/>
                  </a:lnTo>
                  <a:lnTo>
                    <a:pt x="2943" y="2361"/>
                  </a:lnTo>
                  <a:lnTo>
                    <a:pt x="3407" y="2674"/>
                  </a:lnTo>
                  <a:lnTo>
                    <a:pt x="3407" y="2674"/>
                  </a:lnTo>
                  <a:lnTo>
                    <a:pt x="2914" y="2405"/>
                  </a:lnTo>
                  <a:lnTo>
                    <a:pt x="2450" y="2181"/>
                  </a:lnTo>
                  <a:lnTo>
                    <a:pt x="1928" y="1942"/>
                  </a:lnTo>
                  <a:lnTo>
                    <a:pt x="1659" y="1823"/>
                  </a:lnTo>
                  <a:lnTo>
                    <a:pt x="1390" y="1718"/>
                  </a:lnTo>
                  <a:lnTo>
                    <a:pt x="1136" y="1629"/>
                  </a:lnTo>
                  <a:lnTo>
                    <a:pt x="882" y="1569"/>
                  </a:lnTo>
                  <a:lnTo>
                    <a:pt x="658" y="1524"/>
                  </a:lnTo>
                  <a:lnTo>
                    <a:pt x="464" y="1509"/>
                  </a:lnTo>
                  <a:lnTo>
                    <a:pt x="374" y="1524"/>
                  </a:lnTo>
                  <a:lnTo>
                    <a:pt x="299" y="1539"/>
                  </a:lnTo>
                  <a:lnTo>
                    <a:pt x="239" y="1569"/>
                  </a:lnTo>
                  <a:lnTo>
                    <a:pt x="180" y="1599"/>
                  </a:lnTo>
                  <a:lnTo>
                    <a:pt x="135" y="1643"/>
                  </a:lnTo>
                  <a:lnTo>
                    <a:pt x="120" y="1703"/>
                  </a:lnTo>
                  <a:lnTo>
                    <a:pt x="120" y="1763"/>
                  </a:lnTo>
                  <a:lnTo>
                    <a:pt x="135" y="1823"/>
                  </a:lnTo>
                  <a:lnTo>
                    <a:pt x="165" y="1897"/>
                  </a:lnTo>
                  <a:lnTo>
                    <a:pt x="210" y="1972"/>
                  </a:lnTo>
                  <a:lnTo>
                    <a:pt x="344" y="2122"/>
                  </a:lnTo>
                  <a:lnTo>
                    <a:pt x="523" y="2286"/>
                  </a:lnTo>
                  <a:lnTo>
                    <a:pt x="747" y="2465"/>
                  </a:lnTo>
                  <a:lnTo>
                    <a:pt x="986" y="2644"/>
                  </a:lnTo>
                  <a:lnTo>
                    <a:pt x="1240" y="2824"/>
                  </a:lnTo>
                  <a:lnTo>
                    <a:pt x="1763" y="3152"/>
                  </a:lnTo>
                  <a:lnTo>
                    <a:pt x="2241" y="3436"/>
                  </a:lnTo>
                  <a:lnTo>
                    <a:pt x="2719" y="3690"/>
                  </a:lnTo>
                  <a:lnTo>
                    <a:pt x="2376" y="3556"/>
                  </a:lnTo>
                  <a:lnTo>
                    <a:pt x="2017" y="3421"/>
                  </a:lnTo>
                  <a:lnTo>
                    <a:pt x="1584" y="3272"/>
                  </a:lnTo>
                  <a:lnTo>
                    <a:pt x="1136" y="3137"/>
                  </a:lnTo>
                  <a:lnTo>
                    <a:pt x="927" y="3093"/>
                  </a:lnTo>
                  <a:lnTo>
                    <a:pt x="717" y="3048"/>
                  </a:lnTo>
                  <a:lnTo>
                    <a:pt x="538" y="3018"/>
                  </a:lnTo>
                  <a:lnTo>
                    <a:pt x="374" y="3018"/>
                  </a:lnTo>
                  <a:lnTo>
                    <a:pt x="239" y="3033"/>
                  </a:lnTo>
                  <a:lnTo>
                    <a:pt x="180" y="3048"/>
                  </a:lnTo>
                  <a:lnTo>
                    <a:pt x="135" y="3078"/>
                  </a:lnTo>
                  <a:lnTo>
                    <a:pt x="105" y="3108"/>
                  </a:lnTo>
                  <a:lnTo>
                    <a:pt x="90" y="3152"/>
                  </a:lnTo>
                  <a:lnTo>
                    <a:pt x="75" y="3197"/>
                  </a:lnTo>
                  <a:lnTo>
                    <a:pt x="90" y="3242"/>
                  </a:lnTo>
                  <a:lnTo>
                    <a:pt x="150" y="3347"/>
                  </a:lnTo>
                  <a:lnTo>
                    <a:pt x="269" y="3481"/>
                  </a:lnTo>
                  <a:lnTo>
                    <a:pt x="404" y="3616"/>
                  </a:lnTo>
                  <a:lnTo>
                    <a:pt x="583" y="3750"/>
                  </a:lnTo>
                  <a:lnTo>
                    <a:pt x="971" y="4049"/>
                  </a:lnTo>
                  <a:lnTo>
                    <a:pt x="1390" y="4333"/>
                  </a:lnTo>
                  <a:lnTo>
                    <a:pt x="1763" y="4572"/>
                  </a:lnTo>
                  <a:lnTo>
                    <a:pt x="2137" y="4811"/>
                  </a:lnTo>
                  <a:lnTo>
                    <a:pt x="2137" y="4811"/>
                  </a:lnTo>
                  <a:lnTo>
                    <a:pt x="1823" y="4691"/>
                  </a:lnTo>
                  <a:lnTo>
                    <a:pt x="1509" y="4587"/>
                  </a:lnTo>
                  <a:lnTo>
                    <a:pt x="1136" y="4482"/>
                  </a:lnTo>
                  <a:lnTo>
                    <a:pt x="747" y="4392"/>
                  </a:lnTo>
                  <a:lnTo>
                    <a:pt x="568" y="4377"/>
                  </a:lnTo>
                  <a:lnTo>
                    <a:pt x="404" y="4362"/>
                  </a:lnTo>
                  <a:lnTo>
                    <a:pt x="269" y="4377"/>
                  </a:lnTo>
                  <a:lnTo>
                    <a:pt x="150" y="4407"/>
                  </a:lnTo>
                  <a:lnTo>
                    <a:pt x="90" y="4437"/>
                  </a:lnTo>
                  <a:lnTo>
                    <a:pt x="60" y="4467"/>
                  </a:lnTo>
                  <a:lnTo>
                    <a:pt x="30" y="4497"/>
                  </a:lnTo>
                  <a:lnTo>
                    <a:pt x="0" y="4557"/>
                  </a:lnTo>
                  <a:lnTo>
                    <a:pt x="0" y="4602"/>
                  </a:lnTo>
                  <a:lnTo>
                    <a:pt x="0" y="4646"/>
                  </a:lnTo>
                  <a:lnTo>
                    <a:pt x="15" y="4706"/>
                  </a:lnTo>
                  <a:lnTo>
                    <a:pt x="30" y="4751"/>
                  </a:lnTo>
                  <a:lnTo>
                    <a:pt x="120" y="4870"/>
                  </a:lnTo>
                  <a:lnTo>
                    <a:pt x="224" y="4975"/>
                  </a:lnTo>
                  <a:lnTo>
                    <a:pt x="374" y="5080"/>
                  </a:lnTo>
                  <a:lnTo>
                    <a:pt x="538" y="5199"/>
                  </a:lnTo>
                  <a:lnTo>
                    <a:pt x="717" y="5304"/>
                  </a:lnTo>
                  <a:lnTo>
                    <a:pt x="927" y="5408"/>
                  </a:lnTo>
                  <a:lnTo>
                    <a:pt x="1360" y="5602"/>
                  </a:lnTo>
                  <a:lnTo>
                    <a:pt x="1808" y="5782"/>
                  </a:lnTo>
                  <a:lnTo>
                    <a:pt x="2226" y="5946"/>
                  </a:lnTo>
                  <a:lnTo>
                    <a:pt x="2585" y="6051"/>
                  </a:lnTo>
                  <a:lnTo>
                    <a:pt x="2719" y="6081"/>
                  </a:lnTo>
                  <a:lnTo>
                    <a:pt x="2839" y="6095"/>
                  </a:lnTo>
                  <a:lnTo>
                    <a:pt x="2958" y="6066"/>
                  </a:lnTo>
                  <a:lnTo>
                    <a:pt x="3048" y="6021"/>
                  </a:lnTo>
                  <a:lnTo>
                    <a:pt x="3123" y="5961"/>
                  </a:lnTo>
                  <a:lnTo>
                    <a:pt x="3197" y="5871"/>
                  </a:lnTo>
                  <a:lnTo>
                    <a:pt x="3257" y="5797"/>
                  </a:lnTo>
                  <a:lnTo>
                    <a:pt x="3302" y="5692"/>
                  </a:lnTo>
                  <a:lnTo>
                    <a:pt x="3362" y="5498"/>
                  </a:lnTo>
                  <a:lnTo>
                    <a:pt x="3392" y="5319"/>
                  </a:lnTo>
                  <a:lnTo>
                    <a:pt x="3407" y="5139"/>
                  </a:lnTo>
                  <a:lnTo>
                    <a:pt x="3481" y="5035"/>
                  </a:lnTo>
                  <a:lnTo>
                    <a:pt x="3646" y="4751"/>
                  </a:lnTo>
                  <a:lnTo>
                    <a:pt x="3720" y="4587"/>
                  </a:lnTo>
                  <a:lnTo>
                    <a:pt x="3795" y="4407"/>
                  </a:lnTo>
                  <a:lnTo>
                    <a:pt x="3840" y="4243"/>
                  </a:lnTo>
                  <a:lnTo>
                    <a:pt x="3855" y="4168"/>
                  </a:lnTo>
                  <a:lnTo>
                    <a:pt x="3870" y="4109"/>
                  </a:lnTo>
                  <a:lnTo>
                    <a:pt x="3930" y="4049"/>
                  </a:lnTo>
                  <a:lnTo>
                    <a:pt x="3989" y="3974"/>
                  </a:lnTo>
                  <a:lnTo>
                    <a:pt x="4079" y="3869"/>
                  </a:lnTo>
                  <a:lnTo>
                    <a:pt x="4154" y="3750"/>
                  </a:lnTo>
                  <a:lnTo>
                    <a:pt x="4243" y="3616"/>
                  </a:lnTo>
                  <a:lnTo>
                    <a:pt x="4303" y="3451"/>
                  </a:lnTo>
                  <a:lnTo>
                    <a:pt x="4348" y="3272"/>
                  </a:lnTo>
                  <a:lnTo>
                    <a:pt x="4467" y="3137"/>
                  </a:lnTo>
                  <a:lnTo>
                    <a:pt x="4587" y="2988"/>
                  </a:lnTo>
                  <a:lnTo>
                    <a:pt x="4691" y="2809"/>
                  </a:lnTo>
                  <a:lnTo>
                    <a:pt x="4736" y="2704"/>
                  </a:lnTo>
                  <a:lnTo>
                    <a:pt x="4781" y="2600"/>
                  </a:lnTo>
                  <a:lnTo>
                    <a:pt x="4811" y="2495"/>
                  </a:lnTo>
                  <a:lnTo>
                    <a:pt x="4826" y="2376"/>
                  </a:lnTo>
                  <a:lnTo>
                    <a:pt x="4811" y="2271"/>
                  </a:lnTo>
                  <a:lnTo>
                    <a:pt x="4781" y="2151"/>
                  </a:lnTo>
                  <a:lnTo>
                    <a:pt x="4721" y="2047"/>
                  </a:lnTo>
                  <a:lnTo>
                    <a:pt x="4647" y="1942"/>
                  </a:lnTo>
                  <a:lnTo>
                    <a:pt x="4676" y="1897"/>
                  </a:lnTo>
                  <a:lnTo>
                    <a:pt x="4751" y="1763"/>
                  </a:lnTo>
                  <a:lnTo>
                    <a:pt x="4841" y="1554"/>
                  </a:lnTo>
                  <a:lnTo>
                    <a:pt x="4886" y="1434"/>
                  </a:lnTo>
                  <a:lnTo>
                    <a:pt x="4916" y="1300"/>
                  </a:lnTo>
                  <a:lnTo>
                    <a:pt x="4945" y="1150"/>
                  </a:lnTo>
                  <a:lnTo>
                    <a:pt x="4975" y="1001"/>
                  </a:lnTo>
                  <a:lnTo>
                    <a:pt x="4975" y="837"/>
                  </a:lnTo>
                  <a:lnTo>
                    <a:pt x="4960" y="672"/>
                  </a:lnTo>
                  <a:lnTo>
                    <a:pt x="4916" y="508"/>
                  </a:lnTo>
                  <a:lnTo>
                    <a:pt x="4856" y="329"/>
                  </a:lnTo>
                  <a:lnTo>
                    <a:pt x="4766" y="164"/>
                  </a:lnTo>
                  <a:lnTo>
                    <a:pt x="4632" y="0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32"/>
            <p:cNvSpPr/>
            <p:nvPr/>
          </p:nvSpPr>
          <p:spPr>
            <a:xfrm>
              <a:off x="-1829168" y="3041411"/>
              <a:ext cx="719583" cy="785125"/>
            </a:xfrm>
            <a:custGeom>
              <a:avLst/>
              <a:gdLst/>
              <a:ahLst/>
              <a:cxnLst/>
              <a:rect l="l" t="t" r="r" b="b"/>
              <a:pathLst>
                <a:path w="25592" h="27923" extrusionOk="0">
                  <a:moveTo>
                    <a:pt x="5827" y="0"/>
                  </a:moveTo>
                  <a:lnTo>
                    <a:pt x="5528" y="15"/>
                  </a:lnTo>
                  <a:lnTo>
                    <a:pt x="5229" y="60"/>
                  </a:lnTo>
                  <a:lnTo>
                    <a:pt x="4930" y="135"/>
                  </a:lnTo>
                  <a:lnTo>
                    <a:pt x="4647" y="239"/>
                  </a:lnTo>
                  <a:lnTo>
                    <a:pt x="4363" y="359"/>
                  </a:lnTo>
                  <a:lnTo>
                    <a:pt x="4094" y="508"/>
                  </a:lnTo>
                  <a:lnTo>
                    <a:pt x="3855" y="688"/>
                  </a:lnTo>
                  <a:lnTo>
                    <a:pt x="3616" y="897"/>
                  </a:lnTo>
                  <a:lnTo>
                    <a:pt x="3407" y="1121"/>
                  </a:lnTo>
                  <a:lnTo>
                    <a:pt x="3212" y="1375"/>
                  </a:lnTo>
                  <a:lnTo>
                    <a:pt x="3048" y="1644"/>
                  </a:lnTo>
                  <a:lnTo>
                    <a:pt x="2899" y="1928"/>
                  </a:lnTo>
                  <a:lnTo>
                    <a:pt x="2824" y="2137"/>
                  </a:lnTo>
                  <a:lnTo>
                    <a:pt x="2749" y="2301"/>
                  </a:lnTo>
                  <a:lnTo>
                    <a:pt x="2615" y="2630"/>
                  </a:lnTo>
                  <a:lnTo>
                    <a:pt x="2361" y="3287"/>
                  </a:lnTo>
                  <a:lnTo>
                    <a:pt x="2122" y="3929"/>
                  </a:lnTo>
                  <a:lnTo>
                    <a:pt x="1913" y="4587"/>
                  </a:lnTo>
                  <a:lnTo>
                    <a:pt x="1689" y="5229"/>
                  </a:lnTo>
                  <a:lnTo>
                    <a:pt x="1494" y="5887"/>
                  </a:lnTo>
                  <a:lnTo>
                    <a:pt x="1315" y="6544"/>
                  </a:lnTo>
                  <a:lnTo>
                    <a:pt x="1136" y="7201"/>
                  </a:lnTo>
                  <a:lnTo>
                    <a:pt x="957" y="7873"/>
                  </a:lnTo>
                  <a:lnTo>
                    <a:pt x="807" y="8546"/>
                  </a:lnTo>
                  <a:lnTo>
                    <a:pt x="658" y="9218"/>
                  </a:lnTo>
                  <a:lnTo>
                    <a:pt x="538" y="9890"/>
                  </a:lnTo>
                  <a:lnTo>
                    <a:pt x="419" y="10578"/>
                  </a:lnTo>
                  <a:lnTo>
                    <a:pt x="314" y="11265"/>
                  </a:lnTo>
                  <a:lnTo>
                    <a:pt x="224" y="11952"/>
                  </a:lnTo>
                  <a:lnTo>
                    <a:pt x="135" y="12654"/>
                  </a:lnTo>
                  <a:lnTo>
                    <a:pt x="75" y="13356"/>
                  </a:lnTo>
                  <a:lnTo>
                    <a:pt x="30" y="14073"/>
                  </a:lnTo>
                  <a:lnTo>
                    <a:pt x="15" y="14776"/>
                  </a:lnTo>
                  <a:lnTo>
                    <a:pt x="0" y="15493"/>
                  </a:lnTo>
                  <a:lnTo>
                    <a:pt x="15" y="16225"/>
                  </a:lnTo>
                  <a:lnTo>
                    <a:pt x="45" y="16957"/>
                  </a:lnTo>
                  <a:lnTo>
                    <a:pt x="105" y="17689"/>
                  </a:lnTo>
                  <a:lnTo>
                    <a:pt x="195" y="18421"/>
                  </a:lnTo>
                  <a:lnTo>
                    <a:pt x="314" y="19168"/>
                  </a:lnTo>
                  <a:lnTo>
                    <a:pt x="449" y="19900"/>
                  </a:lnTo>
                  <a:lnTo>
                    <a:pt x="628" y="20647"/>
                  </a:lnTo>
                  <a:lnTo>
                    <a:pt x="822" y="21394"/>
                  </a:lnTo>
                  <a:lnTo>
                    <a:pt x="1076" y="22126"/>
                  </a:lnTo>
                  <a:lnTo>
                    <a:pt x="1210" y="22499"/>
                  </a:lnTo>
                  <a:lnTo>
                    <a:pt x="1345" y="22858"/>
                  </a:lnTo>
                  <a:lnTo>
                    <a:pt x="1494" y="23216"/>
                  </a:lnTo>
                  <a:lnTo>
                    <a:pt x="1659" y="23590"/>
                  </a:lnTo>
                  <a:lnTo>
                    <a:pt x="1838" y="23948"/>
                  </a:lnTo>
                  <a:lnTo>
                    <a:pt x="2017" y="24292"/>
                  </a:lnTo>
                  <a:lnTo>
                    <a:pt x="2196" y="24591"/>
                  </a:lnTo>
                  <a:lnTo>
                    <a:pt x="2361" y="24845"/>
                  </a:lnTo>
                  <a:lnTo>
                    <a:pt x="2540" y="25069"/>
                  </a:lnTo>
                  <a:lnTo>
                    <a:pt x="2749" y="25263"/>
                  </a:lnTo>
                  <a:lnTo>
                    <a:pt x="2973" y="25442"/>
                  </a:lnTo>
                  <a:lnTo>
                    <a:pt x="3212" y="25592"/>
                  </a:lnTo>
                  <a:lnTo>
                    <a:pt x="3466" y="25711"/>
                  </a:lnTo>
                  <a:lnTo>
                    <a:pt x="3720" y="25801"/>
                  </a:lnTo>
                  <a:lnTo>
                    <a:pt x="3989" y="25876"/>
                  </a:lnTo>
                  <a:lnTo>
                    <a:pt x="4318" y="25935"/>
                  </a:lnTo>
                  <a:lnTo>
                    <a:pt x="4632" y="25995"/>
                  </a:lnTo>
                  <a:lnTo>
                    <a:pt x="5244" y="26115"/>
                  </a:lnTo>
                  <a:lnTo>
                    <a:pt x="6469" y="26324"/>
                  </a:lnTo>
                  <a:lnTo>
                    <a:pt x="7679" y="26533"/>
                  </a:lnTo>
                  <a:lnTo>
                    <a:pt x="8904" y="26727"/>
                  </a:lnTo>
                  <a:lnTo>
                    <a:pt x="10129" y="26906"/>
                  </a:lnTo>
                  <a:lnTo>
                    <a:pt x="11354" y="27086"/>
                  </a:lnTo>
                  <a:lnTo>
                    <a:pt x="12580" y="27235"/>
                  </a:lnTo>
                  <a:lnTo>
                    <a:pt x="13820" y="27385"/>
                  </a:lnTo>
                  <a:lnTo>
                    <a:pt x="15045" y="27519"/>
                  </a:lnTo>
                  <a:lnTo>
                    <a:pt x="16285" y="27638"/>
                  </a:lnTo>
                  <a:lnTo>
                    <a:pt x="17525" y="27743"/>
                  </a:lnTo>
                  <a:lnTo>
                    <a:pt x="18765" y="27818"/>
                  </a:lnTo>
                  <a:lnTo>
                    <a:pt x="20019" y="27892"/>
                  </a:lnTo>
                  <a:lnTo>
                    <a:pt x="21274" y="27922"/>
                  </a:lnTo>
                  <a:lnTo>
                    <a:pt x="23172" y="27922"/>
                  </a:lnTo>
                  <a:lnTo>
                    <a:pt x="23814" y="27892"/>
                  </a:lnTo>
                  <a:lnTo>
                    <a:pt x="24008" y="27878"/>
                  </a:lnTo>
                  <a:lnTo>
                    <a:pt x="24188" y="27848"/>
                  </a:lnTo>
                  <a:lnTo>
                    <a:pt x="24367" y="27788"/>
                  </a:lnTo>
                  <a:lnTo>
                    <a:pt x="24531" y="27728"/>
                  </a:lnTo>
                  <a:lnTo>
                    <a:pt x="24681" y="27638"/>
                  </a:lnTo>
                  <a:lnTo>
                    <a:pt x="24830" y="27549"/>
                  </a:lnTo>
                  <a:lnTo>
                    <a:pt x="24964" y="27429"/>
                  </a:lnTo>
                  <a:lnTo>
                    <a:pt x="25099" y="27310"/>
                  </a:lnTo>
                  <a:lnTo>
                    <a:pt x="25204" y="27175"/>
                  </a:lnTo>
                  <a:lnTo>
                    <a:pt x="25308" y="27026"/>
                  </a:lnTo>
                  <a:lnTo>
                    <a:pt x="25398" y="26877"/>
                  </a:lnTo>
                  <a:lnTo>
                    <a:pt x="25472" y="26712"/>
                  </a:lnTo>
                  <a:lnTo>
                    <a:pt x="25517" y="26533"/>
                  </a:lnTo>
                  <a:lnTo>
                    <a:pt x="25562" y="26354"/>
                  </a:lnTo>
                  <a:lnTo>
                    <a:pt x="25577" y="26174"/>
                  </a:lnTo>
                  <a:lnTo>
                    <a:pt x="25592" y="25980"/>
                  </a:lnTo>
                  <a:lnTo>
                    <a:pt x="25577" y="25816"/>
                  </a:lnTo>
                  <a:lnTo>
                    <a:pt x="25547" y="25637"/>
                  </a:lnTo>
                  <a:lnTo>
                    <a:pt x="25502" y="25487"/>
                  </a:lnTo>
                  <a:lnTo>
                    <a:pt x="25443" y="25323"/>
                  </a:lnTo>
                  <a:lnTo>
                    <a:pt x="25368" y="25173"/>
                  </a:lnTo>
                  <a:lnTo>
                    <a:pt x="25278" y="25039"/>
                  </a:lnTo>
                  <a:lnTo>
                    <a:pt x="25189" y="24905"/>
                  </a:lnTo>
                  <a:lnTo>
                    <a:pt x="25084" y="24785"/>
                  </a:lnTo>
                  <a:lnTo>
                    <a:pt x="24964" y="24680"/>
                  </a:lnTo>
                  <a:lnTo>
                    <a:pt x="24845" y="24576"/>
                  </a:lnTo>
                  <a:lnTo>
                    <a:pt x="24710" y="24486"/>
                  </a:lnTo>
                  <a:lnTo>
                    <a:pt x="24561" y="24397"/>
                  </a:lnTo>
                  <a:lnTo>
                    <a:pt x="24412" y="24337"/>
                  </a:lnTo>
                  <a:lnTo>
                    <a:pt x="24262" y="24277"/>
                  </a:lnTo>
                  <a:lnTo>
                    <a:pt x="24098" y="24247"/>
                  </a:lnTo>
                  <a:lnTo>
                    <a:pt x="23934" y="24217"/>
                  </a:lnTo>
                  <a:lnTo>
                    <a:pt x="23904" y="24217"/>
                  </a:lnTo>
                  <a:lnTo>
                    <a:pt x="22753" y="24083"/>
                  </a:lnTo>
                  <a:lnTo>
                    <a:pt x="21618" y="23919"/>
                  </a:lnTo>
                  <a:lnTo>
                    <a:pt x="20468" y="23724"/>
                  </a:lnTo>
                  <a:lnTo>
                    <a:pt x="19317" y="23500"/>
                  </a:lnTo>
                  <a:lnTo>
                    <a:pt x="18167" y="23261"/>
                  </a:lnTo>
                  <a:lnTo>
                    <a:pt x="17017" y="23007"/>
                  </a:lnTo>
                  <a:lnTo>
                    <a:pt x="15866" y="22723"/>
                  </a:lnTo>
                  <a:lnTo>
                    <a:pt x="14716" y="22440"/>
                  </a:lnTo>
                  <a:lnTo>
                    <a:pt x="13580" y="22141"/>
                  </a:lnTo>
                  <a:lnTo>
                    <a:pt x="12430" y="21827"/>
                  </a:lnTo>
                  <a:lnTo>
                    <a:pt x="11295" y="21498"/>
                  </a:lnTo>
                  <a:lnTo>
                    <a:pt x="10159" y="21170"/>
                  </a:lnTo>
                  <a:lnTo>
                    <a:pt x="9024" y="20811"/>
                  </a:lnTo>
                  <a:lnTo>
                    <a:pt x="7888" y="20468"/>
                  </a:lnTo>
                  <a:lnTo>
                    <a:pt x="7156" y="20228"/>
                  </a:lnTo>
                  <a:lnTo>
                    <a:pt x="7082" y="19989"/>
                  </a:lnTo>
                  <a:lnTo>
                    <a:pt x="6947" y="19586"/>
                  </a:lnTo>
                  <a:lnTo>
                    <a:pt x="6932" y="19541"/>
                  </a:lnTo>
                  <a:lnTo>
                    <a:pt x="6798" y="19078"/>
                  </a:lnTo>
                  <a:lnTo>
                    <a:pt x="6693" y="18585"/>
                  </a:lnTo>
                  <a:lnTo>
                    <a:pt x="6589" y="18092"/>
                  </a:lnTo>
                  <a:lnTo>
                    <a:pt x="6514" y="17584"/>
                  </a:lnTo>
                  <a:lnTo>
                    <a:pt x="6454" y="17061"/>
                  </a:lnTo>
                  <a:lnTo>
                    <a:pt x="6409" y="16538"/>
                  </a:lnTo>
                  <a:lnTo>
                    <a:pt x="6395" y="16016"/>
                  </a:lnTo>
                  <a:lnTo>
                    <a:pt x="6380" y="15478"/>
                  </a:lnTo>
                  <a:lnTo>
                    <a:pt x="6380" y="14925"/>
                  </a:lnTo>
                  <a:lnTo>
                    <a:pt x="6409" y="14387"/>
                  </a:lnTo>
                  <a:lnTo>
                    <a:pt x="6439" y="13834"/>
                  </a:lnTo>
                  <a:lnTo>
                    <a:pt x="6484" y="13282"/>
                  </a:lnTo>
                  <a:lnTo>
                    <a:pt x="6604" y="12057"/>
                  </a:lnTo>
                  <a:lnTo>
                    <a:pt x="6753" y="10727"/>
                  </a:lnTo>
                  <a:lnTo>
                    <a:pt x="6843" y="10040"/>
                  </a:lnTo>
                  <a:lnTo>
                    <a:pt x="6947" y="9382"/>
                  </a:lnTo>
                  <a:lnTo>
                    <a:pt x="7067" y="8740"/>
                  </a:lnTo>
                  <a:lnTo>
                    <a:pt x="7201" y="8157"/>
                  </a:lnTo>
                  <a:lnTo>
                    <a:pt x="7321" y="7679"/>
                  </a:lnTo>
                  <a:lnTo>
                    <a:pt x="7440" y="7321"/>
                  </a:lnTo>
                  <a:lnTo>
                    <a:pt x="7605" y="6962"/>
                  </a:lnTo>
                  <a:lnTo>
                    <a:pt x="7829" y="6484"/>
                  </a:lnTo>
                  <a:lnTo>
                    <a:pt x="8098" y="6006"/>
                  </a:lnTo>
                  <a:lnTo>
                    <a:pt x="8232" y="5767"/>
                  </a:lnTo>
                  <a:lnTo>
                    <a:pt x="8337" y="5513"/>
                  </a:lnTo>
                  <a:lnTo>
                    <a:pt x="8546" y="4990"/>
                  </a:lnTo>
                  <a:lnTo>
                    <a:pt x="8635" y="4736"/>
                  </a:lnTo>
                  <a:lnTo>
                    <a:pt x="8725" y="4527"/>
                  </a:lnTo>
                  <a:lnTo>
                    <a:pt x="8770" y="4422"/>
                  </a:lnTo>
                  <a:lnTo>
                    <a:pt x="8875" y="4124"/>
                  </a:lnTo>
                  <a:lnTo>
                    <a:pt x="8964" y="3810"/>
                  </a:lnTo>
                  <a:lnTo>
                    <a:pt x="9009" y="3496"/>
                  </a:lnTo>
                  <a:lnTo>
                    <a:pt x="9024" y="3182"/>
                  </a:lnTo>
                  <a:lnTo>
                    <a:pt x="9009" y="2884"/>
                  </a:lnTo>
                  <a:lnTo>
                    <a:pt x="8964" y="2570"/>
                  </a:lnTo>
                  <a:lnTo>
                    <a:pt x="8889" y="2271"/>
                  </a:lnTo>
                  <a:lnTo>
                    <a:pt x="8785" y="1987"/>
                  </a:lnTo>
                  <a:lnTo>
                    <a:pt x="8650" y="1703"/>
                  </a:lnTo>
                  <a:lnTo>
                    <a:pt x="8501" y="1449"/>
                  </a:lnTo>
                  <a:lnTo>
                    <a:pt x="8322" y="1196"/>
                  </a:lnTo>
                  <a:lnTo>
                    <a:pt x="8113" y="971"/>
                  </a:lnTo>
                  <a:lnTo>
                    <a:pt x="7888" y="747"/>
                  </a:lnTo>
                  <a:lnTo>
                    <a:pt x="7635" y="568"/>
                  </a:lnTo>
                  <a:lnTo>
                    <a:pt x="7366" y="389"/>
                  </a:lnTo>
                  <a:lnTo>
                    <a:pt x="7067" y="254"/>
                  </a:lnTo>
                  <a:lnTo>
                    <a:pt x="6768" y="135"/>
                  </a:lnTo>
                  <a:lnTo>
                    <a:pt x="6454" y="60"/>
                  </a:lnTo>
                  <a:lnTo>
                    <a:pt x="6141" y="15"/>
                  </a:lnTo>
                  <a:lnTo>
                    <a:pt x="58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2"/>
            <p:cNvSpPr/>
            <p:nvPr/>
          </p:nvSpPr>
          <p:spPr>
            <a:xfrm>
              <a:off x="-1170513" y="3700908"/>
              <a:ext cx="234022" cy="152509"/>
            </a:xfrm>
            <a:custGeom>
              <a:avLst/>
              <a:gdLst/>
              <a:ahLst/>
              <a:cxnLst/>
              <a:rect l="l" t="t" r="r" b="b"/>
              <a:pathLst>
                <a:path w="8323" h="5424" extrusionOk="0">
                  <a:moveTo>
                    <a:pt x="3526" y="0"/>
                  </a:moveTo>
                  <a:lnTo>
                    <a:pt x="3347" y="30"/>
                  </a:lnTo>
                  <a:lnTo>
                    <a:pt x="3138" y="75"/>
                  </a:lnTo>
                  <a:lnTo>
                    <a:pt x="2914" y="135"/>
                  </a:lnTo>
                  <a:lnTo>
                    <a:pt x="2451" y="284"/>
                  </a:lnTo>
                  <a:lnTo>
                    <a:pt x="1973" y="464"/>
                  </a:lnTo>
                  <a:lnTo>
                    <a:pt x="1539" y="658"/>
                  </a:lnTo>
                  <a:lnTo>
                    <a:pt x="1196" y="822"/>
                  </a:lnTo>
                  <a:lnTo>
                    <a:pt x="867" y="971"/>
                  </a:lnTo>
                  <a:lnTo>
                    <a:pt x="703" y="1166"/>
                  </a:lnTo>
                  <a:lnTo>
                    <a:pt x="568" y="1360"/>
                  </a:lnTo>
                  <a:lnTo>
                    <a:pt x="449" y="1539"/>
                  </a:lnTo>
                  <a:lnTo>
                    <a:pt x="344" y="1733"/>
                  </a:lnTo>
                  <a:lnTo>
                    <a:pt x="270" y="1913"/>
                  </a:lnTo>
                  <a:lnTo>
                    <a:pt x="195" y="2092"/>
                  </a:lnTo>
                  <a:lnTo>
                    <a:pt x="135" y="2271"/>
                  </a:lnTo>
                  <a:lnTo>
                    <a:pt x="75" y="2436"/>
                  </a:lnTo>
                  <a:lnTo>
                    <a:pt x="46" y="2615"/>
                  </a:lnTo>
                  <a:lnTo>
                    <a:pt x="16" y="2779"/>
                  </a:lnTo>
                  <a:lnTo>
                    <a:pt x="1" y="3093"/>
                  </a:lnTo>
                  <a:lnTo>
                    <a:pt x="1" y="3377"/>
                  </a:lnTo>
                  <a:lnTo>
                    <a:pt x="31" y="3646"/>
                  </a:lnTo>
                  <a:lnTo>
                    <a:pt x="75" y="3825"/>
                  </a:lnTo>
                  <a:lnTo>
                    <a:pt x="135" y="3989"/>
                  </a:lnTo>
                  <a:lnTo>
                    <a:pt x="225" y="4139"/>
                  </a:lnTo>
                  <a:lnTo>
                    <a:pt x="329" y="4273"/>
                  </a:lnTo>
                  <a:lnTo>
                    <a:pt x="449" y="4393"/>
                  </a:lnTo>
                  <a:lnTo>
                    <a:pt x="598" y="4497"/>
                  </a:lnTo>
                  <a:lnTo>
                    <a:pt x="748" y="4587"/>
                  </a:lnTo>
                  <a:lnTo>
                    <a:pt x="912" y="4647"/>
                  </a:lnTo>
                  <a:lnTo>
                    <a:pt x="2212" y="5020"/>
                  </a:lnTo>
                  <a:lnTo>
                    <a:pt x="3168" y="5289"/>
                  </a:lnTo>
                  <a:lnTo>
                    <a:pt x="3377" y="5349"/>
                  </a:lnTo>
                  <a:lnTo>
                    <a:pt x="3631" y="5379"/>
                  </a:lnTo>
                  <a:lnTo>
                    <a:pt x="3930" y="5409"/>
                  </a:lnTo>
                  <a:lnTo>
                    <a:pt x="4273" y="5423"/>
                  </a:lnTo>
                  <a:lnTo>
                    <a:pt x="4438" y="5409"/>
                  </a:lnTo>
                  <a:lnTo>
                    <a:pt x="4617" y="5379"/>
                  </a:lnTo>
                  <a:lnTo>
                    <a:pt x="4796" y="5349"/>
                  </a:lnTo>
                  <a:lnTo>
                    <a:pt x="4976" y="5289"/>
                  </a:lnTo>
                  <a:lnTo>
                    <a:pt x="5155" y="5229"/>
                  </a:lnTo>
                  <a:lnTo>
                    <a:pt x="5319" y="5140"/>
                  </a:lnTo>
                  <a:lnTo>
                    <a:pt x="5484" y="5050"/>
                  </a:lnTo>
                  <a:lnTo>
                    <a:pt x="5648" y="4930"/>
                  </a:lnTo>
                  <a:lnTo>
                    <a:pt x="5737" y="4901"/>
                  </a:lnTo>
                  <a:lnTo>
                    <a:pt x="5962" y="4826"/>
                  </a:lnTo>
                  <a:lnTo>
                    <a:pt x="6260" y="4691"/>
                  </a:lnTo>
                  <a:lnTo>
                    <a:pt x="6410" y="4617"/>
                  </a:lnTo>
                  <a:lnTo>
                    <a:pt x="6559" y="4542"/>
                  </a:lnTo>
                  <a:lnTo>
                    <a:pt x="6709" y="4437"/>
                  </a:lnTo>
                  <a:lnTo>
                    <a:pt x="6828" y="4333"/>
                  </a:lnTo>
                  <a:lnTo>
                    <a:pt x="6933" y="4213"/>
                  </a:lnTo>
                  <a:lnTo>
                    <a:pt x="7022" y="4109"/>
                  </a:lnTo>
                  <a:lnTo>
                    <a:pt x="7142" y="3915"/>
                  </a:lnTo>
                  <a:lnTo>
                    <a:pt x="7187" y="3840"/>
                  </a:lnTo>
                  <a:lnTo>
                    <a:pt x="7007" y="3870"/>
                  </a:lnTo>
                  <a:lnTo>
                    <a:pt x="6992" y="3870"/>
                  </a:lnTo>
                  <a:lnTo>
                    <a:pt x="7007" y="3855"/>
                  </a:lnTo>
                  <a:lnTo>
                    <a:pt x="7261" y="3780"/>
                  </a:lnTo>
                  <a:lnTo>
                    <a:pt x="7366" y="3750"/>
                  </a:lnTo>
                  <a:lnTo>
                    <a:pt x="7456" y="3720"/>
                  </a:lnTo>
                  <a:lnTo>
                    <a:pt x="7605" y="3631"/>
                  </a:lnTo>
                  <a:lnTo>
                    <a:pt x="7724" y="3526"/>
                  </a:lnTo>
                  <a:lnTo>
                    <a:pt x="7814" y="3422"/>
                  </a:lnTo>
                  <a:lnTo>
                    <a:pt x="7874" y="3332"/>
                  </a:lnTo>
                  <a:lnTo>
                    <a:pt x="7904" y="3257"/>
                  </a:lnTo>
                  <a:lnTo>
                    <a:pt x="7934" y="3168"/>
                  </a:lnTo>
                  <a:lnTo>
                    <a:pt x="7291" y="3257"/>
                  </a:lnTo>
                  <a:lnTo>
                    <a:pt x="6738" y="3302"/>
                  </a:lnTo>
                  <a:lnTo>
                    <a:pt x="6305" y="3317"/>
                  </a:lnTo>
                  <a:lnTo>
                    <a:pt x="5947" y="3317"/>
                  </a:lnTo>
                  <a:lnTo>
                    <a:pt x="5678" y="3302"/>
                  </a:lnTo>
                  <a:lnTo>
                    <a:pt x="5484" y="3287"/>
                  </a:lnTo>
                  <a:lnTo>
                    <a:pt x="5349" y="3272"/>
                  </a:lnTo>
                  <a:lnTo>
                    <a:pt x="5558" y="3272"/>
                  </a:lnTo>
                  <a:lnTo>
                    <a:pt x="5782" y="3287"/>
                  </a:lnTo>
                  <a:lnTo>
                    <a:pt x="6066" y="3287"/>
                  </a:lnTo>
                  <a:lnTo>
                    <a:pt x="6395" y="3257"/>
                  </a:lnTo>
                  <a:lnTo>
                    <a:pt x="6738" y="3227"/>
                  </a:lnTo>
                  <a:lnTo>
                    <a:pt x="7067" y="3168"/>
                  </a:lnTo>
                  <a:lnTo>
                    <a:pt x="7231" y="3123"/>
                  </a:lnTo>
                  <a:lnTo>
                    <a:pt x="7396" y="3078"/>
                  </a:lnTo>
                  <a:lnTo>
                    <a:pt x="7680" y="2958"/>
                  </a:lnTo>
                  <a:lnTo>
                    <a:pt x="7934" y="2824"/>
                  </a:lnTo>
                  <a:lnTo>
                    <a:pt x="8143" y="2690"/>
                  </a:lnTo>
                  <a:lnTo>
                    <a:pt x="8217" y="2630"/>
                  </a:lnTo>
                  <a:lnTo>
                    <a:pt x="8277" y="2555"/>
                  </a:lnTo>
                  <a:lnTo>
                    <a:pt x="8307" y="2495"/>
                  </a:lnTo>
                  <a:lnTo>
                    <a:pt x="8322" y="2450"/>
                  </a:lnTo>
                  <a:lnTo>
                    <a:pt x="8307" y="2391"/>
                  </a:lnTo>
                  <a:lnTo>
                    <a:pt x="8247" y="2346"/>
                  </a:lnTo>
                  <a:lnTo>
                    <a:pt x="8173" y="2316"/>
                  </a:lnTo>
                  <a:lnTo>
                    <a:pt x="8053" y="2286"/>
                  </a:lnTo>
                  <a:lnTo>
                    <a:pt x="7904" y="2271"/>
                  </a:lnTo>
                  <a:lnTo>
                    <a:pt x="7321" y="2271"/>
                  </a:lnTo>
                  <a:lnTo>
                    <a:pt x="7007" y="2286"/>
                  </a:lnTo>
                  <a:lnTo>
                    <a:pt x="6470" y="2316"/>
                  </a:lnTo>
                  <a:lnTo>
                    <a:pt x="6216" y="2316"/>
                  </a:lnTo>
                  <a:lnTo>
                    <a:pt x="5932" y="2286"/>
                  </a:lnTo>
                  <a:lnTo>
                    <a:pt x="5588" y="2241"/>
                  </a:lnTo>
                  <a:lnTo>
                    <a:pt x="5185" y="2152"/>
                  </a:lnTo>
                  <a:lnTo>
                    <a:pt x="4333" y="1928"/>
                  </a:lnTo>
                  <a:lnTo>
                    <a:pt x="3975" y="1838"/>
                  </a:lnTo>
                  <a:lnTo>
                    <a:pt x="3676" y="1733"/>
                  </a:lnTo>
                  <a:lnTo>
                    <a:pt x="3452" y="1629"/>
                  </a:lnTo>
                  <a:lnTo>
                    <a:pt x="3377" y="1584"/>
                  </a:lnTo>
                  <a:lnTo>
                    <a:pt x="3302" y="1539"/>
                  </a:lnTo>
                  <a:lnTo>
                    <a:pt x="3258" y="1494"/>
                  </a:lnTo>
                  <a:lnTo>
                    <a:pt x="3243" y="1435"/>
                  </a:lnTo>
                  <a:lnTo>
                    <a:pt x="3243" y="1390"/>
                  </a:lnTo>
                  <a:lnTo>
                    <a:pt x="3272" y="1345"/>
                  </a:lnTo>
                  <a:lnTo>
                    <a:pt x="3332" y="1300"/>
                  </a:lnTo>
                  <a:lnTo>
                    <a:pt x="3392" y="1255"/>
                  </a:lnTo>
                  <a:lnTo>
                    <a:pt x="3526" y="1181"/>
                  </a:lnTo>
                  <a:lnTo>
                    <a:pt x="3691" y="1136"/>
                  </a:lnTo>
                  <a:lnTo>
                    <a:pt x="3900" y="1121"/>
                  </a:lnTo>
                  <a:lnTo>
                    <a:pt x="4109" y="1121"/>
                  </a:lnTo>
                  <a:lnTo>
                    <a:pt x="4333" y="1151"/>
                  </a:lnTo>
                  <a:lnTo>
                    <a:pt x="4572" y="1211"/>
                  </a:lnTo>
                  <a:lnTo>
                    <a:pt x="4811" y="1315"/>
                  </a:lnTo>
                  <a:lnTo>
                    <a:pt x="4916" y="1360"/>
                  </a:lnTo>
                  <a:lnTo>
                    <a:pt x="5020" y="1405"/>
                  </a:lnTo>
                  <a:lnTo>
                    <a:pt x="5110" y="1420"/>
                  </a:lnTo>
                  <a:lnTo>
                    <a:pt x="5200" y="1435"/>
                  </a:lnTo>
                  <a:lnTo>
                    <a:pt x="5334" y="1435"/>
                  </a:lnTo>
                  <a:lnTo>
                    <a:pt x="5394" y="1405"/>
                  </a:lnTo>
                  <a:lnTo>
                    <a:pt x="5439" y="1390"/>
                  </a:lnTo>
                  <a:lnTo>
                    <a:pt x="5469" y="1360"/>
                  </a:lnTo>
                  <a:lnTo>
                    <a:pt x="5498" y="1315"/>
                  </a:lnTo>
                  <a:lnTo>
                    <a:pt x="5528" y="1225"/>
                  </a:lnTo>
                  <a:lnTo>
                    <a:pt x="5543" y="1121"/>
                  </a:lnTo>
                  <a:lnTo>
                    <a:pt x="5513" y="1016"/>
                  </a:lnTo>
                  <a:lnTo>
                    <a:pt x="5484" y="957"/>
                  </a:lnTo>
                  <a:lnTo>
                    <a:pt x="5439" y="897"/>
                  </a:lnTo>
                  <a:lnTo>
                    <a:pt x="5304" y="747"/>
                  </a:lnTo>
                  <a:lnTo>
                    <a:pt x="5110" y="598"/>
                  </a:lnTo>
                  <a:lnTo>
                    <a:pt x="4871" y="434"/>
                  </a:lnTo>
                  <a:lnTo>
                    <a:pt x="4602" y="284"/>
                  </a:lnTo>
                  <a:lnTo>
                    <a:pt x="4303" y="150"/>
                  </a:lnTo>
                  <a:lnTo>
                    <a:pt x="4154" y="105"/>
                  </a:lnTo>
                  <a:lnTo>
                    <a:pt x="4005" y="60"/>
                  </a:lnTo>
                  <a:lnTo>
                    <a:pt x="3855" y="30"/>
                  </a:lnTo>
                  <a:lnTo>
                    <a:pt x="3691" y="0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28" name="Google Shape;1528;p32"/>
          <p:cNvSpPr txBox="1"/>
          <p:nvPr/>
        </p:nvSpPr>
        <p:spPr>
          <a:xfrm>
            <a:off x="3045288" y="2558750"/>
            <a:ext cx="1390800" cy="8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Machine learning objectives</a:t>
            </a:r>
            <a:endParaRPr sz="18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529" name="Google Shape;1529;p32"/>
          <p:cNvGrpSpPr/>
          <p:nvPr/>
        </p:nvGrpSpPr>
        <p:grpSpPr>
          <a:xfrm>
            <a:off x="5811388" y="1276350"/>
            <a:ext cx="2743930" cy="1066800"/>
            <a:chOff x="5811388" y="1276350"/>
            <a:chExt cx="2743930" cy="1066800"/>
          </a:xfrm>
        </p:grpSpPr>
        <p:sp>
          <p:nvSpPr>
            <p:cNvPr id="1530" name="Google Shape;1530;p32"/>
            <p:cNvSpPr txBox="1"/>
            <p:nvPr/>
          </p:nvSpPr>
          <p:spPr>
            <a:xfrm>
              <a:off x="6574110" y="1883550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31" name="Google Shape;1531;p32"/>
            <p:cNvSpPr txBox="1"/>
            <p:nvPr/>
          </p:nvSpPr>
          <p:spPr>
            <a:xfrm>
              <a:off x="6773017" y="1404138"/>
              <a:ext cx="17823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Classify data</a:t>
              </a:r>
              <a:endParaRPr sz="1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32" name="Google Shape;1532;p32"/>
            <p:cNvSpPr txBox="1"/>
            <p:nvPr/>
          </p:nvSpPr>
          <p:spPr>
            <a:xfrm>
              <a:off x="5811388" y="1276350"/>
              <a:ext cx="62940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24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533" name="Google Shape;1533;p32"/>
          <p:cNvGrpSpPr/>
          <p:nvPr/>
        </p:nvGrpSpPr>
        <p:grpSpPr>
          <a:xfrm>
            <a:off x="5811388" y="3608025"/>
            <a:ext cx="2743930" cy="1066800"/>
            <a:chOff x="5811388" y="3608025"/>
            <a:chExt cx="2743930" cy="1066800"/>
          </a:xfrm>
        </p:grpSpPr>
        <p:sp>
          <p:nvSpPr>
            <p:cNvPr id="1534" name="Google Shape;1534;p32"/>
            <p:cNvSpPr txBox="1"/>
            <p:nvPr/>
          </p:nvSpPr>
          <p:spPr>
            <a:xfrm>
              <a:off x="6574110" y="4215225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The Earth is the planet where we live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35" name="Google Shape;1535;p32"/>
            <p:cNvSpPr txBox="1"/>
            <p:nvPr/>
          </p:nvSpPr>
          <p:spPr>
            <a:xfrm>
              <a:off x="6773017" y="3735813"/>
              <a:ext cx="17823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Make predictions</a:t>
              </a:r>
              <a:endParaRPr sz="1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36" name="Google Shape;1536;p32"/>
            <p:cNvSpPr txBox="1"/>
            <p:nvPr/>
          </p:nvSpPr>
          <p:spPr>
            <a:xfrm>
              <a:off x="5811388" y="3608025"/>
              <a:ext cx="62940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24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cxnSp>
        <p:nvCxnSpPr>
          <p:cNvPr id="1537" name="Google Shape;1537;p32"/>
          <p:cNvCxnSpPr>
            <a:stCxn id="1438" idx="3"/>
            <a:endCxn id="1437" idx="1"/>
          </p:cNvCxnSpPr>
          <p:nvPr/>
        </p:nvCxnSpPr>
        <p:spPr>
          <a:xfrm rot="10800000" flipH="1">
            <a:off x="4572300" y="1809800"/>
            <a:ext cx="1111200" cy="1165800"/>
          </a:xfrm>
          <a:prstGeom prst="bentConnector3">
            <a:avLst>
              <a:gd name="adj1" fmla="val 4999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38" name="Google Shape;1538;p32"/>
          <p:cNvCxnSpPr>
            <a:stCxn id="1438" idx="3"/>
            <a:endCxn id="1436" idx="1"/>
          </p:cNvCxnSpPr>
          <p:nvPr/>
        </p:nvCxnSpPr>
        <p:spPr>
          <a:xfrm>
            <a:off x="4572300" y="2975600"/>
            <a:ext cx="1111200" cy="1165800"/>
          </a:xfrm>
          <a:prstGeom prst="bentConnector3">
            <a:avLst>
              <a:gd name="adj1" fmla="val 4999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33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pic>
        <p:nvPicPr>
          <p:cNvPr id="1544" name="Google Shape;1544;p33" title="Gráfico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t="3165" r="6376" b="8442"/>
          <a:stretch/>
        </p:blipFill>
        <p:spPr>
          <a:xfrm>
            <a:off x="2931850" y="1250050"/>
            <a:ext cx="4726249" cy="261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5" name="Google Shape;1545;p33"/>
          <p:cNvSpPr txBox="1"/>
          <p:nvPr/>
        </p:nvSpPr>
        <p:spPr>
          <a:xfrm>
            <a:off x="457200" y="4488375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Follow the link in the graph to modify its data and then paste the new one here. </a:t>
            </a: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more info,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here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46" name="Google Shape;1546;p33"/>
          <p:cNvGrpSpPr/>
          <p:nvPr/>
        </p:nvGrpSpPr>
        <p:grpSpPr>
          <a:xfrm>
            <a:off x="457197" y="1090380"/>
            <a:ext cx="2381210" cy="824600"/>
            <a:chOff x="457200" y="959300"/>
            <a:chExt cx="2518200" cy="824600"/>
          </a:xfrm>
        </p:grpSpPr>
        <p:grpSp>
          <p:nvGrpSpPr>
            <p:cNvPr id="1547" name="Google Shape;1547;p33"/>
            <p:cNvGrpSpPr/>
            <p:nvPr/>
          </p:nvGrpSpPr>
          <p:grpSpPr>
            <a:xfrm>
              <a:off x="914400" y="959300"/>
              <a:ext cx="2061000" cy="824600"/>
              <a:chOff x="457200" y="959300"/>
              <a:chExt cx="2061000" cy="824600"/>
            </a:xfrm>
          </p:grpSpPr>
          <p:sp>
            <p:nvSpPr>
              <p:cNvPr id="1548" name="Google Shape;1548;p33"/>
              <p:cNvSpPr txBox="1"/>
              <p:nvPr/>
            </p:nvSpPr>
            <p:spPr>
              <a:xfrm>
                <a:off x="457200" y="959300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Active learning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549" name="Google Shape;1549;p33"/>
              <p:cNvSpPr txBox="1"/>
              <p:nvPr/>
            </p:nvSpPr>
            <p:spPr>
              <a:xfrm>
                <a:off x="457200" y="1300900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Mercury is the closest planet to the Sun</a:t>
                </a:r>
                <a:endParaRPr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550" name="Google Shape;1550;p33"/>
            <p:cNvSpPr txBox="1"/>
            <p:nvPr/>
          </p:nvSpPr>
          <p:spPr>
            <a:xfrm>
              <a:off x="457200" y="9593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551" name="Google Shape;1551;p33"/>
          <p:cNvGrpSpPr/>
          <p:nvPr/>
        </p:nvGrpSpPr>
        <p:grpSpPr>
          <a:xfrm>
            <a:off x="457191" y="2145645"/>
            <a:ext cx="2381210" cy="824600"/>
            <a:chOff x="457200" y="1964800"/>
            <a:chExt cx="2518200" cy="824600"/>
          </a:xfrm>
        </p:grpSpPr>
        <p:grpSp>
          <p:nvGrpSpPr>
            <p:cNvPr id="1552" name="Google Shape;1552;p33"/>
            <p:cNvGrpSpPr/>
            <p:nvPr/>
          </p:nvGrpSpPr>
          <p:grpSpPr>
            <a:xfrm>
              <a:off x="914400" y="1964800"/>
              <a:ext cx="2061000" cy="824600"/>
              <a:chOff x="457200" y="2087425"/>
              <a:chExt cx="2061000" cy="824600"/>
            </a:xfrm>
          </p:grpSpPr>
          <p:sp>
            <p:nvSpPr>
              <p:cNvPr id="1553" name="Google Shape;1553;p33"/>
              <p:cNvSpPr txBox="1"/>
              <p:nvPr/>
            </p:nvSpPr>
            <p:spPr>
              <a:xfrm>
                <a:off x="457200" y="2087425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Maturation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554" name="Google Shape;1554;p33"/>
              <p:cNvSpPr txBox="1"/>
              <p:nvPr/>
            </p:nvSpPr>
            <p:spPr>
              <a:xfrm>
                <a:off x="457200" y="2429025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Jupiter is a gas giant and the biggest planet</a:t>
                </a:r>
                <a:endParaRPr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555" name="Google Shape;1555;p33"/>
            <p:cNvSpPr txBox="1"/>
            <p:nvPr/>
          </p:nvSpPr>
          <p:spPr>
            <a:xfrm>
              <a:off x="457200" y="19648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556" name="Google Shape;1556;p33"/>
          <p:cNvGrpSpPr/>
          <p:nvPr/>
        </p:nvGrpSpPr>
        <p:grpSpPr>
          <a:xfrm>
            <a:off x="457197" y="3200910"/>
            <a:ext cx="2381210" cy="824600"/>
            <a:chOff x="457200" y="959300"/>
            <a:chExt cx="2518200" cy="824600"/>
          </a:xfrm>
        </p:grpSpPr>
        <p:grpSp>
          <p:nvGrpSpPr>
            <p:cNvPr id="1557" name="Google Shape;1557;p33"/>
            <p:cNvGrpSpPr/>
            <p:nvPr/>
          </p:nvGrpSpPr>
          <p:grpSpPr>
            <a:xfrm>
              <a:off x="914400" y="959300"/>
              <a:ext cx="2061000" cy="824600"/>
              <a:chOff x="457200" y="959300"/>
              <a:chExt cx="2061000" cy="824600"/>
            </a:xfrm>
          </p:grpSpPr>
          <p:sp>
            <p:nvSpPr>
              <p:cNvPr id="1558" name="Google Shape;1558;p33"/>
              <p:cNvSpPr txBox="1"/>
              <p:nvPr/>
            </p:nvSpPr>
            <p:spPr>
              <a:xfrm>
                <a:off x="457200" y="959300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Motor synergies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559" name="Google Shape;1559;p33"/>
              <p:cNvSpPr txBox="1"/>
              <p:nvPr/>
            </p:nvSpPr>
            <p:spPr>
              <a:xfrm>
                <a:off x="457200" y="1300900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Neptune is very far away from the Sun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560" name="Google Shape;1560;p33"/>
            <p:cNvSpPr txBox="1"/>
            <p:nvPr/>
          </p:nvSpPr>
          <p:spPr>
            <a:xfrm>
              <a:off x="457200" y="9593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1561" name="Google Shape;1561;p33"/>
          <p:cNvSpPr/>
          <p:nvPr/>
        </p:nvSpPr>
        <p:spPr>
          <a:xfrm>
            <a:off x="3771900" y="3958300"/>
            <a:ext cx="924000" cy="295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100%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62" name="Google Shape;1562;p33"/>
          <p:cNvSpPr/>
          <p:nvPr/>
        </p:nvSpPr>
        <p:spPr>
          <a:xfrm>
            <a:off x="5124450" y="3958300"/>
            <a:ext cx="924000" cy="295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50%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63" name="Google Shape;1563;p33"/>
          <p:cNvSpPr/>
          <p:nvPr/>
        </p:nvSpPr>
        <p:spPr>
          <a:xfrm>
            <a:off x="6477000" y="3958300"/>
            <a:ext cx="924000" cy="295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25%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564" name="Google Shape;1564;p33"/>
          <p:cNvGrpSpPr/>
          <p:nvPr/>
        </p:nvGrpSpPr>
        <p:grpSpPr>
          <a:xfrm>
            <a:off x="7008555" y="1088126"/>
            <a:ext cx="1678246" cy="3165373"/>
            <a:chOff x="3161760" y="1088175"/>
            <a:chExt cx="1931905" cy="3643804"/>
          </a:xfrm>
        </p:grpSpPr>
        <p:sp>
          <p:nvSpPr>
            <p:cNvPr id="1565" name="Google Shape;1565;p33"/>
            <p:cNvSpPr/>
            <p:nvPr/>
          </p:nvSpPr>
          <p:spPr>
            <a:xfrm>
              <a:off x="3482626" y="4612138"/>
              <a:ext cx="1422734" cy="119841"/>
            </a:xfrm>
            <a:custGeom>
              <a:avLst/>
              <a:gdLst/>
              <a:ahLst/>
              <a:cxnLst/>
              <a:rect l="l" t="t" r="r" b="b"/>
              <a:pathLst>
                <a:path w="51797" h="4363" extrusionOk="0">
                  <a:moveTo>
                    <a:pt x="25891" y="1"/>
                  </a:moveTo>
                  <a:lnTo>
                    <a:pt x="23247" y="16"/>
                  </a:lnTo>
                  <a:lnTo>
                    <a:pt x="20677" y="45"/>
                  </a:lnTo>
                  <a:lnTo>
                    <a:pt x="18197" y="105"/>
                  </a:lnTo>
                  <a:lnTo>
                    <a:pt x="15822" y="180"/>
                  </a:lnTo>
                  <a:lnTo>
                    <a:pt x="13551" y="270"/>
                  </a:lnTo>
                  <a:lnTo>
                    <a:pt x="11415" y="374"/>
                  </a:lnTo>
                  <a:lnTo>
                    <a:pt x="9428" y="509"/>
                  </a:lnTo>
                  <a:lnTo>
                    <a:pt x="7590" y="643"/>
                  </a:lnTo>
                  <a:lnTo>
                    <a:pt x="5917" y="792"/>
                  </a:lnTo>
                  <a:lnTo>
                    <a:pt x="4423" y="972"/>
                  </a:lnTo>
                  <a:lnTo>
                    <a:pt x="3751" y="1061"/>
                  </a:lnTo>
                  <a:lnTo>
                    <a:pt x="3123" y="1151"/>
                  </a:lnTo>
                  <a:lnTo>
                    <a:pt x="2555" y="1241"/>
                  </a:lnTo>
                  <a:lnTo>
                    <a:pt x="2033" y="1330"/>
                  </a:lnTo>
                  <a:lnTo>
                    <a:pt x="1569" y="1435"/>
                  </a:lnTo>
                  <a:lnTo>
                    <a:pt x="1166" y="1539"/>
                  </a:lnTo>
                  <a:lnTo>
                    <a:pt x="808" y="1644"/>
                  </a:lnTo>
                  <a:lnTo>
                    <a:pt x="524" y="1749"/>
                  </a:lnTo>
                  <a:lnTo>
                    <a:pt x="300" y="1853"/>
                  </a:lnTo>
                  <a:lnTo>
                    <a:pt x="210" y="1913"/>
                  </a:lnTo>
                  <a:lnTo>
                    <a:pt x="135" y="1958"/>
                  </a:lnTo>
                  <a:lnTo>
                    <a:pt x="75" y="2018"/>
                  </a:lnTo>
                  <a:lnTo>
                    <a:pt x="31" y="2077"/>
                  </a:lnTo>
                  <a:lnTo>
                    <a:pt x="1" y="2122"/>
                  </a:lnTo>
                  <a:lnTo>
                    <a:pt x="1" y="2182"/>
                  </a:lnTo>
                  <a:lnTo>
                    <a:pt x="1" y="2242"/>
                  </a:lnTo>
                  <a:lnTo>
                    <a:pt x="31" y="2301"/>
                  </a:lnTo>
                  <a:lnTo>
                    <a:pt x="75" y="2346"/>
                  </a:lnTo>
                  <a:lnTo>
                    <a:pt x="135" y="2406"/>
                  </a:lnTo>
                  <a:lnTo>
                    <a:pt x="210" y="2466"/>
                  </a:lnTo>
                  <a:lnTo>
                    <a:pt x="300" y="2511"/>
                  </a:lnTo>
                  <a:lnTo>
                    <a:pt x="524" y="2630"/>
                  </a:lnTo>
                  <a:lnTo>
                    <a:pt x="808" y="2735"/>
                  </a:lnTo>
                  <a:lnTo>
                    <a:pt x="1166" y="2839"/>
                  </a:lnTo>
                  <a:lnTo>
                    <a:pt x="1569" y="2929"/>
                  </a:lnTo>
                  <a:lnTo>
                    <a:pt x="2033" y="3033"/>
                  </a:lnTo>
                  <a:lnTo>
                    <a:pt x="2555" y="3123"/>
                  </a:lnTo>
                  <a:lnTo>
                    <a:pt x="3123" y="3228"/>
                  </a:lnTo>
                  <a:lnTo>
                    <a:pt x="3751" y="3317"/>
                  </a:lnTo>
                  <a:lnTo>
                    <a:pt x="4423" y="3407"/>
                  </a:lnTo>
                  <a:lnTo>
                    <a:pt x="5917" y="3571"/>
                  </a:lnTo>
                  <a:lnTo>
                    <a:pt x="7590" y="3721"/>
                  </a:lnTo>
                  <a:lnTo>
                    <a:pt x="9428" y="3870"/>
                  </a:lnTo>
                  <a:lnTo>
                    <a:pt x="11415" y="3990"/>
                  </a:lnTo>
                  <a:lnTo>
                    <a:pt x="13551" y="4094"/>
                  </a:lnTo>
                  <a:lnTo>
                    <a:pt x="15822" y="4184"/>
                  </a:lnTo>
                  <a:lnTo>
                    <a:pt x="18197" y="4258"/>
                  </a:lnTo>
                  <a:lnTo>
                    <a:pt x="20677" y="4318"/>
                  </a:lnTo>
                  <a:lnTo>
                    <a:pt x="23247" y="4348"/>
                  </a:lnTo>
                  <a:lnTo>
                    <a:pt x="25891" y="4363"/>
                  </a:lnTo>
                  <a:lnTo>
                    <a:pt x="28550" y="4348"/>
                  </a:lnTo>
                  <a:lnTo>
                    <a:pt x="31120" y="4318"/>
                  </a:lnTo>
                  <a:lnTo>
                    <a:pt x="33600" y="4258"/>
                  </a:lnTo>
                  <a:lnTo>
                    <a:pt x="35975" y="4184"/>
                  </a:lnTo>
                  <a:lnTo>
                    <a:pt x="38246" y="4094"/>
                  </a:lnTo>
                  <a:lnTo>
                    <a:pt x="40383" y="3990"/>
                  </a:lnTo>
                  <a:lnTo>
                    <a:pt x="42370" y="3870"/>
                  </a:lnTo>
                  <a:lnTo>
                    <a:pt x="44207" y="3721"/>
                  </a:lnTo>
                  <a:lnTo>
                    <a:pt x="45880" y="3571"/>
                  </a:lnTo>
                  <a:lnTo>
                    <a:pt x="47374" y="3407"/>
                  </a:lnTo>
                  <a:lnTo>
                    <a:pt x="48047" y="3317"/>
                  </a:lnTo>
                  <a:lnTo>
                    <a:pt x="48674" y="3228"/>
                  </a:lnTo>
                  <a:lnTo>
                    <a:pt x="49242" y="3123"/>
                  </a:lnTo>
                  <a:lnTo>
                    <a:pt x="49765" y="3033"/>
                  </a:lnTo>
                  <a:lnTo>
                    <a:pt x="50228" y="2929"/>
                  </a:lnTo>
                  <a:lnTo>
                    <a:pt x="50631" y="2839"/>
                  </a:lnTo>
                  <a:lnTo>
                    <a:pt x="50975" y="2735"/>
                  </a:lnTo>
                  <a:lnTo>
                    <a:pt x="51274" y="2630"/>
                  </a:lnTo>
                  <a:lnTo>
                    <a:pt x="51498" y="2511"/>
                  </a:lnTo>
                  <a:lnTo>
                    <a:pt x="51587" y="2466"/>
                  </a:lnTo>
                  <a:lnTo>
                    <a:pt x="51662" y="2406"/>
                  </a:lnTo>
                  <a:lnTo>
                    <a:pt x="51722" y="2346"/>
                  </a:lnTo>
                  <a:lnTo>
                    <a:pt x="51767" y="2301"/>
                  </a:lnTo>
                  <a:lnTo>
                    <a:pt x="51781" y="2242"/>
                  </a:lnTo>
                  <a:lnTo>
                    <a:pt x="51796" y="2182"/>
                  </a:lnTo>
                  <a:lnTo>
                    <a:pt x="51781" y="2122"/>
                  </a:lnTo>
                  <a:lnTo>
                    <a:pt x="51767" y="2077"/>
                  </a:lnTo>
                  <a:lnTo>
                    <a:pt x="51722" y="2018"/>
                  </a:lnTo>
                  <a:lnTo>
                    <a:pt x="51662" y="1958"/>
                  </a:lnTo>
                  <a:lnTo>
                    <a:pt x="51587" y="1913"/>
                  </a:lnTo>
                  <a:lnTo>
                    <a:pt x="51498" y="1853"/>
                  </a:lnTo>
                  <a:lnTo>
                    <a:pt x="51274" y="1749"/>
                  </a:lnTo>
                  <a:lnTo>
                    <a:pt x="50975" y="1644"/>
                  </a:lnTo>
                  <a:lnTo>
                    <a:pt x="50631" y="1539"/>
                  </a:lnTo>
                  <a:lnTo>
                    <a:pt x="50228" y="1435"/>
                  </a:lnTo>
                  <a:lnTo>
                    <a:pt x="49765" y="1330"/>
                  </a:lnTo>
                  <a:lnTo>
                    <a:pt x="49242" y="1241"/>
                  </a:lnTo>
                  <a:lnTo>
                    <a:pt x="48674" y="1151"/>
                  </a:lnTo>
                  <a:lnTo>
                    <a:pt x="48047" y="1061"/>
                  </a:lnTo>
                  <a:lnTo>
                    <a:pt x="47374" y="972"/>
                  </a:lnTo>
                  <a:lnTo>
                    <a:pt x="45880" y="792"/>
                  </a:lnTo>
                  <a:lnTo>
                    <a:pt x="44207" y="643"/>
                  </a:lnTo>
                  <a:lnTo>
                    <a:pt x="42370" y="509"/>
                  </a:lnTo>
                  <a:lnTo>
                    <a:pt x="40383" y="374"/>
                  </a:lnTo>
                  <a:lnTo>
                    <a:pt x="38246" y="270"/>
                  </a:lnTo>
                  <a:lnTo>
                    <a:pt x="35975" y="180"/>
                  </a:lnTo>
                  <a:lnTo>
                    <a:pt x="33600" y="105"/>
                  </a:lnTo>
                  <a:lnTo>
                    <a:pt x="31120" y="45"/>
                  </a:lnTo>
                  <a:lnTo>
                    <a:pt x="28550" y="16"/>
                  </a:lnTo>
                  <a:lnTo>
                    <a:pt x="25891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33"/>
            <p:cNvSpPr/>
            <p:nvPr/>
          </p:nvSpPr>
          <p:spPr>
            <a:xfrm>
              <a:off x="3811319" y="2050000"/>
              <a:ext cx="695972" cy="569594"/>
            </a:xfrm>
            <a:custGeom>
              <a:avLst/>
              <a:gdLst/>
              <a:ahLst/>
              <a:cxnLst/>
              <a:rect l="l" t="t" r="r" b="b"/>
              <a:pathLst>
                <a:path w="25338" h="20737" extrusionOk="0">
                  <a:moveTo>
                    <a:pt x="2525" y="0"/>
                  </a:moveTo>
                  <a:lnTo>
                    <a:pt x="2256" y="15"/>
                  </a:lnTo>
                  <a:lnTo>
                    <a:pt x="2017" y="45"/>
                  </a:lnTo>
                  <a:lnTo>
                    <a:pt x="1778" y="105"/>
                  </a:lnTo>
                  <a:lnTo>
                    <a:pt x="1539" y="194"/>
                  </a:lnTo>
                  <a:lnTo>
                    <a:pt x="1315" y="299"/>
                  </a:lnTo>
                  <a:lnTo>
                    <a:pt x="1121" y="434"/>
                  </a:lnTo>
                  <a:lnTo>
                    <a:pt x="927" y="568"/>
                  </a:lnTo>
                  <a:lnTo>
                    <a:pt x="747" y="732"/>
                  </a:lnTo>
                  <a:lnTo>
                    <a:pt x="583" y="912"/>
                  </a:lnTo>
                  <a:lnTo>
                    <a:pt x="434" y="1106"/>
                  </a:lnTo>
                  <a:lnTo>
                    <a:pt x="314" y="1315"/>
                  </a:lnTo>
                  <a:lnTo>
                    <a:pt x="210" y="1539"/>
                  </a:lnTo>
                  <a:lnTo>
                    <a:pt x="120" y="1763"/>
                  </a:lnTo>
                  <a:lnTo>
                    <a:pt x="60" y="2002"/>
                  </a:lnTo>
                  <a:lnTo>
                    <a:pt x="15" y="2256"/>
                  </a:lnTo>
                  <a:lnTo>
                    <a:pt x="0" y="2510"/>
                  </a:lnTo>
                  <a:lnTo>
                    <a:pt x="0" y="18226"/>
                  </a:lnTo>
                  <a:lnTo>
                    <a:pt x="15" y="18480"/>
                  </a:lnTo>
                  <a:lnTo>
                    <a:pt x="60" y="18734"/>
                  </a:lnTo>
                  <a:lnTo>
                    <a:pt x="120" y="18973"/>
                  </a:lnTo>
                  <a:lnTo>
                    <a:pt x="210" y="19198"/>
                  </a:lnTo>
                  <a:lnTo>
                    <a:pt x="314" y="19422"/>
                  </a:lnTo>
                  <a:lnTo>
                    <a:pt x="434" y="19631"/>
                  </a:lnTo>
                  <a:lnTo>
                    <a:pt x="583" y="19825"/>
                  </a:lnTo>
                  <a:lnTo>
                    <a:pt x="747" y="20004"/>
                  </a:lnTo>
                  <a:lnTo>
                    <a:pt x="927" y="20154"/>
                  </a:lnTo>
                  <a:lnTo>
                    <a:pt x="1121" y="20303"/>
                  </a:lnTo>
                  <a:lnTo>
                    <a:pt x="1315" y="20438"/>
                  </a:lnTo>
                  <a:lnTo>
                    <a:pt x="1539" y="20542"/>
                  </a:lnTo>
                  <a:lnTo>
                    <a:pt x="1778" y="20617"/>
                  </a:lnTo>
                  <a:lnTo>
                    <a:pt x="2017" y="20677"/>
                  </a:lnTo>
                  <a:lnTo>
                    <a:pt x="2256" y="20721"/>
                  </a:lnTo>
                  <a:lnTo>
                    <a:pt x="2525" y="20736"/>
                  </a:lnTo>
                  <a:lnTo>
                    <a:pt x="22828" y="20736"/>
                  </a:lnTo>
                  <a:lnTo>
                    <a:pt x="23082" y="20721"/>
                  </a:lnTo>
                  <a:lnTo>
                    <a:pt x="23336" y="20677"/>
                  </a:lnTo>
                  <a:lnTo>
                    <a:pt x="23575" y="20617"/>
                  </a:lnTo>
                  <a:lnTo>
                    <a:pt x="23799" y="20542"/>
                  </a:lnTo>
                  <a:lnTo>
                    <a:pt x="24023" y="20438"/>
                  </a:lnTo>
                  <a:lnTo>
                    <a:pt x="24232" y="20303"/>
                  </a:lnTo>
                  <a:lnTo>
                    <a:pt x="24427" y="20154"/>
                  </a:lnTo>
                  <a:lnTo>
                    <a:pt x="24606" y="20004"/>
                  </a:lnTo>
                  <a:lnTo>
                    <a:pt x="24755" y="19825"/>
                  </a:lnTo>
                  <a:lnTo>
                    <a:pt x="24905" y="19631"/>
                  </a:lnTo>
                  <a:lnTo>
                    <a:pt x="25039" y="19422"/>
                  </a:lnTo>
                  <a:lnTo>
                    <a:pt x="25144" y="19198"/>
                  </a:lnTo>
                  <a:lnTo>
                    <a:pt x="25218" y="18973"/>
                  </a:lnTo>
                  <a:lnTo>
                    <a:pt x="25278" y="18734"/>
                  </a:lnTo>
                  <a:lnTo>
                    <a:pt x="25323" y="18480"/>
                  </a:lnTo>
                  <a:lnTo>
                    <a:pt x="25338" y="18226"/>
                  </a:lnTo>
                  <a:lnTo>
                    <a:pt x="25338" y="2510"/>
                  </a:lnTo>
                  <a:lnTo>
                    <a:pt x="25323" y="2256"/>
                  </a:lnTo>
                  <a:lnTo>
                    <a:pt x="25278" y="2002"/>
                  </a:lnTo>
                  <a:lnTo>
                    <a:pt x="25218" y="1763"/>
                  </a:lnTo>
                  <a:lnTo>
                    <a:pt x="25144" y="1539"/>
                  </a:lnTo>
                  <a:lnTo>
                    <a:pt x="25039" y="1315"/>
                  </a:lnTo>
                  <a:lnTo>
                    <a:pt x="24905" y="1106"/>
                  </a:lnTo>
                  <a:lnTo>
                    <a:pt x="24755" y="912"/>
                  </a:lnTo>
                  <a:lnTo>
                    <a:pt x="24606" y="732"/>
                  </a:lnTo>
                  <a:lnTo>
                    <a:pt x="24427" y="568"/>
                  </a:lnTo>
                  <a:lnTo>
                    <a:pt x="24232" y="434"/>
                  </a:lnTo>
                  <a:lnTo>
                    <a:pt x="24023" y="299"/>
                  </a:lnTo>
                  <a:lnTo>
                    <a:pt x="23799" y="194"/>
                  </a:lnTo>
                  <a:lnTo>
                    <a:pt x="23575" y="105"/>
                  </a:lnTo>
                  <a:lnTo>
                    <a:pt x="23336" y="45"/>
                  </a:lnTo>
                  <a:lnTo>
                    <a:pt x="23082" y="15"/>
                  </a:lnTo>
                  <a:lnTo>
                    <a:pt x="2282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33"/>
            <p:cNvSpPr/>
            <p:nvPr/>
          </p:nvSpPr>
          <p:spPr>
            <a:xfrm>
              <a:off x="3686154" y="2309340"/>
              <a:ext cx="73091" cy="73064"/>
            </a:xfrm>
            <a:custGeom>
              <a:avLst/>
              <a:gdLst/>
              <a:ahLst/>
              <a:cxnLst/>
              <a:rect l="l" t="t" r="r" b="b"/>
              <a:pathLst>
                <a:path w="2661" h="2660" extrusionOk="0">
                  <a:moveTo>
                    <a:pt x="359" y="0"/>
                  </a:moveTo>
                  <a:lnTo>
                    <a:pt x="300" y="15"/>
                  </a:lnTo>
                  <a:lnTo>
                    <a:pt x="225" y="30"/>
                  </a:lnTo>
                  <a:lnTo>
                    <a:pt x="165" y="75"/>
                  </a:lnTo>
                  <a:lnTo>
                    <a:pt x="105" y="120"/>
                  </a:lnTo>
                  <a:lnTo>
                    <a:pt x="61" y="164"/>
                  </a:lnTo>
                  <a:lnTo>
                    <a:pt x="31" y="224"/>
                  </a:lnTo>
                  <a:lnTo>
                    <a:pt x="16" y="299"/>
                  </a:lnTo>
                  <a:lnTo>
                    <a:pt x="1" y="374"/>
                  </a:lnTo>
                  <a:lnTo>
                    <a:pt x="1" y="2301"/>
                  </a:lnTo>
                  <a:lnTo>
                    <a:pt x="16" y="2375"/>
                  </a:lnTo>
                  <a:lnTo>
                    <a:pt x="31" y="2435"/>
                  </a:lnTo>
                  <a:lnTo>
                    <a:pt x="61" y="2510"/>
                  </a:lnTo>
                  <a:lnTo>
                    <a:pt x="105" y="2555"/>
                  </a:lnTo>
                  <a:lnTo>
                    <a:pt x="165" y="2600"/>
                  </a:lnTo>
                  <a:lnTo>
                    <a:pt x="225" y="2629"/>
                  </a:lnTo>
                  <a:lnTo>
                    <a:pt x="300" y="2659"/>
                  </a:lnTo>
                  <a:lnTo>
                    <a:pt x="2615" y="2659"/>
                  </a:lnTo>
                  <a:lnTo>
                    <a:pt x="2645" y="2644"/>
                  </a:lnTo>
                  <a:lnTo>
                    <a:pt x="2660" y="2629"/>
                  </a:lnTo>
                  <a:lnTo>
                    <a:pt x="2660" y="2600"/>
                  </a:lnTo>
                  <a:lnTo>
                    <a:pt x="2660" y="75"/>
                  </a:lnTo>
                  <a:lnTo>
                    <a:pt x="2660" y="45"/>
                  </a:lnTo>
                  <a:lnTo>
                    <a:pt x="2645" y="30"/>
                  </a:lnTo>
                  <a:lnTo>
                    <a:pt x="2615" y="15"/>
                  </a:lnTo>
                  <a:lnTo>
                    <a:pt x="2600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33"/>
            <p:cNvSpPr/>
            <p:nvPr/>
          </p:nvSpPr>
          <p:spPr>
            <a:xfrm>
              <a:off x="4559374" y="2309340"/>
              <a:ext cx="73064" cy="73064"/>
            </a:xfrm>
            <a:custGeom>
              <a:avLst/>
              <a:gdLst/>
              <a:ahLst/>
              <a:cxnLst/>
              <a:rect l="l" t="t" r="r" b="b"/>
              <a:pathLst>
                <a:path w="2660" h="2660" extrusionOk="0">
                  <a:moveTo>
                    <a:pt x="75" y="0"/>
                  </a:moveTo>
                  <a:lnTo>
                    <a:pt x="45" y="15"/>
                  </a:lnTo>
                  <a:lnTo>
                    <a:pt x="30" y="30"/>
                  </a:lnTo>
                  <a:lnTo>
                    <a:pt x="15" y="45"/>
                  </a:lnTo>
                  <a:lnTo>
                    <a:pt x="0" y="75"/>
                  </a:lnTo>
                  <a:lnTo>
                    <a:pt x="0" y="2600"/>
                  </a:lnTo>
                  <a:lnTo>
                    <a:pt x="15" y="2629"/>
                  </a:lnTo>
                  <a:lnTo>
                    <a:pt x="30" y="2644"/>
                  </a:lnTo>
                  <a:lnTo>
                    <a:pt x="45" y="2659"/>
                  </a:lnTo>
                  <a:lnTo>
                    <a:pt x="2376" y="2659"/>
                  </a:lnTo>
                  <a:lnTo>
                    <a:pt x="2435" y="2629"/>
                  </a:lnTo>
                  <a:lnTo>
                    <a:pt x="2495" y="2600"/>
                  </a:lnTo>
                  <a:lnTo>
                    <a:pt x="2555" y="2555"/>
                  </a:lnTo>
                  <a:lnTo>
                    <a:pt x="2600" y="2510"/>
                  </a:lnTo>
                  <a:lnTo>
                    <a:pt x="2630" y="2435"/>
                  </a:lnTo>
                  <a:lnTo>
                    <a:pt x="2645" y="2375"/>
                  </a:lnTo>
                  <a:lnTo>
                    <a:pt x="2660" y="2301"/>
                  </a:lnTo>
                  <a:lnTo>
                    <a:pt x="2660" y="374"/>
                  </a:lnTo>
                  <a:lnTo>
                    <a:pt x="2645" y="299"/>
                  </a:lnTo>
                  <a:lnTo>
                    <a:pt x="2630" y="224"/>
                  </a:lnTo>
                  <a:lnTo>
                    <a:pt x="2600" y="164"/>
                  </a:lnTo>
                  <a:lnTo>
                    <a:pt x="2555" y="120"/>
                  </a:lnTo>
                  <a:lnTo>
                    <a:pt x="2495" y="75"/>
                  </a:lnTo>
                  <a:lnTo>
                    <a:pt x="2435" y="30"/>
                  </a:lnTo>
                  <a:lnTo>
                    <a:pt x="2376" y="15"/>
                  </a:lnTo>
                  <a:lnTo>
                    <a:pt x="230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33"/>
            <p:cNvSpPr/>
            <p:nvPr/>
          </p:nvSpPr>
          <p:spPr>
            <a:xfrm>
              <a:off x="4507242" y="2213728"/>
              <a:ext cx="104679" cy="261408"/>
            </a:xfrm>
            <a:custGeom>
              <a:avLst/>
              <a:gdLst/>
              <a:ahLst/>
              <a:cxnLst/>
              <a:rect l="l" t="t" r="r" b="b"/>
              <a:pathLst>
                <a:path w="3811" h="9517" extrusionOk="0">
                  <a:moveTo>
                    <a:pt x="1" y="0"/>
                  </a:moveTo>
                  <a:lnTo>
                    <a:pt x="1" y="9517"/>
                  </a:lnTo>
                  <a:lnTo>
                    <a:pt x="2765" y="9517"/>
                  </a:lnTo>
                  <a:lnTo>
                    <a:pt x="2869" y="9502"/>
                  </a:lnTo>
                  <a:lnTo>
                    <a:pt x="2974" y="9487"/>
                  </a:lnTo>
                  <a:lnTo>
                    <a:pt x="3079" y="9472"/>
                  </a:lnTo>
                  <a:lnTo>
                    <a:pt x="3168" y="9427"/>
                  </a:lnTo>
                  <a:lnTo>
                    <a:pt x="3258" y="9382"/>
                  </a:lnTo>
                  <a:lnTo>
                    <a:pt x="3347" y="9337"/>
                  </a:lnTo>
                  <a:lnTo>
                    <a:pt x="3422" y="9278"/>
                  </a:lnTo>
                  <a:lnTo>
                    <a:pt x="3497" y="9218"/>
                  </a:lnTo>
                  <a:lnTo>
                    <a:pt x="3572" y="9143"/>
                  </a:lnTo>
                  <a:lnTo>
                    <a:pt x="3631" y="9053"/>
                  </a:lnTo>
                  <a:lnTo>
                    <a:pt x="3676" y="8979"/>
                  </a:lnTo>
                  <a:lnTo>
                    <a:pt x="3721" y="8889"/>
                  </a:lnTo>
                  <a:lnTo>
                    <a:pt x="3751" y="8785"/>
                  </a:lnTo>
                  <a:lnTo>
                    <a:pt x="3781" y="8695"/>
                  </a:lnTo>
                  <a:lnTo>
                    <a:pt x="3796" y="8590"/>
                  </a:lnTo>
                  <a:lnTo>
                    <a:pt x="3811" y="8486"/>
                  </a:lnTo>
                  <a:lnTo>
                    <a:pt x="3811" y="1046"/>
                  </a:lnTo>
                  <a:lnTo>
                    <a:pt x="3796" y="926"/>
                  </a:lnTo>
                  <a:lnTo>
                    <a:pt x="3781" y="837"/>
                  </a:lnTo>
                  <a:lnTo>
                    <a:pt x="3751" y="732"/>
                  </a:lnTo>
                  <a:lnTo>
                    <a:pt x="3721" y="643"/>
                  </a:lnTo>
                  <a:lnTo>
                    <a:pt x="3676" y="553"/>
                  </a:lnTo>
                  <a:lnTo>
                    <a:pt x="3631" y="463"/>
                  </a:lnTo>
                  <a:lnTo>
                    <a:pt x="3572" y="389"/>
                  </a:lnTo>
                  <a:lnTo>
                    <a:pt x="3497" y="314"/>
                  </a:lnTo>
                  <a:lnTo>
                    <a:pt x="3422" y="239"/>
                  </a:lnTo>
                  <a:lnTo>
                    <a:pt x="3347" y="179"/>
                  </a:lnTo>
                  <a:lnTo>
                    <a:pt x="3258" y="135"/>
                  </a:lnTo>
                  <a:lnTo>
                    <a:pt x="3168" y="90"/>
                  </a:lnTo>
                  <a:lnTo>
                    <a:pt x="3079" y="45"/>
                  </a:lnTo>
                  <a:lnTo>
                    <a:pt x="2974" y="30"/>
                  </a:lnTo>
                  <a:lnTo>
                    <a:pt x="2869" y="15"/>
                  </a:lnTo>
                  <a:lnTo>
                    <a:pt x="27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33"/>
            <p:cNvSpPr/>
            <p:nvPr/>
          </p:nvSpPr>
          <p:spPr>
            <a:xfrm>
              <a:off x="3707083" y="2213728"/>
              <a:ext cx="104267" cy="261408"/>
            </a:xfrm>
            <a:custGeom>
              <a:avLst/>
              <a:gdLst/>
              <a:ahLst/>
              <a:cxnLst/>
              <a:rect l="l" t="t" r="r" b="b"/>
              <a:pathLst>
                <a:path w="3796" h="9517" extrusionOk="0">
                  <a:moveTo>
                    <a:pt x="3795" y="0"/>
                  </a:moveTo>
                  <a:lnTo>
                    <a:pt x="3556" y="15"/>
                  </a:lnTo>
                  <a:lnTo>
                    <a:pt x="3302" y="45"/>
                  </a:lnTo>
                  <a:lnTo>
                    <a:pt x="3063" y="75"/>
                  </a:lnTo>
                  <a:lnTo>
                    <a:pt x="2824" y="135"/>
                  </a:lnTo>
                  <a:lnTo>
                    <a:pt x="2585" y="209"/>
                  </a:lnTo>
                  <a:lnTo>
                    <a:pt x="2346" y="299"/>
                  </a:lnTo>
                  <a:lnTo>
                    <a:pt x="2122" y="403"/>
                  </a:lnTo>
                  <a:lnTo>
                    <a:pt x="1898" y="523"/>
                  </a:lnTo>
                  <a:lnTo>
                    <a:pt x="1689" y="643"/>
                  </a:lnTo>
                  <a:lnTo>
                    <a:pt x="1480" y="792"/>
                  </a:lnTo>
                  <a:lnTo>
                    <a:pt x="1286" y="956"/>
                  </a:lnTo>
                  <a:lnTo>
                    <a:pt x="1106" y="1121"/>
                  </a:lnTo>
                  <a:lnTo>
                    <a:pt x="867" y="1390"/>
                  </a:lnTo>
                  <a:lnTo>
                    <a:pt x="643" y="1688"/>
                  </a:lnTo>
                  <a:lnTo>
                    <a:pt x="464" y="2002"/>
                  </a:lnTo>
                  <a:lnTo>
                    <a:pt x="374" y="2166"/>
                  </a:lnTo>
                  <a:lnTo>
                    <a:pt x="300" y="2331"/>
                  </a:lnTo>
                  <a:lnTo>
                    <a:pt x="225" y="2495"/>
                  </a:lnTo>
                  <a:lnTo>
                    <a:pt x="165" y="2674"/>
                  </a:lnTo>
                  <a:lnTo>
                    <a:pt x="120" y="2854"/>
                  </a:lnTo>
                  <a:lnTo>
                    <a:pt x="75" y="3048"/>
                  </a:lnTo>
                  <a:lnTo>
                    <a:pt x="46" y="3227"/>
                  </a:lnTo>
                  <a:lnTo>
                    <a:pt x="16" y="3421"/>
                  </a:lnTo>
                  <a:lnTo>
                    <a:pt x="1" y="3615"/>
                  </a:lnTo>
                  <a:lnTo>
                    <a:pt x="1" y="3810"/>
                  </a:lnTo>
                  <a:lnTo>
                    <a:pt x="1" y="5707"/>
                  </a:lnTo>
                  <a:lnTo>
                    <a:pt x="16" y="6036"/>
                  </a:lnTo>
                  <a:lnTo>
                    <a:pt x="46" y="6349"/>
                  </a:lnTo>
                  <a:lnTo>
                    <a:pt x="120" y="6663"/>
                  </a:lnTo>
                  <a:lnTo>
                    <a:pt x="210" y="6962"/>
                  </a:lnTo>
                  <a:lnTo>
                    <a:pt x="329" y="7261"/>
                  </a:lnTo>
                  <a:lnTo>
                    <a:pt x="464" y="7530"/>
                  </a:lnTo>
                  <a:lnTo>
                    <a:pt x="628" y="7799"/>
                  </a:lnTo>
                  <a:lnTo>
                    <a:pt x="807" y="8053"/>
                  </a:lnTo>
                  <a:lnTo>
                    <a:pt x="1002" y="8277"/>
                  </a:lnTo>
                  <a:lnTo>
                    <a:pt x="1211" y="8501"/>
                  </a:lnTo>
                  <a:lnTo>
                    <a:pt x="1450" y="8695"/>
                  </a:lnTo>
                  <a:lnTo>
                    <a:pt x="1704" y="8874"/>
                  </a:lnTo>
                  <a:lnTo>
                    <a:pt x="1958" y="9039"/>
                  </a:lnTo>
                  <a:lnTo>
                    <a:pt x="2242" y="9173"/>
                  </a:lnTo>
                  <a:lnTo>
                    <a:pt x="2526" y="9293"/>
                  </a:lnTo>
                  <a:lnTo>
                    <a:pt x="2824" y="9382"/>
                  </a:lnTo>
                  <a:lnTo>
                    <a:pt x="3063" y="9442"/>
                  </a:lnTo>
                  <a:lnTo>
                    <a:pt x="3302" y="9487"/>
                  </a:lnTo>
                  <a:lnTo>
                    <a:pt x="3556" y="9502"/>
                  </a:lnTo>
                  <a:lnTo>
                    <a:pt x="3795" y="9517"/>
                  </a:lnTo>
                  <a:lnTo>
                    <a:pt x="37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33"/>
            <p:cNvSpPr/>
            <p:nvPr/>
          </p:nvSpPr>
          <p:spPr>
            <a:xfrm>
              <a:off x="3920472" y="2182938"/>
              <a:ext cx="125169" cy="157197"/>
            </a:xfrm>
            <a:custGeom>
              <a:avLst/>
              <a:gdLst/>
              <a:ahLst/>
              <a:cxnLst/>
              <a:rect l="l" t="t" r="r" b="b"/>
              <a:pathLst>
                <a:path w="4557" h="5723" extrusionOk="0">
                  <a:moveTo>
                    <a:pt x="2271" y="1"/>
                  </a:moveTo>
                  <a:lnTo>
                    <a:pt x="2047" y="16"/>
                  </a:lnTo>
                  <a:lnTo>
                    <a:pt x="1823" y="60"/>
                  </a:lnTo>
                  <a:lnTo>
                    <a:pt x="1599" y="105"/>
                  </a:lnTo>
                  <a:lnTo>
                    <a:pt x="1390" y="180"/>
                  </a:lnTo>
                  <a:lnTo>
                    <a:pt x="1196" y="285"/>
                  </a:lnTo>
                  <a:lnTo>
                    <a:pt x="1001" y="404"/>
                  </a:lnTo>
                  <a:lnTo>
                    <a:pt x="837" y="524"/>
                  </a:lnTo>
                  <a:lnTo>
                    <a:pt x="673" y="673"/>
                  </a:lnTo>
                  <a:lnTo>
                    <a:pt x="523" y="837"/>
                  </a:lnTo>
                  <a:lnTo>
                    <a:pt x="389" y="1017"/>
                  </a:lnTo>
                  <a:lnTo>
                    <a:pt x="284" y="1196"/>
                  </a:lnTo>
                  <a:lnTo>
                    <a:pt x="180" y="1405"/>
                  </a:lnTo>
                  <a:lnTo>
                    <a:pt x="105" y="1614"/>
                  </a:lnTo>
                  <a:lnTo>
                    <a:pt x="45" y="1823"/>
                  </a:lnTo>
                  <a:lnTo>
                    <a:pt x="15" y="2047"/>
                  </a:lnTo>
                  <a:lnTo>
                    <a:pt x="0" y="2286"/>
                  </a:lnTo>
                  <a:lnTo>
                    <a:pt x="0" y="3452"/>
                  </a:lnTo>
                  <a:lnTo>
                    <a:pt x="15" y="3691"/>
                  </a:lnTo>
                  <a:lnTo>
                    <a:pt x="45" y="3915"/>
                  </a:lnTo>
                  <a:lnTo>
                    <a:pt x="105" y="4124"/>
                  </a:lnTo>
                  <a:lnTo>
                    <a:pt x="180" y="4333"/>
                  </a:lnTo>
                  <a:lnTo>
                    <a:pt x="284" y="4542"/>
                  </a:lnTo>
                  <a:lnTo>
                    <a:pt x="389" y="4722"/>
                  </a:lnTo>
                  <a:lnTo>
                    <a:pt x="523" y="4901"/>
                  </a:lnTo>
                  <a:lnTo>
                    <a:pt x="673" y="5065"/>
                  </a:lnTo>
                  <a:lnTo>
                    <a:pt x="837" y="5215"/>
                  </a:lnTo>
                  <a:lnTo>
                    <a:pt x="1001" y="5334"/>
                  </a:lnTo>
                  <a:lnTo>
                    <a:pt x="1196" y="5454"/>
                  </a:lnTo>
                  <a:lnTo>
                    <a:pt x="1390" y="5543"/>
                  </a:lnTo>
                  <a:lnTo>
                    <a:pt x="1599" y="5618"/>
                  </a:lnTo>
                  <a:lnTo>
                    <a:pt x="1823" y="5678"/>
                  </a:lnTo>
                  <a:lnTo>
                    <a:pt x="2047" y="5723"/>
                  </a:lnTo>
                  <a:lnTo>
                    <a:pt x="2510" y="5723"/>
                  </a:lnTo>
                  <a:lnTo>
                    <a:pt x="2734" y="5678"/>
                  </a:lnTo>
                  <a:lnTo>
                    <a:pt x="2958" y="5618"/>
                  </a:lnTo>
                  <a:lnTo>
                    <a:pt x="3168" y="5543"/>
                  </a:lnTo>
                  <a:lnTo>
                    <a:pt x="3362" y="5454"/>
                  </a:lnTo>
                  <a:lnTo>
                    <a:pt x="3541" y="5334"/>
                  </a:lnTo>
                  <a:lnTo>
                    <a:pt x="3720" y="5215"/>
                  </a:lnTo>
                  <a:lnTo>
                    <a:pt x="3885" y="5065"/>
                  </a:lnTo>
                  <a:lnTo>
                    <a:pt x="4034" y="4901"/>
                  </a:lnTo>
                  <a:lnTo>
                    <a:pt x="4169" y="4722"/>
                  </a:lnTo>
                  <a:lnTo>
                    <a:pt x="4273" y="4542"/>
                  </a:lnTo>
                  <a:lnTo>
                    <a:pt x="4378" y="4333"/>
                  </a:lnTo>
                  <a:lnTo>
                    <a:pt x="4452" y="4124"/>
                  </a:lnTo>
                  <a:lnTo>
                    <a:pt x="4512" y="3915"/>
                  </a:lnTo>
                  <a:lnTo>
                    <a:pt x="4542" y="3691"/>
                  </a:lnTo>
                  <a:lnTo>
                    <a:pt x="4557" y="3452"/>
                  </a:lnTo>
                  <a:lnTo>
                    <a:pt x="4557" y="2286"/>
                  </a:lnTo>
                  <a:lnTo>
                    <a:pt x="4542" y="2047"/>
                  </a:lnTo>
                  <a:lnTo>
                    <a:pt x="4512" y="1823"/>
                  </a:lnTo>
                  <a:lnTo>
                    <a:pt x="4452" y="1614"/>
                  </a:lnTo>
                  <a:lnTo>
                    <a:pt x="4378" y="1405"/>
                  </a:lnTo>
                  <a:lnTo>
                    <a:pt x="4273" y="1196"/>
                  </a:lnTo>
                  <a:lnTo>
                    <a:pt x="4169" y="1017"/>
                  </a:lnTo>
                  <a:lnTo>
                    <a:pt x="4034" y="837"/>
                  </a:lnTo>
                  <a:lnTo>
                    <a:pt x="3885" y="673"/>
                  </a:lnTo>
                  <a:lnTo>
                    <a:pt x="3720" y="524"/>
                  </a:lnTo>
                  <a:lnTo>
                    <a:pt x="3541" y="404"/>
                  </a:lnTo>
                  <a:lnTo>
                    <a:pt x="3362" y="285"/>
                  </a:lnTo>
                  <a:lnTo>
                    <a:pt x="3168" y="180"/>
                  </a:lnTo>
                  <a:lnTo>
                    <a:pt x="2958" y="105"/>
                  </a:lnTo>
                  <a:lnTo>
                    <a:pt x="2734" y="60"/>
                  </a:lnTo>
                  <a:lnTo>
                    <a:pt x="2510" y="16"/>
                  </a:lnTo>
                  <a:lnTo>
                    <a:pt x="2271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33"/>
            <p:cNvSpPr/>
            <p:nvPr/>
          </p:nvSpPr>
          <p:spPr>
            <a:xfrm>
              <a:off x="3936073" y="2198539"/>
              <a:ext cx="93994" cy="126405"/>
            </a:xfrm>
            <a:custGeom>
              <a:avLst/>
              <a:gdLst/>
              <a:ahLst/>
              <a:cxnLst/>
              <a:rect l="l" t="t" r="r" b="b"/>
              <a:pathLst>
                <a:path w="3422" h="4602" extrusionOk="0">
                  <a:moveTo>
                    <a:pt x="1703" y="0"/>
                  </a:moveTo>
                  <a:lnTo>
                    <a:pt x="1539" y="15"/>
                  </a:lnTo>
                  <a:lnTo>
                    <a:pt x="1360" y="30"/>
                  </a:lnTo>
                  <a:lnTo>
                    <a:pt x="1195" y="75"/>
                  </a:lnTo>
                  <a:lnTo>
                    <a:pt x="1046" y="135"/>
                  </a:lnTo>
                  <a:lnTo>
                    <a:pt x="896" y="210"/>
                  </a:lnTo>
                  <a:lnTo>
                    <a:pt x="747" y="299"/>
                  </a:lnTo>
                  <a:lnTo>
                    <a:pt x="613" y="389"/>
                  </a:lnTo>
                  <a:lnTo>
                    <a:pt x="493" y="508"/>
                  </a:lnTo>
                  <a:lnTo>
                    <a:pt x="388" y="628"/>
                  </a:lnTo>
                  <a:lnTo>
                    <a:pt x="284" y="762"/>
                  </a:lnTo>
                  <a:lnTo>
                    <a:pt x="194" y="897"/>
                  </a:lnTo>
                  <a:lnTo>
                    <a:pt x="135" y="1046"/>
                  </a:lnTo>
                  <a:lnTo>
                    <a:pt x="75" y="1210"/>
                  </a:lnTo>
                  <a:lnTo>
                    <a:pt x="30" y="1375"/>
                  </a:lnTo>
                  <a:lnTo>
                    <a:pt x="0" y="1539"/>
                  </a:lnTo>
                  <a:lnTo>
                    <a:pt x="0" y="1718"/>
                  </a:lnTo>
                  <a:lnTo>
                    <a:pt x="0" y="2884"/>
                  </a:lnTo>
                  <a:lnTo>
                    <a:pt x="0" y="3063"/>
                  </a:lnTo>
                  <a:lnTo>
                    <a:pt x="30" y="3227"/>
                  </a:lnTo>
                  <a:lnTo>
                    <a:pt x="75" y="3392"/>
                  </a:lnTo>
                  <a:lnTo>
                    <a:pt x="135" y="3556"/>
                  </a:lnTo>
                  <a:lnTo>
                    <a:pt x="194" y="3705"/>
                  </a:lnTo>
                  <a:lnTo>
                    <a:pt x="284" y="3840"/>
                  </a:lnTo>
                  <a:lnTo>
                    <a:pt x="388" y="3974"/>
                  </a:lnTo>
                  <a:lnTo>
                    <a:pt x="493" y="4094"/>
                  </a:lnTo>
                  <a:lnTo>
                    <a:pt x="613" y="4213"/>
                  </a:lnTo>
                  <a:lnTo>
                    <a:pt x="747" y="4303"/>
                  </a:lnTo>
                  <a:lnTo>
                    <a:pt x="896" y="4393"/>
                  </a:lnTo>
                  <a:lnTo>
                    <a:pt x="1046" y="4467"/>
                  </a:lnTo>
                  <a:lnTo>
                    <a:pt x="1195" y="4527"/>
                  </a:lnTo>
                  <a:lnTo>
                    <a:pt x="1360" y="4572"/>
                  </a:lnTo>
                  <a:lnTo>
                    <a:pt x="1539" y="4587"/>
                  </a:lnTo>
                  <a:lnTo>
                    <a:pt x="1703" y="4602"/>
                  </a:lnTo>
                  <a:lnTo>
                    <a:pt x="1882" y="4587"/>
                  </a:lnTo>
                  <a:lnTo>
                    <a:pt x="2047" y="4572"/>
                  </a:lnTo>
                  <a:lnTo>
                    <a:pt x="2211" y="4527"/>
                  </a:lnTo>
                  <a:lnTo>
                    <a:pt x="2375" y="4467"/>
                  </a:lnTo>
                  <a:lnTo>
                    <a:pt x="2525" y="4393"/>
                  </a:lnTo>
                  <a:lnTo>
                    <a:pt x="2674" y="4303"/>
                  </a:lnTo>
                  <a:lnTo>
                    <a:pt x="2794" y="4213"/>
                  </a:lnTo>
                  <a:lnTo>
                    <a:pt x="2928" y="4094"/>
                  </a:lnTo>
                  <a:lnTo>
                    <a:pt x="3033" y="3974"/>
                  </a:lnTo>
                  <a:lnTo>
                    <a:pt x="3137" y="3840"/>
                  </a:lnTo>
                  <a:lnTo>
                    <a:pt x="3212" y="3705"/>
                  </a:lnTo>
                  <a:lnTo>
                    <a:pt x="3287" y="3556"/>
                  </a:lnTo>
                  <a:lnTo>
                    <a:pt x="3347" y="3392"/>
                  </a:lnTo>
                  <a:lnTo>
                    <a:pt x="3391" y="3227"/>
                  </a:lnTo>
                  <a:lnTo>
                    <a:pt x="3421" y="3063"/>
                  </a:lnTo>
                  <a:lnTo>
                    <a:pt x="3421" y="2884"/>
                  </a:lnTo>
                  <a:lnTo>
                    <a:pt x="3421" y="1718"/>
                  </a:lnTo>
                  <a:lnTo>
                    <a:pt x="3421" y="1539"/>
                  </a:lnTo>
                  <a:lnTo>
                    <a:pt x="3391" y="1375"/>
                  </a:lnTo>
                  <a:lnTo>
                    <a:pt x="3347" y="1210"/>
                  </a:lnTo>
                  <a:lnTo>
                    <a:pt x="3287" y="1046"/>
                  </a:lnTo>
                  <a:lnTo>
                    <a:pt x="3212" y="897"/>
                  </a:lnTo>
                  <a:lnTo>
                    <a:pt x="3137" y="762"/>
                  </a:lnTo>
                  <a:lnTo>
                    <a:pt x="3033" y="628"/>
                  </a:lnTo>
                  <a:lnTo>
                    <a:pt x="2928" y="508"/>
                  </a:lnTo>
                  <a:lnTo>
                    <a:pt x="2794" y="389"/>
                  </a:lnTo>
                  <a:lnTo>
                    <a:pt x="2674" y="299"/>
                  </a:lnTo>
                  <a:lnTo>
                    <a:pt x="2525" y="210"/>
                  </a:lnTo>
                  <a:lnTo>
                    <a:pt x="2375" y="135"/>
                  </a:lnTo>
                  <a:lnTo>
                    <a:pt x="2211" y="75"/>
                  </a:lnTo>
                  <a:lnTo>
                    <a:pt x="2047" y="30"/>
                  </a:lnTo>
                  <a:lnTo>
                    <a:pt x="1882" y="15"/>
                  </a:lnTo>
                  <a:lnTo>
                    <a:pt x="170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33"/>
            <p:cNvSpPr/>
            <p:nvPr/>
          </p:nvSpPr>
          <p:spPr>
            <a:xfrm>
              <a:off x="3951235" y="2213728"/>
              <a:ext cx="63642" cy="95642"/>
            </a:xfrm>
            <a:custGeom>
              <a:avLst/>
              <a:gdLst/>
              <a:ahLst/>
              <a:cxnLst/>
              <a:rect l="l" t="t" r="r" b="b"/>
              <a:pathLst>
                <a:path w="2317" h="3482" extrusionOk="0">
                  <a:moveTo>
                    <a:pt x="1151" y="0"/>
                  </a:moveTo>
                  <a:lnTo>
                    <a:pt x="1032" y="15"/>
                  </a:lnTo>
                  <a:lnTo>
                    <a:pt x="927" y="30"/>
                  </a:lnTo>
                  <a:lnTo>
                    <a:pt x="808" y="60"/>
                  </a:lnTo>
                  <a:lnTo>
                    <a:pt x="703" y="90"/>
                  </a:lnTo>
                  <a:lnTo>
                    <a:pt x="613" y="150"/>
                  </a:lnTo>
                  <a:lnTo>
                    <a:pt x="509" y="209"/>
                  </a:lnTo>
                  <a:lnTo>
                    <a:pt x="419" y="269"/>
                  </a:lnTo>
                  <a:lnTo>
                    <a:pt x="344" y="344"/>
                  </a:lnTo>
                  <a:lnTo>
                    <a:pt x="270" y="433"/>
                  </a:lnTo>
                  <a:lnTo>
                    <a:pt x="195" y="523"/>
                  </a:lnTo>
                  <a:lnTo>
                    <a:pt x="135" y="613"/>
                  </a:lnTo>
                  <a:lnTo>
                    <a:pt x="90" y="717"/>
                  </a:lnTo>
                  <a:lnTo>
                    <a:pt x="46" y="822"/>
                  </a:lnTo>
                  <a:lnTo>
                    <a:pt x="31" y="926"/>
                  </a:lnTo>
                  <a:lnTo>
                    <a:pt x="1" y="1046"/>
                  </a:lnTo>
                  <a:lnTo>
                    <a:pt x="1" y="1165"/>
                  </a:lnTo>
                  <a:lnTo>
                    <a:pt x="1" y="2331"/>
                  </a:lnTo>
                  <a:lnTo>
                    <a:pt x="16" y="2480"/>
                  </a:lnTo>
                  <a:lnTo>
                    <a:pt x="46" y="2629"/>
                  </a:lnTo>
                  <a:lnTo>
                    <a:pt x="90" y="2779"/>
                  </a:lnTo>
                  <a:lnTo>
                    <a:pt x="150" y="2898"/>
                  </a:lnTo>
                  <a:lnTo>
                    <a:pt x="240" y="3033"/>
                  </a:lnTo>
                  <a:lnTo>
                    <a:pt x="329" y="3137"/>
                  </a:lnTo>
                  <a:lnTo>
                    <a:pt x="449" y="3242"/>
                  </a:lnTo>
                  <a:lnTo>
                    <a:pt x="569" y="3332"/>
                  </a:lnTo>
                  <a:lnTo>
                    <a:pt x="703" y="3391"/>
                  </a:lnTo>
                  <a:lnTo>
                    <a:pt x="852" y="3451"/>
                  </a:lnTo>
                  <a:lnTo>
                    <a:pt x="1002" y="3481"/>
                  </a:lnTo>
                  <a:lnTo>
                    <a:pt x="1271" y="3481"/>
                  </a:lnTo>
                  <a:lnTo>
                    <a:pt x="1390" y="3466"/>
                  </a:lnTo>
                  <a:lnTo>
                    <a:pt x="1495" y="3436"/>
                  </a:lnTo>
                  <a:lnTo>
                    <a:pt x="1599" y="3391"/>
                  </a:lnTo>
                  <a:lnTo>
                    <a:pt x="1704" y="3347"/>
                  </a:lnTo>
                  <a:lnTo>
                    <a:pt x="1809" y="3287"/>
                  </a:lnTo>
                  <a:lnTo>
                    <a:pt x="1898" y="3227"/>
                  </a:lnTo>
                  <a:lnTo>
                    <a:pt x="1973" y="3152"/>
                  </a:lnTo>
                  <a:lnTo>
                    <a:pt x="2048" y="3063"/>
                  </a:lnTo>
                  <a:lnTo>
                    <a:pt x="2107" y="2973"/>
                  </a:lnTo>
                  <a:lnTo>
                    <a:pt x="2167" y="2883"/>
                  </a:lnTo>
                  <a:lnTo>
                    <a:pt x="2227" y="2779"/>
                  </a:lnTo>
                  <a:lnTo>
                    <a:pt x="2257" y="2674"/>
                  </a:lnTo>
                  <a:lnTo>
                    <a:pt x="2287" y="2570"/>
                  </a:lnTo>
                  <a:lnTo>
                    <a:pt x="2302" y="2450"/>
                  </a:lnTo>
                  <a:lnTo>
                    <a:pt x="2316" y="2331"/>
                  </a:lnTo>
                  <a:lnTo>
                    <a:pt x="2316" y="1165"/>
                  </a:lnTo>
                  <a:lnTo>
                    <a:pt x="2302" y="986"/>
                  </a:lnTo>
                  <a:lnTo>
                    <a:pt x="2257" y="822"/>
                  </a:lnTo>
                  <a:lnTo>
                    <a:pt x="2212" y="672"/>
                  </a:lnTo>
                  <a:lnTo>
                    <a:pt x="2122" y="538"/>
                  </a:lnTo>
                  <a:lnTo>
                    <a:pt x="2048" y="433"/>
                  </a:lnTo>
                  <a:lnTo>
                    <a:pt x="1973" y="344"/>
                  </a:lnTo>
                  <a:lnTo>
                    <a:pt x="1898" y="269"/>
                  </a:lnTo>
                  <a:lnTo>
                    <a:pt x="1809" y="209"/>
                  </a:lnTo>
                  <a:lnTo>
                    <a:pt x="1704" y="150"/>
                  </a:lnTo>
                  <a:lnTo>
                    <a:pt x="1599" y="90"/>
                  </a:lnTo>
                  <a:lnTo>
                    <a:pt x="1495" y="60"/>
                  </a:lnTo>
                  <a:lnTo>
                    <a:pt x="1390" y="30"/>
                  </a:lnTo>
                  <a:lnTo>
                    <a:pt x="1271" y="15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33"/>
            <p:cNvSpPr/>
            <p:nvPr/>
          </p:nvSpPr>
          <p:spPr>
            <a:xfrm>
              <a:off x="3955355" y="2228478"/>
              <a:ext cx="59522" cy="80892"/>
            </a:xfrm>
            <a:custGeom>
              <a:avLst/>
              <a:gdLst/>
              <a:ahLst/>
              <a:cxnLst/>
              <a:rect l="l" t="t" r="r" b="b"/>
              <a:pathLst>
                <a:path w="2167" h="2945" extrusionOk="0">
                  <a:moveTo>
                    <a:pt x="1972" y="1"/>
                  </a:moveTo>
                  <a:lnTo>
                    <a:pt x="0" y="2361"/>
                  </a:lnTo>
                  <a:lnTo>
                    <a:pt x="90" y="2496"/>
                  </a:lnTo>
                  <a:lnTo>
                    <a:pt x="179" y="2600"/>
                  </a:lnTo>
                  <a:lnTo>
                    <a:pt x="299" y="2705"/>
                  </a:lnTo>
                  <a:lnTo>
                    <a:pt x="419" y="2795"/>
                  </a:lnTo>
                  <a:lnTo>
                    <a:pt x="553" y="2854"/>
                  </a:lnTo>
                  <a:lnTo>
                    <a:pt x="702" y="2914"/>
                  </a:lnTo>
                  <a:lnTo>
                    <a:pt x="852" y="2944"/>
                  </a:lnTo>
                  <a:lnTo>
                    <a:pt x="1121" y="2944"/>
                  </a:lnTo>
                  <a:lnTo>
                    <a:pt x="1240" y="2929"/>
                  </a:lnTo>
                  <a:lnTo>
                    <a:pt x="1345" y="2899"/>
                  </a:lnTo>
                  <a:lnTo>
                    <a:pt x="1449" y="2854"/>
                  </a:lnTo>
                  <a:lnTo>
                    <a:pt x="1554" y="2810"/>
                  </a:lnTo>
                  <a:lnTo>
                    <a:pt x="1659" y="2750"/>
                  </a:lnTo>
                  <a:lnTo>
                    <a:pt x="1748" y="2690"/>
                  </a:lnTo>
                  <a:lnTo>
                    <a:pt x="1823" y="2615"/>
                  </a:lnTo>
                  <a:lnTo>
                    <a:pt x="1898" y="2526"/>
                  </a:lnTo>
                  <a:lnTo>
                    <a:pt x="1957" y="2436"/>
                  </a:lnTo>
                  <a:lnTo>
                    <a:pt x="2017" y="2346"/>
                  </a:lnTo>
                  <a:lnTo>
                    <a:pt x="2077" y="2242"/>
                  </a:lnTo>
                  <a:lnTo>
                    <a:pt x="2107" y="2137"/>
                  </a:lnTo>
                  <a:lnTo>
                    <a:pt x="2137" y="2033"/>
                  </a:lnTo>
                  <a:lnTo>
                    <a:pt x="2152" y="1913"/>
                  </a:lnTo>
                  <a:lnTo>
                    <a:pt x="2166" y="1794"/>
                  </a:lnTo>
                  <a:lnTo>
                    <a:pt x="2166" y="628"/>
                  </a:lnTo>
                  <a:lnTo>
                    <a:pt x="2152" y="449"/>
                  </a:lnTo>
                  <a:lnTo>
                    <a:pt x="2107" y="285"/>
                  </a:lnTo>
                  <a:lnTo>
                    <a:pt x="2062" y="135"/>
                  </a:lnTo>
                  <a:lnTo>
                    <a:pt x="1972" y="1"/>
                  </a:lnTo>
                  <a:close/>
                </a:path>
              </a:pathLst>
            </a:custGeom>
            <a:solidFill>
              <a:srgbClr val="DE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33"/>
            <p:cNvSpPr/>
            <p:nvPr/>
          </p:nvSpPr>
          <p:spPr>
            <a:xfrm>
              <a:off x="4275836" y="2182938"/>
              <a:ext cx="124757" cy="157197"/>
            </a:xfrm>
            <a:custGeom>
              <a:avLst/>
              <a:gdLst/>
              <a:ahLst/>
              <a:cxnLst/>
              <a:rect l="l" t="t" r="r" b="b"/>
              <a:pathLst>
                <a:path w="4542" h="5723" extrusionOk="0">
                  <a:moveTo>
                    <a:pt x="2271" y="1"/>
                  </a:moveTo>
                  <a:lnTo>
                    <a:pt x="2032" y="16"/>
                  </a:lnTo>
                  <a:lnTo>
                    <a:pt x="1808" y="60"/>
                  </a:lnTo>
                  <a:lnTo>
                    <a:pt x="1599" y="105"/>
                  </a:lnTo>
                  <a:lnTo>
                    <a:pt x="1389" y="180"/>
                  </a:lnTo>
                  <a:lnTo>
                    <a:pt x="1180" y="285"/>
                  </a:lnTo>
                  <a:lnTo>
                    <a:pt x="1001" y="404"/>
                  </a:lnTo>
                  <a:lnTo>
                    <a:pt x="822" y="524"/>
                  </a:lnTo>
                  <a:lnTo>
                    <a:pt x="657" y="673"/>
                  </a:lnTo>
                  <a:lnTo>
                    <a:pt x="508" y="837"/>
                  </a:lnTo>
                  <a:lnTo>
                    <a:pt x="388" y="1017"/>
                  </a:lnTo>
                  <a:lnTo>
                    <a:pt x="269" y="1196"/>
                  </a:lnTo>
                  <a:lnTo>
                    <a:pt x="164" y="1405"/>
                  </a:lnTo>
                  <a:lnTo>
                    <a:pt x="90" y="1614"/>
                  </a:lnTo>
                  <a:lnTo>
                    <a:pt x="45" y="1823"/>
                  </a:lnTo>
                  <a:lnTo>
                    <a:pt x="0" y="2047"/>
                  </a:lnTo>
                  <a:lnTo>
                    <a:pt x="0" y="2286"/>
                  </a:lnTo>
                  <a:lnTo>
                    <a:pt x="0" y="3452"/>
                  </a:lnTo>
                  <a:lnTo>
                    <a:pt x="0" y="3691"/>
                  </a:lnTo>
                  <a:lnTo>
                    <a:pt x="45" y="3915"/>
                  </a:lnTo>
                  <a:lnTo>
                    <a:pt x="90" y="4124"/>
                  </a:lnTo>
                  <a:lnTo>
                    <a:pt x="164" y="4333"/>
                  </a:lnTo>
                  <a:lnTo>
                    <a:pt x="269" y="4542"/>
                  </a:lnTo>
                  <a:lnTo>
                    <a:pt x="388" y="4722"/>
                  </a:lnTo>
                  <a:lnTo>
                    <a:pt x="508" y="4901"/>
                  </a:lnTo>
                  <a:lnTo>
                    <a:pt x="657" y="5065"/>
                  </a:lnTo>
                  <a:lnTo>
                    <a:pt x="822" y="5215"/>
                  </a:lnTo>
                  <a:lnTo>
                    <a:pt x="1001" y="5334"/>
                  </a:lnTo>
                  <a:lnTo>
                    <a:pt x="1180" y="5454"/>
                  </a:lnTo>
                  <a:lnTo>
                    <a:pt x="1389" y="5543"/>
                  </a:lnTo>
                  <a:lnTo>
                    <a:pt x="1599" y="5618"/>
                  </a:lnTo>
                  <a:lnTo>
                    <a:pt x="1808" y="5678"/>
                  </a:lnTo>
                  <a:lnTo>
                    <a:pt x="2032" y="5723"/>
                  </a:lnTo>
                  <a:lnTo>
                    <a:pt x="2495" y="5723"/>
                  </a:lnTo>
                  <a:lnTo>
                    <a:pt x="2719" y="5678"/>
                  </a:lnTo>
                  <a:lnTo>
                    <a:pt x="2943" y="5618"/>
                  </a:lnTo>
                  <a:lnTo>
                    <a:pt x="3152" y="5543"/>
                  </a:lnTo>
                  <a:lnTo>
                    <a:pt x="3347" y="5454"/>
                  </a:lnTo>
                  <a:lnTo>
                    <a:pt x="3541" y="5334"/>
                  </a:lnTo>
                  <a:lnTo>
                    <a:pt x="3720" y="5215"/>
                  </a:lnTo>
                  <a:lnTo>
                    <a:pt x="3869" y="5065"/>
                  </a:lnTo>
                  <a:lnTo>
                    <a:pt x="4019" y="4901"/>
                  </a:lnTo>
                  <a:lnTo>
                    <a:pt x="4153" y="4722"/>
                  </a:lnTo>
                  <a:lnTo>
                    <a:pt x="4273" y="4542"/>
                  </a:lnTo>
                  <a:lnTo>
                    <a:pt x="4362" y="4333"/>
                  </a:lnTo>
                  <a:lnTo>
                    <a:pt x="4437" y="4124"/>
                  </a:lnTo>
                  <a:lnTo>
                    <a:pt x="4497" y="3915"/>
                  </a:lnTo>
                  <a:lnTo>
                    <a:pt x="4527" y="3691"/>
                  </a:lnTo>
                  <a:lnTo>
                    <a:pt x="4542" y="3452"/>
                  </a:lnTo>
                  <a:lnTo>
                    <a:pt x="4542" y="2286"/>
                  </a:lnTo>
                  <a:lnTo>
                    <a:pt x="4527" y="2047"/>
                  </a:lnTo>
                  <a:lnTo>
                    <a:pt x="4497" y="1823"/>
                  </a:lnTo>
                  <a:lnTo>
                    <a:pt x="4437" y="1614"/>
                  </a:lnTo>
                  <a:lnTo>
                    <a:pt x="4362" y="1405"/>
                  </a:lnTo>
                  <a:lnTo>
                    <a:pt x="4273" y="1196"/>
                  </a:lnTo>
                  <a:lnTo>
                    <a:pt x="4153" y="1017"/>
                  </a:lnTo>
                  <a:lnTo>
                    <a:pt x="4019" y="837"/>
                  </a:lnTo>
                  <a:lnTo>
                    <a:pt x="3869" y="673"/>
                  </a:lnTo>
                  <a:lnTo>
                    <a:pt x="3720" y="524"/>
                  </a:lnTo>
                  <a:lnTo>
                    <a:pt x="3541" y="404"/>
                  </a:lnTo>
                  <a:lnTo>
                    <a:pt x="3347" y="285"/>
                  </a:lnTo>
                  <a:lnTo>
                    <a:pt x="3152" y="180"/>
                  </a:lnTo>
                  <a:lnTo>
                    <a:pt x="2943" y="105"/>
                  </a:lnTo>
                  <a:lnTo>
                    <a:pt x="2719" y="60"/>
                  </a:lnTo>
                  <a:lnTo>
                    <a:pt x="2495" y="16"/>
                  </a:lnTo>
                  <a:lnTo>
                    <a:pt x="2271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33"/>
            <p:cNvSpPr/>
            <p:nvPr/>
          </p:nvSpPr>
          <p:spPr>
            <a:xfrm>
              <a:off x="4290997" y="2198539"/>
              <a:ext cx="94406" cy="126405"/>
            </a:xfrm>
            <a:custGeom>
              <a:avLst/>
              <a:gdLst/>
              <a:ahLst/>
              <a:cxnLst/>
              <a:rect l="l" t="t" r="r" b="b"/>
              <a:pathLst>
                <a:path w="3437" h="4602" extrusionOk="0">
                  <a:moveTo>
                    <a:pt x="1719" y="0"/>
                  </a:moveTo>
                  <a:lnTo>
                    <a:pt x="1540" y="15"/>
                  </a:lnTo>
                  <a:lnTo>
                    <a:pt x="1375" y="30"/>
                  </a:lnTo>
                  <a:lnTo>
                    <a:pt x="1211" y="75"/>
                  </a:lnTo>
                  <a:lnTo>
                    <a:pt x="1047" y="135"/>
                  </a:lnTo>
                  <a:lnTo>
                    <a:pt x="897" y="210"/>
                  </a:lnTo>
                  <a:lnTo>
                    <a:pt x="763" y="299"/>
                  </a:lnTo>
                  <a:lnTo>
                    <a:pt x="628" y="389"/>
                  </a:lnTo>
                  <a:lnTo>
                    <a:pt x="509" y="508"/>
                  </a:lnTo>
                  <a:lnTo>
                    <a:pt x="389" y="628"/>
                  </a:lnTo>
                  <a:lnTo>
                    <a:pt x="300" y="762"/>
                  </a:lnTo>
                  <a:lnTo>
                    <a:pt x="210" y="897"/>
                  </a:lnTo>
                  <a:lnTo>
                    <a:pt x="135" y="1046"/>
                  </a:lnTo>
                  <a:lnTo>
                    <a:pt x="76" y="1210"/>
                  </a:lnTo>
                  <a:lnTo>
                    <a:pt x="31" y="1375"/>
                  </a:lnTo>
                  <a:lnTo>
                    <a:pt x="16" y="1539"/>
                  </a:lnTo>
                  <a:lnTo>
                    <a:pt x="1" y="1718"/>
                  </a:lnTo>
                  <a:lnTo>
                    <a:pt x="1" y="2884"/>
                  </a:lnTo>
                  <a:lnTo>
                    <a:pt x="16" y="3063"/>
                  </a:lnTo>
                  <a:lnTo>
                    <a:pt x="31" y="3227"/>
                  </a:lnTo>
                  <a:lnTo>
                    <a:pt x="76" y="3392"/>
                  </a:lnTo>
                  <a:lnTo>
                    <a:pt x="135" y="3556"/>
                  </a:lnTo>
                  <a:lnTo>
                    <a:pt x="210" y="3705"/>
                  </a:lnTo>
                  <a:lnTo>
                    <a:pt x="300" y="3840"/>
                  </a:lnTo>
                  <a:lnTo>
                    <a:pt x="389" y="3974"/>
                  </a:lnTo>
                  <a:lnTo>
                    <a:pt x="509" y="4094"/>
                  </a:lnTo>
                  <a:lnTo>
                    <a:pt x="628" y="4213"/>
                  </a:lnTo>
                  <a:lnTo>
                    <a:pt x="763" y="4303"/>
                  </a:lnTo>
                  <a:lnTo>
                    <a:pt x="897" y="4393"/>
                  </a:lnTo>
                  <a:lnTo>
                    <a:pt x="1047" y="4467"/>
                  </a:lnTo>
                  <a:lnTo>
                    <a:pt x="1211" y="4527"/>
                  </a:lnTo>
                  <a:lnTo>
                    <a:pt x="1375" y="4572"/>
                  </a:lnTo>
                  <a:lnTo>
                    <a:pt x="1540" y="4587"/>
                  </a:lnTo>
                  <a:lnTo>
                    <a:pt x="1719" y="4602"/>
                  </a:lnTo>
                  <a:lnTo>
                    <a:pt x="1883" y="4587"/>
                  </a:lnTo>
                  <a:lnTo>
                    <a:pt x="2062" y="4572"/>
                  </a:lnTo>
                  <a:lnTo>
                    <a:pt x="2227" y="4527"/>
                  </a:lnTo>
                  <a:lnTo>
                    <a:pt x="2376" y="4467"/>
                  </a:lnTo>
                  <a:lnTo>
                    <a:pt x="2526" y="4393"/>
                  </a:lnTo>
                  <a:lnTo>
                    <a:pt x="2675" y="4303"/>
                  </a:lnTo>
                  <a:lnTo>
                    <a:pt x="2809" y="4213"/>
                  </a:lnTo>
                  <a:lnTo>
                    <a:pt x="2929" y="4094"/>
                  </a:lnTo>
                  <a:lnTo>
                    <a:pt x="3034" y="3974"/>
                  </a:lnTo>
                  <a:lnTo>
                    <a:pt x="3138" y="3840"/>
                  </a:lnTo>
                  <a:lnTo>
                    <a:pt x="3228" y="3705"/>
                  </a:lnTo>
                  <a:lnTo>
                    <a:pt x="3302" y="3556"/>
                  </a:lnTo>
                  <a:lnTo>
                    <a:pt x="3347" y="3392"/>
                  </a:lnTo>
                  <a:lnTo>
                    <a:pt x="3392" y="3227"/>
                  </a:lnTo>
                  <a:lnTo>
                    <a:pt x="3422" y="3063"/>
                  </a:lnTo>
                  <a:lnTo>
                    <a:pt x="3437" y="2884"/>
                  </a:lnTo>
                  <a:lnTo>
                    <a:pt x="3437" y="1718"/>
                  </a:lnTo>
                  <a:lnTo>
                    <a:pt x="3422" y="1539"/>
                  </a:lnTo>
                  <a:lnTo>
                    <a:pt x="3392" y="1375"/>
                  </a:lnTo>
                  <a:lnTo>
                    <a:pt x="3347" y="1210"/>
                  </a:lnTo>
                  <a:lnTo>
                    <a:pt x="3302" y="1046"/>
                  </a:lnTo>
                  <a:lnTo>
                    <a:pt x="3228" y="897"/>
                  </a:lnTo>
                  <a:lnTo>
                    <a:pt x="3138" y="762"/>
                  </a:lnTo>
                  <a:lnTo>
                    <a:pt x="3034" y="628"/>
                  </a:lnTo>
                  <a:lnTo>
                    <a:pt x="2929" y="508"/>
                  </a:lnTo>
                  <a:lnTo>
                    <a:pt x="2809" y="389"/>
                  </a:lnTo>
                  <a:lnTo>
                    <a:pt x="2675" y="299"/>
                  </a:lnTo>
                  <a:lnTo>
                    <a:pt x="2526" y="210"/>
                  </a:lnTo>
                  <a:lnTo>
                    <a:pt x="2376" y="135"/>
                  </a:lnTo>
                  <a:lnTo>
                    <a:pt x="2227" y="75"/>
                  </a:lnTo>
                  <a:lnTo>
                    <a:pt x="2062" y="30"/>
                  </a:lnTo>
                  <a:lnTo>
                    <a:pt x="1883" y="15"/>
                  </a:lnTo>
                  <a:lnTo>
                    <a:pt x="171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3"/>
            <p:cNvSpPr/>
            <p:nvPr/>
          </p:nvSpPr>
          <p:spPr>
            <a:xfrm>
              <a:off x="4306186" y="2213728"/>
              <a:ext cx="63642" cy="95642"/>
            </a:xfrm>
            <a:custGeom>
              <a:avLst/>
              <a:gdLst/>
              <a:ahLst/>
              <a:cxnLst/>
              <a:rect l="l" t="t" r="r" b="b"/>
              <a:pathLst>
                <a:path w="2317" h="3482" extrusionOk="0">
                  <a:moveTo>
                    <a:pt x="1166" y="0"/>
                  </a:moveTo>
                  <a:lnTo>
                    <a:pt x="1046" y="15"/>
                  </a:lnTo>
                  <a:lnTo>
                    <a:pt x="927" y="30"/>
                  </a:lnTo>
                  <a:lnTo>
                    <a:pt x="822" y="60"/>
                  </a:lnTo>
                  <a:lnTo>
                    <a:pt x="718" y="90"/>
                  </a:lnTo>
                  <a:lnTo>
                    <a:pt x="613" y="150"/>
                  </a:lnTo>
                  <a:lnTo>
                    <a:pt x="523" y="209"/>
                  </a:lnTo>
                  <a:lnTo>
                    <a:pt x="434" y="269"/>
                  </a:lnTo>
                  <a:lnTo>
                    <a:pt x="344" y="344"/>
                  </a:lnTo>
                  <a:lnTo>
                    <a:pt x="270" y="433"/>
                  </a:lnTo>
                  <a:lnTo>
                    <a:pt x="210" y="523"/>
                  </a:lnTo>
                  <a:lnTo>
                    <a:pt x="150" y="613"/>
                  </a:lnTo>
                  <a:lnTo>
                    <a:pt x="90" y="717"/>
                  </a:lnTo>
                  <a:lnTo>
                    <a:pt x="60" y="822"/>
                  </a:lnTo>
                  <a:lnTo>
                    <a:pt x="30" y="926"/>
                  </a:lnTo>
                  <a:lnTo>
                    <a:pt x="16" y="1046"/>
                  </a:lnTo>
                  <a:lnTo>
                    <a:pt x="1" y="1165"/>
                  </a:lnTo>
                  <a:lnTo>
                    <a:pt x="1" y="2331"/>
                  </a:lnTo>
                  <a:lnTo>
                    <a:pt x="16" y="2480"/>
                  </a:lnTo>
                  <a:lnTo>
                    <a:pt x="45" y="2629"/>
                  </a:lnTo>
                  <a:lnTo>
                    <a:pt x="90" y="2779"/>
                  </a:lnTo>
                  <a:lnTo>
                    <a:pt x="165" y="2898"/>
                  </a:lnTo>
                  <a:lnTo>
                    <a:pt x="240" y="3033"/>
                  </a:lnTo>
                  <a:lnTo>
                    <a:pt x="344" y="3137"/>
                  </a:lnTo>
                  <a:lnTo>
                    <a:pt x="449" y="3242"/>
                  </a:lnTo>
                  <a:lnTo>
                    <a:pt x="568" y="3332"/>
                  </a:lnTo>
                  <a:lnTo>
                    <a:pt x="703" y="3391"/>
                  </a:lnTo>
                  <a:lnTo>
                    <a:pt x="852" y="3451"/>
                  </a:lnTo>
                  <a:lnTo>
                    <a:pt x="1002" y="3481"/>
                  </a:lnTo>
                  <a:lnTo>
                    <a:pt x="1285" y="3481"/>
                  </a:lnTo>
                  <a:lnTo>
                    <a:pt x="1390" y="3466"/>
                  </a:lnTo>
                  <a:lnTo>
                    <a:pt x="1509" y="3436"/>
                  </a:lnTo>
                  <a:lnTo>
                    <a:pt x="1614" y="3391"/>
                  </a:lnTo>
                  <a:lnTo>
                    <a:pt x="1719" y="3347"/>
                  </a:lnTo>
                  <a:lnTo>
                    <a:pt x="1808" y="3287"/>
                  </a:lnTo>
                  <a:lnTo>
                    <a:pt x="1898" y="3227"/>
                  </a:lnTo>
                  <a:lnTo>
                    <a:pt x="1973" y="3152"/>
                  </a:lnTo>
                  <a:lnTo>
                    <a:pt x="2047" y="3063"/>
                  </a:lnTo>
                  <a:lnTo>
                    <a:pt x="2122" y="2973"/>
                  </a:lnTo>
                  <a:lnTo>
                    <a:pt x="2182" y="2883"/>
                  </a:lnTo>
                  <a:lnTo>
                    <a:pt x="2227" y="2779"/>
                  </a:lnTo>
                  <a:lnTo>
                    <a:pt x="2271" y="2674"/>
                  </a:lnTo>
                  <a:lnTo>
                    <a:pt x="2301" y="2570"/>
                  </a:lnTo>
                  <a:lnTo>
                    <a:pt x="2316" y="2450"/>
                  </a:lnTo>
                  <a:lnTo>
                    <a:pt x="2316" y="2331"/>
                  </a:lnTo>
                  <a:lnTo>
                    <a:pt x="2316" y="1165"/>
                  </a:lnTo>
                  <a:lnTo>
                    <a:pt x="2301" y="986"/>
                  </a:lnTo>
                  <a:lnTo>
                    <a:pt x="2271" y="822"/>
                  </a:lnTo>
                  <a:lnTo>
                    <a:pt x="2212" y="672"/>
                  </a:lnTo>
                  <a:lnTo>
                    <a:pt x="2137" y="538"/>
                  </a:lnTo>
                  <a:lnTo>
                    <a:pt x="2062" y="433"/>
                  </a:lnTo>
                  <a:lnTo>
                    <a:pt x="1973" y="344"/>
                  </a:lnTo>
                  <a:lnTo>
                    <a:pt x="1898" y="269"/>
                  </a:lnTo>
                  <a:lnTo>
                    <a:pt x="1808" y="209"/>
                  </a:lnTo>
                  <a:lnTo>
                    <a:pt x="1719" y="150"/>
                  </a:lnTo>
                  <a:lnTo>
                    <a:pt x="1614" y="90"/>
                  </a:lnTo>
                  <a:lnTo>
                    <a:pt x="1509" y="60"/>
                  </a:lnTo>
                  <a:lnTo>
                    <a:pt x="1390" y="30"/>
                  </a:lnTo>
                  <a:lnTo>
                    <a:pt x="1285" y="15"/>
                  </a:lnTo>
                  <a:lnTo>
                    <a:pt x="11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3"/>
            <p:cNvSpPr/>
            <p:nvPr/>
          </p:nvSpPr>
          <p:spPr>
            <a:xfrm>
              <a:off x="4310691" y="2228478"/>
              <a:ext cx="59138" cy="80892"/>
            </a:xfrm>
            <a:custGeom>
              <a:avLst/>
              <a:gdLst/>
              <a:ahLst/>
              <a:cxnLst/>
              <a:rect l="l" t="t" r="r" b="b"/>
              <a:pathLst>
                <a:path w="2153" h="2945" extrusionOk="0">
                  <a:moveTo>
                    <a:pt x="1973" y="1"/>
                  </a:moveTo>
                  <a:lnTo>
                    <a:pt x="1" y="2361"/>
                  </a:lnTo>
                  <a:lnTo>
                    <a:pt x="76" y="2496"/>
                  </a:lnTo>
                  <a:lnTo>
                    <a:pt x="180" y="2600"/>
                  </a:lnTo>
                  <a:lnTo>
                    <a:pt x="285" y="2705"/>
                  </a:lnTo>
                  <a:lnTo>
                    <a:pt x="404" y="2795"/>
                  </a:lnTo>
                  <a:lnTo>
                    <a:pt x="539" y="2854"/>
                  </a:lnTo>
                  <a:lnTo>
                    <a:pt x="688" y="2914"/>
                  </a:lnTo>
                  <a:lnTo>
                    <a:pt x="838" y="2944"/>
                  </a:lnTo>
                  <a:lnTo>
                    <a:pt x="1121" y="2944"/>
                  </a:lnTo>
                  <a:lnTo>
                    <a:pt x="1226" y="2929"/>
                  </a:lnTo>
                  <a:lnTo>
                    <a:pt x="1345" y="2899"/>
                  </a:lnTo>
                  <a:lnTo>
                    <a:pt x="1450" y="2854"/>
                  </a:lnTo>
                  <a:lnTo>
                    <a:pt x="1555" y="2810"/>
                  </a:lnTo>
                  <a:lnTo>
                    <a:pt x="1644" y="2750"/>
                  </a:lnTo>
                  <a:lnTo>
                    <a:pt x="1734" y="2690"/>
                  </a:lnTo>
                  <a:lnTo>
                    <a:pt x="1809" y="2615"/>
                  </a:lnTo>
                  <a:lnTo>
                    <a:pt x="1883" y="2526"/>
                  </a:lnTo>
                  <a:lnTo>
                    <a:pt x="1958" y="2436"/>
                  </a:lnTo>
                  <a:lnTo>
                    <a:pt x="2018" y="2346"/>
                  </a:lnTo>
                  <a:lnTo>
                    <a:pt x="2063" y="2242"/>
                  </a:lnTo>
                  <a:lnTo>
                    <a:pt x="2107" y="2137"/>
                  </a:lnTo>
                  <a:lnTo>
                    <a:pt x="2137" y="2033"/>
                  </a:lnTo>
                  <a:lnTo>
                    <a:pt x="2152" y="1913"/>
                  </a:lnTo>
                  <a:lnTo>
                    <a:pt x="2152" y="1794"/>
                  </a:lnTo>
                  <a:lnTo>
                    <a:pt x="2152" y="628"/>
                  </a:lnTo>
                  <a:lnTo>
                    <a:pt x="2137" y="449"/>
                  </a:lnTo>
                  <a:lnTo>
                    <a:pt x="2107" y="285"/>
                  </a:lnTo>
                  <a:lnTo>
                    <a:pt x="2048" y="135"/>
                  </a:lnTo>
                  <a:lnTo>
                    <a:pt x="1973" y="1"/>
                  </a:lnTo>
                  <a:close/>
                </a:path>
              </a:pathLst>
            </a:custGeom>
            <a:solidFill>
              <a:srgbClr val="DE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3"/>
            <p:cNvSpPr/>
            <p:nvPr/>
          </p:nvSpPr>
          <p:spPr>
            <a:xfrm>
              <a:off x="4146578" y="1879707"/>
              <a:ext cx="25462" cy="170326"/>
            </a:xfrm>
            <a:custGeom>
              <a:avLst/>
              <a:gdLst/>
              <a:ahLst/>
              <a:cxnLst/>
              <a:rect l="l" t="t" r="r" b="b"/>
              <a:pathLst>
                <a:path w="927" h="6201" extrusionOk="0">
                  <a:moveTo>
                    <a:pt x="0" y="0"/>
                  </a:moveTo>
                  <a:lnTo>
                    <a:pt x="0" y="6200"/>
                  </a:lnTo>
                  <a:lnTo>
                    <a:pt x="926" y="6200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3"/>
            <p:cNvSpPr/>
            <p:nvPr/>
          </p:nvSpPr>
          <p:spPr>
            <a:xfrm>
              <a:off x="4054647" y="2619547"/>
              <a:ext cx="208890" cy="56638"/>
            </a:xfrm>
            <a:custGeom>
              <a:avLst/>
              <a:gdLst/>
              <a:ahLst/>
              <a:cxnLst/>
              <a:rect l="l" t="t" r="r" b="b"/>
              <a:pathLst>
                <a:path w="7605" h="2062" extrusionOk="0">
                  <a:moveTo>
                    <a:pt x="225" y="0"/>
                  </a:moveTo>
                  <a:lnTo>
                    <a:pt x="180" y="15"/>
                  </a:lnTo>
                  <a:lnTo>
                    <a:pt x="135" y="45"/>
                  </a:lnTo>
                  <a:lnTo>
                    <a:pt x="90" y="75"/>
                  </a:lnTo>
                  <a:lnTo>
                    <a:pt x="60" y="120"/>
                  </a:lnTo>
                  <a:lnTo>
                    <a:pt x="30" y="165"/>
                  </a:lnTo>
                  <a:lnTo>
                    <a:pt x="16" y="224"/>
                  </a:lnTo>
                  <a:lnTo>
                    <a:pt x="1" y="284"/>
                  </a:lnTo>
                  <a:lnTo>
                    <a:pt x="1" y="1778"/>
                  </a:lnTo>
                  <a:lnTo>
                    <a:pt x="16" y="1838"/>
                  </a:lnTo>
                  <a:lnTo>
                    <a:pt x="30" y="1883"/>
                  </a:lnTo>
                  <a:lnTo>
                    <a:pt x="60" y="1928"/>
                  </a:lnTo>
                  <a:lnTo>
                    <a:pt x="90" y="1972"/>
                  </a:lnTo>
                  <a:lnTo>
                    <a:pt x="135" y="2002"/>
                  </a:lnTo>
                  <a:lnTo>
                    <a:pt x="180" y="2032"/>
                  </a:lnTo>
                  <a:lnTo>
                    <a:pt x="225" y="2047"/>
                  </a:lnTo>
                  <a:lnTo>
                    <a:pt x="284" y="2062"/>
                  </a:lnTo>
                  <a:lnTo>
                    <a:pt x="7321" y="2062"/>
                  </a:lnTo>
                  <a:lnTo>
                    <a:pt x="7381" y="2047"/>
                  </a:lnTo>
                  <a:lnTo>
                    <a:pt x="7426" y="2032"/>
                  </a:lnTo>
                  <a:lnTo>
                    <a:pt x="7485" y="2002"/>
                  </a:lnTo>
                  <a:lnTo>
                    <a:pt x="7515" y="1972"/>
                  </a:lnTo>
                  <a:lnTo>
                    <a:pt x="7560" y="1928"/>
                  </a:lnTo>
                  <a:lnTo>
                    <a:pt x="7575" y="1883"/>
                  </a:lnTo>
                  <a:lnTo>
                    <a:pt x="7605" y="1838"/>
                  </a:lnTo>
                  <a:lnTo>
                    <a:pt x="7605" y="1778"/>
                  </a:lnTo>
                  <a:lnTo>
                    <a:pt x="7605" y="284"/>
                  </a:lnTo>
                  <a:lnTo>
                    <a:pt x="7605" y="224"/>
                  </a:lnTo>
                  <a:lnTo>
                    <a:pt x="7575" y="165"/>
                  </a:lnTo>
                  <a:lnTo>
                    <a:pt x="7560" y="120"/>
                  </a:lnTo>
                  <a:lnTo>
                    <a:pt x="7515" y="75"/>
                  </a:lnTo>
                  <a:lnTo>
                    <a:pt x="7485" y="45"/>
                  </a:lnTo>
                  <a:lnTo>
                    <a:pt x="7426" y="15"/>
                  </a:lnTo>
                  <a:lnTo>
                    <a:pt x="738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3"/>
            <p:cNvSpPr/>
            <p:nvPr/>
          </p:nvSpPr>
          <p:spPr>
            <a:xfrm>
              <a:off x="4054647" y="2675359"/>
              <a:ext cx="208890" cy="56226"/>
            </a:xfrm>
            <a:custGeom>
              <a:avLst/>
              <a:gdLst/>
              <a:ahLst/>
              <a:cxnLst/>
              <a:rect l="l" t="t" r="r" b="b"/>
              <a:pathLst>
                <a:path w="7605" h="2047" extrusionOk="0">
                  <a:moveTo>
                    <a:pt x="225" y="0"/>
                  </a:moveTo>
                  <a:lnTo>
                    <a:pt x="180" y="15"/>
                  </a:lnTo>
                  <a:lnTo>
                    <a:pt x="135" y="45"/>
                  </a:lnTo>
                  <a:lnTo>
                    <a:pt x="90" y="75"/>
                  </a:lnTo>
                  <a:lnTo>
                    <a:pt x="60" y="120"/>
                  </a:lnTo>
                  <a:lnTo>
                    <a:pt x="30" y="164"/>
                  </a:lnTo>
                  <a:lnTo>
                    <a:pt x="16" y="224"/>
                  </a:lnTo>
                  <a:lnTo>
                    <a:pt x="1" y="269"/>
                  </a:lnTo>
                  <a:lnTo>
                    <a:pt x="1" y="1778"/>
                  </a:lnTo>
                  <a:lnTo>
                    <a:pt x="16" y="1823"/>
                  </a:lnTo>
                  <a:lnTo>
                    <a:pt x="30" y="1882"/>
                  </a:lnTo>
                  <a:lnTo>
                    <a:pt x="60" y="1927"/>
                  </a:lnTo>
                  <a:lnTo>
                    <a:pt x="90" y="1972"/>
                  </a:lnTo>
                  <a:lnTo>
                    <a:pt x="135" y="2002"/>
                  </a:lnTo>
                  <a:lnTo>
                    <a:pt x="180" y="2032"/>
                  </a:lnTo>
                  <a:lnTo>
                    <a:pt x="225" y="2047"/>
                  </a:lnTo>
                  <a:lnTo>
                    <a:pt x="7381" y="2047"/>
                  </a:lnTo>
                  <a:lnTo>
                    <a:pt x="7426" y="2032"/>
                  </a:lnTo>
                  <a:lnTo>
                    <a:pt x="7485" y="2002"/>
                  </a:lnTo>
                  <a:lnTo>
                    <a:pt x="7515" y="1972"/>
                  </a:lnTo>
                  <a:lnTo>
                    <a:pt x="7560" y="1927"/>
                  </a:lnTo>
                  <a:lnTo>
                    <a:pt x="7575" y="1882"/>
                  </a:lnTo>
                  <a:lnTo>
                    <a:pt x="7605" y="1823"/>
                  </a:lnTo>
                  <a:lnTo>
                    <a:pt x="7605" y="1778"/>
                  </a:lnTo>
                  <a:lnTo>
                    <a:pt x="7605" y="269"/>
                  </a:lnTo>
                  <a:lnTo>
                    <a:pt x="7605" y="224"/>
                  </a:lnTo>
                  <a:lnTo>
                    <a:pt x="7575" y="164"/>
                  </a:lnTo>
                  <a:lnTo>
                    <a:pt x="7560" y="120"/>
                  </a:lnTo>
                  <a:lnTo>
                    <a:pt x="7515" y="75"/>
                  </a:lnTo>
                  <a:lnTo>
                    <a:pt x="7485" y="45"/>
                  </a:lnTo>
                  <a:lnTo>
                    <a:pt x="7426" y="15"/>
                  </a:lnTo>
                  <a:lnTo>
                    <a:pt x="73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3"/>
            <p:cNvSpPr/>
            <p:nvPr/>
          </p:nvSpPr>
          <p:spPr>
            <a:xfrm>
              <a:off x="3714472" y="2722959"/>
              <a:ext cx="889672" cy="854789"/>
            </a:xfrm>
            <a:custGeom>
              <a:avLst/>
              <a:gdLst/>
              <a:ahLst/>
              <a:cxnLst/>
              <a:rect l="l" t="t" r="r" b="b"/>
              <a:pathLst>
                <a:path w="32390" h="31120" extrusionOk="0">
                  <a:moveTo>
                    <a:pt x="3437" y="0"/>
                  </a:moveTo>
                  <a:lnTo>
                    <a:pt x="3258" y="15"/>
                  </a:lnTo>
                  <a:lnTo>
                    <a:pt x="3078" y="30"/>
                  </a:lnTo>
                  <a:lnTo>
                    <a:pt x="2899" y="75"/>
                  </a:lnTo>
                  <a:lnTo>
                    <a:pt x="2720" y="105"/>
                  </a:lnTo>
                  <a:lnTo>
                    <a:pt x="2540" y="164"/>
                  </a:lnTo>
                  <a:lnTo>
                    <a:pt x="2212" y="284"/>
                  </a:lnTo>
                  <a:lnTo>
                    <a:pt x="1898" y="433"/>
                  </a:lnTo>
                  <a:lnTo>
                    <a:pt x="1599" y="613"/>
                  </a:lnTo>
                  <a:lnTo>
                    <a:pt x="1315" y="822"/>
                  </a:lnTo>
                  <a:lnTo>
                    <a:pt x="1061" y="1061"/>
                  </a:lnTo>
                  <a:lnTo>
                    <a:pt x="822" y="1315"/>
                  </a:lnTo>
                  <a:lnTo>
                    <a:pt x="613" y="1599"/>
                  </a:lnTo>
                  <a:lnTo>
                    <a:pt x="434" y="1897"/>
                  </a:lnTo>
                  <a:lnTo>
                    <a:pt x="285" y="2211"/>
                  </a:lnTo>
                  <a:lnTo>
                    <a:pt x="165" y="2540"/>
                  </a:lnTo>
                  <a:lnTo>
                    <a:pt x="105" y="2719"/>
                  </a:lnTo>
                  <a:lnTo>
                    <a:pt x="75" y="2898"/>
                  </a:lnTo>
                  <a:lnTo>
                    <a:pt x="31" y="3078"/>
                  </a:lnTo>
                  <a:lnTo>
                    <a:pt x="16" y="3257"/>
                  </a:lnTo>
                  <a:lnTo>
                    <a:pt x="1" y="3436"/>
                  </a:lnTo>
                  <a:lnTo>
                    <a:pt x="1" y="3630"/>
                  </a:lnTo>
                  <a:lnTo>
                    <a:pt x="1" y="27489"/>
                  </a:lnTo>
                  <a:lnTo>
                    <a:pt x="1" y="27683"/>
                  </a:lnTo>
                  <a:lnTo>
                    <a:pt x="16" y="27862"/>
                  </a:lnTo>
                  <a:lnTo>
                    <a:pt x="31" y="28042"/>
                  </a:lnTo>
                  <a:lnTo>
                    <a:pt x="75" y="28221"/>
                  </a:lnTo>
                  <a:lnTo>
                    <a:pt x="105" y="28400"/>
                  </a:lnTo>
                  <a:lnTo>
                    <a:pt x="165" y="28564"/>
                  </a:lnTo>
                  <a:lnTo>
                    <a:pt x="285" y="28908"/>
                  </a:lnTo>
                  <a:lnTo>
                    <a:pt x="434" y="29222"/>
                  </a:lnTo>
                  <a:lnTo>
                    <a:pt x="613" y="29521"/>
                  </a:lnTo>
                  <a:lnTo>
                    <a:pt x="822" y="29804"/>
                  </a:lnTo>
                  <a:lnTo>
                    <a:pt x="1061" y="30058"/>
                  </a:lnTo>
                  <a:lnTo>
                    <a:pt x="1315" y="30297"/>
                  </a:lnTo>
                  <a:lnTo>
                    <a:pt x="1599" y="30507"/>
                  </a:lnTo>
                  <a:lnTo>
                    <a:pt x="1898" y="30686"/>
                  </a:lnTo>
                  <a:lnTo>
                    <a:pt x="2212" y="30835"/>
                  </a:lnTo>
                  <a:lnTo>
                    <a:pt x="2540" y="30955"/>
                  </a:lnTo>
                  <a:lnTo>
                    <a:pt x="2720" y="31000"/>
                  </a:lnTo>
                  <a:lnTo>
                    <a:pt x="2899" y="31044"/>
                  </a:lnTo>
                  <a:lnTo>
                    <a:pt x="3078" y="31074"/>
                  </a:lnTo>
                  <a:lnTo>
                    <a:pt x="3258" y="31104"/>
                  </a:lnTo>
                  <a:lnTo>
                    <a:pt x="3437" y="31119"/>
                  </a:lnTo>
                  <a:lnTo>
                    <a:pt x="28939" y="31119"/>
                  </a:lnTo>
                  <a:lnTo>
                    <a:pt x="29118" y="31104"/>
                  </a:lnTo>
                  <a:lnTo>
                    <a:pt x="29312" y="31074"/>
                  </a:lnTo>
                  <a:lnTo>
                    <a:pt x="29491" y="31044"/>
                  </a:lnTo>
                  <a:lnTo>
                    <a:pt x="29656" y="31000"/>
                  </a:lnTo>
                  <a:lnTo>
                    <a:pt x="29835" y="30955"/>
                  </a:lnTo>
                  <a:lnTo>
                    <a:pt x="30164" y="30835"/>
                  </a:lnTo>
                  <a:lnTo>
                    <a:pt x="30477" y="30686"/>
                  </a:lnTo>
                  <a:lnTo>
                    <a:pt x="30776" y="30507"/>
                  </a:lnTo>
                  <a:lnTo>
                    <a:pt x="31060" y="30297"/>
                  </a:lnTo>
                  <a:lnTo>
                    <a:pt x="31314" y="30058"/>
                  </a:lnTo>
                  <a:lnTo>
                    <a:pt x="31553" y="29804"/>
                  </a:lnTo>
                  <a:lnTo>
                    <a:pt x="31762" y="29521"/>
                  </a:lnTo>
                  <a:lnTo>
                    <a:pt x="31942" y="29222"/>
                  </a:lnTo>
                  <a:lnTo>
                    <a:pt x="32106" y="28908"/>
                  </a:lnTo>
                  <a:lnTo>
                    <a:pt x="32225" y="28564"/>
                  </a:lnTo>
                  <a:lnTo>
                    <a:pt x="32270" y="28400"/>
                  </a:lnTo>
                  <a:lnTo>
                    <a:pt x="32315" y="28221"/>
                  </a:lnTo>
                  <a:lnTo>
                    <a:pt x="32345" y="28042"/>
                  </a:lnTo>
                  <a:lnTo>
                    <a:pt x="32360" y="27862"/>
                  </a:lnTo>
                  <a:lnTo>
                    <a:pt x="32375" y="27683"/>
                  </a:lnTo>
                  <a:lnTo>
                    <a:pt x="32390" y="27489"/>
                  </a:lnTo>
                  <a:lnTo>
                    <a:pt x="32390" y="3630"/>
                  </a:lnTo>
                  <a:lnTo>
                    <a:pt x="32375" y="3436"/>
                  </a:lnTo>
                  <a:lnTo>
                    <a:pt x="32360" y="3257"/>
                  </a:lnTo>
                  <a:lnTo>
                    <a:pt x="32345" y="3078"/>
                  </a:lnTo>
                  <a:lnTo>
                    <a:pt x="32315" y="2898"/>
                  </a:lnTo>
                  <a:lnTo>
                    <a:pt x="32270" y="2719"/>
                  </a:lnTo>
                  <a:lnTo>
                    <a:pt x="32225" y="2540"/>
                  </a:lnTo>
                  <a:lnTo>
                    <a:pt x="32106" y="2211"/>
                  </a:lnTo>
                  <a:lnTo>
                    <a:pt x="31942" y="1897"/>
                  </a:lnTo>
                  <a:lnTo>
                    <a:pt x="31762" y="1599"/>
                  </a:lnTo>
                  <a:lnTo>
                    <a:pt x="31553" y="1315"/>
                  </a:lnTo>
                  <a:lnTo>
                    <a:pt x="31314" y="1061"/>
                  </a:lnTo>
                  <a:lnTo>
                    <a:pt x="31060" y="822"/>
                  </a:lnTo>
                  <a:lnTo>
                    <a:pt x="30776" y="613"/>
                  </a:lnTo>
                  <a:lnTo>
                    <a:pt x="30477" y="433"/>
                  </a:lnTo>
                  <a:lnTo>
                    <a:pt x="30164" y="284"/>
                  </a:lnTo>
                  <a:lnTo>
                    <a:pt x="29835" y="164"/>
                  </a:lnTo>
                  <a:lnTo>
                    <a:pt x="29656" y="105"/>
                  </a:lnTo>
                  <a:lnTo>
                    <a:pt x="29491" y="75"/>
                  </a:lnTo>
                  <a:lnTo>
                    <a:pt x="29312" y="30"/>
                  </a:lnTo>
                  <a:lnTo>
                    <a:pt x="29118" y="15"/>
                  </a:lnTo>
                  <a:lnTo>
                    <a:pt x="2893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3"/>
            <p:cNvSpPr/>
            <p:nvPr/>
          </p:nvSpPr>
          <p:spPr>
            <a:xfrm>
              <a:off x="4517515" y="2778332"/>
              <a:ext cx="33263" cy="33291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98" y="1"/>
                  </a:moveTo>
                  <a:lnTo>
                    <a:pt x="479" y="16"/>
                  </a:lnTo>
                  <a:lnTo>
                    <a:pt x="359" y="46"/>
                  </a:lnTo>
                  <a:lnTo>
                    <a:pt x="269" y="105"/>
                  </a:lnTo>
                  <a:lnTo>
                    <a:pt x="180" y="180"/>
                  </a:lnTo>
                  <a:lnTo>
                    <a:pt x="105" y="270"/>
                  </a:lnTo>
                  <a:lnTo>
                    <a:pt x="45" y="374"/>
                  </a:lnTo>
                  <a:lnTo>
                    <a:pt x="15" y="479"/>
                  </a:lnTo>
                  <a:lnTo>
                    <a:pt x="0" y="598"/>
                  </a:lnTo>
                  <a:lnTo>
                    <a:pt x="15" y="718"/>
                  </a:lnTo>
                  <a:lnTo>
                    <a:pt x="45" y="838"/>
                  </a:lnTo>
                  <a:lnTo>
                    <a:pt x="105" y="942"/>
                  </a:lnTo>
                  <a:lnTo>
                    <a:pt x="180" y="1032"/>
                  </a:lnTo>
                  <a:lnTo>
                    <a:pt x="269" y="1106"/>
                  </a:lnTo>
                  <a:lnTo>
                    <a:pt x="359" y="1166"/>
                  </a:lnTo>
                  <a:lnTo>
                    <a:pt x="479" y="1196"/>
                  </a:lnTo>
                  <a:lnTo>
                    <a:pt x="598" y="1211"/>
                  </a:lnTo>
                  <a:lnTo>
                    <a:pt x="718" y="1196"/>
                  </a:lnTo>
                  <a:lnTo>
                    <a:pt x="837" y="1166"/>
                  </a:lnTo>
                  <a:lnTo>
                    <a:pt x="942" y="1106"/>
                  </a:lnTo>
                  <a:lnTo>
                    <a:pt x="1031" y="1032"/>
                  </a:lnTo>
                  <a:lnTo>
                    <a:pt x="1106" y="942"/>
                  </a:lnTo>
                  <a:lnTo>
                    <a:pt x="1166" y="838"/>
                  </a:lnTo>
                  <a:lnTo>
                    <a:pt x="1196" y="718"/>
                  </a:lnTo>
                  <a:lnTo>
                    <a:pt x="1211" y="598"/>
                  </a:lnTo>
                  <a:lnTo>
                    <a:pt x="1196" y="479"/>
                  </a:lnTo>
                  <a:lnTo>
                    <a:pt x="1166" y="374"/>
                  </a:lnTo>
                  <a:lnTo>
                    <a:pt x="1106" y="270"/>
                  </a:lnTo>
                  <a:lnTo>
                    <a:pt x="1031" y="180"/>
                  </a:lnTo>
                  <a:lnTo>
                    <a:pt x="942" y="105"/>
                  </a:lnTo>
                  <a:lnTo>
                    <a:pt x="837" y="46"/>
                  </a:lnTo>
                  <a:lnTo>
                    <a:pt x="718" y="16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3"/>
            <p:cNvSpPr/>
            <p:nvPr/>
          </p:nvSpPr>
          <p:spPr>
            <a:xfrm>
              <a:off x="4517515" y="3486173"/>
              <a:ext cx="33263" cy="33263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598" y="1"/>
                  </a:moveTo>
                  <a:lnTo>
                    <a:pt x="479" y="16"/>
                  </a:lnTo>
                  <a:lnTo>
                    <a:pt x="359" y="45"/>
                  </a:lnTo>
                  <a:lnTo>
                    <a:pt x="269" y="105"/>
                  </a:lnTo>
                  <a:lnTo>
                    <a:pt x="180" y="180"/>
                  </a:lnTo>
                  <a:lnTo>
                    <a:pt x="105" y="270"/>
                  </a:lnTo>
                  <a:lnTo>
                    <a:pt x="45" y="374"/>
                  </a:lnTo>
                  <a:lnTo>
                    <a:pt x="15" y="479"/>
                  </a:lnTo>
                  <a:lnTo>
                    <a:pt x="0" y="598"/>
                  </a:lnTo>
                  <a:lnTo>
                    <a:pt x="15" y="733"/>
                  </a:lnTo>
                  <a:lnTo>
                    <a:pt x="45" y="837"/>
                  </a:lnTo>
                  <a:lnTo>
                    <a:pt x="105" y="942"/>
                  </a:lnTo>
                  <a:lnTo>
                    <a:pt x="180" y="1031"/>
                  </a:lnTo>
                  <a:lnTo>
                    <a:pt x="269" y="1106"/>
                  </a:lnTo>
                  <a:lnTo>
                    <a:pt x="359" y="1166"/>
                  </a:lnTo>
                  <a:lnTo>
                    <a:pt x="479" y="1196"/>
                  </a:lnTo>
                  <a:lnTo>
                    <a:pt x="598" y="1211"/>
                  </a:lnTo>
                  <a:lnTo>
                    <a:pt x="718" y="1196"/>
                  </a:lnTo>
                  <a:lnTo>
                    <a:pt x="837" y="1166"/>
                  </a:lnTo>
                  <a:lnTo>
                    <a:pt x="942" y="1106"/>
                  </a:lnTo>
                  <a:lnTo>
                    <a:pt x="1031" y="1031"/>
                  </a:lnTo>
                  <a:lnTo>
                    <a:pt x="1106" y="942"/>
                  </a:lnTo>
                  <a:lnTo>
                    <a:pt x="1166" y="837"/>
                  </a:lnTo>
                  <a:lnTo>
                    <a:pt x="1196" y="733"/>
                  </a:lnTo>
                  <a:lnTo>
                    <a:pt x="1211" y="598"/>
                  </a:lnTo>
                  <a:lnTo>
                    <a:pt x="1196" y="479"/>
                  </a:lnTo>
                  <a:lnTo>
                    <a:pt x="1166" y="374"/>
                  </a:lnTo>
                  <a:lnTo>
                    <a:pt x="1106" y="270"/>
                  </a:lnTo>
                  <a:lnTo>
                    <a:pt x="1031" y="180"/>
                  </a:lnTo>
                  <a:lnTo>
                    <a:pt x="942" y="105"/>
                  </a:lnTo>
                  <a:lnTo>
                    <a:pt x="837" y="45"/>
                  </a:lnTo>
                  <a:lnTo>
                    <a:pt x="718" y="16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3"/>
            <p:cNvSpPr/>
            <p:nvPr/>
          </p:nvSpPr>
          <p:spPr>
            <a:xfrm>
              <a:off x="3768224" y="2778332"/>
              <a:ext cx="33263" cy="33291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98" y="1"/>
                  </a:moveTo>
                  <a:lnTo>
                    <a:pt x="479" y="16"/>
                  </a:lnTo>
                  <a:lnTo>
                    <a:pt x="359" y="46"/>
                  </a:lnTo>
                  <a:lnTo>
                    <a:pt x="255" y="105"/>
                  </a:lnTo>
                  <a:lnTo>
                    <a:pt x="165" y="180"/>
                  </a:lnTo>
                  <a:lnTo>
                    <a:pt x="90" y="270"/>
                  </a:lnTo>
                  <a:lnTo>
                    <a:pt x="46" y="374"/>
                  </a:lnTo>
                  <a:lnTo>
                    <a:pt x="1" y="479"/>
                  </a:lnTo>
                  <a:lnTo>
                    <a:pt x="1" y="598"/>
                  </a:lnTo>
                  <a:lnTo>
                    <a:pt x="1" y="718"/>
                  </a:lnTo>
                  <a:lnTo>
                    <a:pt x="46" y="838"/>
                  </a:lnTo>
                  <a:lnTo>
                    <a:pt x="90" y="942"/>
                  </a:lnTo>
                  <a:lnTo>
                    <a:pt x="165" y="1032"/>
                  </a:lnTo>
                  <a:lnTo>
                    <a:pt x="255" y="1106"/>
                  </a:lnTo>
                  <a:lnTo>
                    <a:pt x="359" y="1166"/>
                  </a:lnTo>
                  <a:lnTo>
                    <a:pt x="479" y="1196"/>
                  </a:lnTo>
                  <a:lnTo>
                    <a:pt x="598" y="1211"/>
                  </a:lnTo>
                  <a:lnTo>
                    <a:pt x="718" y="1196"/>
                  </a:lnTo>
                  <a:lnTo>
                    <a:pt x="837" y="1166"/>
                  </a:lnTo>
                  <a:lnTo>
                    <a:pt x="942" y="1106"/>
                  </a:lnTo>
                  <a:lnTo>
                    <a:pt x="1032" y="1032"/>
                  </a:lnTo>
                  <a:lnTo>
                    <a:pt x="1106" y="942"/>
                  </a:lnTo>
                  <a:lnTo>
                    <a:pt x="1151" y="838"/>
                  </a:lnTo>
                  <a:lnTo>
                    <a:pt x="1196" y="718"/>
                  </a:lnTo>
                  <a:lnTo>
                    <a:pt x="1211" y="598"/>
                  </a:lnTo>
                  <a:lnTo>
                    <a:pt x="1196" y="479"/>
                  </a:lnTo>
                  <a:lnTo>
                    <a:pt x="1151" y="374"/>
                  </a:lnTo>
                  <a:lnTo>
                    <a:pt x="1106" y="270"/>
                  </a:lnTo>
                  <a:lnTo>
                    <a:pt x="1032" y="180"/>
                  </a:lnTo>
                  <a:lnTo>
                    <a:pt x="942" y="105"/>
                  </a:lnTo>
                  <a:lnTo>
                    <a:pt x="837" y="46"/>
                  </a:lnTo>
                  <a:lnTo>
                    <a:pt x="718" y="16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3"/>
            <p:cNvSpPr/>
            <p:nvPr/>
          </p:nvSpPr>
          <p:spPr>
            <a:xfrm>
              <a:off x="3768224" y="3486173"/>
              <a:ext cx="33263" cy="33263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598" y="1"/>
                  </a:moveTo>
                  <a:lnTo>
                    <a:pt x="479" y="16"/>
                  </a:lnTo>
                  <a:lnTo>
                    <a:pt x="359" y="45"/>
                  </a:lnTo>
                  <a:lnTo>
                    <a:pt x="255" y="105"/>
                  </a:lnTo>
                  <a:lnTo>
                    <a:pt x="165" y="180"/>
                  </a:lnTo>
                  <a:lnTo>
                    <a:pt x="90" y="270"/>
                  </a:lnTo>
                  <a:lnTo>
                    <a:pt x="46" y="374"/>
                  </a:lnTo>
                  <a:lnTo>
                    <a:pt x="1" y="479"/>
                  </a:lnTo>
                  <a:lnTo>
                    <a:pt x="1" y="598"/>
                  </a:lnTo>
                  <a:lnTo>
                    <a:pt x="1" y="733"/>
                  </a:lnTo>
                  <a:lnTo>
                    <a:pt x="46" y="837"/>
                  </a:lnTo>
                  <a:lnTo>
                    <a:pt x="90" y="942"/>
                  </a:lnTo>
                  <a:lnTo>
                    <a:pt x="165" y="1031"/>
                  </a:lnTo>
                  <a:lnTo>
                    <a:pt x="255" y="1106"/>
                  </a:lnTo>
                  <a:lnTo>
                    <a:pt x="359" y="1166"/>
                  </a:lnTo>
                  <a:lnTo>
                    <a:pt x="479" y="1196"/>
                  </a:lnTo>
                  <a:lnTo>
                    <a:pt x="598" y="1211"/>
                  </a:lnTo>
                  <a:lnTo>
                    <a:pt x="718" y="1196"/>
                  </a:lnTo>
                  <a:lnTo>
                    <a:pt x="837" y="1166"/>
                  </a:lnTo>
                  <a:lnTo>
                    <a:pt x="942" y="1106"/>
                  </a:lnTo>
                  <a:lnTo>
                    <a:pt x="1032" y="1031"/>
                  </a:lnTo>
                  <a:lnTo>
                    <a:pt x="1106" y="942"/>
                  </a:lnTo>
                  <a:lnTo>
                    <a:pt x="1151" y="837"/>
                  </a:lnTo>
                  <a:lnTo>
                    <a:pt x="1196" y="733"/>
                  </a:lnTo>
                  <a:lnTo>
                    <a:pt x="1211" y="598"/>
                  </a:lnTo>
                  <a:lnTo>
                    <a:pt x="1196" y="479"/>
                  </a:lnTo>
                  <a:lnTo>
                    <a:pt x="1151" y="374"/>
                  </a:lnTo>
                  <a:lnTo>
                    <a:pt x="1106" y="270"/>
                  </a:lnTo>
                  <a:lnTo>
                    <a:pt x="1032" y="180"/>
                  </a:lnTo>
                  <a:lnTo>
                    <a:pt x="942" y="105"/>
                  </a:lnTo>
                  <a:lnTo>
                    <a:pt x="837" y="45"/>
                  </a:lnTo>
                  <a:lnTo>
                    <a:pt x="718" y="16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3"/>
            <p:cNvSpPr/>
            <p:nvPr/>
          </p:nvSpPr>
          <p:spPr>
            <a:xfrm>
              <a:off x="3832249" y="2972850"/>
              <a:ext cx="675041" cy="359083"/>
            </a:xfrm>
            <a:custGeom>
              <a:avLst/>
              <a:gdLst/>
              <a:ahLst/>
              <a:cxnLst/>
              <a:rect l="l" t="t" r="r" b="b"/>
              <a:pathLst>
                <a:path w="24576" h="13073" extrusionOk="0">
                  <a:moveTo>
                    <a:pt x="2032" y="0"/>
                  </a:moveTo>
                  <a:lnTo>
                    <a:pt x="1823" y="15"/>
                  </a:lnTo>
                  <a:lnTo>
                    <a:pt x="1629" y="45"/>
                  </a:lnTo>
                  <a:lnTo>
                    <a:pt x="1420" y="90"/>
                  </a:lnTo>
                  <a:lnTo>
                    <a:pt x="1240" y="165"/>
                  </a:lnTo>
                  <a:lnTo>
                    <a:pt x="1061" y="239"/>
                  </a:lnTo>
                  <a:lnTo>
                    <a:pt x="897" y="344"/>
                  </a:lnTo>
                  <a:lnTo>
                    <a:pt x="732" y="463"/>
                  </a:lnTo>
                  <a:lnTo>
                    <a:pt x="598" y="598"/>
                  </a:lnTo>
                  <a:lnTo>
                    <a:pt x="463" y="747"/>
                  </a:lnTo>
                  <a:lnTo>
                    <a:pt x="344" y="897"/>
                  </a:lnTo>
                  <a:lnTo>
                    <a:pt x="239" y="1061"/>
                  </a:lnTo>
                  <a:lnTo>
                    <a:pt x="150" y="1240"/>
                  </a:lnTo>
                  <a:lnTo>
                    <a:pt x="90" y="1434"/>
                  </a:lnTo>
                  <a:lnTo>
                    <a:pt x="45" y="1629"/>
                  </a:lnTo>
                  <a:lnTo>
                    <a:pt x="0" y="1823"/>
                  </a:lnTo>
                  <a:lnTo>
                    <a:pt x="0" y="2032"/>
                  </a:lnTo>
                  <a:lnTo>
                    <a:pt x="0" y="11041"/>
                  </a:lnTo>
                  <a:lnTo>
                    <a:pt x="0" y="11250"/>
                  </a:lnTo>
                  <a:lnTo>
                    <a:pt x="45" y="11444"/>
                  </a:lnTo>
                  <a:lnTo>
                    <a:pt x="90" y="11638"/>
                  </a:lnTo>
                  <a:lnTo>
                    <a:pt x="150" y="11832"/>
                  </a:lnTo>
                  <a:lnTo>
                    <a:pt x="239" y="12012"/>
                  </a:lnTo>
                  <a:lnTo>
                    <a:pt x="344" y="12176"/>
                  </a:lnTo>
                  <a:lnTo>
                    <a:pt x="463" y="12325"/>
                  </a:lnTo>
                  <a:lnTo>
                    <a:pt x="598" y="12475"/>
                  </a:lnTo>
                  <a:lnTo>
                    <a:pt x="732" y="12609"/>
                  </a:lnTo>
                  <a:lnTo>
                    <a:pt x="897" y="12729"/>
                  </a:lnTo>
                  <a:lnTo>
                    <a:pt x="1061" y="12833"/>
                  </a:lnTo>
                  <a:lnTo>
                    <a:pt x="1240" y="12908"/>
                  </a:lnTo>
                  <a:lnTo>
                    <a:pt x="1420" y="12983"/>
                  </a:lnTo>
                  <a:lnTo>
                    <a:pt x="1629" y="13028"/>
                  </a:lnTo>
                  <a:lnTo>
                    <a:pt x="1823" y="13057"/>
                  </a:lnTo>
                  <a:lnTo>
                    <a:pt x="2032" y="13072"/>
                  </a:lnTo>
                  <a:lnTo>
                    <a:pt x="22544" y="13072"/>
                  </a:lnTo>
                  <a:lnTo>
                    <a:pt x="22753" y="13057"/>
                  </a:lnTo>
                  <a:lnTo>
                    <a:pt x="22948" y="13028"/>
                  </a:lnTo>
                  <a:lnTo>
                    <a:pt x="23142" y="12983"/>
                  </a:lnTo>
                  <a:lnTo>
                    <a:pt x="23336" y="12908"/>
                  </a:lnTo>
                  <a:lnTo>
                    <a:pt x="23515" y="12833"/>
                  </a:lnTo>
                  <a:lnTo>
                    <a:pt x="23680" y="12729"/>
                  </a:lnTo>
                  <a:lnTo>
                    <a:pt x="23829" y="12609"/>
                  </a:lnTo>
                  <a:lnTo>
                    <a:pt x="23978" y="12475"/>
                  </a:lnTo>
                  <a:lnTo>
                    <a:pt x="24113" y="12325"/>
                  </a:lnTo>
                  <a:lnTo>
                    <a:pt x="24232" y="12176"/>
                  </a:lnTo>
                  <a:lnTo>
                    <a:pt x="24322" y="12012"/>
                  </a:lnTo>
                  <a:lnTo>
                    <a:pt x="24412" y="11832"/>
                  </a:lnTo>
                  <a:lnTo>
                    <a:pt x="24486" y="11638"/>
                  </a:lnTo>
                  <a:lnTo>
                    <a:pt x="24531" y="11444"/>
                  </a:lnTo>
                  <a:lnTo>
                    <a:pt x="24561" y="11250"/>
                  </a:lnTo>
                  <a:lnTo>
                    <a:pt x="24576" y="11041"/>
                  </a:lnTo>
                  <a:lnTo>
                    <a:pt x="24576" y="2032"/>
                  </a:lnTo>
                  <a:lnTo>
                    <a:pt x="24561" y="1823"/>
                  </a:lnTo>
                  <a:lnTo>
                    <a:pt x="24531" y="1629"/>
                  </a:lnTo>
                  <a:lnTo>
                    <a:pt x="24486" y="1434"/>
                  </a:lnTo>
                  <a:lnTo>
                    <a:pt x="24412" y="1240"/>
                  </a:lnTo>
                  <a:lnTo>
                    <a:pt x="24322" y="1061"/>
                  </a:lnTo>
                  <a:lnTo>
                    <a:pt x="24232" y="897"/>
                  </a:lnTo>
                  <a:lnTo>
                    <a:pt x="24113" y="747"/>
                  </a:lnTo>
                  <a:lnTo>
                    <a:pt x="23978" y="598"/>
                  </a:lnTo>
                  <a:lnTo>
                    <a:pt x="23829" y="463"/>
                  </a:lnTo>
                  <a:lnTo>
                    <a:pt x="23680" y="344"/>
                  </a:lnTo>
                  <a:lnTo>
                    <a:pt x="23515" y="239"/>
                  </a:lnTo>
                  <a:lnTo>
                    <a:pt x="23336" y="165"/>
                  </a:lnTo>
                  <a:lnTo>
                    <a:pt x="23142" y="90"/>
                  </a:lnTo>
                  <a:lnTo>
                    <a:pt x="22948" y="45"/>
                  </a:lnTo>
                  <a:lnTo>
                    <a:pt x="22753" y="15"/>
                  </a:lnTo>
                  <a:lnTo>
                    <a:pt x="2254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3"/>
            <p:cNvSpPr/>
            <p:nvPr/>
          </p:nvSpPr>
          <p:spPr>
            <a:xfrm>
              <a:off x="3889270" y="2999932"/>
              <a:ext cx="560996" cy="79216"/>
            </a:xfrm>
            <a:custGeom>
              <a:avLst/>
              <a:gdLst/>
              <a:ahLst/>
              <a:cxnLst/>
              <a:rect l="l" t="t" r="r" b="b"/>
              <a:pathLst>
                <a:path w="20424" h="2884" extrusionOk="0">
                  <a:moveTo>
                    <a:pt x="255" y="0"/>
                  </a:moveTo>
                  <a:lnTo>
                    <a:pt x="195" y="15"/>
                  </a:lnTo>
                  <a:lnTo>
                    <a:pt x="135" y="45"/>
                  </a:lnTo>
                  <a:lnTo>
                    <a:pt x="91" y="90"/>
                  </a:lnTo>
                  <a:lnTo>
                    <a:pt x="46" y="135"/>
                  </a:lnTo>
                  <a:lnTo>
                    <a:pt x="31" y="194"/>
                  </a:lnTo>
                  <a:lnTo>
                    <a:pt x="1" y="254"/>
                  </a:lnTo>
                  <a:lnTo>
                    <a:pt x="1" y="314"/>
                  </a:lnTo>
                  <a:lnTo>
                    <a:pt x="1" y="2570"/>
                  </a:lnTo>
                  <a:lnTo>
                    <a:pt x="1" y="2630"/>
                  </a:lnTo>
                  <a:lnTo>
                    <a:pt x="31" y="2689"/>
                  </a:lnTo>
                  <a:lnTo>
                    <a:pt x="46" y="2749"/>
                  </a:lnTo>
                  <a:lnTo>
                    <a:pt x="91" y="2794"/>
                  </a:lnTo>
                  <a:lnTo>
                    <a:pt x="135" y="2839"/>
                  </a:lnTo>
                  <a:lnTo>
                    <a:pt x="195" y="2869"/>
                  </a:lnTo>
                  <a:lnTo>
                    <a:pt x="255" y="2884"/>
                  </a:lnTo>
                  <a:lnTo>
                    <a:pt x="20169" y="2884"/>
                  </a:lnTo>
                  <a:lnTo>
                    <a:pt x="20229" y="2869"/>
                  </a:lnTo>
                  <a:lnTo>
                    <a:pt x="20289" y="2839"/>
                  </a:lnTo>
                  <a:lnTo>
                    <a:pt x="20334" y="2794"/>
                  </a:lnTo>
                  <a:lnTo>
                    <a:pt x="20364" y="2749"/>
                  </a:lnTo>
                  <a:lnTo>
                    <a:pt x="20394" y="2689"/>
                  </a:lnTo>
                  <a:lnTo>
                    <a:pt x="20408" y="2630"/>
                  </a:lnTo>
                  <a:lnTo>
                    <a:pt x="20423" y="2570"/>
                  </a:lnTo>
                  <a:lnTo>
                    <a:pt x="20423" y="314"/>
                  </a:lnTo>
                  <a:lnTo>
                    <a:pt x="20408" y="254"/>
                  </a:lnTo>
                  <a:lnTo>
                    <a:pt x="20394" y="194"/>
                  </a:lnTo>
                  <a:lnTo>
                    <a:pt x="20364" y="135"/>
                  </a:lnTo>
                  <a:lnTo>
                    <a:pt x="20334" y="90"/>
                  </a:lnTo>
                  <a:lnTo>
                    <a:pt x="20289" y="45"/>
                  </a:lnTo>
                  <a:lnTo>
                    <a:pt x="20229" y="15"/>
                  </a:lnTo>
                  <a:lnTo>
                    <a:pt x="201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3"/>
            <p:cNvSpPr/>
            <p:nvPr/>
          </p:nvSpPr>
          <p:spPr>
            <a:xfrm>
              <a:off x="3910199" y="3026602"/>
              <a:ext cx="519960" cy="25874"/>
            </a:xfrm>
            <a:custGeom>
              <a:avLst/>
              <a:gdLst/>
              <a:ahLst/>
              <a:cxnLst/>
              <a:rect l="l" t="t" r="r" b="b"/>
              <a:pathLst>
                <a:path w="18930" h="942" extrusionOk="0">
                  <a:moveTo>
                    <a:pt x="2361" y="0"/>
                  </a:moveTo>
                  <a:lnTo>
                    <a:pt x="2257" y="15"/>
                  </a:lnTo>
                  <a:lnTo>
                    <a:pt x="2152" y="30"/>
                  </a:lnTo>
                  <a:lnTo>
                    <a:pt x="2063" y="60"/>
                  </a:lnTo>
                  <a:lnTo>
                    <a:pt x="1973" y="105"/>
                  </a:lnTo>
                  <a:lnTo>
                    <a:pt x="1883" y="150"/>
                  </a:lnTo>
                  <a:lnTo>
                    <a:pt x="1794" y="209"/>
                  </a:lnTo>
                  <a:lnTo>
                    <a:pt x="1734" y="284"/>
                  </a:lnTo>
                  <a:lnTo>
                    <a:pt x="1659" y="374"/>
                  </a:lnTo>
                  <a:lnTo>
                    <a:pt x="1584" y="463"/>
                  </a:lnTo>
                  <a:lnTo>
                    <a:pt x="1495" y="523"/>
                  </a:lnTo>
                  <a:lnTo>
                    <a:pt x="1390" y="568"/>
                  </a:lnTo>
                  <a:lnTo>
                    <a:pt x="1271" y="583"/>
                  </a:lnTo>
                  <a:lnTo>
                    <a:pt x="1151" y="568"/>
                  </a:lnTo>
                  <a:lnTo>
                    <a:pt x="1047" y="523"/>
                  </a:lnTo>
                  <a:lnTo>
                    <a:pt x="942" y="463"/>
                  </a:lnTo>
                  <a:lnTo>
                    <a:pt x="867" y="374"/>
                  </a:lnTo>
                  <a:lnTo>
                    <a:pt x="837" y="344"/>
                  </a:lnTo>
                  <a:lnTo>
                    <a:pt x="808" y="314"/>
                  </a:lnTo>
                  <a:lnTo>
                    <a:pt x="763" y="299"/>
                  </a:lnTo>
                  <a:lnTo>
                    <a:pt x="180" y="299"/>
                  </a:lnTo>
                  <a:lnTo>
                    <a:pt x="105" y="314"/>
                  </a:lnTo>
                  <a:lnTo>
                    <a:pt x="46" y="344"/>
                  </a:lnTo>
                  <a:lnTo>
                    <a:pt x="16" y="404"/>
                  </a:lnTo>
                  <a:lnTo>
                    <a:pt x="1" y="478"/>
                  </a:lnTo>
                  <a:lnTo>
                    <a:pt x="16" y="538"/>
                  </a:lnTo>
                  <a:lnTo>
                    <a:pt x="46" y="598"/>
                  </a:lnTo>
                  <a:lnTo>
                    <a:pt x="105" y="643"/>
                  </a:lnTo>
                  <a:lnTo>
                    <a:pt x="180" y="658"/>
                  </a:lnTo>
                  <a:lnTo>
                    <a:pt x="628" y="658"/>
                  </a:lnTo>
                  <a:lnTo>
                    <a:pt x="703" y="717"/>
                  </a:lnTo>
                  <a:lnTo>
                    <a:pt x="763" y="777"/>
                  </a:lnTo>
                  <a:lnTo>
                    <a:pt x="837" y="822"/>
                  </a:lnTo>
                  <a:lnTo>
                    <a:pt x="912" y="867"/>
                  </a:lnTo>
                  <a:lnTo>
                    <a:pt x="1002" y="897"/>
                  </a:lnTo>
                  <a:lnTo>
                    <a:pt x="1091" y="927"/>
                  </a:lnTo>
                  <a:lnTo>
                    <a:pt x="1181" y="942"/>
                  </a:lnTo>
                  <a:lnTo>
                    <a:pt x="1271" y="942"/>
                  </a:lnTo>
                  <a:lnTo>
                    <a:pt x="1375" y="927"/>
                  </a:lnTo>
                  <a:lnTo>
                    <a:pt x="1465" y="912"/>
                  </a:lnTo>
                  <a:lnTo>
                    <a:pt x="1570" y="882"/>
                  </a:lnTo>
                  <a:lnTo>
                    <a:pt x="1659" y="837"/>
                  </a:lnTo>
                  <a:lnTo>
                    <a:pt x="1749" y="792"/>
                  </a:lnTo>
                  <a:lnTo>
                    <a:pt x="1823" y="732"/>
                  </a:lnTo>
                  <a:lnTo>
                    <a:pt x="1898" y="658"/>
                  </a:lnTo>
                  <a:lnTo>
                    <a:pt x="1958" y="568"/>
                  </a:lnTo>
                  <a:lnTo>
                    <a:pt x="2033" y="478"/>
                  </a:lnTo>
                  <a:lnTo>
                    <a:pt x="2137" y="419"/>
                  </a:lnTo>
                  <a:lnTo>
                    <a:pt x="2242" y="374"/>
                  </a:lnTo>
                  <a:lnTo>
                    <a:pt x="2361" y="359"/>
                  </a:lnTo>
                  <a:lnTo>
                    <a:pt x="2481" y="374"/>
                  </a:lnTo>
                  <a:lnTo>
                    <a:pt x="2585" y="419"/>
                  </a:lnTo>
                  <a:lnTo>
                    <a:pt x="2675" y="478"/>
                  </a:lnTo>
                  <a:lnTo>
                    <a:pt x="2765" y="568"/>
                  </a:lnTo>
                  <a:lnTo>
                    <a:pt x="2824" y="658"/>
                  </a:lnTo>
                  <a:lnTo>
                    <a:pt x="2899" y="732"/>
                  </a:lnTo>
                  <a:lnTo>
                    <a:pt x="2974" y="792"/>
                  </a:lnTo>
                  <a:lnTo>
                    <a:pt x="3063" y="837"/>
                  </a:lnTo>
                  <a:lnTo>
                    <a:pt x="3153" y="882"/>
                  </a:lnTo>
                  <a:lnTo>
                    <a:pt x="3243" y="912"/>
                  </a:lnTo>
                  <a:lnTo>
                    <a:pt x="3347" y="927"/>
                  </a:lnTo>
                  <a:lnTo>
                    <a:pt x="3452" y="942"/>
                  </a:lnTo>
                  <a:lnTo>
                    <a:pt x="3556" y="927"/>
                  </a:lnTo>
                  <a:lnTo>
                    <a:pt x="3661" y="912"/>
                  </a:lnTo>
                  <a:lnTo>
                    <a:pt x="3751" y="882"/>
                  </a:lnTo>
                  <a:lnTo>
                    <a:pt x="3840" y="837"/>
                  </a:lnTo>
                  <a:lnTo>
                    <a:pt x="3930" y="792"/>
                  </a:lnTo>
                  <a:lnTo>
                    <a:pt x="4005" y="732"/>
                  </a:lnTo>
                  <a:lnTo>
                    <a:pt x="4079" y="658"/>
                  </a:lnTo>
                  <a:lnTo>
                    <a:pt x="4154" y="568"/>
                  </a:lnTo>
                  <a:lnTo>
                    <a:pt x="4229" y="478"/>
                  </a:lnTo>
                  <a:lnTo>
                    <a:pt x="4318" y="419"/>
                  </a:lnTo>
                  <a:lnTo>
                    <a:pt x="4423" y="374"/>
                  </a:lnTo>
                  <a:lnTo>
                    <a:pt x="4543" y="359"/>
                  </a:lnTo>
                  <a:lnTo>
                    <a:pt x="4662" y="374"/>
                  </a:lnTo>
                  <a:lnTo>
                    <a:pt x="4767" y="419"/>
                  </a:lnTo>
                  <a:lnTo>
                    <a:pt x="4871" y="478"/>
                  </a:lnTo>
                  <a:lnTo>
                    <a:pt x="4946" y="568"/>
                  </a:lnTo>
                  <a:lnTo>
                    <a:pt x="5006" y="658"/>
                  </a:lnTo>
                  <a:lnTo>
                    <a:pt x="5080" y="732"/>
                  </a:lnTo>
                  <a:lnTo>
                    <a:pt x="5155" y="792"/>
                  </a:lnTo>
                  <a:lnTo>
                    <a:pt x="5245" y="837"/>
                  </a:lnTo>
                  <a:lnTo>
                    <a:pt x="5334" y="882"/>
                  </a:lnTo>
                  <a:lnTo>
                    <a:pt x="5439" y="912"/>
                  </a:lnTo>
                  <a:lnTo>
                    <a:pt x="5529" y="927"/>
                  </a:lnTo>
                  <a:lnTo>
                    <a:pt x="5633" y="942"/>
                  </a:lnTo>
                  <a:lnTo>
                    <a:pt x="5738" y="927"/>
                  </a:lnTo>
                  <a:lnTo>
                    <a:pt x="5842" y="912"/>
                  </a:lnTo>
                  <a:lnTo>
                    <a:pt x="5932" y="882"/>
                  </a:lnTo>
                  <a:lnTo>
                    <a:pt x="6036" y="837"/>
                  </a:lnTo>
                  <a:lnTo>
                    <a:pt x="6111" y="792"/>
                  </a:lnTo>
                  <a:lnTo>
                    <a:pt x="6201" y="732"/>
                  </a:lnTo>
                  <a:lnTo>
                    <a:pt x="6261" y="658"/>
                  </a:lnTo>
                  <a:lnTo>
                    <a:pt x="6335" y="568"/>
                  </a:lnTo>
                  <a:lnTo>
                    <a:pt x="6410" y="478"/>
                  </a:lnTo>
                  <a:lnTo>
                    <a:pt x="6500" y="419"/>
                  </a:lnTo>
                  <a:lnTo>
                    <a:pt x="6619" y="389"/>
                  </a:lnTo>
                  <a:lnTo>
                    <a:pt x="6724" y="374"/>
                  </a:lnTo>
                  <a:lnTo>
                    <a:pt x="6843" y="389"/>
                  </a:lnTo>
                  <a:lnTo>
                    <a:pt x="6948" y="419"/>
                  </a:lnTo>
                  <a:lnTo>
                    <a:pt x="7052" y="478"/>
                  </a:lnTo>
                  <a:lnTo>
                    <a:pt x="7127" y="568"/>
                  </a:lnTo>
                  <a:lnTo>
                    <a:pt x="7187" y="658"/>
                  </a:lnTo>
                  <a:lnTo>
                    <a:pt x="7262" y="732"/>
                  </a:lnTo>
                  <a:lnTo>
                    <a:pt x="7336" y="792"/>
                  </a:lnTo>
                  <a:lnTo>
                    <a:pt x="7426" y="837"/>
                  </a:lnTo>
                  <a:lnTo>
                    <a:pt x="7515" y="882"/>
                  </a:lnTo>
                  <a:lnTo>
                    <a:pt x="7620" y="912"/>
                  </a:lnTo>
                  <a:lnTo>
                    <a:pt x="7725" y="927"/>
                  </a:lnTo>
                  <a:lnTo>
                    <a:pt x="7814" y="942"/>
                  </a:lnTo>
                  <a:lnTo>
                    <a:pt x="7829" y="942"/>
                  </a:lnTo>
                  <a:lnTo>
                    <a:pt x="7919" y="927"/>
                  </a:lnTo>
                  <a:lnTo>
                    <a:pt x="8023" y="912"/>
                  </a:lnTo>
                  <a:lnTo>
                    <a:pt x="8128" y="882"/>
                  </a:lnTo>
                  <a:lnTo>
                    <a:pt x="8218" y="837"/>
                  </a:lnTo>
                  <a:lnTo>
                    <a:pt x="8307" y="792"/>
                  </a:lnTo>
                  <a:lnTo>
                    <a:pt x="8382" y="732"/>
                  </a:lnTo>
                  <a:lnTo>
                    <a:pt x="8457" y="658"/>
                  </a:lnTo>
                  <a:lnTo>
                    <a:pt x="8516" y="568"/>
                  </a:lnTo>
                  <a:lnTo>
                    <a:pt x="8591" y="478"/>
                  </a:lnTo>
                  <a:lnTo>
                    <a:pt x="8696" y="419"/>
                  </a:lnTo>
                  <a:lnTo>
                    <a:pt x="8800" y="389"/>
                  </a:lnTo>
                  <a:lnTo>
                    <a:pt x="8920" y="374"/>
                  </a:lnTo>
                  <a:lnTo>
                    <a:pt x="9024" y="389"/>
                  </a:lnTo>
                  <a:lnTo>
                    <a:pt x="9144" y="419"/>
                  </a:lnTo>
                  <a:lnTo>
                    <a:pt x="9234" y="478"/>
                  </a:lnTo>
                  <a:lnTo>
                    <a:pt x="9308" y="568"/>
                  </a:lnTo>
                  <a:lnTo>
                    <a:pt x="9383" y="658"/>
                  </a:lnTo>
                  <a:lnTo>
                    <a:pt x="9443" y="732"/>
                  </a:lnTo>
                  <a:lnTo>
                    <a:pt x="9532" y="792"/>
                  </a:lnTo>
                  <a:lnTo>
                    <a:pt x="9607" y="837"/>
                  </a:lnTo>
                  <a:lnTo>
                    <a:pt x="9712" y="882"/>
                  </a:lnTo>
                  <a:lnTo>
                    <a:pt x="9801" y="912"/>
                  </a:lnTo>
                  <a:lnTo>
                    <a:pt x="9906" y="927"/>
                  </a:lnTo>
                  <a:lnTo>
                    <a:pt x="10010" y="942"/>
                  </a:lnTo>
                  <a:lnTo>
                    <a:pt x="10115" y="927"/>
                  </a:lnTo>
                  <a:lnTo>
                    <a:pt x="10205" y="912"/>
                  </a:lnTo>
                  <a:lnTo>
                    <a:pt x="10309" y="882"/>
                  </a:lnTo>
                  <a:lnTo>
                    <a:pt x="10399" y="837"/>
                  </a:lnTo>
                  <a:lnTo>
                    <a:pt x="10488" y="792"/>
                  </a:lnTo>
                  <a:lnTo>
                    <a:pt x="10563" y="732"/>
                  </a:lnTo>
                  <a:lnTo>
                    <a:pt x="10638" y="658"/>
                  </a:lnTo>
                  <a:lnTo>
                    <a:pt x="10698" y="568"/>
                  </a:lnTo>
                  <a:lnTo>
                    <a:pt x="10787" y="478"/>
                  </a:lnTo>
                  <a:lnTo>
                    <a:pt x="10877" y="419"/>
                  </a:lnTo>
                  <a:lnTo>
                    <a:pt x="10981" y="389"/>
                  </a:lnTo>
                  <a:lnTo>
                    <a:pt x="11101" y="374"/>
                  </a:lnTo>
                  <a:lnTo>
                    <a:pt x="11221" y="389"/>
                  </a:lnTo>
                  <a:lnTo>
                    <a:pt x="11325" y="419"/>
                  </a:lnTo>
                  <a:lnTo>
                    <a:pt x="11415" y="478"/>
                  </a:lnTo>
                  <a:lnTo>
                    <a:pt x="11504" y="568"/>
                  </a:lnTo>
                  <a:lnTo>
                    <a:pt x="11564" y="658"/>
                  </a:lnTo>
                  <a:lnTo>
                    <a:pt x="11639" y="732"/>
                  </a:lnTo>
                  <a:lnTo>
                    <a:pt x="11714" y="792"/>
                  </a:lnTo>
                  <a:lnTo>
                    <a:pt x="11803" y="837"/>
                  </a:lnTo>
                  <a:lnTo>
                    <a:pt x="11893" y="882"/>
                  </a:lnTo>
                  <a:lnTo>
                    <a:pt x="11982" y="912"/>
                  </a:lnTo>
                  <a:lnTo>
                    <a:pt x="12087" y="927"/>
                  </a:lnTo>
                  <a:lnTo>
                    <a:pt x="12192" y="942"/>
                  </a:lnTo>
                  <a:lnTo>
                    <a:pt x="12296" y="927"/>
                  </a:lnTo>
                  <a:lnTo>
                    <a:pt x="12401" y="912"/>
                  </a:lnTo>
                  <a:lnTo>
                    <a:pt x="12490" y="882"/>
                  </a:lnTo>
                  <a:lnTo>
                    <a:pt x="12580" y="837"/>
                  </a:lnTo>
                  <a:lnTo>
                    <a:pt x="12670" y="792"/>
                  </a:lnTo>
                  <a:lnTo>
                    <a:pt x="12744" y="732"/>
                  </a:lnTo>
                  <a:lnTo>
                    <a:pt x="12819" y="658"/>
                  </a:lnTo>
                  <a:lnTo>
                    <a:pt x="12894" y="568"/>
                  </a:lnTo>
                  <a:lnTo>
                    <a:pt x="12968" y="478"/>
                  </a:lnTo>
                  <a:lnTo>
                    <a:pt x="13058" y="419"/>
                  </a:lnTo>
                  <a:lnTo>
                    <a:pt x="13163" y="389"/>
                  </a:lnTo>
                  <a:lnTo>
                    <a:pt x="13282" y="374"/>
                  </a:lnTo>
                  <a:lnTo>
                    <a:pt x="13402" y="389"/>
                  </a:lnTo>
                  <a:lnTo>
                    <a:pt x="13506" y="419"/>
                  </a:lnTo>
                  <a:lnTo>
                    <a:pt x="13596" y="478"/>
                  </a:lnTo>
                  <a:lnTo>
                    <a:pt x="13686" y="568"/>
                  </a:lnTo>
                  <a:lnTo>
                    <a:pt x="13745" y="658"/>
                  </a:lnTo>
                  <a:lnTo>
                    <a:pt x="13820" y="732"/>
                  </a:lnTo>
                  <a:lnTo>
                    <a:pt x="13895" y="792"/>
                  </a:lnTo>
                  <a:lnTo>
                    <a:pt x="13984" y="837"/>
                  </a:lnTo>
                  <a:lnTo>
                    <a:pt x="14074" y="882"/>
                  </a:lnTo>
                  <a:lnTo>
                    <a:pt x="14179" y="912"/>
                  </a:lnTo>
                  <a:lnTo>
                    <a:pt x="14268" y="927"/>
                  </a:lnTo>
                  <a:lnTo>
                    <a:pt x="14373" y="942"/>
                  </a:lnTo>
                  <a:lnTo>
                    <a:pt x="14477" y="927"/>
                  </a:lnTo>
                  <a:lnTo>
                    <a:pt x="14582" y="912"/>
                  </a:lnTo>
                  <a:lnTo>
                    <a:pt x="14672" y="882"/>
                  </a:lnTo>
                  <a:lnTo>
                    <a:pt x="14776" y="837"/>
                  </a:lnTo>
                  <a:lnTo>
                    <a:pt x="14851" y="792"/>
                  </a:lnTo>
                  <a:lnTo>
                    <a:pt x="14940" y="732"/>
                  </a:lnTo>
                  <a:lnTo>
                    <a:pt x="15015" y="658"/>
                  </a:lnTo>
                  <a:lnTo>
                    <a:pt x="15075" y="568"/>
                  </a:lnTo>
                  <a:lnTo>
                    <a:pt x="15150" y="478"/>
                  </a:lnTo>
                  <a:lnTo>
                    <a:pt x="15239" y="419"/>
                  </a:lnTo>
                  <a:lnTo>
                    <a:pt x="15359" y="389"/>
                  </a:lnTo>
                  <a:lnTo>
                    <a:pt x="15463" y="374"/>
                  </a:lnTo>
                  <a:lnTo>
                    <a:pt x="15583" y="389"/>
                  </a:lnTo>
                  <a:lnTo>
                    <a:pt x="15687" y="419"/>
                  </a:lnTo>
                  <a:lnTo>
                    <a:pt x="15792" y="478"/>
                  </a:lnTo>
                  <a:lnTo>
                    <a:pt x="15867" y="568"/>
                  </a:lnTo>
                  <a:lnTo>
                    <a:pt x="15926" y="658"/>
                  </a:lnTo>
                  <a:lnTo>
                    <a:pt x="16001" y="732"/>
                  </a:lnTo>
                  <a:lnTo>
                    <a:pt x="16076" y="792"/>
                  </a:lnTo>
                  <a:lnTo>
                    <a:pt x="16166" y="837"/>
                  </a:lnTo>
                  <a:lnTo>
                    <a:pt x="16255" y="882"/>
                  </a:lnTo>
                  <a:lnTo>
                    <a:pt x="16360" y="912"/>
                  </a:lnTo>
                  <a:lnTo>
                    <a:pt x="16464" y="942"/>
                  </a:lnTo>
                  <a:lnTo>
                    <a:pt x="16659" y="942"/>
                  </a:lnTo>
                  <a:lnTo>
                    <a:pt x="16763" y="912"/>
                  </a:lnTo>
                  <a:lnTo>
                    <a:pt x="16868" y="882"/>
                  </a:lnTo>
                  <a:lnTo>
                    <a:pt x="16957" y="837"/>
                  </a:lnTo>
                  <a:lnTo>
                    <a:pt x="17047" y="792"/>
                  </a:lnTo>
                  <a:lnTo>
                    <a:pt x="17122" y="732"/>
                  </a:lnTo>
                  <a:lnTo>
                    <a:pt x="17196" y="658"/>
                  </a:lnTo>
                  <a:lnTo>
                    <a:pt x="17256" y="568"/>
                  </a:lnTo>
                  <a:lnTo>
                    <a:pt x="17331" y="478"/>
                  </a:lnTo>
                  <a:lnTo>
                    <a:pt x="17435" y="419"/>
                  </a:lnTo>
                  <a:lnTo>
                    <a:pt x="17540" y="374"/>
                  </a:lnTo>
                  <a:lnTo>
                    <a:pt x="17659" y="359"/>
                  </a:lnTo>
                  <a:lnTo>
                    <a:pt x="17779" y="374"/>
                  </a:lnTo>
                  <a:lnTo>
                    <a:pt x="17884" y="419"/>
                  </a:lnTo>
                  <a:lnTo>
                    <a:pt x="17973" y="478"/>
                  </a:lnTo>
                  <a:lnTo>
                    <a:pt x="18048" y="568"/>
                  </a:lnTo>
                  <a:lnTo>
                    <a:pt x="18078" y="598"/>
                  </a:lnTo>
                  <a:lnTo>
                    <a:pt x="18123" y="628"/>
                  </a:lnTo>
                  <a:lnTo>
                    <a:pt x="18152" y="643"/>
                  </a:lnTo>
                  <a:lnTo>
                    <a:pt x="18197" y="643"/>
                  </a:lnTo>
                  <a:lnTo>
                    <a:pt x="18750" y="658"/>
                  </a:lnTo>
                  <a:lnTo>
                    <a:pt x="18825" y="643"/>
                  </a:lnTo>
                  <a:lnTo>
                    <a:pt x="18870" y="598"/>
                  </a:lnTo>
                  <a:lnTo>
                    <a:pt x="18914" y="538"/>
                  </a:lnTo>
                  <a:lnTo>
                    <a:pt x="18929" y="478"/>
                  </a:lnTo>
                  <a:lnTo>
                    <a:pt x="18914" y="404"/>
                  </a:lnTo>
                  <a:lnTo>
                    <a:pt x="18870" y="344"/>
                  </a:lnTo>
                  <a:lnTo>
                    <a:pt x="18825" y="314"/>
                  </a:lnTo>
                  <a:lnTo>
                    <a:pt x="18750" y="299"/>
                  </a:lnTo>
                  <a:lnTo>
                    <a:pt x="18287" y="284"/>
                  </a:lnTo>
                  <a:lnTo>
                    <a:pt x="18227" y="224"/>
                  </a:lnTo>
                  <a:lnTo>
                    <a:pt x="18152" y="165"/>
                  </a:lnTo>
                  <a:lnTo>
                    <a:pt x="18078" y="120"/>
                  </a:lnTo>
                  <a:lnTo>
                    <a:pt x="18003" y="75"/>
                  </a:lnTo>
                  <a:lnTo>
                    <a:pt x="17928" y="45"/>
                  </a:lnTo>
                  <a:lnTo>
                    <a:pt x="17839" y="15"/>
                  </a:lnTo>
                  <a:lnTo>
                    <a:pt x="17749" y="0"/>
                  </a:lnTo>
                  <a:lnTo>
                    <a:pt x="17659" y="0"/>
                  </a:lnTo>
                  <a:lnTo>
                    <a:pt x="17555" y="15"/>
                  </a:lnTo>
                  <a:lnTo>
                    <a:pt x="17450" y="30"/>
                  </a:lnTo>
                  <a:lnTo>
                    <a:pt x="17361" y="60"/>
                  </a:lnTo>
                  <a:lnTo>
                    <a:pt x="17256" y="105"/>
                  </a:lnTo>
                  <a:lnTo>
                    <a:pt x="17181" y="150"/>
                  </a:lnTo>
                  <a:lnTo>
                    <a:pt x="17092" y="209"/>
                  </a:lnTo>
                  <a:lnTo>
                    <a:pt x="17017" y="284"/>
                  </a:lnTo>
                  <a:lnTo>
                    <a:pt x="16957" y="374"/>
                  </a:lnTo>
                  <a:lnTo>
                    <a:pt x="16883" y="463"/>
                  </a:lnTo>
                  <a:lnTo>
                    <a:pt x="16778" y="523"/>
                  </a:lnTo>
                  <a:lnTo>
                    <a:pt x="16673" y="568"/>
                  </a:lnTo>
                  <a:lnTo>
                    <a:pt x="16569" y="568"/>
                  </a:lnTo>
                  <a:lnTo>
                    <a:pt x="16449" y="553"/>
                  </a:lnTo>
                  <a:lnTo>
                    <a:pt x="16345" y="523"/>
                  </a:lnTo>
                  <a:lnTo>
                    <a:pt x="16240" y="463"/>
                  </a:lnTo>
                  <a:lnTo>
                    <a:pt x="16166" y="374"/>
                  </a:lnTo>
                  <a:lnTo>
                    <a:pt x="16106" y="284"/>
                  </a:lnTo>
                  <a:lnTo>
                    <a:pt x="16031" y="209"/>
                  </a:lnTo>
                  <a:lnTo>
                    <a:pt x="15941" y="150"/>
                  </a:lnTo>
                  <a:lnTo>
                    <a:pt x="15867" y="105"/>
                  </a:lnTo>
                  <a:lnTo>
                    <a:pt x="15777" y="60"/>
                  </a:lnTo>
                  <a:lnTo>
                    <a:pt x="15673" y="30"/>
                  </a:lnTo>
                  <a:lnTo>
                    <a:pt x="15568" y="15"/>
                  </a:lnTo>
                  <a:lnTo>
                    <a:pt x="15463" y="0"/>
                  </a:lnTo>
                  <a:lnTo>
                    <a:pt x="15359" y="15"/>
                  </a:lnTo>
                  <a:lnTo>
                    <a:pt x="15269" y="30"/>
                  </a:lnTo>
                  <a:lnTo>
                    <a:pt x="15165" y="60"/>
                  </a:lnTo>
                  <a:lnTo>
                    <a:pt x="15075" y="105"/>
                  </a:lnTo>
                  <a:lnTo>
                    <a:pt x="14985" y="150"/>
                  </a:lnTo>
                  <a:lnTo>
                    <a:pt x="14911" y="209"/>
                  </a:lnTo>
                  <a:lnTo>
                    <a:pt x="14836" y="284"/>
                  </a:lnTo>
                  <a:lnTo>
                    <a:pt x="14776" y="374"/>
                  </a:lnTo>
                  <a:lnTo>
                    <a:pt x="14701" y="463"/>
                  </a:lnTo>
                  <a:lnTo>
                    <a:pt x="14597" y="523"/>
                  </a:lnTo>
                  <a:lnTo>
                    <a:pt x="14492" y="553"/>
                  </a:lnTo>
                  <a:lnTo>
                    <a:pt x="14373" y="568"/>
                  </a:lnTo>
                  <a:lnTo>
                    <a:pt x="14268" y="553"/>
                  </a:lnTo>
                  <a:lnTo>
                    <a:pt x="14149" y="523"/>
                  </a:lnTo>
                  <a:lnTo>
                    <a:pt x="14059" y="463"/>
                  </a:lnTo>
                  <a:lnTo>
                    <a:pt x="13984" y="374"/>
                  </a:lnTo>
                  <a:lnTo>
                    <a:pt x="13910" y="284"/>
                  </a:lnTo>
                  <a:lnTo>
                    <a:pt x="13850" y="209"/>
                  </a:lnTo>
                  <a:lnTo>
                    <a:pt x="13760" y="150"/>
                  </a:lnTo>
                  <a:lnTo>
                    <a:pt x="13671" y="105"/>
                  </a:lnTo>
                  <a:lnTo>
                    <a:pt x="13581" y="60"/>
                  </a:lnTo>
                  <a:lnTo>
                    <a:pt x="13491" y="30"/>
                  </a:lnTo>
                  <a:lnTo>
                    <a:pt x="13387" y="15"/>
                  </a:lnTo>
                  <a:lnTo>
                    <a:pt x="13282" y="0"/>
                  </a:lnTo>
                  <a:lnTo>
                    <a:pt x="13178" y="15"/>
                  </a:lnTo>
                  <a:lnTo>
                    <a:pt x="13073" y="30"/>
                  </a:lnTo>
                  <a:lnTo>
                    <a:pt x="12983" y="60"/>
                  </a:lnTo>
                  <a:lnTo>
                    <a:pt x="12894" y="105"/>
                  </a:lnTo>
                  <a:lnTo>
                    <a:pt x="12804" y="150"/>
                  </a:lnTo>
                  <a:lnTo>
                    <a:pt x="12729" y="209"/>
                  </a:lnTo>
                  <a:lnTo>
                    <a:pt x="12655" y="284"/>
                  </a:lnTo>
                  <a:lnTo>
                    <a:pt x="12595" y="374"/>
                  </a:lnTo>
                  <a:lnTo>
                    <a:pt x="12505" y="463"/>
                  </a:lnTo>
                  <a:lnTo>
                    <a:pt x="12416" y="523"/>
                  </a:lnTo>
                  <a:lnTo>
                    <a:pt x="12311" y="553"/>
                  </a:lnTo>
                  <a:lnTo>
                    <a:pt x="12192" y="568"/>
                  </a:lnTo>
                  <a:lnTo>
                    <a:pt x="12072" y="553"/>
                  </a:lnTo>
                  <a:lnTo>
                    <a:pt x="11967" y="523"/>
                  </a:lnTo>
                  <a:lnTo>
                    <a:pt x="11878" y="463"/>
                  </a:lnTo>
                  <a:lnTo>
                    <a:pt x="11788" y="374"/>
                  </a:lnTo>
                  <a:lnTo>
                    <a:pt x="11728" y="284"/>
                  </a:lnTo>
                  <a:lnTo>
                    <a:pt x="11654" y="209"/>
                  </a:lnTo>
                  <a:lnTo>
                    <a:pt x="11579" y="150"/>
                  </a:lnTo>
                  <a:lnTo>
                    <a:pt x="11489" y="105"/>
                  </a:lnTo>
                  <a:lnTo>
                    <a:pt x="11400" y="60"/>
                  </a:lnTo>
                  <a:lnTo>
                    <a:pt x="11310" y="30"/>
                  </a:lnTo>
                  <a:lnTo>
                    <a:pt x="11206" y="15"/>
                  </a:lnTo>
                  <a:lnTo>
                    <a:pt x="11101" y="0"/>
                  </a:lnTo>
                  <a:lnTo>
                    <a:pt x="10996" y="15"/>
                  </a:lnTo>
                  <a:lnTo>
                    <a:pt x="10892" y="30"/>
                  </a:lnTo>
                  <a:lnTo>
                    <a:pt x="10802" y="60"/>
                  </a:lnTo>
                  <a:lnTo>
                    <a:pt x="10713" y="105"/>
                  </a:lnTo>
                  <a:lnTo>
                    <a:pt x="10623" y="150"/>
                  </a:lnTo>
                  <a:lnTo>
                    <a:pt x="10533" y="209"/>
                  </a:lnTo>
                  <a:lnTo>
                    <a:pt x="10474" y="284"/>
                  </a:lnTo>
                  <a:lnTo>
                    <a:pt x="10399" y="374"/>
                  </a:lnTo>
                  <a:lnTo>
                    <a:pt x="10324" y="463"/>
                  </a:lnTo>
                  <a:lnTo>
                    <a:pt x="10234" y="523"/>
                  </a:lnTo>
                  <a:lnTo>
                    <a:pt x="10115" y="553"/>
                  </a:lnTo>
                  <a:lnTo>
                    <a:pt x="10010" y="568"/>
                  </a:lnTo>
                  <a:lnTo>
                    <a:pt x="9891" y="553"/>
                  </a:lnTo>
                  <a:lnTo>
                    <a:pt x="9786" y="523"/>
                  </a:lnTo>
                  <a:lnTo>
                    <a:pt x="9682" y="463"/>
                  </a:lnTo>
                  <a:lnTo>
                    <a:pt x="9607" y="374"/>
                  </a:lnTo>
                  <a:lnTo>
                    <a:pt x="9547" y="284"/>
                  </a:lnTo>
                  <a:lnTo>
                    <a:pt x="9473" y="209"/>
                  </a:lnTo>
                  <a:lnTo>
                    <a:pt x="9398" y="150"/>
                  </a:lnTo>
                  <a:lnTo>
                    <a:pt x="9308" y="105"/>
                  </a:lnTo>
                  <a:lnTo>
                    <a:pt x="9219" y="60"/>
                  </a:lnTo>
                  <a:lnTo>
                    <a:pt x="9114" y="30"/>
                  </a:lnTo>
                  <a:lnTo>
                    <a:pt x="9024" y="15"/>
                  </a:lnTo>
                  <a:lnTo>
                    <a:pt x="8920" y="0"/>
                  </a:lnTo>
                  <a:lnTo>
                    <a:pt x="8815" y="15"/>
                  </a:lnTo>
                  <a:lnTo>
                    <a:pt x="8711" y="30"/>
                  </a:lnTo>
                  <a:lnTo>
                    <a:pt x="8606" y="60"/>
                  </a:lnTo>
                  <a:lnTo>
                    <a:pt x="8516" y="105"/>
                  </a:lnTo>
                  <a:lnTo>
                    <a:pt x="8442" y="150"/>
                  </a:lnTo>
                  <a:lnTo>
                    <a:pt x="8352" y="209"/>
                  </a:lnTo>
                  <a:lnTo>
                    <a:pt x="8277" y="284"/>
                  </a:lnTo>
                  <a:lnTo>
                    <a:pt x="8218" y="374"/>
                  </a:lnTo>
                  <a:lnTo>
                    <a:pt x="8143" y="463"/>
                  </a:lnTo>
                  <a:lnTo>
                    <a:pt x="8053" y="523"/>
                  </a:lnTo>
                  <a:lnTo>
                    <a:pt x="7934" y="568"/>
                  </a:lnTo>
                  <a:lnTo>
                    <a:pt x="7829" y="583"/>
                  </a:lnTo>
                  <a:lnTo>
                    <a:pt x="7710" y="568"/>
                  </a:lnTo>
                  <a:lnTo>
                    <a:pt x="7590" y="523"/>
                  </a:lnTo>
                  <a:lnTo>
                    <a:pt x="7501" y="463"/>
                  </a:lnTo>
                  <a:lnTo>
                    <a:pt x="7426" y="374"/>
                  </a:lnTo>
                  <a:lnTo>
                    <a:pt x="7366" y="284"/>
                  </a:lnTo>
                  <a:lnTo>
                    <a:pt x="7291" y="209"/>
                  </a:lnTo>
                  <a:lnTo>
                    <a:pt x="7202" y="150"/>
                  </a:lnTo>
                  <a:lnTo>
                    <a:pt x="7127" y="105"/>
                  </a:lnTo>
                  <a:lnTo>
                    <a:pt x="7022" y="60"/>
                  </a:lnTo>
                  <a:lnTo>
                    <a:pt x="6933" y="30"/>
                  </a:lnTo>
                  <a:lnTo>
                    <a:pt x="6828" y="15"/>
                  </a:lnTo>
                  <a:lnTo>
                    <a:pt x="6724" y="0"/>
                  </a:lnTo>
                  <a:lnTo>
                    <a:pt x="6619" y="15"/>
                  </a:lnTo>
                  <a:lnTo>
                    <a:pt x="6529" y="30"/>
                  </a:lnTo>
                  <a:lnTo>
                    <a:pt x="6425" y="60"/>
                  </a:lnTo>
                  <a:lnTo>
                    <a:pt x="6335" y="105"/>
                  </a:lnTo>
                  <a:lnTo>
                    <a:pt x="6246" y="150"/>
                  </a:lnTo>
                  <a:lnTo>
                    <a:pt x="6171" y="209"/>
                  </a:lnTo>
                  <a:lnTo>
                    <a:pt x="6096" y="284"/>
                  </a:lnTo>
                  <a:lnTo>
                    <a:pt x="6036" y="374"/>
                  </a:lnTo>
                  <a:lnTo>
                    <a:pt x="5962" y="463"/>
                  </a:lnTo>
                  <a:lnTo>
                    <a:pt x="5857" y="523"/>
                  </a:lnTo>
                  <a:lnTo>
                    <a:pt x="5753" y="553"/>
                  </a:lnTo>
                  <a:lnTo>
                    <a:pt x="5633" y="568"/>
                  </a:lnTo>
                  <a:lnTo>
                    <a:pt x="5529" y="553"/>
                  </a:lnTo>
                  <a:lnTo>
                    <a:pt x="5409" y="523"/>
                  </a:lnTo>
                  <a:lnTo>
                    <a:pt x="5319" y="463"/>
                  </a:lnTo>
                  <a:lnTo>
                    <a:pt x="5245" y="374"/>
                  </a:lnTo>
                  <a:lnTo>
                    <a:pt x="5170" y="284"/>
                  </a:lnTo>
                  <a:lnTo>
                    <a:pt x="5110" y="209"/>
                  </a:lnTo>
                  <a:lnTo>
                    <a:pt x="5021" y="150"/>
                  </a:lnTo>
                  <a:lnTo>
                    <a:pt x="4931" y="105"/>
                  </a:lnTo>
                  <a:lnTo>
                    <a:pt x="4841" y="60"/>
                  </a:lnTo>
                  <a:lnTo>
                    <a:pt x="4752" y="30"/>
                  </a:lnTo>
                  <a:lnTo>
                    <a:pt x="4647" y="15"/>
                  </a:lnTo>
                  <a:lnTo>
                    <a:pt x="4543" y="0"/>
                  </a:lnTo>
                  <a:lnTo>
                    <a:pt x="4438" y="15"/>
                  </a:lnTo>
                  <a:lnTo>
                    <a:pt x="4333" y="30"/>
                  </a:lnTo>
                  <a:lnTo>
                    <a:pt x="4244" y="60"/>
                  </a:lnTo>
                  <a:lnTo>
                    <a:pt x="4154" y="105"/>
                  </a:lnTo>
                  <a:lnTo>
                    <a:pt x="4064" y="150"/>
                  </a:lnTo>
                  <a:lnTo>
                    <a:pt x="3990" y="209"/>
                  </a:lnTo>
                  <a:lnTo>
                    <a:pt x="3915" y="284"/>
                  </a:lnTo>
                  <a:lnTo>
                    <a:pt x="3855" y="374"/>
                  </a:lnTo>
                  <a:lnTo>
                    <a:pt x="3766" y="463"/>
                  </a:lnTo>
                  <a:lnTo>
                    <a:pt x="3676" y="523"/>
                  </a:lnTo>
                  <a:lnTo>
                    <a:pt x="3571" y="553"/>
                  </a:lnTo>
                  <a:lnTo>
                    <a:pt x="3452" y="568"/>
                  </a:lnTo>
                  <a:lnTo>
                    <a:pt x="3332" y="553"/>
                  </a:lnTo>
                  <a:lnTo>
                    <a:pt x="3228" y="523"/>
                  </a:lnTo>
                  <a:lnTo>
                    <a:pt x="3138" y="463"/>
                  </a:lnTo>
                  <a:lnTo>
                    <a:pt x="3049" y="374"/>
                  </a:lnTo>
                  <a:lnTo>
                    <a:pt x="2989" y="284"/>
                  </a:lnTo>
                  <a:lnTo>
                    <a:pt x="2914" y="209"/>
                  </a:lnTo>
                  <a:lnTo>
                    <a:pt x="2839" y="150"/>
                  </a:lnTo>
                  <a:lnTo>
                    <a:pt x="2750" y="105"/>
                  </a:lnTo>
                  <a:lnTo>
                    <a:pt x="2660" y="60"/>
                  </a:lnTo>
                  <a:lnTo>
                    <a:pt x="2570" y="30"/>
                  </a:lnTo>
                  <a:lnTo>
                    <a:pt x="2466" y="15"/>
                  </a:lnTo>
                  <a:lnTo>
                    <a:pt x="23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3"/>
            <p:cNvSpPr/>
            <p:nvPr/>
          </p:nvSpPr>
          <p:spPr>
            <a:xfrm>
              <a:off x="3893390" y="3245730"/>
              <a:ext cx="460850" cy="24638"/>
            </a:xfrm>
            <a:custGeom>
              <a:avLst/>
              <a:gdLst/>
              <a:ahLst/>
              <a:cxnLst/>
              <a:rect l="l" t="t" r="r" b="b"/>
              <a:pathLst>
                <a:path w="16778" h="897" extrusionOk="0">
                  <a:moveTo>
                    <a:pt x="449" y="0"/>
                  </a:moveTo>
                  <a:lnTo>
                    <a:pt x="359" y="15"/>
                  </a:lnTo>
                  <a:lnTo>
                    <a:pt x="284" y="45"/>
                  </a:lnTo>
                  <a:lnTo>
                    <a:pt x="209" y="75"/>
                  </a:lnTo>
                  <a:lnTo>
                    <a:pt x="135" y="134"/>
                  </a:lnTo>
                  <a:lnTo>
                    <a:pt x="90" y="209"/>
                  </a:lnTo>
                  <a:lnTo>
                    <a:pt x="45" y="284"/>
                  </a:lnTo>
                  <a:lnTo>
                    <a:pt x="15" y="359"/>
                  </a:lnTo>
                  <a:lnTo>
                    <a:pt x="0" y="448"/>
                  </a:lnTo>
                  <a:lnTo>
                    <a:pt x="15" y="538"/>
                  </a:lnTo>
                  <a:lnTo>
                    <a:pt x="45" y="627"/>
                  </a:lnTo>
                  <a:lnTo>
                    <a:pt x="90" y="702"/>
                  </a:lnTo>
                  <a:lnTo>
                    <a:pt x="135" y="762"/>
                  </a:lnTo>
                  <a:lnTo>
                    <a:pt x="209" y="822"/>
                  </a:lnTo>
                  <a:lnTo>
                    <a:pt x="284" y="867"/>
                  </a:lnTo>
                  <a:lnTo>
                    <a:pt x="359" y="896"/>
                  </a:lnTo>
                  <a:lnTo>
                    <a:pt x="16419" y="896"/>
                  </a:lnTo>
                  <a:lnTo>
                    <a:pt x="16509" y="867"/>
                  </a:lnTo>
                  <a:lnTo>
                    <a:pt x="16583" y="822"/>
                  </a:lnTo>
                  <a:lnTo>
                    <a:pt x="16658" y="762"/>
                  </a:lnTo>
                  <a:lnTo>
                    <a:pt x="16703" y="702"/>
                  </a:lnTo>
                  <a:lnTo>
                    <a:pt x="16748" y="627"/>
                  </a:lnTo>
                  <a:lnTo>
                    <a:pt x="16778" y="538"/>
                  </a:lnTo>
                  <a:lnTo>
                    <a:pt x="16778" y="448"/>
                  </a:lnTo>
                  <a:lnTo>
                    <a:pt x="16778" y="359"/>
                  </a:lnTo>
                  <a:lnTo>
                    <a:pt x="16748" y="284"/>
                  </a:lnTo>
                  <a:lnTo>
                    <a:pt x="16703" y="209"/>
                  </a:lnTo>
                  <a:lnTo>
                    <a:pt x="16658" y="134"/>
                  </a:lnTo>
                  <a:lnTo>
                    <a:pt x="16583" y="75"/>
                  </a:lnTo>
                  <a:lnTo>
                    <a:pt x="16509" y="45"/>
                  </a:lnTo>
                  <a:lnTo>
                    <a:pt x="16419" y="15"/>
                  </a:lnTo>
                  <a:lnTo>
                    <a:pt x="16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3"/>
            <p:cNvSpPr/>
            <p:nvPr/>
          </p:nvSpPr>
          <p:spPr>
            <a:xfrm>
              <a:off x="3893390" y="3181294"/>
              <a:ext cx="460850" cy="24638"/>
            </a:xfrm>
            <a:custGeom>
              <a:avLst/>
              <a:gdLst/>
              <a:ahLst/>
              <a:cxnLst/>
              <a:rect l="l" t="t" r="r" b="b"/>
              <a:pathLst>
                <a:path w="16778" h="897" extrusionOk="0">
                  <a:moveTo>
                    <a:pt x="449" y="1"/>
                  </a:moveTo>
                  <a:lnTo>
                    <a:pt x="359" y="15"/>
                  </a:lnTo>
                  <a:lnTo>
                    <a:pt x="284" y="45"/>
                  </a:lnTo>
                  <a:lnTo>
                    <a:pt x="209" y="75"/>
                  </a:lnTo>
                  <a:lnTo>
                    <a:pt x="135" y="135"/>
                  </a:lnTo>
                  <a:lnTo>
                    <a:pt x="90" y="195"/>
                  </a:lnTo>
                  <a:lnTo>
                    <a:pt x="45" y="284"/>
                  </a:lnTo>
                  <a:lnTo>
                    <a:pt x="15" y="359"/>
                  </a:lnTo>
                  <a:lnTo>
                    <a:pt x="0" y="449"/>
                  </a:lnTo>
                  <a:lnTo>
                    <a:pt x="15" y="538"/>
                  </a:lnTo>
                  <a:lnTo>
                    <a:pt x="45" y="628"/>
                  </a:lnTo>
                  <a:lnTo>
                    <a:pt x="90" y="703"/>
                  </a:lnTo>
                  <a:lnTo>
                    <a:pt x="135" y="762"/>
                  </a:lnTo>
                  <a:lnTo>
                    <a:pt x="209" y="822"/>
                  </a:lnTo>
                  <a:lnTo>
                    <a:pt x="284" y="867"/>
                  </a:lnTo>
                  <a:lnTo>
                    <a:pt x="359" y="897"/>
                  </a:lnTo>
                  <a:lnTo>
                    <a:pt x="16419" y="897"/>
                  </a:lnTo>
                  <a:lnTo>
                    <a:pt x="16509" y="867"/>
                  </a:lnTo>
                  <a:lnTo>
                    <a:pt x="16583" y="822"/>
                  </a:lnTo>
                  <a:lnTo>
                    <a:pt x="16658" y="762"/>
                  </a:lnTo>
                  <a:lnTo>
                    <a:pt x="16703" y="703"/>
                  </a:lnTo>
                  <a:lnTo>
                    <a:pt x="16748" y="628"/>
                  </a:lnTo>
                  <a:lnTo>
                    <a:pt x="16778" y="538"/>
                  </a:lnTo>
                  <a:lnTo>
                    <a:pt x="16778" y="449"/>
                  </a:lnTo>
                  <a:lnTo>
                    <a:pt x="16778" y="359"/>
                  </a:lnTo>
                  <a:lnTo>
                    <a:pt x="16748" y="284"/>
                  </a:lnTo>
                  <a:lnTo>
                    <a:pt x="16703" y="195"/>
                  </a:lnTo>
                  <a:lnTo>
                    <a:pt x="16658" y="135"/>
                  </a:lnTo>
                  <a:lnTo>
                    <a:pt x="16583" y="75"/>
                  </a:lnTo>
                  <a:lnTo>
                    <a:pt x="16509" y="45"/>
                  </a:lnTo>
                  <a:lnTo>
                    <a:pt x="16419" y="15"/>
                  </a:lnTo>
                  <a:lnTo>
                    <a:pt x="16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3"/>
            <p:cNvSpPr/>
            <p:nvPr/>
          </p:nvSpPr>
          <p:spPr>
            <a:xfrm>
              <a:off x="3893390" y="3116885"/>
              <a:ext cx="460850" cy="24638"/>
            </a:xfrm>
            <a:custGeom>
              <a:avLst/>
              <a:gdLst/>
              <a:ahLst/>
              <a:cxnLst/>
              <a:rect l="l" t="t" r="r" b="b"/>
              <a:pathLst>
                <a:path w="16778" h="897" extrusionOk="0">
                  <a:moveTo>
                    <a:pt x="449" y="0"/>
                  </a:moveTo>
                  <a:lnTo>
                    <a:pt x="359" y="15"/>
                  </a:lnTo>
                  <a:lnTo>
                    <a:pt x="284" y="45"/>
                  </a:lnTo>
                  <a:lnTo>
                    <a:pt x="209" y="75"/>
                  </a:lnTo>
                  <a:lnTo>
                    <a:pt x="135" y="134"/>
                  </a:lnTo>
                  <a:lnTo>
                    <a:pt x="90" y="194"/>
                  </a:lnTo>
                  <a:lnTo>
                    <a:pt x="45" y="284"/>
                  </a:lnTo>
                  <a:lnTo>
                    <a:pt x="15" y="359"/>
                  </a:lnTo>
                  <a:lnTo>
                    <a:pt x="0" y="448"/>
                  </a:lnTo>
                  <a:lnTo>
                    <a:pt x="15" y="538"/>
                  </a:lnTo>
                  <a:lnTo>
                    <a:pt x="45" y="627"/>
                  </a:lnTo>
                  <a:lnTo>
                    <a:pt x="90" y="702"/>
                  </a:lnTo>
                  <a:lnTo>
                    <a:pt x="135" y="762"/>
                  </a:lnTo>
                  <a:lnTo>
                    <a:pt x="209" y="822"/>
                  </a:lnTo>
                  <a:lnTo>
                    <a:pt x="284" y="867"/>
                  </a:lnTo>
                  <a:lnTo>
                    <a:pt x="359" y="896"/>
                  </a:lnTo>
                  <a:lnTo>
                    <a:pt x="16419" y="896"/>
                  </a:lnTo>
                  <a:lnTo>
                    <a:pt x="16509" y="867"/>
                  </a:lnTo>
                  <a:lnTo>
                    <a:pt x="16583" y="822"/>
                  </a:lnTo>
                  <a:lnTo>
                    <a:pt x="16658" y="762"/>
                  </a:lnTo>
                  <a:lnTo>
                    <a:pt x="16703" y="702"/>
                  </a:lnTo>
                  <a:lnTo>
                    <a:pt x="16748" y="627"/>
                  </a:lnTo>
                  <a:lnTo>
                    <a:pt x="16778" y="538"/>
                  </a:lnTo>
                  <a:lnTo>
                    <a:pt x="16778" y="448"/>
                  </a:lnTo>
                  <a:lnTo>
                    <a:pt x="16778" y="359"/>
                  </a:lnTo>
                  <a:lnTo>
                    <a:pt x="16748" y="284"/>
                  </a:lnTo>
                  <a:lnTo>
                    <a:pt x="16703" y="194"/>
                  </a:lnTo>
                  <a:lnTo>
                    <a:pt x="16658" y="134"/>
                  </a:lnTo>
                  <a:lnTo>
                    <a:pt x="16583" y="75"/>
                  </a:lnTo>
                  <a:lnTo>
                    <a:pt x="16509" y="45"/>
                  </a:lnTo>
                  <a:lnTo>
                    <a:pt x="16419" y="15"/>
                  </a:lnTo>
                  <a:lnTo>
                    <a:pt x="16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3"/>
            <p:cNvSpPr/>
            <p:nvPr/>
          </p:nvSpPr>
          <p:spPr>
            <a:xfrm>
              <a:off x="4425199" y="3245730"/>
              <a:ext cx="25050" cy="24638"/>
            </a:xfrm>
            <a:custGeom>
              <a:avLst/>
              <a:gdLst/>
              <a:ahLst/>
              <a:cxnLst/>
              <a:rect l="l" t="t" r="r" b="b"/>
              <a:pathLst>
                <a:path w="912" h="897" extrusionOk="0">
                  <a:moveTo>
                    <a:pt x="448" y="0"/>
                  </a:moveTo>
                  <a:lnTo>
                    <a:pt x="359" y="15"/>
                  </a:lnTo>
                  <a:lnTo>
                    <a:pt x="269" y="45"/>
                  </a:lnTo>
                  <a:lnTo>
                    <a:pt x="194" y="75"/>
                  </a:lnTo>
                  <a:lnTo>
                    <a:pt x="135" y="134"/>
                  </a:lnTo>
                  <a:lnTo>
                    <a:pt x="75" y="209"/>
                  </a:lnTo>
                  <a:lnTo>
                    <a:pt x="30" y="284"/>
                  </a:lnTo>
                  <a:lnTo>
                    <a:pt x="15" y="359"/>
                  </a:lnTo>
                  <a:lnTo>
                    <a:pt x="0" y="448"/>
                  </a:lnTo>
                  <a:lnTo>
                    <a:pt x="15" y="538"/>
                  </a:lnTo>
                  <a:lnTo>
                    <a:pt x="30" y="627"/>
                  </a:lnTo>
                  <a:lnTo>
                    <a:pt x="75" y="702"/>
                  </a:lnTo>
                  <a:lnTo>
                    <a:pt x="135" y="762"/>
                  </a:lnTo>
                  <a:lnTo>
                    <a:pt x="194" y="822"/>
                  </a:lnTo>
                  <a:lnTo>
                    <a:pt x="269" y="867"/>
                  </a:lnTo>
                  <a:lnTo>
                    <a:pt x="359" y="896"/>
                  </a:lnTo>
                  <a:lnTo>
                    <a:pt x="553" y="896"/>
                  </a:lnTo>
                  <a:lnTo>
                    <a:pt x="642" y="867"/>
                  </a:lnTo>
                  <a:lnTo>
                    <a:pt x="717" y="822"/>
                  </a:lnTo>
                  <a:lnTo>
                    <a:pt x="777" y="762"/>
                  </a:lnTo>
                  <a:lnTo>
                    <a:pt x="837" y="702"/>
                  </a:lnTo>
                  <a:lnTo>
                    <a:pt x="867" y="627"/>
                  </a:lnTo>
                  <a:lnTo>
                    <a:pt x="896" y="538"/>
                  </a:lnTo>
                  <a:lnTo>
                    <a:pt x="911" y="448"/>
                  </a:lnTo>
                  <a:lnTo>
                    <a:pt x="896" y="359"/>
                  </a:lnTo>
                  <a:lnTo>
                    <a:pt x="867" y="284"/>
                  </a:lnTo>
                  <a:lnTo>
                    <a:pt x="837" y="209"/>
                  </a:lnTo>
                  <a:lnTo>
                    <a:pt x="777" y="134"/>
                  </a:lnTo>
                  <a:lnTo>
                    <a:pt x="717" y="75"/>
                  </a:lnTo>
                  <a:lnTo>
                    <a:pt x="642" y="45"/>
                  </a:lnTo>
                  <a:lnTo>
                    <a:pt x="553" y="15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3"/>
            <p:cNvSpPr/>
            <p:nvPr/>
          </p:nvSpPr>
          <p:spPr>
            <a:xfrm>
              <a:off x="4425199" y="3181294"/>
              <a:ext cx="25050" cy="24638"/>
            </a:xfrm>
            <a:custGeom>
              <a:avLst/>
              <a:gdLst/>
              <a:ahLst/>
              <a:cxnLst/>
              <a:rect l="l" t="t" r="r" b="b"/>
              <a:pathLst>
                <a:path w="912" h="897" extrusionOk="0">
                  <a:moveTo>
                    <a:pt x="448" y="1"/>
                  </a:moveTo>
                  <a:lnTo>
                    <a:pt x="359" y="15"/>
                  </a:lnTo>
                  <a:lnTo>
                    <a:pt x="269" y="45"/>
                  </a:lnTo>
                  <a:lnTo>
                    <a:pt x="194" y="75"/>
                  </a:lnTo>
                  <a:lnTo>
                    <a:pt x="135" y="135"/>
                  </a:lnTo>
                  <a:lnTo>
                    <a:pt x="75" y="195"/>
                  </a:lnTo>
                  <a:lnTo>
                    <a:pt x="30" y="284"/>
                  </a:lnTo>
                  <a:lnTo>
                    <a:pt x="15" y="359"/>
                  </a:lnTo>
                  <a:lnTo>
                    <a:pt x="0" y="449"/>
                  </a:lnTo>
                  <a:lnTo>
                    <a:pt x="15" y="538"/>
                  </a:lnTo>
                  <a:lnTo>
                    <a:pt x="30" y="628"/>
                  </a:lnTo>
                  <a:lnTo>
                    <a:pt x="75" y="703"/>
                  </a:lnTo>
                  <a:lnTo>
                    <a:pt x="135" y="762"/>
                  </a:lnTo>
                  <a:lnTo>
                    <a:pt x="194" y="822"/>
                  </a:lnTo>
                  <a:lnTo>
                    <a:pt x="269" y="867"/>
                  </a:lnTo>
                  <a:lnTo>
                    <a:pt x="359" y="897"/>
                  </a:lnTo>
                  <a:lnTo>
                    <a:pt x="553" y="897"/>
                  </a:lnTo>
                  <a:lnTo>
                    <a:pt x="642" y="867"/>
                  </a:lnTo>
                  <a:lnTo>
                    <a:pt x="717" y="822"/>
                  </a:lnTo>
                  <a:lnTo>
                    <a:pt x="777" y="762"/>
                  </a:lnTo>
                  <a:lnTo>
                    <a:pt x="837" y="703"/>
                  </a:lnTo>
                  <a:lnTo>
                    <a:pt x="867" y="628"/>
                  </a:lnTo>
                  <a:lnTo>
                    <a:pt x="896" y="538"/>
                  </a:lnTo>
                  <a:lnTo>
                    <a:pt x="911" y="449"/>
                  </a:lnTo>
                  <a:lnTo>
                    <a:pt x="896" y="359"/>
                  </a:lnTo>
                  <a:lnTo>
                    <a:pt x="867" y="284"/>
                  </a:lnTo>
                  <a:lnTo>
                    <a:pt x="837" y="195"/>
                  </a:lnTo>
                  <a:lnTo>
                    <a:pt x="777" y="135"/>
                  </a:lnTo>
                  <a:lnTo>
                    <a:pt x="717" y="75"/>
                  </a:lnTo>
                  <a:lnTo>
                    <a:pt x="642" y="45"/>
                  </a:lnTo>
                  <a:lnTo>
                    <a:pt x="553" y="15"/>
                  </a:lnTo>
                  <a:lnTo>
                    <a:pt x="4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3"/>
            <p:cNvSpPr/>
            <p:nvPr/>
          </p:nvSpPr>
          <p:spPr>
            <a:xfrm>
              <a:off x="4425199" y="3116885"/>
              <a:ext cx="25050" cy="24638"/>
            </a:xfrm>
            <a:custGeom>
              <a:avLst/>
              <a:gdLst/>
              <a:ahLst/>
              <a:cxnLst/>
              <a:rect l="l" t="t" r="r" b="b"/>
              <a:pathLst>
                <a:path w="912" h="897" extrusionOk="0">
                  <a:moveTo>
                    <a:pt x="448" y="0"/>
                  </a:moveTo>
                  <a:lnTo>
                    <a:pt x="359" y="15"/>
                  </a:lnTo>
                  <a:lnTo>
                    <a:pt x="269" y="45"/>
                  </a:lnTo>
                  <a:lnTo>
                    <a:pt x="194" y="75"/>
                  </a:lnTo>
                  <a:lnTo>
                    <a:pt x="135" y="134"/>
                  </a:lnTo>
                  <a:lnTo>
                    <a:pt x="75" y="194"/>
                  </a:lnTo>
                  <a:lnTo>
                    <a:pt x="30" y="284"/>
                  </a:lnTo>
                  <a:lnTo>
                    <a:pt x="15" y="359"/>
                  </a:lnTo>
                  <a:lnTo>
                    <a:pt x="0" y="448"/>
                  </a:lnTo>
                  <a:lnTo>
                    <a:pt x="15" y="538"/>
                  </a:lnTo>
                  <a:lnTo>
                    <a:pt x="30" y="627"/>
                  </a:lnTo>
                  <a:lnTo>
                    <a:pt x="75" y="702"/>
                  </a:lnTo>
                  <a:lnTo>
                    <a:pt x="135" y="762"/>
                  </a:lnTo>
                  <a:lnTo>
                    <a:pt x="194" y="822"/>
                  </a:lnTo>
                  <a:lnTo>
                    <a:pt x="269" y="867"/>
                  </a:lnTo>
                  <a:lnTo>
                    <a:pt x="359" y="896"/>
                  </a:lnTo>
                  <a:lnTo>
                    <a:pt x="553" y="896"/>
                  </a:lnTo>
                  <a:lnTo>
                    <a:pt x="642" y="867"/>
                  </a:lnTo>
                  <a:lnTo>
                    <a:pt x="717" y="822"/>
                  </a:lnTo>
                  <a:lnTo>
                    <a:pt x="777" y="762"/>
                  </a:lnTo>
                  <a:lnTo>
                    <a:pt x="837" y="702"/>
                  </a:lnTo>
                  <a:lnTo>
                    <a:pt x="867" y="627"/>
                  </a:lnTo>
                  <a:lnTo>
                    <a:pt x="896" y="538"/>
                  </a:lnTo>
                  <a:lnTo>
                    <a:pt x="911" y="448"/>
                  </a:lnTo>
                  <a:lnTo>
                    <a:pt x="896" y="359"/>
                  </a:lnTo>
                  <a:lnTo>
                    <a:pt x="867" y="284"/>
                  </a:lnTo>
                  <a:lnTo>
                    <a:pt x="837" y="194"/>
                  </a:lnTo>
                  <a:lnTo>
                    <a:pt x="777" y="134"/>
                  </a:lnTo>
                  <a:lnTo>
                    <a:pt x="717" y="75"/>
                  </a:lnTo>
                  <a:lnTo>
                    <a:pt x="642" y="45"/>
                  </a:lnTo>
                  <a:lnTo>
                    <a:pt x="553" y="15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33"/>
            <p:cNvSpPr/>
            <p:nvPr/>
          </p:nvSpPr>
          <p:spPr>
            <a:xfrm>
              <a:off x="3851119" y="2546514"/>
              <a:ext cx="33263" cy="33263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613" y="0"/>
                  </a:moveTo>
                  <a:lnTo>
                    <a:pt x="494" y="15"/>
                  </a:lnTo>
                  <a:lnTo>
                    <a:pt x="374" y="45"/>
                  </a:lnTo>
                  <a:lnTo>
                    <a:pt x="269" y="105"/>
                  </a:lnTo>
                  <a:lnTo>
                    <a:pt x="180" y="179"/>
                  </a:lnTo>
                  <a:lnTo>
                    <a:pt x="105" y="269"/>
                  </a:lnTo>
                  <a:lnTo>
                    <a:pt x="60" y="374"/>
                  </a:lnTo>
                  <a:lnTo>
                    <a:pt x="15" y="493"/>
                  </a:lnTo>
                  <a:lnTo>
                    <a:pt x="1" y="613"/>
                  </a:lnTo>
                  <a:lnTo>
                    <a:pt x="15" y="732"/>
                  </a:lnTo>
                  <a:lnTo>
                    <a:pt x="60" y="852"/>
                  </a:lnTo>
                  <a:lnTo>
                    <a:pt x="105" y="941"/>
                  </a:lnTo>
                  <a:lnTo>
                    <a:pt x="180" y="1046"/>
                  </a:lnTo>
                  <a:lnTo>
                    <a:pt x="269" y="1106"/>
                  </a:lnTo>
                  <a:lnTo>
                    <a:pt x="374" y="1165"/>
                  </a:lnTo>
                  <a:lnTo>
                    <a:pt x="494" y="1210"/>
                  </a:lnTo>
                  <a:lnTo>
                    <a:pt x="733" y="1210"/>
                  </a:lnTo>
                  <a:lnTo>
                    <a:pt x="852" y="1165"/>
                  </a:lnTo>
                  <a:lnTo>
                    <a:pt x="957" y="1106"/>
                  </a:lnTo>
                  <a:lnTo>
                    <a:pt x="1046" y="1046"/>
                  </a:lnTo>
                  <a:lnTo>
                    <a:pt x="1121" y="941"/>
                  </a:lnTo>
                  <a:lnTo>
                    <a:pt x="1166" y="852"/>
                  </a:lnTo>
                  <a:lnTo>
                    <a:pt x="1211" y="732"/>
                  </a:lnTo>
                  <a:lnTo>
                    <a:pt x="1211" y="613"/>
                  </a:lnTo>
                  <a:lnTo>
                    <a:pt x="1211" y="493"/>
                  </a:lnTo>
                  <a:lnTo>
                    <a:pt x="1166" y="374"/>
                  </a:lnTo>
                  <a:lnTo>
                    <a:pt x="1121" y="269"/>
                  </a:lnTo>
                  <a:lnTo>
                    <a:pt x="1046" y="179"/>
                  </a:lnTo>
                  <a:lnTo>
                    <a:pt x="957" y="105"/>
                  </a:lnTo>
                  <a:lnTo>
                    <a:pt x="852" y="45"/>
                  </a:lnTo>
                  <a:lnTo>
                    <a:pt x="733" y="15"/>
                  </a:lnTo>
                  <a:lnTo>
                    <a:pt x="61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33"/>
            <p:cNvSpPr/>
            <p:nvPr/>
          </p:nvSpPr>
          <p:spPr>
            <a:xfrm>
              <a:off x="3851119" y="2086503"/>
              <a:ext cx="33263" cy="33263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94" y="1"/>
                  </a:moveTo>
                  <a:lnTo>
                    <a:pt x="374" y="46"/>
                  </a:lnTo>
                  <a:lnTo>
                    <a:pt x="269" y="105"/>
                  </a:lnTo>
                  <a:lnTo>
                    <a:pt x="180" y="165"/>
                  </a:lnTo>
                  <a:lnTo>
                    <a:pt x="105" y="255"/>
                  </a:lnTo>
                  <a:lnTo>
                    <a:pt x="60" y="359"/>
                  </a:lnTo>
                  <a:lnTo>
                    <a:pt x="15" y="479"/>
                  </a:lnTo>
                  <a:lnTo>
                    <a:pt x="1" y="598"/>
                  </a:lnTo>
                  <a:lnTo>
                    <a:pt x="15" y="718"/>
                  </a:lnTo>
                  <a:lnTo>
                    <a:pt x="60" y="837"/>
                  </a:lnTo>
                  <a:lnTo>
                    <a:pt x="105" y="942"/>
                  </a:lnTo>
                  <a:lnTo>
                    <a:pt x="180" y="1032"/>
                  </a:lnTo>
                  <a:lnTo>
                    <a:pt x="269" y="1106"/>
                  </a:lnTo>
                  <a:lnTo>
                    <a:pt x="374" y="1166"/>
                  </a:lnTo>
                  <a:lnTo>
                    <a:pt x="494" y="1196"/>
                  </a:lnTo>
                  <a:lnTo>
                    <a:pt x="613" y="1211"/>
                  </a:lnTo>
                  <a:lnTo>
                    <a:pt x="733" y="1196"/>
                  </a:lnTo>
                  <a:lnTo>
                    <a:pt x="852" y="1166"/>
                  </a:lnTo>
                  <a:lnTo>
                    <a:pt x="957" y="1106"/>
                  </a:lnTo>
                  <a:lnTo>
                    <a:pt x="1046" y="1032"/>
                  </a:lnTo>
                  <a:lnTo>
                    <a:pt x="1121" y="942"/>
                  </a:lnTo>
                  <a:lnTo>
                    <a:pt x="1166" y="837"/>
                  </a:lnTo>
                  <a:lnTo>
                    <a:pt x="1211" y="718"/>
                  </a:lnTo>
                  <a:lnTo>
                    <a:pt x="1211" y="598"/>
                  </a:lnTo>
                  <a:lnTo>
                    <a:pt x="1211" y="479"/>
                  </a:lnTo>
                  <a:lnTo>
                    <a:pt x="1166" y="359"/>
                  </a:lnTo>
                  <a:lnTo>
                    <a:pt x="1121" y="255"/>
                  </a:lnTo>
                  <a:lnTo>
                    <a:pt x="1046" y="165"/>
                  </a:lnTo>
                  <a:lnTo>
                    <a:pt x="957" y="105"/>
                  </a:lnTo>
                  <a:lnTo>
                    <a:pt x="852" y="46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33"/>
            <p:cNvSpPr/>
            <p:nvPr/>
          </p:nvSpPr>
          <p:spPr>
            <a:xfrm>
              <a:off x="4435445" y="2546514"/>
              <a:ext cx="33263" cy="33263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613" y="0"/>
                  </a:moveTo>
                  <a:lnTo>
                    <a:pt x="494" y="15"/>
                  </a:lnTo>
                  <a:lnTo>
                    <a:pt x="374" y="45"/>
                  </a:lnTo>
                  <a:lnTo>
                    <a:pt x="269" y="105"/>
                  </a:lnTo>
                  <a:lnTo>
                    <a:pt x="180" y="179"/>
                  </a:lnTo>
                  <a:lnTo>
                    <a:pt x="105" y="269"/>
                  </a:lnTo>
                  <a:lnTo>
                    <a:pt x="45" y="374"/>
                  </a:lnTo>
                  <a:lnTo>
                    <a:pt x="16" y="493"/>
                  </a:lnTo>
                  <a:lnTo>
                    <a:pt x="1" y="613"/>
                  </a:lnTo>
                  <a:lnTo>
                    <a:pt x="16" y="732"/>
                  </a:lnTo>
                  <a:lnTo>
                    <a:pt x="45" y="852"/>
                  </a:lnTo>
                  <a:lnTo>
                    <a:pt x="105" y="941"/>
                  </a:lnTo>
                  <a:lnTo>
                    <a:pt x="180" y="1046"/>
                  </a:lnTo>
                  <a:lnTo>
                    <a:pt x="269" y="1106"/>
                  </a:lnTo>
                  <a:lnTo>
                    <a:pt x="374" y="1165"/>
                  </a:lnTo>
                  <a:lnTo>
                    <a:pt x="494" y="1210"/>
                  </a:lnTo>
                  <a:lnTo>
                    <a:pt x="733" y="1210"/>
                  </a:lnTo>
                  <a:lnTo>
                    <a:pt x="852" y="1165"/>
                  </a:lnTo>
                  <a:lnTo>
                    <a:pt x="957" y="1106"/>
                  </a:lnTo>
                  <a:lnTo>
                    <a:pt x="1046" y="1046"/>
                  </a:lnTo>
                  <a:lnTo>
                    <a:pt x="1106" y="941"/>
                  </a:lnTo>
                  <a:lnTo>
                    <a:pt x="1166" y="852"/>
                  </a:lnTo>
                  <a:lnTo>
                    <a:pt x="1211" y="732"/>
                  </a:lnTo>
                  <a:lnTo>
                    <a:pt x="1211" y="613"/>
                  </a:lnTo>
                  <a:lnTo>
                    <a:pt x="1211" y="493"/>
                  </a:lnTo>
                  <a:lnTo>
                    <a:pt x="1166" y="374"/>
                  </a:lnTo>
                  <a:lnTo>
                    <a:pt x="1106" y="269"/>
                  </a:lnTo>
                  <a:lnTo>
                    <a:pt x="1046" y="179"/>
                  </a:lnTo>
                  <a:lnTo>
                    <a:pt x="957" y="105"/>
                  </a:lnTo>
                  <a:lnTo>
                    <a:pt x="852" y="45"/>
                  </a:lnTo>
                  <a:lnTo>
                    <a:pt x="733" y="15"/>
                  </a:lnTo>
                  <a:lnTo>
                    <a:pt x="61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3"/>
            <p:cNvSpPr/>
            <p:nvPr/>
          </p:nvSpPr>
          <p:spPr>
            <a:xfrm>
              <a:off x="4435445" y="2086503"/>
              <a:ext cx="33263" cy="33263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94" y="1"/>
                  </a:moveTo>
                  <a:lnTo>
                    <a:pt x="374" y="46"/>
                  </a:lnTo>
                  <a:lnTo>
                    <a:pt x="269" y="105"/>
                  </a:lnTo>
                  <a:lnTo>
                    <a:pt x="180" y="165"/>
                  </a:lnTo>
                  <a:lnTo>
                    <a:pt x="105" y="255"/>
                  </a:lnTo>
                  <a:lnTo>
                    <a:pt x="45" y="359"/>
                  </a:lnTo>
                  <a:lnTo>
                    <a:pt x="16" y="479"/>
                  </a:lnTo>
                  <a:lnTo>
                    <a:pt x="1" y="598"/>
                  </a:lnTo>
                  <a:lnTo>
                    <a:pt x="16" y="718"/>
                  </a:lnTo>
                  <a:lnTo>
                    <a:pt x="45" y="837"/>
                  </a:lnTo>
                  <a:lnTo>
                    <a:pt x="105" y="942"/>
                  </a:lnTo>
                  <a:lnTo>
                    <a:pt x="180" y="1032"/>
                  </a:lnTo>
                  <a:lnTo>
                    <a:pt x="269" y="1106"/>
                  </a:lnTo>
                  <a:lnTo>
                    <a:pt x="374" y="1166"/>
                  </a:lnTo>
                  <a:lnTo>
                    <a:pt x="494" y="1196"/>
                  </a:lnTo>
                  <a:lnTo>
                    <a:pt x="613" y="1211"/>
                  </a:lnTo>
                  <a:lnTo>
                    <a:pt x="733" y="1196"/>
                  </a:lnTo>
                  <a:lnTo>
                    <a:pt x="852" y="1166"/>
                  </a:lnTo>
                  <a:lnTo>
                    <a:pt x="957" y="1106"/>
                  </a:lnTo>
                  <a:lnTo>
                    <a:pt x="1046" y="1032"/>
                  </a:lnTo>
                  <a:lnTo>
                    <a:pt x="1106" y="942"/>
                  </a:lnTo>
                  <a:lnTo>
                    <a:pt x="1166" y="837"/>
                  </a:lnTo>
                  <a:lnTo>
                    <a:pt x="1211" y="718"/>
                  </a:lnTo>
                  <a:lnTo>
                    <a:pt x="1211" y="598"/>
                  </a:lnTo>
                  <a:lnTo>
                    <a:pt x="1211" y="479"/>
                  </a:lnTo>
                  <a:lnTo>
                    <a:pt x="1166" y="359"/>
                  </a:lnTo>
                  <a:lnTo>
                    <a:pt x="1106" y="255"/>
                  </a:lnTo>
                  <a:lnTo>
                    <a:pt x="1046" y="165"/>
                  </a:lnTo>
                  <a:lnTo>
                    <a:pt x="957" y="105"/>
                  </a:lnTo>
                  <a:lnTo>
                    <a:pt x="852" y="46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3"/>
            <p:cNvSpPr/>
            <p:nvPr/>
          </p:nvSpPr>
          <p:spPr>
            <a:xfrm>
              <a:off x="3784649" y="2213728"/>
              <a:ext cx="26698" cy="261408"/>
            </a:xfrm>
            <a:custGeom>
              <a:avLst/>
              <a:gdLst/>
              <a:ahLst/>
              <a:cxnLst/>
              <a:rect l="l" t="t" r="r" b="b"/>
              <a:pathLst>
                <a:path w="972" h="9517" extrusionOk="0">
                  <a:moveTo>
                    <a:pt x="971" y="0"/>
                  </a:moveTo>
                  <a:lnTo>
                    <a:pt x="732" y="15"/>
                  </a:lnTo>
                  <a:lnTo>
                    <a:pt x="478" y="45"/>
                  </a:lnTo>
                  <a:lnTo>
                    <a:pt x="239" y="75"/>
                  </a:lnTo>
                  <a:lnTo>
                    <a:pt x="0" y="135"/>
                  </a:lnTo>
                  <a:lnTo>
                    <a:pt x="0" y="9382"/>
                  </a:lnTo>
                  <a:lnTo>
                    <a:pt x="239" y="9442"/>
                  </a:lnTo>
                  <a:lnTo>
                    <a:pt x="478" y="9487"/>
                  </a:lnTo>
                  <a:lnTo>
                    <a:pt x="732" y="9502"/>
                  </a:lnTo>
                  <a:lnTo>
                    <a:pt x="971" y="9517"/>
                  </a:lnTo>
                  <a:lnTo>
                    <a:pt x="97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3"/>
            <p:cNvSpPr/>
            <p:nvPr/>
          </p:nvSpPr>
          <p:spPr>
            <a:xfrm>
              <a:off x="4507242" y="2213728"/>
              <a:ext cx="26726" cy="261408"/>
            </a:xfrm>
            <a:custGeom>
              <a:avLst/>
              <a:gdLst/>
              <a:ahLst/>
              <a:cxnLst/>
              <a:rect l="l" t="t" r="r" b="b"/>
              <a:pathLst>
                <a:path w="973" h="9517" extrusionOk="0">
                  <a:moveTo>
                    <a:pt x="1" y="0"/>
                  </a:moveTo>
                  <a:lnTo>
                    <a:pt x="1" y="9517"/>
                  </a:lnTo>
                  <a:lnTo>
                    <a:pt x="255" y="9502"/>
                  </a:lnTo>
                  <a:lnTo>
                    <a:pt x="494" y="9487"/>
                  </a:lnTo>
                  <a:lnTo>
                    <a:pt x="733" y="9442"/>
                  </a:lnTo>
                  <a:lnTo>
                    <a:pt x="972" y="9382"/>
                  </a:lnTo>
                  <a:lnTo>
                    <a:pt x="972" y="135"/>
                  </a:lnTo>
                  <a:lnTo>
                    <a:pt x="733" y="75"/>
                  </a:lnTo>
                  <a:lnTo>
                    <a:pt x="494" y="45"/>
                  </a:lnTo>
                  <a:lnTo>
                    <a:pt x="255" y="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3"/>
            <p:cNvSpPr/>
            <p:nvPr/>
          </p:nvSpPr>
          <p:spPr>
            <a:xfrm>
              <a:off x="4104718" y="1800521"/>
              <a:ext cx="112864" cy="112452"/>
            </a:xfrm>
            <a:custGeom>
              <a:avLst/>
              <a:gdLst/>
              <a:ahLst/>
              <a:cxnLst/>
              <a:rect l="l" t="t" r="r" b="b"/>
              <a:pathLst>
                <a:path w="4109" h="4094" extrusionOk="0">
                  <a:moveTo>
                    <a:pt x="1838" y="0"/>
                  </a:moveTo>
                  <a:lnTo>
                    <a:pt x="1644" y="30"/>
                  </a:lnTo>
                  <a:lnTo>
                    <a:pt x="1449" y="90"/>
                  </a:lnTo>
                  <a:lnTo>
                    <a:pt x="1255" y="149"/>
                  </a:lnTo>
                  <a:lnTo>
                    <a:pt x="1076" y="239"/>
                  </a:lnTo>
                  <a:lnTo>
                    <a:pt x="912" y="344"/>
                  </a:lnTo>
                  <a:lnTo>
                    <a:pt x="747" y="463"/>
                  </a:lnTo>
                  <a:lnTo>
                    <a:pt x="598" y="598"/>
                  </a:lnTo>
                  <a:lnTo>
                    <a:pt x="463" y="747"/>
                  </a:lnTo>
                  <a:lnTo>
                    <a:pt x="359" y="896"/>
                  </a:lnTo>
                  <a:lnTo>
                    <a:pt x="254" y="1061"/>
                  </a:lnTo>
                  <a:lnTo>
                    <a:pt x="165" y="1240"/>
                  </a:lnTo>
                  <a:lnTo>
                    <a:pt x="90" y="1434"/>
                  </a:lnTo>
                  <a:lnTo>
                    <a:pt x="45" y="1628"/>
                  </a:lnTo>
                  <a:lnTo>
                    <a:pt x="15" y="1838"/>
                  </a:lnTo>
                  <a:lnTo>
                    <a:pt x="0" y="2047"/>
                  </a:lnTo>
                  <a:lnTo>
                    <a:pt x="15" y="2256"/>
                  </a:lnTo>
                  <a:lnTo>
                    <a:pt x="45" y="2465"/>
                  </a:lnTo>
                  <a:lnTo>
                    <a:pt x="90" y="2659"/>
                  </a:lnTo>
                  <a:lnTo>
                    <a:pt x="165" y="2839"/>
                  </a:lnTo>
                  <a:lnTo>
                    <a:pt x="254" y="3018"/>
                  </a:lnTo>
                  <a:lnTo>
                    <a:pt x="359" y="3197"/>
                  </a:lnTo>
                  <a:lnTo>
                    <a:pt x="463" y="3346"/>
                  </a:lnTo>
                  <a:lnTo>
                    <a:pt x="598" y="3496"/>
                  </a:lnTo>
                  <a:lnTo>
                    <a:pt x="747" y="3630"/>
                  </a:lnTo>
                  <a:lnTo>
                    <a:pt x="912" y="3750"/>
                  </a:lnTo>
                  <a:lnTo>
                    <a:pt x="1076" y="3854"/>
                  </a:lnTo>
                  <a:lnTo>
                    <a:pt x="1255" y="3929"/>
                  </a:lnTo>
                  <a:lnTo>
                    <a:pt x="1449" y="4004"/>
                  </a:lnTo>
                  <a:lnTo>
                    <a:pt x="1644" y="4049"/>
                  </a:lnTo>
                  <a:lnTo>
                    <a:pt x="1838" y="4079"/>
                  </a:lnTo>
                  <a:lnTo>
                    <a:pt x="2047" y="4093"/>
                  </a:lnTo>
                  <a:lnTo>
                    <a:pt x="2256" y="4079"/>
                  </a:lnTo>
                  <a:lnTo>
                    <a:pt x="2465" y="4049"/>
                  </a:lnTo>
                  <a:lnTo>
                    <a:pt x="2659" y="4004"/>
                  </a:lnTo>
                  <a:lnTo>
                    <a:pt x="2854" y="3929"/>
                  </a:lnTo>
                  <a:lnTo>
                    <a:pt x="3033" y="3854"/>
                  </a:lnTo>
                  <a:lnTo>
                    <a:pt x="3197" y="3750"/>
                  </a:lnTo>
                  <a:lnTo>
                    <a:pt x="3362" y="3630"/>
                  </a:lnTo>
                  <a:lnTo>
                    <a:pt x="3496" y="3496"/>
                  </a:lnTo>
                  <a:lnTo>
                    <a:pt x="3631" y="3346"/>
                  </a:lnTo>
                  <a:lnTo>
                    <a:pt x="3750" y="3197"/>
                  </a:lnTo>
                  <a:lnTo>
                    <a:pt x="3855" y="3018"/>
                  </a:lnTo>
                  <a:lnTo>
                    <a:pt x="3944" y="2839"/>
                  </a:lnTo>
                  <a:lnTo>
                    <a:pt x="4004" y="2659"/>
                  </a:lnTo>
                  <a:lnTo>
                    <a:pt x="4064" y="2465"/>
                  </a:lnTo>
                  <a:lnTo>
                    <a:pt x="4094" y="2256"/>
                  </a:lnTo>
                  <a:lnTo>
                    <a:pt x="4109" y="2047"/>
                  </a:lnTo>
                  <a:lnTo>
                    <a:pt x="4094" y="1838"/>
                  </a:lnTo>
                  <a:lnTo>
                    <a:pt x="4064" y="1628"/>
                  </a:lnTo>
                  <a:lnTo>
                    <a:pt x="4004" y="1434"/>
                  </a:lnTo>
                  <a:lnTo>
                    <a:pt x="3944" y="1240"/>
                  </a:lnTo>
                  <a:lnTo>
                    <a:pt x="3855" y="1061"/>
                  </a:lnTo>
                  <a:lnTo>
                    <a:pt x="3750" y="896"/>
                  </a:lnTo>
                  <a:lnTo>
                    <a:pt x="3631" y="747"/>
                  </a:lnTo>
                  <a:lnTo>
                    <a:pt x="3496" y="598"/>
                  </a:lnTo>
                  <a:lnTo>
                    <a:pt x="3362" y="463"/>
                  </a:lnTo>
                  <a:lnTo>
                    <a:pt x="3197" y="344"/>
                  </a:lnTo>
                  <a:lnTo>
                    <a:pt x="3033" y="239"/>
                  </a:lnTo>
                  <a:lnTo>
                    <a:pt x="2854" y="149"/>
                  </a:lnTo>
                  <a:lnTo>
                    <a:pt x="2659" y="90"/>
                  </a:lnTo>
                  <a:lnTo>
                    <a:pt x="2465" y="30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3"/>
            <p:cNvSpPr/>
            <p:nvPr/>
          </p:nvSpPr>
          <p:spPr>
            <a:xfrm>
              <a:off x="4120292" y="1815683"/>
              <a:ext cx="81688" cy="82100"/>
            </a:xfrm>
            <a:custGeom>
              <a:avLst/>
              <a:gdLst/>
              <a:ahLst/>
              <a:cxnLst/>
              <a:rect l="l" t="t" r="r" b="b"/>
              <a:pathLst>
                <a:path w="2974" h="2989" extrusionOk="0">
                  <a:moveTo>
                    <a:pt x="1480" y="1"/>
                  </a:moveTo>
                  <a:lnTo>
                    <a:pt x="1346" y="16"/>
                  </a:lnTo>
                  <a:lnTo>
                    <a:pt x="1196" y="31"/>
                  </a:lnTo>
                  <a:lnTo>
                    <a:pt x="1062" y="61"/>
                  </a:lnTo>
                  <a:lnTo>
                    <a:pt x="927" y="105"/>
                  </a:lnTo>
                  <a:lnTo>
                    <a:pt x="793" y="180"/>
                  </a:lnTo>
                  <a:lnTo>
                    <a:pt x="658" y="255"/>
                  </a:lnTo>
                  <a:lnTo>
                    <a:pt x="539" y="329"/>
                  </a:lnTo>
                  <a:lnTo>
                    <a:pt x="434" y="434"/>
                  </a:lnTo>
                  <a:lnTo>
                    <a:pt x="330" y="554"/>
                  </a:lnTo>
                  <a:lnTo>
                    <a:pt x="240" y="673"/>
                  </a:lnTo>
                  <a:lnTo>
                    <a:pt x="165" y="793"/>
                  </a:lnTo>
                  <a:lnTo>
                    <a:pt x="106" y="927"/>
                  </a:lnTo>
                  <a:lnTo>
                    <a:pt x="61" y="1061"/>
                  </a:lnTo>
                  <a:lnTo>
                    <a:pt x="16" y="1211"/>
                  </a:lnTo>
                  <a:lnTo>
                    <a:pt x="1" y="1345"/>
                  </a:lnTo>
                  <a:lnTo>
                    <a:pt x="1" y="1495"/>
                  </a:lnTo>
                  <a:lnTo>
                    <a:pt x="1" y="1629"/>
                  </a:lnTo>
                  <a:lnTo>
                    <a:pt x="16" y="1779"/>
                  </a:lnTo>
                  <a:lnTo>
                    <a:pt x="61" y="1913"/>
                  </a:lnTo>
                  <a:lnTo>
                    <a:pt x="106" y="2062"/>
                  </a:lnTo>
                  <a:lnTo>
                    <a:pt x="165" y="2182"/>
                  </a:lnTo>
                  <a:lnTo>
                    <a:pt x="240" y="2316"/>
                  </a:lnTo>
                  <a:lnTo>
                    <a:pt x="330" y="2436"/>
                  </a:lnTo>
                  <a:lnTo>
                    <a:pt x="434" y="2555"/>
                  </a:lnTo>
                  <a:lnTo>
                    <a:pt x="539" y="2645"/>
                  </a:lnTo>
                  <a:lnTo>
                    <a:pt x="658" y="2735"/>
                  </a:lnTo>
                  <a:lnTo>
                    <a:pt x="793" y="2809"/>
                  </a:lnTo>
                  <a:lnTo>
                    <a:pt x="927" y="2869"/>
                  </a:lnTo>
                  <a:lnTo>
                    <a:pt x="1062" y="2929"/>
                  </a:lnTo>
                  <a:lnTo>
                    <a:pt x="1196" y="2959"/>
                  </a:lnTo>
                  <a:lnTo>
                    <a:pt x="1346" y="2974"/>
                  </a:lnTo>
                  <a:lnTo>
                    <a:pt x="1480" y="2989"/>
                  </a:lnTo>
                  <a:lnTo>
                    <a:pt x="1629" y="2974"/>
                  </a:lnTo>
                  <a:lnTo>
                    <a:pt x="1764" y="2959"/>
                  </a:lnTo>
                  <a:lnTo>
                    <a:pt x="1913" y="2929"/>
                  </a:lnTo>
                  <a:lnTo>
                    <a:pt x="2048" y="2869"/>
                  </a:lnTo>
                  <a:lnTo>
                    <a:pt x="2182" y="2809"/>
                  </a:lnTo>
                  <a:lnTo>
                    <a:pt x="2302" y="2735"/>
                  </a:lnTo>
                  <a:lnTo>
                    <a:pt x="2421" y="2645"/>
                  </a:lnTo>
                  <a:lnTo>
                    <a:pt x="2541" y="2555"/>
                  </a:lnTo>
                  <a:lnTo>
                    <a:pt x="2645" y="2436"/>
                  </a:lnTo>
                  <a:lnTo>
                    <a:pt x="2735" y="2316"/>
                  </a:lnTo>
                  <a:lnTo>
                    <a:pt x="2810" y="2182"/>
                  </a:lnTo>
                  <a:lnTo>
                    <a:pt x="2869" y="2062"/>
                  </a:lnTo>
                  <a:lnTo>
                    <a:pt x="2914" y="1913"/>
                  </a:lnTo>
                  <a:lnTo>
                    <a:pt x="2944" y="1779"/>
                  </a:lnTo>
                  <a:lnTo>
                    <a:pt x="2974" y="1644"/>
                  </a:lnTo>
                  <a:lnTo>
                    <a:pt x="2974" y="1495"/>
                  </a:lnTo>
                  <a:lnTo>
                    <a:pt x="2974" y="1345"/>
                  </a:lnTo>
                  <a:lnTo>
                    <a:pt x="2944" y="1211"/>
                  </a:lnTo>
                  <a:lnTo>
                    <a:pt x="2914" y="1061"/>
                  </a:lnTo>
                  <a:lnTo>
                    <a:pt x="2869" y="927"/>
                  </a:lnTo>
                  <a:lnTo>
                    <a:pt x="2810" y="793"/>
                  </a:lnTo>
                  <a:lnTo>
                    <a:pt x="2735" y="673"/>
                  </a:lnTo>
                  <a:lnTo>
                    <a:pt x="2645" y="554"/>
                  </a:lnTo>
                  <a:lnTo>
                    <a:pt x="2541" y="434"/>
                  </a:lnTo>
                  <a:lnTo>
                    <a:pt x="2421" y="329"/>
                  </a:lnTo>
                  <a:lnTo>
                    <a:pt x="2302" y="255"/>
                  </a:lnTo>
                  <a:lnTo>
                    <a:pt x="2182" y="180"/>
                  </a:lnTo>
                  <a:lnTo>
                    <a:pt x="2048" y="105"/>
                  </a:lnTo>
                  <a:lnTo>
                    <a:pt x="1913" y="61"/>
                  </a:lnTo>
                  <a:lnTo>
                    <a:pt x="1764" y="31"/>
                  </a:lnTo>
                  <a:lnTo>
                    <a:pt x="1629" y="16"/>
                  </a:lnTo>
                  <a:lnTo>
                    <a:pt x="1480" y="1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3"/>
            <p:cNvSpPr/>
            <p:nvPr/>
          </p:nvSpPr>
          <p:spPr>
            <a:xfrm>
              <a:off x="4132213" y="1827603"/>
              <a:ext cx="69767" cy="70179"/>
            </a:xfrm>
            <a:custGeom>
              <a:avLst/>
              <a:gdLst/>
              <a:ahLst/>
              <a:cxnLst/>
              <a:rect l="l" t="t" r="r" b="b"/>
              <a:pathLst>
                <a:path w="2540" h="2555" extrusionOk="0">
                  <a:moveTo>
                    <a:pt x="2107" y="0"/>
                  </a:moveTo>
                  <a:lnTo>
                    <a:pt x="0" y="2121"/>
                  </a:lnTo>
                  <a:lnTo>
                    <a:pt x="105" y="2211"/>
                  </a:lnTo>
                  <a:lnTo>
                    <a:pt x="224" y="2301"/>
                  </a:lnTo>
                  <a:lnTo>
                    <a:pt x="359" y="2375"/>
                  </a:lnTo>
                  <a:lnTo>
                    <a:pt x="493" y="2435"/>
                  </a:lnTo>
                  <a:lnTo>
                    <a:pt x="628" y="2495"/>
                  </a:lnTo>
                  <a:lnTo>
                    <a:pt x="762" y="2525"/>
                  </a:lnTo>
                  <a:lnTo>
                    <a:pt x="912" y="2540"/>
                  </a:lnTo>
                  <a:lnTo>
                    <a:pt x="1046" y="2555"/>
                  </a:lnTo>
                  <a:lnTo>
                    <a:pt x="1195" y="2540"/>
                  </a:lnTo>
                  <a:lnTo>
                    <a:pt x="1330" y="2525"/>
                  </a:lnTo>
                  <a:lnTo>
                    <a:pt x="1479" y="2495"/>
                  </a:lnTo>
                  <a:lnTo>
                    <a:pt x="1614" y="2435"/>
                  </a:lnTo>
                  <a:lnTo>
                    <a:pt x="1748" y="2375"/>
                  </a:lnTo>
                  <a:lnTo>
                    <a:pt x="1868" y="2301"/>
                  </a:lnTo>
                  <a:lnTo>
                    <a:pt x="1987" y="2211"/>
                  </a:lnTo>
                  <a:lnTo>
                    <a:pt x="2107" y="2121"/>
                  </a:lnTo>
                  <a:lnTo>
                    <a:pt x="2211" y="2002"/>
                  </a:lnTo>
                  <a:lnTo>
                    <a:pt x="2301" y="1882"/>
                  </a:lnTo>
                  <a:lnTo>
                    <a:pt x="2376" y="1748"/>
                  </a:lnTo>
                  <a:lnTo>
                    <a:pt x="2435" y="1628"/>
                  </a:lnTo>
                  <a:lnTo>
                    <a:pt x="2480" y="1479"/>
                  </a:lnTo>
                  <a:lnTo>
                    <a:pt x="2510" y="1345"/>
                  </a:lnTo>
                  <a:lnTo>
                    <a:pt x="2540" y="1210"/>
                  </a:lnTo>
                  <a:lnTo>
                    <a:pt x="2540" y="1061"/>
                  </a:lnTo>
                  <a:lnTo>
                    <a:pt x="2540" y="911"/>
                  </a:lnTo>
                  <a:lnTo>
                    <a:pt x="2510" y="777"/>
                  </a:lnTo>
                  <a:lnTo>
                    <a:pt x="2480" y="627"/>
                  </a:lnTo>
                  <a:lnTo>
                    <a:pt x="2435" y="493"/>
                  </a:lnTo>
                  <a:lnTo>
                    <a:pt x="2376" y="359"/>
                  </a:lnTo>
                  <a:lnTo>
                    <a:pt x="2301" y="239"/>
                  </a:lnTo>
                  <a:lnTo>
                    <a:pt x="2211" y="120"/>
                  </a:lnTo>
                  <a:lnTo>
                    <a:pt x="210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3"/>
            <p:cNvSpPr/>
            <p:nvPr/>
          </p:nvSpPr>
          <p:spPr>
            <a:xfrm>
              <a:off x="3975872" y="2415608"/>
              <a:ext cx="369740" cy="138711"/>
            </a:xfrm>
            <a:custGeom>
              <a:avLst/>
              <a:gdLst/>
              <a:ahLst/>
              <a:cxnLst/>
              <a:rect l="l" t="t" r="r" b="b"/>
              <a:pathLst>
                <a:path w="13461" h="5050" extrusionOk="0">
                  <a:moveTo>
                    <a:pt x="1016" y="0"/>
                  </a:moveTo>
                  <a:lnTo>
                    <a:pt x="867" y="30"/>
                  </a:lnTo>
                  <a:lnTo>
                    <a:pt x="717" y="75"/>
                  </a:lnTo>
                  <a:lnTo>
                    <a:pt x="583" y="150"/>
                  </a:lnTo>
                  <a:lnTo>
                    <a:pt x="463" y="224"/>
                  </a:lnTo>
                  <a:lnTo>
                    <a:pt x="344" y="329"/>
                  </a:lnTo>
                  <a:lnTo>
                    <a:pt x="254" y="434"/>
                  </a:lnTo>
                  <a:lnTo>
                    <a:pt x="165" y="568"/>
                  </a:lnTo>
                  <a:lnTo>
                    <a:pt x="90" y="703"/>
                  </a:lnTo>
                  <a:lnTo>
                    <a:pt x="45" y="852"/>
                  </a:lnTo>
                  <a:lnTo>
                    <a:pt x="15" y="1001"/>
                  </a:lnTo>
                  <a:lnTo>
                    <a:pt x="0" y="1151"/>
                  </a:lnTo>
                  <a:lnTo>
                    <a:pt x="0" y="1300"/>
                  </a:lnTo>
                  <a:lnTo>
                    <a:pt x="30" y="1435"/>
                  </a:lnTo>
                  <a:lnTo>
                    <a:pt x="75" y="1584"/>
                  </a:lnTo>
                  <a:lnTo>
                    <a:pt x="135" y="1733"/>
                  </a:lnTo>
                  <a:lnTo>
                    <a:pt x="284" y="1972"/>
                  </a:lnTo>
                  <a:lnTo>
                    <a:pt x="448" y="2226"/>
                  </a:lnTo>
                  <a:lnTo>
                    <a:pt x="643" y="2495"/>
                  </a:lnTo>
                  <a:lnTo>
                    <a:pt x="867" y="2764"/>
                  </a:lnTo>
                  <a:lnTo>
                    <a:pt x="1136" y="3048"/>
                  </a:lnTo>
                  <a:lnTo>
                    <a:pt x="1434" y="3317"/>
                  </a:lnTo>
                  <a:lnTo>
                    <a:pt x="1763" y="3601"/>
                  </a:lnTo>
                  <a:lnTo>
                    <a:pt x="2137" y="3855"/>
                  </a:lnTo>
                  <a:lnTo>
                    <a:pt x="2331" y="3974"/>
                  </a:lnTo>
                  <a:lnTo>
                    <a:pt x="2555" y="4094"/>
                  </a:lnTo>
                  <a:lnTo>
                    <a:pt x="2764" y="4213"/>
                  </a:lnTo>
                  <a:lnTo>
                    <a:pt x="3003" y="4333"/>
                  </a:lnTo>
                  <a:lnTo>
                    <a:pt x="3242" y="4437"/>
                  </a:lnTo>
                  <a:lnTo>
                    <a:pt x="3511" y="4527"/>
                  </a:lnTo>
                  <a:lnTo>
                    <a:pt x="3765" y="4617"/>
                  </a:lnTo>
                  <a:lnTo>
                    <a:pt x="4049" y="4706"/>
                  </a:lnTo>
                  <a:lnTo>
                    <a:pt x="4348" y="4781"/>
                  </a:lnTo>
                  <a:lnTo>
                    <a:pt x="4646" y="4856"/>
                  </a:lnTo>
                  <a:lnTo>
                    <a:pt x="4960" y="4915"/>
                  </a:lnTo>
                  <a:lnTo>
                    <a:pt x="5289" y="4960"/>
                  </a:lnTo>
                  <a:lnTo>
                    <a:pt x="5632" y="5005"/>
                  </a:lnTo>
                  <a:lnTo>
                    <a:pt x="5991" y="5020"/>
                  </a:lnTo>
                  <a:lnTo>
                    <a:pt x="6364" y="5050"/>
                  </a:lnTo>
                  <a:lnTo>
                    <a:pt x="7126" y="5050"/>
                  </a:lnTo>
                  <a:lnTo>
                    <a:pt x="7500" y="5020"/>
                  </a:lnTo>
                  <a:lnTo>
                    <a:pt x="7858" y="4990"/>
                  </a:lnTo>
                  <a:lnTo>
                    <a:pt x="8202" y="4960"/>
                  </a:lnTo>
                  <a:lnTo>
                    <a:pt x="8531" y="4915"/>
                  </a:lnTo>
                  <a:lnTo>
                    <a:pt x="8844" y="4856"/>
                  </a:lnTo>
                  <a:lnTo>
                    <a:pt x="9143" y="4781"/>
                  </a:lnTo>
                  <a:lnTo>
                    <a:pt x="9442" y="4706"/>
                  </a:lnTo>
                  <a:lnTo>
                    <a:pt x="9711" y="4617"/>
                  </a:lnTo>
                  <a:lnTo>
                    <a:pt x="9980" y="4527"/>
                  </a:lnTo>
                  <a:lnTo>
                    <a:pt x="10234" y="4422"/>
                  </a:lnTo>
                  <a:lnTo>
                    <a:pt x="10473" y="4318"/>
                  </a:lnTo>
                  <a:lnTo>
                    <a:pt x="10712" y="4213"/>
                  </a:lnTo>
                  <a:lnTo>
                    <a:pt x="10936" y="4094"/>
                  </a:lnTo>
                  <a:lnTo>
                    <a:pt x="11145" y="3974"/>
                  </a:lnTo>
                  <a:lnTo>
                    <a:pt x="11339" y="3855"/>
                  </a:lnTo>
                  <a:lnTo>
                    <a:pt x="11713" y="3586"/>
                  </a:lnTo>
                  <a:lnTo>
                    <a:pt x="12042" y="3317"/>
                  </a:lnTo>
                  <a:lnTo>
                    <a:pt x="12340" y="3048"/>
                  </a:lnTo>
                  <a:lnTo>
                    <a:pt x="12594" y="2764"/>
                  </a:lnTo>
                  <a:lnTo>
                    <a:pt x="12818" y="2495"/>
                  </a:lnTo>
                  <a:lnTo>
                    <a:pt x="13013" y="2226"/>
                  </a:lnTo>
                  <a:lnTo>
                    <a:pt x="13177" y="1957"/>
                  </a:lnTo>
                  <a:lnTo>
                    <a:pt x="13326" y="1718"/>
                  </a:lnTo>
                  <a:lnTo>
                    <a:pt x="13386" y="1584"/>
                  </a:lnTo>
                  <a:lnTo>
                    <a:pt x="13431" y="1435"/>
                  </a:lnTo>
                  <a:lnTo>
                    <a:pt x="13461" y="1285"/>
                  </a:lnTo>
                  <a:lnTo>
                    <a:pt x="13461" y="1136"/>
                  </a:lnTo>
                  <a:lnTo>
                    <a:pt x="13446" y="986"/>
                  </a:lnTo>
                  <a:lnTo>
                    <a:pt x="13416" y="837"/>
                  </a:lnTo>
                  <a:lnTo>
                    <a:pt x="13356" y="703"/>
                  </a:lnTo>
                  <a:lnTo>
                    <a:pt x="13296" y="568"/>
                  </a:lnTo>
                  <a:lnTo>
                    <a:pt x="13207" y="434"/>
                  </a:lnTo>
                  <a:lnTo>
                    <a:pt x="13102" y="329"/>
                  </a:lnTo>
                  <a:lnTo>
                    <a:pt x="12998" y="224"/>
                  </a:lnTo>
                  <a:lnTo>
                    <a:pt x="12863" y="150"/>
                  </a:lnTo>
                  <a:lnTo>
                    <a:pt x="12729" y="75"/>
                  </a:lnTo>
                  <a:lnTo>
                    <a:pt x="12594" y="30"/>
                  </a:lnTo>
                  <a:lnTo>
                    <a:pt x="1244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3"/>
            <p:cNvSpPr/>
            <p:nvPr/>
          </p:nvSpPr>
          <p:spPr>
            <a:xfrm>
              <a:off x="3991034" y="2430797"/>
              <a:ext cx="339004" cy="108359"/>
            </a:xfrm>
            <a:custGeom>
              <a:avLst/>
              <a:gdLst/>
              <a:ahLst/>
              <a:cxnLst/>
              <a:rect l="l" t="t" r="r" b="b"/>
              <a:pathLst>
                <a:path w="12342" h="3945" extrusionOk="0">
                  <a:moveTo>
                    <a:pt x="613" y="0"/>
                  </a:moveTo>
                  <a:lnTo>
                    <a:pt x="494" y="15"/>
                  </a:lnTo>
                  <a:lnTo>
                    <a:pt x="374" y="45"/>
                  </a:lnTo>
                  <a:lnTo>
                    <a:pt x="270" y="105"/>
                  </a:lnTo>
                  <a:lnTo>
                    <a:pt x="180" y="179"/>
                  </a:lnTo>
                  <a:lnTo>
                    <a:pt x="120" y="269"/>
                  </a:lnTo>
                  <a:lnTo>
                    <a:pt x="61" y="359"/>
                  </a:lnTo>
                  <a:lnTo>
                    <a:pt x="16" y="463"/>
                  </a:lnTo>
                  <a:lnTo>
                    <a:pt x="1" y="583"/>
                  </a:lnTo>
                  <a:lnTo>
                    <a:pt x="1" y="657"/>
                  </a:lnTo>
                  <a:lnTo>
                    <a:pt x="16" y="747"/>
                  </a:lnTo>
                  <a:lnTo>
                    <a:pt x="46" y="822"/>
                  </a:lnTo>
                  <a:lnTo>
                    <a:pt x="76" y="911"/>
                  </a:lnTo>
                  <a:lnTo>
                    <a:pt x="285" y="1240"/>
                  </a:lnTo>
                  <a:lnTo>
                    <a:pt x="404" y="1419"/>
                  </a:lnTo>
                  <a:lnTo>
                    <a:pt x="539" y="1614"/>
                  </a:lnTo>
                  <a:lnTo>
                    <a:pt x="718" y="1823"/>
                  </a:lnTo>
                  <a:lnTo>
                    <a:pt x="897" y="2017"/>
                  </a:lnTo>
                  <a:lnTo>
                    <a:pt x="1106" y="2226"/>
                  </a:lnTo>
                  <a:lnTo>
                    <a:pt x="1346" y="2435"/>
                  </a:lnTo>
                  <a:lnTo>
                    <a:pt x="1600" y="2629"/>
                  </a:lnTo>
                  <a:lnTo>
                    <a:pt x="1883" y="2824"/>
                  </a:lnTo>
                  <a:lnTo>
                    <a:pt x="2182" y="3003"/>
                  </a:lnTo>
                  <a:lnTo>
                    <a:pt x="2511" y="3182"/>
                  </a:lnTo>
                  <a:lnTo>
                    <a:pt x="2869" y="3347"/>
                  </a:lnTo>
                  <a:lnTo>
                    <a:pt x="3243" y="3481"/>
                  </a:lnTo>
                  <a:lnTo>
                    <a:pt x="3661" y="3616"/>
                  </a:lnTo>
                  <a:lnTo>
                    <a:pt x="4109" y="3720"/>
                  </a:lnTo>
                  <a:lnTo>
                    <a:pt x="4572" y="3810"/>
                  </a:lnTo>
                  <a:lnTo>
                    <a:pt x="5080" y="3884"/>
                  </a:lnTo>
                  <a:lnTo>
                    <a:pt x="5618" y="3929"/>
                  </a:lnTo>
                  <a:lnTo>
                    <a:pt x="6186" y="3944"/>
                  </a:lnTo>
                  <a:lnTo>
                    <a:pt x="6769" y="3929"/>
                  </a:lnTo>
                  <a:lnTo>
                    <a:pt x="7291" y="3884"/>
                  </a:lnTo>
                  <a:lnTo>
                    <a:pt x="7799" y="3810"/>
                  </a:lnTo>
                  <a:lnTo>
                    <a:pt x="8278" y="3720"/>
                  </a:lnTo>
                  <a:lnTo>
                    <a:pt x="8711" y="3616"/>
                  </a:lnTo>
                  <a:lnTo>
                    <a:pt x="9129" y="3481"/>
                  </a:lnTo>
                  <a:lnTo>
                    <a:pt x="9517" y="3347"/>
                  </a:lnTo>
                  <a:lnTo>
                    <a:pt x="9861" y="3182"/>
                  </a:lnTo>
                  <a:lnTo>
                    <a:pt x="10190" y="3003"/>
                  </a:lnTo>
                  <a:lnTo>
                    <a:pt x="10489" y="2824"/>
                  </a:lnTo>
                  <a:lnTo>
                    <a:pt x="10772" y="2629"/>
                  </a:lnTo>
                  <a:lnTo>
                    <a:pt x="11026" y="2435"/>
                  </a:lnTo>
                  <a:lnTo>
                    <a:pt x="11250" y="2226"/>
                  </a:lnTo>
                  <a:lnTo>
                    <a:pt x="11460" y="2017"/>
                  </a:lnTo>
                  <a:lnTo>
                    <a:pt x="11654" y="1823"/>
                  </a:lnTo>
                  <a:lnTo>
                    <a:pt x="11818" y="1614"/>
                  </a:lnTo>
                  <a:lnTo>
                    <a:pt x="11953" y="1419"/>
                  </a:lnTo>
                  <a:lnTo>
                    <a:pt x="12072" y="1240"/>
                  </a:lnTo>
                  <a:lnTo>
                    <a:pt x="12281" y="897"/>
                  </a:lnTo>
                  <a:lnTo>
                    <a:pt x="12311" y="822"/>
                  </a:lnTo>
                  <a:lnTo>
                    <a:pt x="12326" y="747"/>
                  </a:lnTo>
                  <a:lnTo>
                    <a:pt x="12341" y="657"/>
                  </a:lnTo>
                  <a:lnTo>
                    <a:pt x="12341" y="583"/>
                  </a:lnTo>
                  <a:lnTo>
                    <a:pt x="12326" y="463"/>
                  </a:lnTo>
                  <a:lnTo>
                    <a:pt x="12296" y="359"/>
                  </a:lnTo>
                  <a:lnTo>
                    <a:pt x="12237" y="269"/>
                  </a:lnTo>
                  <a:lnTo>
                    <a:pt x="12162" y="179"/>
                  </a:lnTo>
                  <a:lnTo>
                    <a:pt x="12072" y="105"/>
                  </a:lnTo>
                  <a:lnTo>
                    <a:pt x="11968" y="45"/>
                  </a:lnTo>
                  <a:lnTo>
                    <a:pt x="11863" y="15"/>
                  </a:lnTo>
                  <a:lnTo>
                    <a:pt x="117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3"/>
            <p:cNvSpPr/>
            <p:nvPr/>
          </p:nvSpPr>
          <p:spPr>
            <a:xfrm>
              <a:off x="3991034" y="2430797"/>
              <a:ext cx="339004" cy="16014"/>
            </a:xfrm>
            <a:custGeom>
              <a:avLst/>
              <a:gdLst/>
              <a:ahLst/>
              <a:cxnLst/>
              <a:rect l="l" t="t" r="r" b="b"/>
              <a:pathLst>
                <a:path w="12342" h="583" extrusionOk="0">
                  <a:moveTo>
                    <a:pt x="613" y="0"/>
                  </a:moveTo>
                  <a:lnTo>
                    <a:pt x="494" y="15"/>
                  </a:lnTo>
                  <a:lnTo>
                    <a:pt x="374" y="45"/>
                  </a:lnTo>
                  <a:lnTo>
                    <a:pt x="270" y="105"/>
                  </a:lnTo>
                  <a:lnTo>
                    <a:pt x="180" y="179"/>
                  </a:lnTo>
                  <a:lnTo>
                    <a:pt x="120" y="269"/>
                  </a:lnTo>
                  <a:lnTo>
                    <a:pt x="61" y="359"/>
                  </a:lnTo>
                  <a:lnTo>
                    <a:pt x="16" y="463"/>
                  </a:lnTo>
                  <a:lnTo>
                    <a:pt x="1" y="583"/>
                  </a:lnTo>
                  <a:lnTo>
                    <a:pt x="12341" y="583"/>
                  </a:lnTo>
                  <a:lnTo>
                    <a:pt x="12326" y="463"/>
                  </a:lnTo>
                  <a:lnTo>
                    <a:pt x="12296" y="359"/>
                  </a:lnTo>
                  <a:lnTo>
                    <a:pt x="12237" y="269"/>
                  </a:lnTo>
                  <a:lnTo>
                    <a:pt x="12162" y="179"/>
                  </a:lnTo>
                  <a:lnTo>
                    <a:pt x="12072" y="105"/>
                  </a:lnTo>
                  <a:lnTo>
                    <a:pt x="11968" y="45"/>
                  </a:lnTo>
                  <a:lnTo>
                    <a:pt x="11863" y="15"/>
                  </a:lnTo>
                  <a:lnTo>
                    <a:pt x="11744" y="0"/>
                  </a:lnTo>
                  <a:close/>
                </a:path>
              </a:pathLst>
            </a:custGeom>
            <a:solidFill>
              <a:srgbClr val="DE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3"/>
            <p:cNvSpPr/>
            <p:nvPr/>
          </p:nvSpPr>
          <p:spPr>
            <a:xfrm>
              <a:off x="4731315" y="3532949"/>
              <a:ext cx="99734" cy="147748"/>
            </a:xfrm>
            <a:custGeom>
              <a:avLst/>
              <a:gdLst/>
              <a:ahLst/>
              <a:cxnLst/>
              <a:rect l="l" t="t" r="r" b="b"/>
              <a:pathLst>
                <a:path w="3631" h="5379" extrusionOk="0">
                  <a:moveTo>
                    <a:pt x="2614" y="1"/>
                  </a:moveTo>
                  <a:lnTo>
                    <a:pt x="2510" y="16"/>
                  </a:lnTo>
                  <a:lnTo>
                    <a:pt x="2420" y="31"/>
                  </a:lnTo>
                  <a:lnTo>
                    <a:pt x="2331" y="60"/>
                  </a:lnTo>
                  <a:lnTo>
                    <a:pt x="2241" y="90"/>
                  </a:lnTo>
                  <a:lnTo>
                    <a:pt x="2151" y="135"/>
                  </a:lnTo>
                  <a:lnTo>
                    <a:pt x="2077" y="195"/>
                  </a:lnTo>
                  <a:lnTo>
                    <a:pt x="2002" y="255"/>
                  </a:lnTo>
                  <a:lnTo>
                    <a:pt x="1927" y="314"/>
                  </a:lnTo>
                  <a:lnTo>
                    <a:pt x="1867" y="389"/>
                  </a:lnTo>
                  <a:lnTo>
                    <a:pt x="1808" y="479"/>
                  </a:lnTo>
                  <a:lnTo>
                    <a:pt x="1763" y="553"/>
                  </a:lnTo>
                  <a:lnTo>
                    <a:pt x="105" y="3960"/>
                  </a:lnTo>
                  <a:lnTo>
                    <a:pt x="60" y="4064"/>
                  </a:lnTo>
                  <a:lnTo>
                    <a:pt x="30" y="4154"/>
                  </a:lnTo>
                  <a:lnTo>
                    <a:pt x="15" y="4244"/>
                  </a:lnTo>
                  <a:lnTo>
                    <a:pt x="0" y="4348"/>
                  </a:lnTo>
                  <a:lnTo>
                    <a:pt x="0" y="4438"/>
                  </a:lnTo>
                  <a:lnTo>
                    <a:pt x="15" y="4527"/>
                  </a:lnTo>
                  <a:lnTo>
                    <a:pt x="30" y="4632"/>
                  </a:lnTo>
                  <a:lnTo>
                    <a:pt x="60" y="4722"/>
                  </a:lnTo>
                  <a:lnTo>
                    <a:pt x="90" y="4811"/>
                  </a:lnTo>
                  <a:lnTo>
                    <a:pt x="134" y="4886"/>
                  </a:lnTo>
                  <a:lnTo>
                    <a:pt x="194" y="4961"/>
                  </a:lnTo>
                  <a:lnTo>
                    <a:pt x="254" y="5035"/>
                  </a:lnTo>
                  <a:lnTo>
                    <a:pt x="314" y="5110"/>
                  </a:lnTo>
                  <a:lnTo>
                    <a:pt x="388" y="5170"/>
                  </a:lnTo>
                  <a:lnTo>
                    <a:pt x="463" y="5230"/>
                  </a:lnTo>
                  <a:lnTo>
                    <a:pt x="553" y="5274"/>
                  </a:lnTo>
                  <a:lnTo>
                    <a:pt x="657" y="5319"/>
                  </a:lnTo>
                  <a:lnTo>
                    <a:pt x="777" y="5349"/>
                  </a:lnTo>
                  <a:lnTo>
                    <a:pt x="881" y="5379"/>
                  </a:lnTo>
                  <a:lnTo>
                    <a:pt x="986" y="5379"/>
                  </a:lnTo>
                  <a:lnTo>
                    <a:pt x="1120" y="5364"/>
                  </a:lnTo>
                  <a:lnTo>
                    <a:pt x="1255" y="5349"/>
                  </a:lnTo>
                  <a:lnTo>
                    <a:pt x="1389" y="5304"/>
                  </a:lnTo>
                  <a:lnTo>
                    <a:pt x="1509" y="5230"/>
                  </a:lnTo>
                  <a:lnTo>
                    <a:pt x="1614" y="5155"/>
                  </a:lnTo>
                  <a:lnTo>
                    <a:pt x="1718" y="5065"/>
                  </a:lnTo>
                  <a:lnTo>
                    <a:pt x="1808" y="4946"/>
                  </a:lnTo>
                  <a:lnTo>
                    <a:pt x="1867" y="4826"/>
                  </a:lnTo>
                  <a:lnTo>
                    <a:pt x="3541" y="1420"/>
                  </a:lnTo>
                  <a:lnTo>
                    <a:pt x="3571" y="1330"/>
                  </a:lnTo>
                  <a:lnTo>
                    <a:pt x="3600" y="1241"/>
                  </a:lnTo>
                  <a:lnTo>
                    <a:pt x="3615" y="1136"/>
                  </a:lnTo>
                  <a:lnTo>
                    <a:pt x="3630" y="1046"/>
                  </a:lnTo>
                  <a:lnTo>
                    <a:pt x="3630" y="942"/>
                  </a:lnTo>
                  <a:lnTo>
                    <a:pt x="3630" y="852"/>
                  </a:lnTo>
                  <a:lnTo>
                    <a:pt x="3600" y="763"/>
                  </a:lnTo>
                  <a:lnTo>
                    <a:pt x="3586" y="673"/>
                  </a:lnTo>
                  <a:lnTo>
                    <a:pt x="3541" y="583"/>
                  </a:lnTo>
                  <a:lnTo>
                    <a:pt x="3496" y="494"/>
                  </a:lnTo>
                  <a:lnTo>
                    <a:pt x="3451" y="419"/>
                  </a:lnTo>
                  <a:lnTo>
                    <a:pt x="3391" y="344"/>
                  </a:lnTo>
                  <a:lnTo>
                    <a:pt x="3317" y="270"/>
                  </a:lnTo>
                  <a:lnTo>
                    <a:pt x="3257" y="210"/>
                  </a:lnTo>
                  <a:lnTo>
                    <a:pt x="3167" y="150"/>
                  </a:lnTo>
                  <a:lnTo>
                    <a:pt x="3078" y="105"/>
                  </a:lnTo>
                  <a:lnTo>
                    <a:pt x="2988" y="60"/>
                  </a:lnTo>
                  <a:lnTo>
                    <a:pt x="2898" y="31"/>
                  </a:lnTo>
                  <a:lnTo>
                    <a:pt x="2794" y="16"/>
                  </a:lnTo>
                  <a:lnTo>
                    <a:pt x="2704" y="16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33"/>
            <p:cNvSpPr/>
            <p:nvPr/>
          </p:nvSpPr>
          <p:spPr>
            <a:xfrm>
              <a:off x="4814182" y="3562503"/>
              <a:ext cx="84160" cy="185900"/>
            </a:xfrm>
            <a:custGeom>
              <a:avLst/>
              <a:gdLst/>
              <a:ahLst/>
              <a:cxnLst/>
              <a:rect l="l" t="t" r="r" b="b"/>
              <a:pathLst>
                <a:path w="3064" h="6768" extrusionOk="0">
                  <a:moveTo>
                    <a:pt x="867" y="0"/>
                  </a:moveTo>
                  <a:lnTo>
                    <a:pt x="763" y="30"/>
                  </a:lnTo>
                  <a:lnTo>
                    <a:pt x="673" y="45"/>
                  </a:lnTo>
                  <a:lnTo>
                    <a:pt x="583" y="90"/>
                  </a:lnTo>
                  <a:lnTo>
                    <a:pt x="494" y="135"/>
                  </a:lnTo>
                  <a:lnTo>
                    <a:pt x="404" y="180"/>
                  </a:lnTo>
                  <a:lnTo>
                    <a:pt x="330" y="239"/>
                  </a:lnTo>
                  <a:lnTo>
                    <a:pt x="270" y="314"/>
                  </a:lnTo>
                  <a:lnTo>
                    <a:pt x="210" y="389"/>
                  </a:lnTo>
                  <a:lnTo>
                    <a:pt x="150" y="463"/>
                  </a:lnTo>
                  <a:lnTo>
                    <a:pt x="105" y="538"/>
                  </a:lnTo>
                  <a:lnTo>
                    <a:pt x="61" y="628"/>
                  </a:lnTo>
                  <a:lnTo>
                    <a:pt x="31" y="717"/>
                  </a:lnTo>
                  <a:lnTo>
                    <a:pt x="16" y="807"/>
                  </a:lnTo>
                  <a:lnTo>
                    <a:pt x="1" y="912"/>
                  </a:lnTo>
                  <a:lnTo>
                    <a:pt x="1" y="1001"/>
                  </a:lnTo>
                  <a:lnTo>
                    <a:pt x="16" y="1106"/>
                  </a:lnTo>
                  <a:lnTo>
                    <a:pt x="31" y="1196"/>
                  </a:lnTo>
                  <a:lnTo>
                    <a:pt x="1121" y="6006"/>
                  </a:lnTo>
                  <a:lnTo>
                    <a:pt x="1166" y="6170"/>
                  </a:lnTo>
                  <a:lnTo>
                    <a:pt x="1241" y="6320"/>
                  </a:lnTo>
                  <a:lnTo>
                    <a:pt x="1345" y="6454"/>
                  </a:lnTo>
                  <a:lnTo>
                    <a:pt x="1465" y="6559"/>
                  </a:lnTo>
                  <a:lnTo>
                    <a:pt x="1599" y="6648"/>
                  </a:lnTo>
                  <a:lnTo>
                    <a:pt x="1749" y="6723"/>
                  </a:lnTo>
                  <a:lnTo>
                    <a:pt x="1913" y="6753"/>
                  </a:lnTo>
                  <a:lnTo>
                    <a:pt x="2077" y="6768"/>
                  </a:lnTo>
                  <a:lnTo>
                    <a:pt x="2182" y="6768"/>
                  </a:lnTo>
                  <a:lnTo>
                    <a:pt x="2287" y="6753"/>
                  </a:lnTo>
                  <a:lnTo>
                    <a:pt x="2391" y="6723"/>
                  </a:lnTo>
                  <a:lnTo>
                    <a:pt x="2481" y="6678"/>
                  </a:lnTo>
                  <a:lnTo>
                    <a:pt x="2570" y="6648"/>
                  </a:lnTo>
                  <a:lnTo>
                    <a:pt x="2645" y="6589"/>
                  </a:lnTo>
                  <a:lnTo>
                    <a:pt x="2720" y="6529"/>
                  </a:lnTo>
                  <a:lnTo>
                    <a:pt x="2795" y="6469"/>
                  </a:lnTo>
                  <a:lnTo>
                    <a:pt x="2854" y="6394"/>
                  </a:lnTo>
                  <a:lnTo>
                    <a:pt x="2914" y="6320"/>
                  </a:lnTo>
                  <a:lnTo>
                    <a:pt x="2959" y="6230"/>
                  </a:lnTo>
                  <a:lnTo>
                    <a:pt x="2989" y="6141"/>
                  </a:lnTo>
                  <a:lnTo>
                    <a:pt x="3019" y="6051"/>
                  </a:lnTo>
                  <a:lnTo>
                    <a:pt x="3049" y="5961"/>
                  </a:lnTo>
                  <a:lnTo>
                    <a:pt x="3063" y="5872"/>
                  </a:lnTo>
                  <a:lnTo>
                    <a:pt x="3063" y="5767"/>
                  </a:lnTo>
                  <a:lnTo>
                    <a:pt x="3049" y="5677"/>
                  </a:lnTo>
                  <a:lnTo>
                    <a:pt x="3034" y="5573"/>
                  </a:lnTo>
                  <a:lnTo>
                    <a:pt x="1943" y="762"/>
                  </a:lnTo>
                  <a:lnTo>
                    <a:pt x="1913" y="673"/>
                  </a:lnTo>
                  <a:lnTo>
                    <a:pt x="1883" y="583"/>
                  </a:lnTo>
                  <a:lnTo>
                    <a:pt x="1838" y="493"/>
                  </a:lnTo>
                  <a:lnTo>
                    <a:pt x="1779" y="404"/>
                  </a:lnTo>
                  <a:lnTo>
                    <a:pt x="1719" y="329"/>
                  </a:lnTo>
                  <a:lnTo>
                    <a:pt x="1659" y="269"/>
                  </a:lnTo>
                  <a:lnTo>
                    <a:pt x="1584" y="210"/>
                  </a:lnTo>
                  <a:lnTo>
                    <a:pt x="1510" y="150"/>
                  </a:lnTo>
                  <a:lnTo>
                    <a:pt x="1420" y="105"/>
                  </a:lnTo>
                  <a:lnTo>
                    <a:pt x="1345" y="60"/>
                  </a:lnTo>
                  <a:lnTo>
                    <a:pt x="1256" y="30"/>
                  </a:lnTo>
                  <a:lnTo>
                    <a:pt x="1151" y="15"/>
                  </a:lnTo>
                  <a:lnTo>
                    <a:pt x="106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33"/>
            <p:cNvSpPr/>
            <p:nvPr/>
          </p:nvSpPr>
          <p:spPr>
            <a:xfrm>
              <a:off x="4890100" y="3562915"/>
              <a:ext cx="87841" cy="185103"/>
            </a:xfrm>
            <a:custGeom>
              <a:avLst/>
              <a:gdLst/>
              <a:ahLst/>
              <a:cxnLst/>
              <a:rect l="l" t="t" r="r" b="b"/>
              <a:pathLst>
                <a:path w="3198" h="6739" extrusionOk="0">
                  <a:moveTo>
                    <a:pt x="942" y="0"/>
                  </a:moveTo>
                  <a:lnTo>
                    <a:pt x="837" y="15"/>
                  </a:lnTo>
                  <a:lnTo>
                    <a:pt x="748" y="30"/>
                  </a:lnTo>
                  <a:lnTo>
                    <a:pt x="643" y="60"/>
                  </a:lnTo>
                  <a:lnTo>
                    <a:pt x="553" y="105"/>
                  </a:lnTo>
                  <a:lnTo>
                    <a:pt x="479" y="150"/>
                  </a:lnTo>
                  <a:lnTo>
                    <a:pt x="389" y="209"/>
                  </a:lnTo>
                  <a:lnTo>
                    <a:pt x="314" y="269"/>
                  </a:lnTo>
                  <a:lnTo>
                    <a:pt x="255" y="329"/>
                  </a:lnTo>
                  <a:lnTo>
                    <a:pt x="195" y="404"/>
                  </a:lnTo>
                  <a:lnTo>
                    <a:pt x="150" y="478"/>
                  </a:lnTo>
                  <a:lnTo>
                    <a:pt x="105" y="568"/>
                  </a:lnTo>
                  <a:lnTo>
                    <a:pt x="60" y="658"/>
                  </a:lnTo>
                  <a:lnTo>
                    <a:pt x="31" y="747"/>
                  </a:lnTo>
                  <a:lnTo>
                    <a:pt x="16" y="837"/>
                  </a:lnTo>
                  <a:lnTo>
                    <a:pt x="1" y="941"/>
                  </a:lnTo>
                  <a:lnTo>
                    <a:pt x="1" y="1031"/>
                  </a:lnTo>
                  <a:lnTo>
                    <a:pt x="16" y="1136"/>
                  </a:lnTo>
                  <a:lnTo>
                    <a:pt x="31" y="1225"/>
                  </a:lnTo>
                  <a:lnTo>
                    <a:pt x="1256" y="6006"/>
                  </a:lnTo>
                  <a:lnTo>
                    <a:pt x="1315" y="6155"/>
                  </a:lnTo>
                  <a:lnTo>
                    <a:pt x="1390" y="6305"/>
                  </a:lnTo>
                  <a:lnTo>
                    <a:pt x="1495" y="6439"/>
                  </a:lnTo>
                  <a:lnTo>
                    <a:pt x="1614" y="6544"/>
                  </a:lnTo>
                  <a:lnTo>
                    <a:pt x="1749" y="6619"/>
                  </a:lnTo>
                  <a:lnTo>
                    <a:pt x="1898" y="6693"/>
                  </a:lnTo>
                  <a:lnTo>
                    <a:pt x="2047" y="6723"/>
                  </a:lnTo>
                  <a:lnTo>
                    <a:pt x="2212" y="6738"/>
                  </a:lnTo>
                  <a:lnTo>
                    <a:pt x="2331" y="6738"/>
                  </a:lnTo>
                  <a:lnTo>
                    <a:pt x="2451" y="6708"/>
                  </a:lnTo>
                  <a:lnTo>
                    <a:pt x="2555" y="6678"/>
                  </a:lnTo>
                  <a:lnTo>
                    <a:pt x="2645" y="6648"/>
                  </a:lnTo>
                  <a:lnTo>
                    <a:pt x="2735" y="6604"/>
                  </a:lnTo>
                  <a:lnTo>
                    <a:pt x="2809" y="6544"/>
                  </a:lnTo>
                  <a:lnTo>
                    <a:pt x="2884" y="6484"/>
                  </a:lnTo>
                  <a:lnTo>
                    <a:pt x="2944" y="6409"/>
                  </a:lnTo>
                  <a:lnTo>
                    <a:pt x="3004" y="6335"/>
                  </a:lnTo>
                  <a:lnTo>
                    <a:pt x="3063" y="6260"/>
                  </a:lnTo>
                  <a:lnTo>
                    <a:pt x="3108" y="6170"/>
                  </a:lnTo>
                  <a:lnTo>
                    <a:pt x="3138" y="6096"/>
                  </a:lnTo>
                  <a:lnTo>
                    <a:pt x="3168" y="5991"/>
                  </a:lnTo>
                  <a:lnTo>
                    <a:pt x="3183" y="5901"/>
                  </a:lnTo>
                  <a:lnTo>
                    <a:pt x="3198" y="5812"/>
                  </a:lnTo>
                  <a:lnTo>
                    <a:pt x="3198" y="5707"/>
                  </a:lnTo>
                  <a:lnTo>
                    <a:pt x="3183" y="5618"/>
                  </a:lnTo>
                  <a:lnTo>
                    <a:pt x="3168" y="5513"/>
                  </a:lnTo>
                  <a:lnTo>
                    <a:pt x="1943" y="747"/>
                  </a:lnTo>
                  <a:lnTo>
                    <a:pt x="1913" y="643"/>
                  </a:lnTo>
                  <a:lnTo>
                    <a:pt x="1868" y="553"/>
                  </a:lnTo>
                  <a:lnTo>
                    <a:pt x="1823" y="463"/>
                  </a:lnTo>
                  <a:lnTo>
                    <a:pt x="1778" y="389"/>
                  </a:lnTo>
                  <a:lnTo>
                    <a:pt x="1704" y="314"/>
                  </a:lnTo>
                  <a:lnTo>
                    <a:pt x="1644" y="254"/>
                  </a:lnTo>
                  <a:lnTo>
                    <a:pt x="1569" y="195"/>
                  </a:lnTo>
                  <a:lnTo>
                    <a:pt x="1495" y="135"/>
                  </a:lnTo>
                  <a:lnTo>
                    <a:pt x="1405" y="90"/>
                  </a:lnTo>
                  <a:lnTo>
                    <a:pt x="1315" y="60"/>
                  </a:lnTo>
                  <a:lnTo>
                    <a:pt x="1226" y="30"/>
                  </a:lnTo>
                  <a:lnTo>
                    <a:pt x="1136" y="15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33"/>
            <p:cNvSpPr/>
            <p:nvPr/>
          </p:nvSpPr>
          <p:spPr>
            <a:xfrm>
              <a:off x="4948797" y="3523528"/>
              <a:ext cx="91934" cy="184252"/>
            </a:xfrm>
            <a:custGeom>
              <a:avLst/>
              <a:gdLst/>
              <a:ahLst/>
              <a:cxnLst/>
              <a:rect l="l" t="t" r="r" b="b"/>
              <a:pathLst>
                <a:path w="3347" h="6708" extrusionOk="0">
                  <a:moveTo>
                    <a:pt x="911" y="0"/>
                  </a:moveTo>
                  <a:lnTo>
                    <a:pt x="807" y="15"/>
                  </a:lnTo>
                  <a:lnTo>
                    <a:pt x="717" y="45"/>
                  </a:lnTo>
                  <a:lnTo>
                    <a:pt x="613" y="75"/>
                  </a:lnTo>
                  <a:lnTo>
                    <a:pt x="523" y="120"/>
                  </a:lnTo>
                  <a:lnTo>
                    <a:pt x="448" y="164"/>
                  </a:lnTo>
                  <a:lnTo>
                    <a:pt x="359" y="224"/>
                  </a:lnTo>
                  <a:lnTo>
                    <a:pt x="299" y="284"/>
                  </a:lnTo>
                  <a:lnTo>
                    <a:pt x="224" y="359"/>
                  </a:lnTo>
                  <a:lnTo>
                    <a:pt x="179" y="433"/>
                  </a:lnTo>
                  <a:lnTo>
                    <a:pt x="120" y="508"/>
                  </a:lnTo>
                  <a:lnTo>
                    <a:pt x="75" y="598"/>
                  </a:lnTo>
                  <a:lnTo>
                    <a:pt x="45" y="687"/>
                  </a:lnTo>
                  <a:lnTo>
                    <a:pt x="30" y="777"/>
                  </a:lnTo>
                  <a:lnTo>
                    <a:pt x="15" y="867"/>
                  </a:lnTo>
                  <a:lnTo>
                    <a:pt x="0" y="971"/>
                  </a:lnTo>
                  <a:lnTo>
                    <a:pt x="0" y="1061"/>
                  </a:lnTo>
                  <a:lnTo>
                    <a:pt x="15" y="1165"/>
                  </a:lnTo>
                  <a:lnTo>
                    <a:pt x="45" y="1255"/>
                  </a:lnTo>
                  <a:lnTo>
                    <a:pt x="1419" y="5991"/>
                  </a:lnTo>
                  <a:lnTo>
                    <a:pt x="1479" y="6140"/>
                  </a:lnTo>
                  <a:lnTo>
                    <a:pt x="1554" y="6290"/>
                  </a:lnTo>
                  <a:lnTo>
                    <a:pt x="1658" y="6409"/>
                  </a:lnTo>
                  <a:lnTo>
                    <a:pt x="1778" y="6514"/>
                  </a:lnTo>
                  <a:lnTo>
                    <a:pt x="1897" y="6588"/>
                  </a:lnTo>
                  <a:lnTo>
                    <a:pt x="2047" y="6648"/>
                  </a:lnTo>
                  <a:lnTo>
                    <a:pt x="2196" y="6693"/>
                  </a:lnTo>
                  <a:lnTo>
                    <a:pt x="2360" y="6708"/>
                  </a:lnTo>
                  <a:lnTo>
                    <a:pt x="2495" y="6693"/>
                  </a:lnTo>
                  <a:lnTo>
                    <a:pt x="2629" y="6663"/>
                  </a:lnTo>
                  <a:lnTo>
                    <a:pt x="2734" y="6633"/>
                  </a:lnTo>
                  <a:lnTo>
                    <a:pt x="2824" y="6588"/>
                  </a:lnTo>
                  <a:lnTo>
                    <a:pt x="2898" y="6544"/>
                  </a:lnTo>
                  <a:lnTo>
                    <a:pt x="2973" y="6484"/>
                  </a:lnTo>
                  <a:lnTo>
                    <a:pt x="3048" y="6424"/>
                  </a:lnTo>
                  <a:lnTo>
                    <a:pt x="3107" y="6349"/>
                  </a:lnTo>
                  <a:lnTo>
                    <a:pt x="3167" y="6275"/>
                  </a:lnTo>
                  <a:lnTo>
                    <a:pt x="3212" y="6185"/>
                  </a:lnTo>
                  <a:lnTo>
                    <a:pt x="3257" y="6110"/>
                  </a:lnTo>
                  <a:lnTo>
                    <a:pt x="3287" y="6021"/>
                  </a:lnTo>
                  <a:lnTo>
                    <a:pt x="3317" y="5931"/>
                  </a:lnTo>
                  <a:lnTo>
                    <a:pt x="3332" y="5827"/>
                  </a:lnTo>
                  <a:lnTo>
                    <a:pt x="3346" y="5737"/>
                  </a:lnTo>
                  <a:lnTo>
                    <a:pt x="3332" y="5632"/>
                  </a:lnTo>
                  <a:lnTo>
                    <a:pt x="3332" y="5543"/>
                  </a:lnTo>
                  <a:lnTo>
                    <a:pt x="3302" y="5438"/>
                  </a:lnTo>
                  <a:lnTo>
                    <a:pt x="1927" y="717"/>
                  </a:lnTo>
                  <a:lnTo>
                    <a:pt x="1897" y="613"/>
                  </a:lnTo>
                  <a:lnTo>
                    <a:pt x="1853" y="523"/>
                  </a:lnTo>
                  <a:lnTo>
                    <a:pt x="1808" y="448"/>
                  </a:lnTo>
                  <a:lnTo>
                    <a:pt x="1748" y="359"/>
                  </a:lnTo>
                  <a:lnTo>
                    <a:pt x="1688" y="299"/>
                  </a:lnTo>
                  <a:lnTo>
                    <a:pt x="1614" y="224"/>
                  </a:lnTo>
                  <a:lnTo>
                    <a:pt x="1539" y="179"/>
                  </a:lnTo>
                  <a:lnTo>
                    <a:pt x="1464" y="120"/>
                  </a:lnTo>
                  <a:lnTo>
                    <a:pt x="1374" y="75"/>
                  </a:lnTo>
                  <a:lnTo>
                    <a:pt x="1285" y="45"/>
                  </a:lnTo>
                  <a:lnTo>
                    <a:pt x="1195" y="30"/>
                  </a:lnTo>
                  <a:lnTo>
                    <a:pt x="110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3"/>
            <p:cNvSpPr/>
            <p:nvPr/>
          </p:nvSpPr>
          <p:spPr>
            <a:xfrm>
              <a:off x="4596701" y="2837028"/>
              <a:ext cx="323402" cy="396823"/>
            </a:xfrm>
            <a:custGeom>
              <a:avLst/>
              <a:gdLst/>
              <a:ahLst/>
              <a:cxnLst/>
              <a:rect l="l" t="t" r="r" b="b"/>
              <a:pathLst>
                <a:path w="11774" h="14447" extrusionOk="0">
                  <a:moveTo>
                    <a:pt x="1868" y="0"/>
                  </a:moveTo>
                  <a:lnTo>
                    <a:pt x="1495" y="30"/>
                  </a:lnTo>
                  <a:lnTo>
                    <a:pt x="1121" y="60"/>
                  </a:lnTo>
                  <a:lnTo>
                    <a:pt x="748" y="120"/>
                  </a:lnTo>
                  <a:lnTo>
                    <a:pt x="374" y="194"/>
                  </a:lnTo>
                  <a:lnTo>
                    <a:pt x="1" y="269"/>
                  </a:lnTo>
                  <a:lnTo>
                    <a:pt x="1719" y="6858"/>
                  </a:lnTo>
                  <a:lnTo>
                    <a:pt x="2242" y="8844"/>
                  </a:lnTo>
                  <a:lnTo>
                    <a:pt x="3527" y="13789"/>
                  </a:lnTo>
                  <a:lnTo>
                    <a:pt x="3556" y="13909"/>
                  </a:lnTo>
                  <a:lnTo>
                    <a:pt x="3616" y="14028"/>
                  </a:lnTo>
                  <a:lnTo>
                    <a:pt x="3691" y="14118"/>
                  </a:lnTo>
                  <a:lnTo>
                    <a:pt x="3766" y="14208"/>
                  </a:lnTo>
                  <a:lnTo>
                    <a:pt x="3855" y="14282"/>
                  </a:lnTo>
                  <a:lnTo>
                    <a:pt x="3960" y="14342"/>
                  </a:lnTo>
                  <a:lnTo>
                    <a:pt x="4064" y="14387"/>
                  </a:lnTo>
                  <a:lnTo>
                    <a:pt x="4169" y="14417"/>
                  </a:lnTo>
                  <a:lnTo>
                    <a:pt x="4274" y="14432"/>
                  </a:lnTo>
                  <a:lnTo>
                    <a:pt x="4393" y="14447"/>
                  </a:lnTo>
                  <a:lnTo>
                    <a:pt x="4513" y="14432"/>
                  </a:lnTo>
                  <a:lnTo>
                    <a:pt x="4617" y="14402"/>
                  </a:lnTo>
                  <a:lnTo>
                    <a:pt x="4722" y="14357"/>
                  </a:lnTo>
                  <a:lnTo>
                    <a:pt x="4826" y="14297"/>
                  </a:lnTo>
                  <a:lnTo>
                    <a:pt x="4931" y="14223"/>
                  </a:lnTo>
                  <a:lnTo>
                    <a:pt x="5021" y="14133"/>
                  </a:lnTo>
                  <a:lnTo>
                    <a:pt x="5304" y="13804"/>
                  </a:lnTo>
                  <a:lnTo>
                    <a:pt x="5588" y="13506"/>
                  </a:lnTo>
                  <a:lnTo>
                    <a:pt x="5887" y="13237"/>
                  </a:lnTo>
                  <a:lnTo>
                    <a:pt x="6201" y="13013"/>
                  </a:lnTo>
                  <a:lnTo>
                    <a:pt x="6515" y="12818"/>
                  </a:lnTo>
                  <a:lnTo>
                    <a:pt x="6843" y="12639"/>
                  </a:lnTo>
                  <a:lnTo>
                    <a:pt x="7187" y="12505"/>
                  </a:lnTo>
                  <a:lnTo>
                    <a:pt x="7530" y="12400"/>
                  </a:lnTo>
                  <a:lnTo>
                    <a:pt x="7874" y="12325"/>
                  </a:lnTo>
                  <a:lnTo>
                    <a:pt x="8248" y="12281"/>
                  </a:lnTo>
                  <a:lnTo>
                    <a:pt x="8606" y="12266"/>
                  </a:lnTo>
                  <a:lnTo>
                    <a:pt x="8994" y="12295"/>
                  </a:lnTo>
                  <a:lnTo>
                    <a:pt x="9383" y="12340"/>
                  </a:lnTo>
                  <a:lnTo>
                    <a:pt x="9771" y="12430"/>
                  </a:lnTo>
                  <a:lnTo>
                    <a:pt x="10175" y="12549"/>
                  </a:lnTo>
                  <a:lnTo>
                    <a:pt x="10593" y="12699"/>
                  </a:lnTo>
                  <a:lnTo>
                    <a:pt x="10713" y="12729"/>
                  </a:lnTo>
                  <a:lnTo>
                    <a:pt x="10832" y="12744"/>
                  </a:lnTo>
                  <a:lnTo>
                    <a:pt x="10967" y="12759"/>
                  </a:lnTo>
                  <a:lnTo>
                    <a:pt x="11071" y="12744"/>
                  </a:lnTo>
                  <a:lnTo>
                    <a:pt x="11191" y="12714"/>
                  </a:lnTo>
                  <a:lnTo>
                    <a:pt x="11295" y="12669"/>
                  </a:lnTo>
                  <a:lnTo>
                    <a:pt x="11400" y="12609"/>
                  </a:lnTo>
                  <a:lnTo>
                    <a:pt x="11489" y="12535"/>
                  </a:lnTo>
                  <a:lnTo>
                    <a:pt x="11564" y="12460"/>
                  </a:lnTo>
                  <a:lnTo>
                    <a:pt x="11639" y="12370"/>
                  </a:lnTo>
                  <a:lnTo>
                    <a:pt x="11684" y="12266"/>
                  </a:lnTo>
                  <a:lnTo>
                    <a:pt x="11728" y="12161"/>
                  </a:lnTo>
                  <a:lnTo>
                    <a:pt x="11758" y="12042"/>
                  </a:lnTo>
                  <a:lnTo>
                    <a:pt x="11773" y="11922"/>
                  </a:lnTo>
                  <a:lnTo>
                    <a:pt x="11773" y="11802"/>
                  </a:lnTo>
                  <a:lnTo>
                    <a:pt x="11743" y="11683"/>
                  </a:lnTo>
                  <a:lnTo>
                    <a:pt x="10817" y="8127"/>
                  </a:lnTo>
                  <a:lnTo>
                    <a:pt x="10369" y="6350"/>
                  </a:lnTo>
                  <a:lnTo>
                    <a:pt x="10249" y="5946"/>
                  </a:lnTo>
                  <a:lnTo>
                    <a:pt x="10100" y="5543"/>
                  </a:lnTo>
                  <a:lnTo>
                    <a:pt x="9951" y="5139"/>
                  </a:lnTo>
                  <a:lnTo>
                    <a:pt x="9771" y="4766"/>
                  </a:lnTo>
                  <a:lnTo>
                    <a:pt x="9607" y="4437"/>
                  </a:lnTo>
                  <a:lnTo>
                    <a:pt x="9413" y="4109"/>
                  </a:lnTo>
                  <a:lnTo>
                    <a:pt x="9219" y="3795"/>
                  </a:lnTo>
                  <a:lnTo>
                    <a:pt x="9024" y="3496"/>
                  </a:lnTo>
                  <a:lnTo>
                    <a:pt x="8800" y="3212"/>
                  </a:lnTo>
                  <a:lnTo>
                    <a:pt x="8561" y="2943"/>
                  </a:lnTo>
                  <a:lnTo>
                    <a:pt x="8322" y="2674"/>
                  </a:lnTo>
                  <a:lnTo>
                    <a:pt x="8068" y="2406"/>
                  </a:lnTo>
                  <a:lnTo>
                    <a:pt x="7814" y="2166"/>
                  </a:lnTo>
                  <a:lnTo>
                    <a:pt x="7545" y="1927"/>
                  </a:lnTo>
                  <a:lnTo>
                    <a:pt x="7261" y="1718"/>
                  </a:lnTo>
                  <a:lnTo>
                    <a:pt x="6963" y="1509"/>
                  </a:lnTo>
                  <a:lnTo>
                    <a:pt x="6664" y="1315"/>
                  </a:lnTo>
                  <a:lnTo>
                    <a:pt x="6365" y="1121"/>
                  </a:lnTo>
                  <a:lnTo>
                    <a:pt x="6051" y="956"/>
                  </a:lnTo>
                  <a:lnTo>
                    <a:pt x="5723" y="792"/>
                  </a:lnTo>
                  <a:lnTo>
                    <a:pt x="5409" y="658"/>
                  </a:lnTo>
                  <a:lnTo>
                    <a:pt x="5065" y="523"/>
                  </a:lnTo>
                  <a:lnTo>
                    <a:pt x="4737" y="404"/>
                  </a:lnTo>
                  <a:lnTo>
                    <a:pt x="4393" y="299"/>
                  </a:lnTo>
                  <a:lnTo>
                    <a:pt x="4035" y="209"/>
                  </a:lnTo>
                  <a:lnTo>
                    <a:pt x="3676" y="135"/>
                  </a:lnTo>
                  <a:lnTo>
                    <a:pt x="3332" y="75"/>
                  </a:lnTo>
                  <a:lnTo>
                    <a:pt x="2959" y="45"/>
                  </a:lnTo>
                  <a:lnTo>
                    <a:pt x="2600" y="15"/>
                  </a:lnTo>
                  <a:lnTo>
                    <a:pt x="224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33"/>
            <p:cNvSpPr/>
            <p:nvPr/>
          </p:nvSpPr>
          <p:spPr>
            <a:xfrm>
              <a:off x="4745241" y="3342962"/>
              <a:ext cx="264320" cy="299588"/>
            </a:xfrm>
            <a:custGeom>
              <a:avLst/>
              <a:gdLst/>
              <a:ahLst/>
              <a:cxnLst/>
              <a:rect l="l" t="t" r="r" b="b"/>
              <a:pathLst>
                <a:path w="9623" h="10907" extrusionOk="0">
                  <a:moveTo>
                    <a:pt x="7411" y="1"/>
                  </a:moveTo>
                  <a:lnTo>
                    <a:pt x="7306" y="16"/>
                  </a:lnTo>
                  <a:lnTo>
                    <a:pt x="7202" y="46"/>
                  </a:lnTo>
                  <a:lnTo>
                    <a:pt x="7097" y="90"/>
                  </a:lnTo>
                  <a:lnTo>
                    <a:pt x="7008" y="150"/>
                  </a:lnTo>
                  <a:lnTo>
                    <a:pt x="6918" y="240"/>
                  </a:lnTo>
                  <a:lnTo>
                    <a:pt x="6843" y="329"/>
                  </a:lnTo>
                  <a:lnTo>
                    <a:pt x="6559" y="688"/>
                  </a:lnTo>
                  <a:lnTo>
                    <a:pt x="6261" y="1032"/>
                  </a:lnTo>
                  <a:lnTo>
                    <a:pt x="5947" y="1315"/>
                  </a:lnTo>
                  <a:lnTo>
                    <a:pt x="5633" y="1584"/>
                  </a:lnTo>
                  <a:lnTo>
                    <a:pt x="5319" y="1808"/>
                  </a:lnTo>
                  <a:lnTo>
                    <a:pt x="5155" y="1898"/>
                  </a:lnTo>
                  <a:lnTo>
                    <a:pt x="4976" y="1988"/>
                  </a:lnTo>
                  <a:lnTo>
                    <a:pt x="4812" y="2062"/>
                  </a:lnTo>
                  <a:lnTo>
                    <a:pt x="4632" y="2137"/>
                  </a:lnTo>
                  <a:lnTo>
                    <a:pt x="4468" y="2197"/>
                  </a:lnTo>
                  <a:lnTo>
                    <a:pt x="4289" y="2257"/>
                  </a:lnTo>
                  <a:lnTo>
                    <a:pt x="4109" y="2286"/>
                  </a:lnTo>
                  <a:lnTo>
                    <a:pt x="3930" y="2331"/>
                  </a:lnTo>
                  <a:lnTo>
                    <a:pt x="3736" y="2346"/>
                  </a:lnTo>
                  <a:lnTo>
                    <a:pt x="3557" y="2361"/>
                  </a:lnTo>
                  <a:lnTo>
                    <a:pt x="3362" y="2376"/>
                  </a:lnTo>
                  <a:lnTo>
                    <a:pt x="3168" y="2361"/>
                  </a:lnTo>
                  <a:lnTo>
                    <a:pt x="2780" y="2331"/>
                  </a:lnTo>
                  <a:lnTo>
                    <a:pt x="2391" y="2257"/>
                  </a:lnTo>
                  <a:lnTo>
                    <a:pt x="1973" y="2152"/>
                  </a:lnTo>
                  <a:lnTo>
                    <a:pt x="1555" y="2018"/>
                  </a:lnTo>
                  <a:lnTo>
                    <a:pt x="1136" y="1823"/>
                  </a:lnTo>
                  <a:lnTo>
                    <a:pt x="1017" y="1793"/>
                  </a:lnTo>
                  <a:lnTo>
                    <a:pt x="897" y="1764"/>
                  </a:lnTo>
                  <a:lnTo>
                    <a:pt x="793" y="1749"/>
                  </a:lnTo>
                  <a:lnTo>
                    <a:pt x="673" y="1764"/>
                  </a:lnTo>
                  <a:lnTo>
                    <a:pt x="569" y="1793"/>
                  </a:lnTo>
                  <a:lnTo>
                    <a:pt x="479" y="1823"/>
                  </a:lnTo>
                  <a:lnTo>
                    <a:pt x="374" y="1883"/>
                  </a:lnTo>
                  <a:lnTo>
                    <a:pt x="285" y="1943"/>
                  </a:lnTo>
                  <a:lnTo>
                    <a:pt x="210" y="2018"/>
                  </a:lnTo>
                  <a:lnTo>
                    <a:pt x="150" y="2092"/>
                  </a:lnTo>
                  <a:lnTo>
                    <a:pt x="91" y="2197"/>
                  </a:lnTo>
                  <a:lnTo>
                    <a:pt x="46" y="2286"/>
                  </a:lnTo>
                  <a:lnTo>
                    <a:pt x="16" y="2391"/>
                  </a:lnTo>
                  <a:lnTo>
                    <a:pt x="1" y="2511"/>
                  </a:lnTo>
                  <a:lnTo>
                    <a:pt x="16" y="2630"/>
                  </a:lnTo>
                  <a:lnTo>
                    <a:pt x="31" y="2750"/>
                  </a:lnTo>
                  <a:lnTo>
                    <a:pt x="1256" y="7695"/>
                  </a:lnTo>
                  <a:lnTo>
                    <a:pt x="1316" y="7904"/>
                  </a:lnTo>
                  <a:lnTo>
                    <a:pt x="1390" y="8113"/>
                  </a:lnTo>
                  <a:lnTo>
                    <a:pt x="1465" y="8307"/>
                  </a:lnTo>
                  <a:lnTo>
                    <a:pt x="1555" y="8501"/>
                  </a:lnTo>
                  <a:lnTo>
                    <a:pt x="1644" y="8696"/>
                  </a:lnTo>
                  <a:lnTo>
                    <a:pt x="1749" y="8875"/>
                  </a:lnTo>
                  <a:lnTo>
                    <a:pt x="1868" y="9054"/>
                  </a:lnTo>
                  <a:lnTo>
                    <a:pt x="1988" y="9218"/>
                  </a:lnTo>
                  <a:lnTo>
                    <a:pt x="2122" y="9383"/>
                  </a:lnTo>
                  <a:lnTo>
                    <a:pt x="2257" y="9547"/>
                  </a:lnTo>
                  <a:lnTo>
                    <a:pt x="2391" y="9682"/>
                  </a:lnTo>
                  <a:lnTo>
                    <a:pt x="2556" y="9831"/>
                  </a:lnTo>
                  <a:lnTo>
                    <a:pt x="2705" y="9965"/>
                  </a:lnTo>
                  <a:lnTo>
                    <a:pt x="2869" y="10085"/>
                  </a:lnTo>
                  <a:lnTo>
                    <a:pt x="3034" y="10204"/>
                  </a:lnTo>
                  <a:lnTo>
                    <a:pt x="3213" y="10309"/>
                  </a:lnTo>
                  <a:lnTo>
                    <a:pt x="3392" y="10414"/>
                  </a:lnTo>
                  <a:lnTo>
                    <a:pt x="3572" y="10503"/>
                  </a:lnTo>
                  <a:lnTo>
                    <a:pt x="3766" y="10593"/>
                  </a:lnTo>
                  <a:lnTo>
                    <a:pt x="3945" y="10668"/>
                  </a:lnTo>
                  <a:lnTo>
                    <a:pt x="4154" y="10727"/>
                  </a:lnTo>
                  <a:lnTo>
                    <a:pt x="4348" y="10787"/>
                  </a:lnTo>
                  <a:lnTo>
                    <a:pt x="4543" y="10832"/>
                  </a:lnTo>
                  <a:lnTo>
                    <a:pt x="4752" y="10862"/>
                  </a:lnTo>
                  <a:lnTo>
                    <a:pt x="4961" y="10892"/>
                  </a:lnTo>
                  <a:lnTo>
                    <a:pt x="5170" y="10907"/>
                  </a:lnTo>
                  <a:lnTo>
                    <a:pt x="5588" y="10907"/>
                  </a:lnTo>
                  <a:lnTo>
                    <a:pt x="5812" y="10892"/>
                  </a:lnTo>
                  <a:lnTo>
                    <a:pt x="6022" y="10862"/>
                  </a:lnTo>
                  <a:lnTo>
                    <a:pt x="6231" y="10817"/>
                  </a:lnTo>
                  <a:lnTo>
                    <a:pt x="6455" y="10772"/>
                  </a:lnTo>
                  <a:lnTo>
                    <a:pt x="6664" y="10712"/>
                  </a:lnTo>
                  <a:lnTo>
                    <a:pt x="6858" y="10638"/>
                  </a:lnTo>
                  <a:lnTo>
                    <a:pt x="7052" y="10563"/>
                  </a:lnTo>
                  <a:lnTo>
                    <a:pt x="7247" y="10473"/>
                  </a:lnTo>
                  <a:lnTo>
                    <a:pt x="7441" y="10384"/>
                  </a:lnTo>
                  <a:lnTo>
                    <a:pt x="7620" y="10279"/>
                  </a:lnTo>
                  <a:lnTo>
                    <a:pt x="7785" y="10160"/>
                  </a:lnTo>
                  <a:lnTo>
                    <a:pt x="7949" y="10040"/>
                  </a:lnTo>
                  <a:lnTo>
                    <a:pt x="8113" y="9921"/>
                  </a:lnTo>
                  <a:lnTo>
                    <a:pt x="8263" y="9771"/>
                  </a:lnTo>
                  <a:lnTo>
                    <a:pt x="8412" y="9637"/>
                  </a:lnTo>
                  <a:lnTo>
                    <a:pt x="8546" y="9487"/>
                  </a:lnTo>
                  <a:lnTo>
                    <a:pt x="8681" y="9338"/>
                  </a:lnTo>
                  <a:lnTo>
                    <a:pt x="8800" y="9174"/>
                  </a:lnTo>
                  <a:lnTo>
                    <a:pt x="8920" y="9009"/>
                  </a:lnTo>
                  <a:lnTo>
                    <a:pt x="9025" y="8830"/>
                  </a:lnTo>
                  <a:lnTo>
                    <a:pt x="9129" y="8651"/>
                  </a:lnTo>
                  <a:lnTo>
                    <a:pt x="9219" y="8471"/>
                  </a:lnTo>
                  <a:lnTo>
                    <a:pt x="9308" y="8292"/>
                  </a:lnTo>
                  <a:lnTo>
                    <a:pt x="9383" y="8098"/>
                  </a:lnTo>
                  <a:lnTo>
                    <a:pt x="9443" y="7904"/>
                  </a:lnTo>
                  <a:lnTo>
                    <a:pt x="9503" y="7710"/>
                  </a:lnTo>
                  <a:lnTo>
                    <a:pt x="9547" y="7515"/>
                  </a:lnTo>
                  <a:lnTo>
                    <a:pt x="9577" y="7306"/>
                  </a:lnTo>
                  <a:lnTo>
                    <a:pt x="9607" y="7112"/>
                  </a:lnTo>
                  <a:lnTo>
                    <a:pt x="9622" y="6903"/>
                  </a:lnTo>
                  <a:lnTo>
                    <a:pt x="9622" y="6694"/>
                  </a:lnTo>
                  <a:lnTo>
                    <a:pt x="9622" y="6484"/>
                  </a:lnTo>
                  <a:lnTo>
                    <a:pt x="9607" y="6275"/>
                  </a:lnTo>
                  <a:lnTo>
                    <a:pt x="9577" y="6066"/>
                  </a:lnTo>
                  <a:lnTo>
                    <a:pt x="9547" y="5857"/>
                  </a:lnTo>
                  <a:lnTo>
                    <a:pt x="9503" y="5633"/>
                  </a:lnTo>
                  <a:lnTo>
                    <a:pt x="8248" y="598"/>
                  </a:lnTo>
                  <a:lnTo>
                    <a:pt x="8203" y="479"/>
                  </a:lnTo>
                  <a:lnTo>
                    <a:pt x="8158" y="374"/>
                  </a:lnTo>
                  <a:lnTo>
                    <a:pt x="8083" y="285"/>
                  </a:lnTo>
                  <a:lnTo>
                    <a:pt x="8009" y="210"/>
                  </a:lnTo>
                  <a:lnTo>
                    <a:pt x="7919" y="135"/>
                  </a:lnTo>
                  <a:lnTo>
                    <a:pt x="7829" y="75"/>
                  </a:lnTo>
                  <a:lnTo>
                    <a:pt x="7740" y="46"/>
                  </a:lnTo>
                  <a:lnTo>
                    <a:pt x="7635" y="16"/>
                  </a:lnTo>
                  <a:lnTo>
                    <a:pt x="75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33"/>
            <p:cNvSpPr/>
            <p:nvPr/>
          </p:nvSpPr>
          <p:spPr>
            <a:xfrm>
              <a:off x="4715302" y="3173905"/>
              <a:ext cx="234737" cy="234765"/>
            </a:xfrm>
            <a:custGeom>
              <a:avLst/>
              <a:gdLst/>
              <a:ahLst/>
              <a:cxnLst/>
              <a:rect l="l" t="t" r="r" b="b"/>
              <a:pathLst>
                <a:path w="8546" h="8547" extrusionOk="0">
                  <a:moveTo>
                    <a:pt x="4049" y="1"/>
                  </a:moveTo>
                  <a:lnTo>
                    <a:pt x="3840" y="16"/>
                  </a:lnTo>
                  <a:lnTo>
                    <a:pt x="3631" y="45"/>
                  </a:lnTo>
                  <a:lnTo>
                    <a:pt x="3422" y="90"/>
                  </a:lnTo>
                  <a:lnTo>
                    <a:pt x="3197" y="135"/>
                  </a:lnTo>
                  <a:lnTo>
                    <a:pt x="2988" y="195"/>
                  </a:lnTo>
                  <a:lnTo>
                    <a:pt x="2779" y="270"/>
                  </a:lnTo>
                  <a:lnTo>
                    <a:pt x="2585" y="344"/>
                  </a:lnTo>
                  <a:lnTo>
                    <a:pt x="2391" y="434"/>
                  </a:lnTo>
                  <a:lnTo>
                    <a:pt x="2197" y="538"/>
                  </a:lnTo>
                  <a:lnTo>
                    <a:pt x="2017" y="643"/>
                  </a:lnTo>
                  <a:lnTo>
                    <a:pt x="1838" y="763"/>
                  </a:lnTo>
                  <a:lnTo>
                    <a:pt x="1674" y="882"/>
                  </a:lnTo>
                  <a:lnTo>
                    <a:pt x="1509" y="1017"/>
                  </a:lnTo>
                  <a:lnTo>
                    <a:pt x="1360" y="1151"/>
                  </a:lnTo>
                  <a:lnTo>
                    <a:pt x="1210" y="1300"/>
                  </a:lnTo>
                  <a:lnTo>
                    <a:pt x="1076" y="1450"/>
                  </a:lnTo>
                  <a:lnTo>
                    <a:pt x="942" y="1599"/>
                  </a:lnTo>
                  <a:lnTo>
                    <a:pt x="807" y="1763"/>
                  </a:lnTo>
                  <a:lnTo>
                    <a:pt x="703" y="1928"/>
                  </a:lnTo>
                  <a:lnTo>
                    <a:pt x="583" y="2107"/>
                  </a:lnTo>
                  <a:lnTo>
                    <a:pt x="493" y="2286"/>
                  </a:lnTo>
                  <a:lnTo>
                    <a:pt x="404" y="2466"/>
                  </a:lnTo>
                  <a:lnTo>
                    <a:pt x="314" y="2660"/>
                  </a:lnTo>
                  <a:lnTo>
                    <a:pt x="239" y="2854"/>
                  </a:lnTo>
                  <a:lnTo>
                    <a:pt x="180" y="3048"/>
                  </a:lnTo>
                  <a:lnTo>
                    <a:pt x="120" y="3242"/>
                  </a:lnTo>
                  <a:lnTo>
                    <a:pt x="75" y="3452"/>
                  </a:lnTo>
                  <a:lnTo>
                    <a:pt x="45" y="3661"/>
                  </a:lnTo>
                  <a:lnTo>
                    <a:pt x="15" y="3855"/>
                  </a:lnTo>
                  <a:lnTo>
                    <a:pt x="0" y="4064"/>
                  </a:lnTo>
                  <a:lnTo>
                    <a:pt x="0" y="4288"/>
                  </a:lnTo>
                  <a:lnTo>
                    <a:pt x="0" y="4497"/>
                  </a:lnTo>
                  <a:lnTo>
                    <a:pt x="30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49"/>
                  </a:lnTo>
                  <a:lnTo>
                    <a:pt x="195" y="5558"/>
                  </a:lnTo>
                  <a:lnTo>
                    <a:pt x="269" y="5767"/>
                  </a:lnTo>
                  <a:lnTo>
                    <a:pt x="344" y="5961"/>
                  </a:lnTo>
                  <a:lnTo>
                    <a:pt x="434" y="6156"/>
                  </a:lnTo>
                  <a:lnTo>
                    <a:pt x="538" y="6350"/>
                  </a:lnTo>
                  <a:lnTo>
                    <a:pt x="643" y="6529"/>
                  </a:lnTo>
                  <a:lnTo>
                    <a:pt x="762" y="6708"/>
                  </a:lnTo>
                  <a:lnTo>
                    <a:pt x="882" y="6873"/>
                  </a:lnTo>
                  <a:lnTo>
                    <a:pt x="1016" y="7037"/>
                  </a:lnTo>
                  <a:lnTo>
                    <a:pt x="1151" y="7187"/>
                  </a:lnTo>
                  <a:lnTo>
                    <a:pt x="1300" y="7336"/>
                  </a:lnTo>
                  <a:lnTo>
                    <a:pt x="1450" y="7485"/>
                  </a:lnTo>
                  <a:lnTo>
                    <a:pt x="1599" y="7605"/>
                  </a:lnTo>
                  <a:lnTo>
                    <a:pt x="1763" y="7739"/>
                  </a:lnTo>
                  <a:lnTo>
                    <a:pt x="1943" y="7859"/>
                  </a:lnTo>
                  <a:lnTo>
                    <a:pt x="2107" y="7963"/>
                  </a:lnTo>
                  <a:lnTo>
                    <a:pt x="2286" y="8053"/>
                  </a:lnTo>
                  <a:lnTo>
                    <a:pt x="2480" y="8158"/>
                  </a:lnTo>
                  <a:lnTo>
                    <a:pt x="2660" y="8232"/>
                  </a:lnTo>
                  <a:lnTo>
                    <a:pt x="2854" y="8307"/>
                  </a:lnTo>
                  <a:lnTo>
                    <a:pt x="3048" y="8367"/>
                  </a:lnTo>
                  <a:lnTo>
                    <a:pt x="3257" y="8427"/>
                  </a:lnTo>
                  <a:lnTo>
                    <a:pt x="3451" y="8471"/>
                  </a:lnTo>
                  <a:lnTo>
                    <a:pt x="3661" y="8501"/>
                  </a:lnTo>
                  <a:lnTo>
                    <a:pt x="3870" y="8531"/>
                  </a:lnTo>
                  <a:lnTo>
                    <a:pt x="4079" y="8546"/>
                  </a:lnTo>
                  <a:lnTo>
                    <a:pt x="4497" y="8546"/>
                  </a:lnTo>
                  <a:lnTo>
                    <a:pt x="4706" y="8531"/>
                  </a:lnTo>
                  <a:lnTo>
                    <a:pt x="4930" y="8501"/>
                  </a:lnTo>
                  <a:lnTo>
                    <a:pt x="5140" y="8456"/>
                  </a:lnTo>
                  <a:lnTo>
                    <a:pt x="5349" y="8412"/>
                  </a:lnTo>
                  <a:lnTo>
                    <a:pt x="5558" y="8352"/>
                  </a:lnTo>
                  <a:lnTo>
                    <a:pt x="5767" y="8277"/>
                  </a:lnTo>
                  <a:lnTo>
                    <a:pt x="5976" y="8202"/>
                  </a:lnTo>
                  <a:lnTo>
                    <a:pt x="6170" y="8113"/>
                  </a:lnTo>
                  <a:lnTo>
                    <a:pt x="6350" y="8008"/>
                  </a:lnTo>
                  <a:lnTo>
                    <a:pt x="6529" y="7904"/>
                  </a:lnTo>
                  <a:lnTo>
                    <a:pt x="6708" y="7784"/>
                  </a:lnTo>
                  <a:lnTo>
                    <a:pt x="6873" y="7665"/>
                  </a:lnTo>
                  <a:lnTo>
                    <a:pt x="7037" y="7530"/>
                  </a:lnTo>
                  <a:lnTo>
                    <a:pt x="7201" y="7396"/>
                  </a:lnTo>
                  <a:lnTo>
                    <a:pt x="7336" y="7246"/>
                  </a:lnTo>
                  <a:lnTo>
                    <a:pt x="7485" y="7097"/>
                  </a:lnTo>
                  <a:lnTo>
                    <a:pt x="7620" y="6947"/>
                  </a:lnTo>
                  <a:lnTo>
                    <a:pt x="7739" y="6783"/>
                  </a:lnTo>
                  <a:lnTo>
                    <a:pt x="7859" y="6619"/>
                  </a:lnTo>
                  <a:lnTo>
                    <a:pt x="7963" y="6440"/>
                  </a:lnTo>
                  <a:lnTo>
                    <a:pt x="8068" y="6260"/>
                  </a:lnTo>
                  <a:lnTo>
                    <a:pt x="8157" y="6081"/>
                  </a:lnTo>
                  <a:lnTo>
                    <a:pt x="8232" y="5887"/>
                  </a:lnTo>
                  <a:lnTo>
                    <a:pt x="8307" y="5693"/>
                  </a:lnTo>
                  <a:lnTo>
                    <a:pt x="8367" y="5498"/>
                  </a:lnTo>
                  <a:lnTo>
                    <a:pt x="8426" y="5304"/>
                  </a:lnTo>
                  <a:lnTo>
                    <a:pt x="8471" y="5095"/>
                  </a:lnTo>
                  <a:lnTo>
                    <a:pt x="8501" y="4886"/>
                  </a:lnTo>
                  <a:lnTo>
                    <a:pt x="8531" y="4692"/>
                  </a:lnTo>
                  <a:lnTo>
                    <a:pt x="8546" y="4482"/>
                  </a:lnTo>
                  <a:lnTo>
                    <a:pt x="8546" y="4258"/>
                  </a:lnTo>
                  <a:lnTo>
                    <a:pt x="8546" y="4049"/>
                  </a:lnTo>
                  <a:lnTo>
                    <a:pt x="8531" y="3840"/>
                  </a:lnTo>
                  <a:lnTo>
                    <a:pt x="8501" y="3631"/>
                  </a:lnTo>
                  <a:lnTo>
                    <a:pt x="8456" y="3407"/>
                  </a:lnTo>
                  <a:lnTo>
                    <a:pt x="8411" y="3198"/>
                  </a:lnTo>
                  <a:lnTo>
                    <a:pt x="8352" y="2989"/>
                  </a:lnTo>
                  <a:lnTo>
                    <a:pt x="8277" y="2779"/>
                  </a:lnTo>
                  <a:lnTo>
                    <a:pt x="8202" y="2585"/>
                  </a:lnTo>
                  <a:lnTo>
                    <a:pt x="8113" y="2391"/>
                  </a:lnTo>
                  <a:lnTo>
                    <a:pt x="8008" y="2197"/>
                  </a:lnTo>
                  <a:lnTo>
                    <a:pt x="7903" y="2017"/>
                  </a:lnTo>
                  <a:lnTo>
                    <a:pt x="7799" y="1838"/>
                  </a:lnTo>
                  <a:lnTo>
                    <a:pt x="7664" y="1674"/>
                  </a:lnTo>
                  <a:lnTo>
                    <a:pt x="7545" y="1510"/>
                  </a:lnTo>
                  <a:lnTo>
                    <a:pt x="7395" y="1360"/>
                  </a:lnTo>
                  <a:lnTo>
                    <a:pt x="7261" y="1211"/>
                  </a:lnTo>
                  <a:lnTo>
                    <a:pt x="7112" y="1061"/>
                  </a:lnTo>
                  <a:lnTo>
                    <a:pt x="6947" y="942"/>
                  </a:lnTo>
                  <a:lnTo>
                    <a:pt x="6783" y="807"/>
                  </a:lnTo>
                  <a:lnTo>
                    <a:pt x="6619" y="703"/>
                  </a:lnTo>
                  <a:lnTo>
                    <a:pt x="6439" y="583"/>
                  </a:lnTo>
                  <a:lnTo>
                    <a:pt x="6260" y="494"/>
                  </a:lnTo>
                  <a:lnTo>
                    <a:pt x="6081" y="404"/>
                  </a:lnTo>
                  <a:lnTo>
                    <a:pt x="5887" y="314"/>
                  </a:lnTo>
                  <a:lnTo>
                    <a:pt x="5692" y="240"/>
                  </a:lnTo>
                  <a:lnTo>
                    <a:pt x="5498" y="180"/>
                  </a:lnTo>
                  <a:lnTo>
                    <a:pt x="5304" y="120"/>
                  </a:lnTo>
                  <a:lnTo>
                    <a:pt x="5095" y="75"/>
                  </a:lnTo>
                  <a:lnTo>
                    <a:pt x="4901" y="45"/>
                  </a:lnTo>
                  <a:lnTo>
                    <a:pt x="4691" y="16"/>
                  </a:lnTo>
                  <a:lnTo>
                    <a:pt x="44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3"/>
            <p:cNvSpPr/>
            <p:nvPr/>
          </p:nvSpPr>
          <p:spPr>
            <a:xfrm>
              <a:off x="4769467" y="3228069"/>
              <a:ext cx="126817" cy="126433"/>
            </a:xfrm>
            <a:custGeom>
              <a:avLst/>
              <a:gdLst/>
              <a:ahLst/>
              <a:cxnLst/>
              <a:rect l="l" t="t" r="r" b="b"/>
              <a:pathLst>
                <a:path w="4617" h="4603" extrusionOk="0">
                  <a:moveTo>
                    <a:pt x="2182" y="1"/>
                  </a:moveTo>
                  <a:lnTo>
                    <a:pt x="1958" y="16"/>
                  </a:lnTo>
                  <a:lnTo>
                    <a:pt x="1718" y="75"/>
                  </a:lnTo>
                  <a:lnTo>
                    <a:pt x="1494" y="135"/>
                  </a:lnTo>
                  <a:lnTo>
                    <a:pt x="1285" y="225"/>
                  </a:lnTo>
                  <a:lnTo>
                    <a:pt x="1091" y="344"/>
                  </a:lnTo>
                  <a:lnTo>
                    <a:pt x="897" y="464"/>
                  </a:lnTo>
                  <a:lnTo>
                    <a:pt x="732" y="613"/>
                  </a:lnTo>
                  <a:lnTo>
                    <a:pt x="568" y="777"/>
                  </a:lnTo>
                  <a:lnTo>
                    <a:pt x="434" y="942"/>
                  </a:lnTo>
                  <a:lnTo>
                    <a:pt x="314" y="1136"/>
                  </a:lnTo>
                  <a:lnTo>
                    <a:pt x="210" y="1330"/>
                  </a:lnTo>
                  <a:lnTo>
                    <a:pt x="135" y="1539"/>
                  </a:lnTo>
                  <a:lnTo>
                    <a:pt x="60" y="1749"/>
                  </a:lnTo>
                  <a:lnTo>
                    <a:pt x="15" y="1973"/>
                  </a:lnTo>
                  <a:lnTo>
                    <a:pt x="0" y="2197"/>
                  </a:lnTo>
                  <a:lnTo>
                    <a:pt x="0" y="2421"/>
                  </a:lnTo>
                  <a:lnTo>
                    <a:pt x="30" y="2645"/>
                  </a:lnTo>
                  <a:lnTo>
                    <a:pt x="75" y="2884"/>
                  </a:lnTo>
                  <a:lnTo>
                    <a:pt x="135" y="3108"/>
                  </a:lnTo>
                  <a:lnTo>
                    <a:pt x="239" y="3317"/>
                  </a:lnTo>
                  <a:lnTo>
                    <a:pt x="344" y="3526"/>
                  </a:lnTo>
                  <a:lnTo>
                    <a:pt x="478" y="3706"/>
                  </a:lnTo>
                  <a:lnTo>
                    <a:pt x="613" y="3870"/>
                  </a:lnTo>
                  <a:lnTo>
                    <a:pt x="777" y="4034"/>
                  </a:lnTo>
                  <a:lnTo>
                    <a:pt x="957" y="4169"/>
                  </a:lnTo>
                  <a:lnTo>
                    <a:pt x="1136" y="4288"/>
                  </a:lnTo>
                  <a:lnTo>
                    <a:pt x="1330" y="4393"/>
                  </a:lnTo>
                  <a:lnTo>
                    <a:pt x="1539" y="4482"/>
                  </a:lnTo>
                  <a:lnTo>
                    <a:pt x="1748" y="4542"/>
                  </a:lnTo>
                  <a:lnTo>
                    <a:pt x="1972" y="4587"/>
                  </a:lnTo>
                  <a:lnTo>
                    <a:pt x="2197" y="4602"/>
                  </a:lnTo>
                  <a:lnTo>
                    <a:pt x="2421" y="4602"/>
                  </a:lnTo>
                  <a:lnTo>
                    <a:pt x="2660" y="4587"/>
                  </a:lnTo>
                  <a:lnTo>
                    <a:pt x="2884" y="4542"/>
                  </a:lnTo>
                  <a:lnTo>
                    <a:pt x="3108" y="4468"/>
                  </a:lnTo>
                  <a:lnTo>
                    <a:pt x="3317" y="4378"/>
                  </a:lnTo>
                  <a:lnTo>
                    <a:pt x="3526" y="4258"/>
                  </a:lnTo>
                  <a:lnTo>
                    <a:pt x="3705" y="4139"/>
                  </a:lnTo>
                  <a:lnTo>
                    <a:pt x="3885" y="3989"/>
                  </a:lnTo>
                  <a:lnTo>
                    <a:pt x="4034" y="3825"/>
                  </a:lnTo>
                  <a:lnTo>
                    <a:pt x="4169" y="3661"/>
                  </a:lnTo>
                  <a:lnTo>
                    <a:pt x="4288" y="3467"/>
                  </a:lnTo>
                  <a:lnTo>
                    <a:pt x="4393" y="3272"/>
                  </a:lnTo>
                  <a:lnTo>
                    <a:pt x="4482" y="3063"/>
                  </a:lnTo>
                  <a:lnTo>
                    <a:pt x="4542" y="2854"/>
                  </a:lnTo>
                  <a:lnTo>
                    <a:pt x="4587" y="2630"/>
                  </a:lnTo>
                  <a:lnTo>
                    <a:pt x="4617" y="2406"/>
                  </a:lnTo>
                  <a:lnTo>
                    <a:pt x="4602" y="2182"/>
                  </a:lnTo>
                  <a:lnTo>
                    <a:pt x="4587" y="1958"/>
                  </a:lnTo>
                  <a:lnTo>
                    <a:pt x="4542" y="1719"/>
                  </a:lnTo>
                  <a:lnTo>
                    <a:pt x="4467" y="1495"/>
                  </a:lnTo>
                  <a:lnTo>
                    <a:pt x="4378" y="1285"/>
                  </a:lnTo>
                  <a:lnTo>
                    <a:pt x="4258" y="1076"/>
                  </a:lnTo>
                  <a:lnTo>
                    <a:pt x="4139" y="897"/>
                  </a:lnTo>
                  <a:lnTo>
                    <a:pt x="3989" y="733"/>
                  </a:lnTo>
                  <a:lnTo>
                    <a:pt x="3825" y="568"/>
                  </a:lnTo>
                  <a:lnTo>
                    <a:pt x="3661" y="434"/>
                  </a:lnTo>
                  <a:lnTo>
                    <a:pt x="3466" y="314"/>
                  </a:lnTo>
                  <a:lnTo>
                    <a:pt x="3272" y="210"/>
                  </a:lnTo>
                  <a:lnTo>
                    <a:pt x="3063" y="120"/>
                  </a:lnTo>
                  <a:lnTo>
                    <a:pt x="2854" y="60"/>
                  </a:lnTo>
                  <a:lnTo>
                    <a:pt x="2645" y="16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33"/>
            <p:cNvSpPr/>
            <p:nvPr/>
          </p:nvSpPr>
          <p:spPr>
            <a:xfrm>
              <a:off x="4585220" y="2745921"/>
              <a:ext cx="234737" cy="234765"/>
            </a:xfrm>
            <a:custGeom>
              <a:avLst/>
              <a:gdLst/>
              <a:ahLst/>
              <a:cxnLst/>
              <a:rect l="l" t="t" r="r" b="b"/>
              <a:pathLst>
                <a:path w="8546" h="8547" extrusionOk="0">
                  <a:moveTo>
                    <a:pt x="4049" y="1"/>
                  </a:moveTo>
                  <a:lnTo>
                    <a:pt x="3840" y="16"/>
                  </a:lnTo>
                  <a:lnTo>
                    <a:pt x="3631" y="46"/>
                  </a:lnTo>
                  <a:lnTo>
                    <a:pt x="3407" y="90"/>
                  </a:lnTo>
                  <a:lnTo>
                    <a:pt x="3198" y="135"/>
                  </a:lnTo>
                  <a:lnTo>
                    <a:pt x="2988" y="195"/>
                  </a:lnTo>
                  <a:lnTo>
                    <a:pt x="2779" y="270"/>
                  </a:lnTo>
                  <a:lnTo>
                    <a:pt x="2585" y="344"/>
                  </a:lnTo>
                  <a:lnTo>
                    <a:pt x="2391" y="434"/>
                  </a:lnTo>
                  <a:lnTo>
                    <a:pt x="2197" y="539"/>
                  </a:lnTo>
                  <a:lnTo>
                    <a:pt x="2017" y="643"/>
                  </a:lnTo>
                  <a:lnTo>
                    <a:pt x="1838" y="763"/>
                  </a:lnTo>
                  <a:lnTo>
                    <a:pt x="1674" y="882"/>
                  </a:lnTo>
                  <a:lnTo>
                    <a:pt x="1509" y="1017"/>
                  </a:lnTo>
                  <a:lnTo>
                    <a:pt x="1360" y="1151"/>
                  </a:lnTo>
                  <a:lnTo>
                    <a:pt x="1211" y="1300"/>
                  </a:lnTo>
                  <a:lnTo>
                    <a:pt x="1076" y="1450"/>
                  </a:lnTo>
                  <a:lnTo>
                    <a:pt x="942" y="1599"/>
                  </a:lnTo>
                  <a:lnTo>
                    <a:pt x="807" y="1764"/>
                  </a:lnTo>
                  <a:lnTo>
                    <a:pt x="703" y="1943"/>
                  </a:lnTo>
                  <a:lnTo>
                    <a:pt x="583" y="2107"/>
                  </a:lnTo>
                  <a:lnTo>
                    <a:pt x="494" y="2286"/>
                  </a:lnTo>
                  <a:lnTo>
                    <a:pt x="404" y="2466"/>
                  </a:lnTo>
                  <a:lnTo>
                    <a:pt x="314" y="2660"/>
                  </a:lnTo>
                  <a:lnTo>
                    <a:pt x="240" y="2854"/>
                  </a:lnTo>
                  <a:lnTo>
                    <a:pt x="180" y="3048"/>
                  </a:lnTo>
                  <a:lnTo>
                    <a:pt x="120" y="3243"/>
                  </a:lnTo>
                  <a:lnTo>
                    <a:pt x="75" y="3452"/>
                  </a:lnTo>
                  <a:lnTo>
                    <a:pt x="45" y="3661"/>
                  </a:lnTo>
                  <a:lnTo>
                    <a:pt x="15" y="3855"/>
                  </a:lnTo>
                  <a:lnTo>
                    <a:pt x="1" y="4064"/>
                  </a:lnTo>
                  <a:lnTo>
                    <a:pt x="1" y="4288"/>
                  </a:lnTo>
                  <a:lnTo>
                    <a:pt x="1" y="4497"/>
                  </a:lnTo>
                  <a:lnTo>
                    <a:pt x="15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49"/>
                  </a:lnTo>
                  <a:lnTo>
                    <a:pt x="195" y="5558"/>
                  </a:lnTo>
                  <a:lnTo>
                    <a:pt x="269" y="5767"/>
                  </a:lnTo>
                  <a:lnTo>
                    <a:pt x="344" y="5962"/>
                  </a:lnTo>
                  <a:lnTo>
                    <a:pt x="434" y="6156"/>
                  </a:lnTo>
                  <a:lnTo>
                    <a:pt x="538" y="6350"/>
                  </a:lnTo>
                  <a:lnTo>
                    <a:pt x="643" y="6529"/>
                  </a:lnTo>
                  <a:lnTo>
                    <a:pt x="762" y="6709"/>
                  </a:lnTo>
                  <a:lnTo>
                    <a:pt x="882" y="6873"/>
                  </a:lnTo>
                  <a:lnTo>
                    <a:pt x="1016" y="7037"/>
                  </a:lnTo>
                  <a:lnTo>
                    <a:pt x="1151" y="7187"/>
                  </a:lnTo>
                  <a:lnTo>
                    <a:pt x="1300" y="7336"/>
                  </a:lnTo>
                  <a:lnTo>
                    <a:pt x="1450" y="7485"/>
                  </a:lnTo>
                  <a:lnTo>
                    <a:pt x="1599" y="7605"/>
                  </a:lnTo>
                  <a:lnTo>
                    <a:pt x="1763" y="7739"/>
                  </a:lnTo>
                  <a:lnTo>
                    <a:pt x="1943" y="7859"/>
                  </a:lnTo>
                  <a:lnTo>
                    <a:pt x="2107" y="7963"/>
                  </a:lnTo>
                  <a:lnTo>
                    <a:pt x="2286" y="8053"/>
                  </a:lnTo>
                  <a:lnTo>
                    <a:pt x="2481" y="8158"/>
                  </a:lnTo>
                  <a:lnTo>
                    <a:pt x="2660" y="8232"/>
                  </a:lnTo>
                  <a:lnTo>
                    <a:pt x="2854" y="8307"/>
                  </a:lnTo>
                  <a:lnTo>
                    <a:pt x="3048" y="8367"/>
                  </a:lnTo>
                  <a:lnTo>
                    <a:pt x="3242" y="8427"/>
                  </a:lnTo>
                  <a:lnTo>
                    <a:pt x="3452" y="8471"/>
                  </a:lnTo>
                  <a:lnTo>
                    <a:pt x="3661" y="8501"/>
                  </a:lnTo>
                  <a:lnTo>
                    <a:pt x="3870" y="8531"/>
                  </a:lnTo>
                  <a:lnTo>
                    <a:pt x="4079" y="8546"/>
                  </a:lnTo>
                  <a:lnTo>
                    <a:pt x="4497" y="8546"/>
                  </a:lnTo>
                  <a:lnTo>
                    <a:pt x="4707" y="8531"/>
                  </a:lnTo>
                  <a:lnTo>
                    <a:pt x="4916" y="8501"/>
                  </a:lnTo>
                  <a:lnTo>
                    <a:pt x="5140" y="8456"/>
                  </a:lnTo>
                  <a:lnTo>
                    <a:pt x="5349" y="8412"/>
                  </a:lnTo>
                  <a:lnTo>
                    <a:pt x="5558" y="8352"/>
                  </a:lnTo>
                  <a:lnTo>
                    <a:pt x="5767" y="8277"/>
                  </a:lnTo>
                  <a:lnTo>
                    <a:pt x="5961" y="8202"/>
                  </a:lnTo>
                  <a:lnTo>
                    <a:pt x="6156" y="8113"/>
                  </a:lnTo>
                  <a:lnTo>
                    <a:pt x="6350" y="8008"/>
                  </a:lnTo>
                  <a:lnTo>
                    <a:pt x="6529" y="7904"/>
                  </a:lnTo>
                  <a:lnTo>
                    <a:pt x="6708" y="7784"/>
                  </a:lnTo>
                  <a:lnTo>
                    <a:pt x="6873" y="7665"/>
                  </a:lnTo>
                  <a:lnTo>
                    <a:pt x="7037" y="7530"/>
                  </a:lnTo>
                  <a:lnTo>
                    <a:pt x="7186" y="7396"/>
                  </a:lnTo>
                  <a:lnTo>
                    <a:pt x="7336" y="7261"/>
                  </a:lnTo>
                  <a:lnTo>
                    <a:pt x="7485" y="7097"/>
                  </a:lnTo>
                  <a:lnTo>
                    <a:pt x="7620" y="6948"/>
                  </a:lnTo>
                  <a:lnTo>
                    <a:pt x="7739" y="6783"/>
                  </a:lnTo>
                  <a:lnTo>
                    <a:pt x="7859" y="6619"/>
                  </a:lnTo>
                  <a:lnTo>
                    <a:pt x="7963" y="6440"/>
                  </a:lnTo>
                  <a:lnTo>
                    <a:pt x="8068" y="6260"/>
                  </a:lnTo>
                  <a:lnTo>
                    <a:pt x="8158" y="6081"/>
                  </a:lnTo>
                  <a:lnTo>
                    <a:pt x="8232" y="5887"/>
                  </a:lnTo>
                  <a:lnTo>
                    <a:pt x="8307" y="5693"/>
                  </a:lnTo>
                  <a:lnTo>
                    <a:pt x="8367" y="5498"/>
                  </a:lnTo>
                  <a:lnTo>
                    <a:pt x="8426" y="5304"/>
                  </a:lnTo>
                  <a:lnTo>
                    <a:pt x="8471" y="5095"/>
                  </a:lnTo>
                  <a:lnTo>
                    <a:pt x="8501" y="4886"/>
                  </a:lnTo>
                  <a:lnTo>
                    <a:pt x="8531" y="4692"/>
                  </a:lnTo>
                  <a:lnTo>
                    <a:pt x="8546" y="4483"/>
                  </a:lnTo>
                  <a:lnTo>
                    <a:pt x="8546" y="4258"/>
                  </a:lnTo>
                  <a:lnTo>
                    <a:pt x="8546" y="4049"/>
                  </a:lnTo>
                  <a:lnTo>
                    <a:pt x="8531" y="3840"/>
                  </a:lnTo>
                  <a:lnTo>
                    <a:pt x="8501" y="3631"/>
                  </a:lnTo>
                  <a:lnTo>
                    <a:pt x="8456" y="3407"/>
                  </a:lnTo>
                  <a:lnTo>
                    <a:pt x="8412" y="3198"/>
                  </a:lnTo>
                  <a:lnTo>
                    <a:pt x="8352" y="2989"/>
                  </a:lnTo>
                  <a:lnTo>
                    <a:pt x="8277" y="2779"/>
                  </a:lnTo>
                  <a:lnTo>
                    <a:pt x="8202" y="2585"/>
                  </a:lnTo>
                  <a:lnTo>
                    <a:pt x="8113" y="2391"/>
                  </a:lnTo>
                  <a:lnTo>
                    <a:pt x="8008" y="2197"/>
                  </a:lnTo>
                  <a:lnTo>
                    <a:pt x="7904" y="2018"/>
                  </a:lnTo>
                  <a:lnTo>
                    <a:pt x="7784" y="1838"/>
                  </a:lnTo>
                  <a:lnTo>
                    <a:pt x="7665" y="1674"/>
                  </a:lnTo>
                  <a:lnTo>
                    <a:pt x="7530" y="1510"/>
                  </a:lnTo>
                  <a:lnTo>
                    <a:pt x="7396" y="1360"/>
                  </a:lnTo>
                  <a:lnTo>
                    <a:pt x="7261" y="1211"/>
                  </a:lnTo>
                  <a:lnTo>
                    <a:pt x="7097" y="1061"/>
                  </a:lnTo>
                  <a:lnTo>
                    <a:pt x="6947" y="942"/>
                  </a:lnTo>
                  <a:lnTo>
                    <a:pt x="6783" y="807"/>
                  </a:lnTo>
                  <a:lnTo>
                    <a:pt x="6619" y="703"/>
                  </a:lnTo>
                  <a:lnTo>
                    <a:pt x="6439" y="583"/>
                  </a:lnTo>
                  <a:lnTo>
                    <a:pt x="6260" y="494"/>
                  </a:lnTo>
                  <a:lnTo>
                    <a:pt x="6081" y="404"/>
                  </a:lnTo>
                  <a:lnTo>
                    <a:pt x="5887" y="314"/>
                  </a:lnTo>
                  <a:lnTo>
                    <a:pt x="5693" y="240"/>
                  </a:lnTo>
                  <a:lnTo>
                    <a:pt x="5498" y="180"/>
                  </a:lnTo>
                  <a:lnTo>
                    <a:pt x="5304" y="120"/>
                  </a:lnTo>
                  <a:lnTo>
                    <a:pt x="5095" y="75"/>
                  </a:lnTo>
                  <a:lnTo>
                    <a:pt x="4901" y="46"/>
                  </a:lnTo>
                  <a:lnTo>
                    <a:pt x="4692" y="16"/>
                  </a:lnTo>
                  <a:lnTo>
                    <a:pt x="44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3"/>
            <p:cNvSpPr/>
            <p:nvPr/>
          </p:nvSpPr>
          <p:spPr>
            <a:xfrm>
              <a:off x="4639385" y="2800085"/>
              <a:ext cx="126405" cy="126433"/>
            </a:xfrm>
            <a:custGeom>
              <a:avLst/>
              <a:gdLst/>
              <a:ahLst/>
              <a:cxnLst/>
              <a:rect l="l" t="t" r="r" b="b"/>
              <a:pathLst>
                <a:path w="4602" h="4603" extrusionOk="0">
                  <a:moveTo>
                    <a:pt x="2182" y="1"/>
                  </a:moveTo>
                  <a:lnTo>
                    <a:pt x="1958" y="16"/>
                  </a:lnTo>
                  <a:lnTo>
                    <a:pt x="1719" y="75"/>
                  </a:lnTo>
                  <a:lnTo>
                    <a:pt x="1495" y="135"/>
                  </a:lnTo>
                  <a:lnTo>
                    <a:pt x="1285" y="225"/>
                  </a:lnTo>
                  <a:lnTo>
                    <a:pt x="1091" y="344"/>
                  </a:lnTo>
                  <a:lnTo>
                    <a:pt x="897" y="464"/>
                  </a:lnTo>
                  <a:lnTo>
                    <a:pt x="733" y="613"/>
                  </a:lnTo>
                  <a:lnTo>
                    <a:pt x="568" y="778"/>
                  </a:lnTo>
                  <a:lnTo>
                    <a:pt x="434" y="942"/>
                  </a:lnTo>
                  <a:lnTo>
                    <a:pt x="314" y="1136"/>
                  </a:lnTo>
                  <a:lnTo>
                    <a:pt x="210" y="1330"/>
                  </a:lnTo>
                  <a:lnTo>
                    <a:pt x="120" y="1539"/>
                  </a:lnTo>
                  <a:lnTo>
                    <a:pt x="60" y="1749"/>
                  </a:lnTo>
                  <a:lnTo>
                    <a:pt x="15" y="1973"/>
                  </a:lnTo>
                  <a:lnTo>
                    <a:pt x="1" y="2197"/>
                  </a:lnTo>
                  <a:lnTo>
                    <a:pt x="1" y="2421"/>
                  </a:lnTo>
                  <a:lnTo>
                    <a:pt x="15" y="2645"/>
                  </a:lnTo>
                  <a:lnTo>
                    <a:pt x="75" y="2884"/>
                  </a:lnTo>
                  <a:lnTo>
                    <a:pt x="135" y="3108"/>
                  </a:lnTo>
                  <a:lnTo>
                    <a:pt x="225" y="3317"/>
                  </a:lnTo>
                  <a:lnTo>
                    <a:pt x="344" y="3526"/>
                  </a:lnTo>
                  <a:lnTo>
                    <a:pt x="479" y="3706"/>
                  </a:lnTo>
                  <a:lnTo>
                    <a:pt x="613" y="3870"/>
                  </a:lnTo>
                  <a:lnTo>
                    <a:pt x="777" y="4034"/>
                  </a:lnTo>
                  <a:lnTo>
                    <a:pt x="957" y="4169"/>
                  </a:lnTo>
                  <a:lnTo>
                    <a:pt x="1136" y="4288"/>
                  </a:lnTo>
                  <a:lnTo>
                    <a:pt x="1330" y="4393"/>
                  </a:lnTo>
                  <a:lnTo>
                    <a:pt x="1539" y="4483"/>
                  </a:lnTo>
                  <a:lnTo>
                    <a:pt x="1748" y="4542"/>
                  </a:lnTo>
                  <a:lnTo>
                    <a:pt x="1973" y="4587"/>
                  </a:lnTo>
                  <a:lnTo>
                    <a:pt x="2197" y="4602"/>
                  </a:lnTo>
                  <a:lnTo>
                    <a:pt x="2421" y="4602"/>
                  </a:lnTo>
                  <a:lnTo>
                    <a:pt x="2660" y="4587"/>
                  </a:lnTo>
                  <a:lnTo>
                    <a:pt x="2884" y="4542"/>
                  </a:lnTo>
                  <a:lnTo>
                    <a:pt x="3108" y="4468"/>
                  </a:lnTo>
                  <a:lnTo>
                    <a:pt x="3317" y="4378"/>
                  </a:lnTo>
                  <a:lnTo>
                    <a:pt x="3526" y="4258"/>
                  </a:lnTo>
                  <a:lnTo>
                    <a:pt x="3706" y="4139"/>
                  </a:lnTo>
                  <a:lnTo>
                    <a:pt x="3885" y="3990"/>
                  </a:lnTo>
                  <a:lnTo>
                    <a:pt x="4034" y="3825"/>
                  </a:lnTo>
                  <a:lnTo>
                    <a:pt x="4169" y="3661"/>
                  </a:lnTo>
                  <a:lnTo>
                    <a:pt x="4288" y="3467"/>
                  </a:lnTo>
                  <a:lnTo>
                    <a:pt x="4393" y="3272"/>
                  </a:lnTo>
                  <a:lnTo>
                    <a:pt x="4482" y="3063"/>
                  </a:lnTo>
                  <a:lnTo>
                    <a:pt x="4542" y="2854"/>
                  </a:lnTo>
                  <a:lnTo>
                    <a:pt x="4587" y="2630"/>
                  </a:lnTo>
                  <a:lnTo>
                    <a:pt x="4602" y="2406"/>
                  </a:lnTo>
                  <a:lnTo>
                    <a:pt x="4602" y="2182"/>
                  </a:lnTo>
                  <a:lnTo>
                    <a:pt x="4587" y="1958"/>
                  </a:lnTo>
                  <a:lnTo>
                    <a:pt x="4542" y="1719"/>
                  </a:lnTo>
                  <a:lnTo>
                    <a:pt x="4467" y="1495"/>
                  </a:lnTo>
                  <a:lnTo>
                    <a:pt x="4378" y="1286"/>
                  </a:lnTo>
                  <a:lnTo>
                    <a:pt x="4258" y="1076"/>
                  </a:lnTo>
                  <a:lnTo>
                    <a:pt x="4139" y="897"/>
                  </a:lnTo>
                  <a:lnTo>
                    <a:pt x="3989" y="733"/>
                  </a:lnTo>
                  <a:lnTo>
                    <a:pt x="3825" y="568"/>
                  </a:lnTo>
                  <a:lnTo>
                    <a:pt x="3661" y="434"/>
                  </a:lnTo>
                  <a:lnTo>
                    <a:pt x="3467" y="314"/>
                  </a:lnTo>
                  <a:lnTo>
                    <a:pt x="3272" y="210"/>
                  </a:lnTo>
                  <a:lnTo>
                    <a:pt x="3063" y="120"/>
                  </a:lnTo>
                  <a:lnTo>
                    <a:pt x="2854" y="60"/>
                  </a:lnTo>
                  <a:lnTo>
                    <a:pt x="2630" y="16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33"/>
            <p:cNvSpPr/>
            <p:nvPr/>
          </p:nvSpPr>
          <p:spPr>
            <a:xfrm>
              <a:off x="3756743" y="3631856"/>
              <a:ext cx="233117" cy="407508"/>
            </a:xfrm>
            <a:custGeom>
              <a:avLst/>
              <a:gdLst/>
              <a:ahLst/>
              <a:cxnLst/>
              <a:rect l="l" t="t" r="r" b="b"/>
              <a:pathLst>
                <a:path w="8487" h="14836" extrusionOk="0">
                  <a:moveTo>
                    <a:pt x="0" y="0"/>
                  </a:moveTo>
                  <a:lnTo>
                    <a:pt x="0" y="13984"/>
                  </a:lnTo>
                  <a:lnTo>
                    <a:pt x="0" y="14118"/>
                  </a:lnTo>
                  <a:lnTo>
                    <a:pt x="30" y="14238"/>
                  </a:lnTo>
                  <a:lnTo>
                    <a:pt x="75" y="14342"/>
                  </a:lnTo>
                  <a:lnTo>
                    <a:pt x="135" y="14447"/>
                  </a:lnTo>
                  <a:lnTo>
                    <a:pt x="195" y="14536"/>
                  </a:lnTo>
                  <a:lnTo>
                    <a:pt x="284" y="14626"/>
                  </a:lnTo>
                  <a:lnTo>
                    <a:pt x="374" y="14701"/>
                  </a:lnTo>
                  <a:lnTo>
                    <a:pt x="464" y="14745"/>
                  </a:lnTo>
                  <a:lnTo>
                    <a:pt x="568" y="14790"/>
                  </a:lnTo>
                  <a:lnTo>
                    <a:pt x="688" y="14820"/>
                  </a:lnTo>
                  <a:lnTo>
                    <a:pt x="792" y="14835"/>
                  </a:lnTo>
                  <a:lnTo>
                    <a:pt x="912" y="14835"/>
                  </a:lnTo>
                  <a:lnTo>
                    <a:pt x="1031" y="14820"/>
                  </a:lnTo>
                  <a:lnTo>
                    <a:pt x="1151" y="14790"/>
                  </a:lnTo>
                  <a:lnTo>
                    <a:pt x="1255" y="14745"/>
                  </a:lnTo>
                  <a:lnTo>
                    <a:pt x="1375" y="14671"/>
                  </a:lnTo>
                  <a:lnTo>
                    <a:pt x="1733" y="14432"/>
                  </a:lnTo>
                  <a:lnTo>
                    <a:pt x="2092" y="14223"/>
                  </a:lnTo>
                  <a:lnTo>
                    <a:pt x="2451" y="14028"/>
                  </a:lnTo>
                  <a:lnTo>
                    <a:pt x="2824" y="13894"/>
                  </a:lnTo>
                  <a:lnTo>
                    <a:pt x="3183" y="13774"/>
                  </a:lnTo>
                  <a:lnTo>
                    <a:pt x="3541" y="13685"/>
                  </a:lnTo>
                  <a:lnTo>
                    <a:pt x="3900" y="13640"/>
                  </a:lnTo>
                  <a:lnTo>
                    <a:pt x="4258" y="13625"/>
                  </a:lnTo>
                  <a:lnTo>
                    <a:pt x="4617" y="13640"/>
                  </a:lnTo>
                  <a:lnTo>
                    <a:pt x="4975" y="13685"/>
                  </a:lnTo>
                  <a:lnTo>
                    <a:pt x="5334" y="13759"/>
                  </a:lnTo>
                  <a:lnTo>
                    <a:pt x="5692" y="13879"/>
                  </a:lnTo>
                  <a:lnTo>
                    <a:pt x="6051" y="14028"/>
                  </a:lnTo>
                  <a:lnTo>
                    <a:pt x="6410" y="14208"/>
                  </a:lnTo>
                  <a:lnTo>
                    <a:pt x="6768" y="14417"/>
                  </a:lnTo>
                  <a:lnTo>
                    <a:pt x="7127" y="14656"/>
                  </a:lnTo>
                  <a:lnTo>
                    <a:pt x="7231" y="14731"/>
                  </a:lnTo>
                  <a:lnTo>
                    <a:pt x="7351" y="14775"/>
                  </a:lnTo>
                  <a:lnTo>
                    <a:pt x="7470" y="14805"/>
                  </a:lnTo>
                  <a:lnTo>
                    <a:pt x="7575" y="14820"/>
                  </a:lnTo>
                  <a:lnTo>
                    <a:pt x="7694" y="14820"/>
                  </a:lnTo>
                  <a:lnTo>
                    <a:pt x="7814" y="14805"/>
                  </a:lnTo>
                  <a:lnTo>
                    <a:pt x="7918" y="14775"/>
                  </a:lnTo>
                  <a:lnTo>
                    <a:pt x="8023" y="14731"/>
                  </a:lnTo>
                  <a:lnTo>
                    <a:pt x="8113" y="14671"/>
                  </a:lnTo>
                  <a:lnTo>
                    <a:pt x="8202" y="14596"/>
                  </a:lnTo>
                  <a:lnTo>
                    <a:pt x="8292" y="14521"/>
                  </a:lnTo>
                  <a:lnTo>
                    <a:pt x="8352" y="14432"/>
                  </a:lnTo>
                  <a:lnTo>
                    <a:pt x="8411" y="14327"/>
                  </a:lnTo>
                  <a:lnTo>
                    <a:pt x="8456" y="14208"/>
                  </a:lnTo>
                  <a:lnTo>
                    <a:pt x="8486" y="14088"/>
                  </a:lnTo>
                  <a:lnTo>
                    <a:pt x="8486" y="13969"/>
                  </a:lnTo>
                  <a:lnTo>
                    <a:pt x="84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33"/>
            <p:cNvSpPr/>
            <p:nvPr/>
          </p:nvSpPr>
          <p:spPr>
            <a:xfrm>
              <a:off x="3756743" y="3818546"/>
              <a:ext cx="233117" cy="96054"/>
            </a:xfrm>
            <a:custGeom>
              <a:avLst/>
              <a:gdLst/>
              <a:ahLst/>
              <a:cxnLst/>
              <a:rect l="l" t="t" r="r" b="b"/>
              <a:pathLst>
                <a:path w="8487" h="3497" extrusionOk="0">
                  <a:moveTo>
                    <a:pt x="0" y="1"/>
                  </a:moveTo>
                  <a:lnTo>
                    <a:pt x="0" y="2540"/>
                  </a:lnTo>
                  <a:lnTo>
                    <a:pt x="90" y="2660"/>
                  </a:lnTo>
                  <a:lnTo>
                    <a:pt x="210" y="2749"/>
                  </a:lnTo>
                  <a:lnTo>
                    <a:pt x="329" y="2854"/>
                  </a:lnTo>
                  <a:lnTo>
                    <a:pt x="449" y="2929"/>
                  </a:lnTo>
                  <a:lnTo>
                    <a:pt x="583" y="3018"/>
                  </a:lnTo>
                  <a:lnTo>
                    <a:pt x="732" y="3093"/>
                  </a:lnTo>
                  <a:lnTo>
                    <a:pt x="882" y="3153"/>
                  </a:lnTo>
                  <a:lnTo>
                    <a:pt x="1061" y="3213"/>
                  </a:lnTo>
                  <a:lnTo>
                    <a:pt x="1420" y="3302"/>
                  </a:lnTo>
                  <a:lnTo>
                    <a:pt x="1823" y="3377"/>
                  </a:lnTo>
                  <a:lnTo>
                    <a:pt x="2271" y="3437"/>
                  </a:lnTo>
                  <a:lnTo>
                    <a:pt x="2764" y="3467"/>
                  </a:lnTo>
                  <a:lnTo>
                    <a:pt x="3302" y="3496"/>
                  </a:lnTo>
                  <a:lnTo>
                    <a:pt x="5199" y="3496"/>
                  </a:lnTo>
                  <a:lnTo>
                    <a:pt x="6738" y="3482"/>
                  </a:lnTo>
                  <a:lnTo>
                    <a:pt x="8486" y="3467"/>
                  </a:lnTo>
                  <a:lnTo>
                    <a:pt x="8486" y="1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3"/>
            <p:cNvSpPr/>
            <p:nvPr/>
          </p:nvSpPr>
          <p:spPr>
            <a:xfrm>
              <a:off x="3756743" y="4202227"/>
              <a:ext cx="233117" cy="406684"/>
            </a:xfrm>
            <a:custGeom>
              <a:avLst/>
              <a:gdLst/>
              <a:ahLst/>
              <a:cxnLst/>
              <a:rect l="l" t="t" r="r" b="b"/>
              <a:pathLst>
                <a:path w="8487" h="14806" extrusionOk="0">
                  <a:moveTo>
                    <a:pt x="762" y="0"/>
                  </a:moveTo>
                  <a:lnTo>
                    <a:pt x="658" y="15"/>
                  </a:lnTo>
                  <a:lnTo>
                    <a:pt x="553" y="45"/>
                  </a:lnTo>
                  <a:lnTo>
                    <a:pt x="449" y="90"/>
                  </a:lnTo>
                  <a:lnTo>
                    <a:pt x="359" y="135"/>
                  </a:lnTo>
                  <a:lnTo>
                    <a:pt x="269" y="194"/>
                  </a:lnTo>
                  <a:lnTo>
                    <a:pt x="195" y="269"/>
                  </a:lnTo>
                  <a:lnTo>
                    <a:pt x="120" y="359"/>
                  </a:lnTo>
                  <a:lnTo>
                    <a:pt x="75" y="463"/>
                  </a:lnTo>
                  <a:lnTo>
                    <a:pt x="30" y="568"/>
                  </a:lnTo>
                  <a:lnTo>
                    <a:pt x="0" y="672"/>
                  </a:lnTo>
                  <a:lnTo>
                    <a:pt x="0" y="792"/>
                  </a:lnTo>
                  <a:lnTo>
                    <a:pt x="0" y="14805"/>
                  </a:lnTo>
                  <a:lnTo>
                    <a:pt x="8486" y="14805"/>
                  </a:lnTo>
                  <a:lnTo>
                    <a:pt x="8486" y="822"/>
                  </a:lnTo>
                  <a:lnTo>
                    <a:pt x="8486" y="687"/>
                  </a:lnTo>
                  <a:lnTo>
                    <a:pt x="8456" y="583"/>
                  </a:lnTo>
                  <a:lnTo>
                    <a:pt x="8411" y="478"/>
                  </a:lnTo>
                  <a:lnTo>
                    <a:pt x="8367" y="374"/>
                  </a:lnTo>
                  <a:lnTo>
                    <a:pt x="8292" y="284"/>
                  </a:lnTo>
                  <a:lnTo>
                    <a:pt x="8217" y="209"/>
                  </a:lnTo>
                  <a:lnTo>
                    <a:pt x="8128" y="149"/>
                  </a:lnTo>
                  <a:lnTo>
                    <a:pt x="8038" y="105"/>
                  </a:lnTo>
                  <a:lnTo>
                    <a:pt x="7933" y="60"/>
                  </a:lnTo>
                  <a:lnTo>
                    <a:pt x="7829" y="30"/>
                  </a:lnTo>
                  <a:lnTo>
                    <a:pt x="7620" y="30"/>
                  </a:lnTo>
                  <a:lnTo>
                    <a:pt x="7500" y="45"/>
                  </a:lnTo>
                  <a:lnTo>
                    <a:pt x="7396" y="75"/>
                  </a:lnTo>
                  <a:lnTo>
                    <a:pt x="7291" y="135"/>
                  </a:lnTo>
                  <a:lnTo>
                    <a:pt x="7201" y="209"/>
                  </a:lnTo>
                  <a:lnTo>
                    <a:pt x="6828" y="493"/>
                  </a:lnTo>
                  <a:lnTo>
                    <a:pt x="6454" y="732"/>
                  </a:lnTo>
                  <a:lnTo>
                    <a:pt x="6096" y="941"/>
                  </a:lnTo>
                  <a:lnTo>
                    <a:pt x="5722" y="1106"/>
                  </a:lnTo>
                  <a:lnTo>
                    <a:pt x="5349" y="1240"/>
                  </a:lnTo>
                  <a:lnTo>
                    <a:pt x="5170" y="1285"/>
                  </a:lnTo>
                  <a:lnTo>
                    <a:pt x="4990" y="1330"/>
                  </a:lnTo>
                  <a:lnTo>
                    <a:pt x="4796" y="1360"/>
                  </a:lnTo>
                  <a:lnTo>
                    <a:pt x="4617" y="1389"/>
                  </a:lnTo>
                  <a:lnTo>
                    <a:pt x="4438" y="1404"/>
                  </a:lnTo>
                  <a:lnTo>
                    <a:pt x="4064" y="1404"/>
                  </a:lnTo>
                  <a:lnTo>
                    <a:pt x="3885" y="1389"/>
                  </a:lnTo>
                  <a:lnTo>
                    <a:pt x="3691" y="1360"/>
                  </a:lnTo>
                  <a:lnTo>
                    <a:pt x="3511" y="1330"/>
                  </a:lnTo>
                  <a:lnTo>
                    <a:pt x="3317" y="1285"/>
                  </a:lnTo>
                  <a:lnTo>
                    <a:pt x="3138" y="1225"/>
                  </a:lnTo>
                  <a:lnTo>
                    <a:pt x="2764" y="1091"/>
                  </a:lnTo>
                  <a:lnTo>
                    <a:pt x="2406" y="926"/>
                  </a:lnTo>
                  <a:lnTo>
                    <a:pt x="2032" y="717"/>
                  </a:lnTo>
                  <a:lnTo>
                    <a:pt x="1659" y="463"/>
                  </a:lnTo>
                  <a:lnTo>
                    <a:pt x="1285" y="179"/>
                  </a:lnTo>
                  <a:lnTo>
                    <a:pt x="1196" y="120"/>
                  </a:lnTo>
                  <a:lnTo>
                    <a:pt x="1091" y="60"/>
                  </a:lnTo>
                  <a:lnTo>
                    <a:pt x="972" y="30"/>
                  </a:lnTo>
                  <a:lnTo>
                    <a:pt x="867" y="15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33"/>
            <p:cNvSpPr/>
            <p:nvPr/>
          </p:nvSpPr>
          <p:spPr>
            <a:xfrm>
              <a:off x="3690274" y="4571103"/>
              <a:ext cx="370152" cy="119456"/>
            </a:xfrm>
            <a:custGeom>
              <a:avLst/>
              <a:gdLst/>
              <a:ahLst/>
              <a:cxnLst/>
              <a:rect l="l" t="t" r="r" b="b"/>
              <a:pathLst>
                <a:path w="13476" h="4349" extrusionOk="0">
                  <a:moveTo>
                    <a:pt x="2017" y="1"/>
                  </a:moveTo>
                  <a:lnTo>
                    <a:pt x="1808" y="16"/>
                  </a:lnTo>
                  <a:lnTo>
                    <a:pt x="1614" y="46"/>
                  </a:lnTo>
                  <a:lnTo>
                    <a:pt x="1419" y="90"/>
                  </a:lnTo>
                  <a:lnTo>
                    <a:pt x="1225" y="165"/>
                  </a:lnTo>
                  <a:lnTo>
                    <a:pt x="1046" y="240"/>
                  </a:lnTo>
                  <a:lnTo>
                    <a:pt x="882" y="344"/>
                  </a:lnTo>
                  <a:lnTo>
                    <a:pt x="732" y="464"/>
                  </a:lnTo>
                  <a:lnTo>
                    <a:pt x="583" y="598"/>
                  </a:lnTo>
                  <a:lnTo>
                    <a:pt x="463" y="733"/>
                  </a:lnTo>
                  <a:lnTo>
                    <a:pt x="344" y="897"/>
                  </a:lnTo>
                  <a:lnTo>
                    <a:pt x="239" y="1061"/>
                  </a:lnTo>
                  <a:lnTo>
                    <a:pt x="165" y="1226"/>
                  </a:lnTo>
                  <a:lnTo>
                    <a:pt x="90" y="1420"/>
                  </a:lnTo>
                  <a:lnTo>
                    <a:pt x="45" y="1614"/>
                  </a:lnTo>
                  <a:lnTo>
                    <a:pt x="15" y="1808"/>
                  </a:lnTo>
                  <a:lnTo>
                    <a:pt x="0" y="2018"/>
                  </a:lnTo>
                  <a:lnTo>
                    <a:pt x="0" y="2331"/>
                  </a:lnTo>
                  <a:lnTo>
                    <a:pt x="15" y="2540"/>
                  </a:lnTo>
                  <a:lnTo>
                    <a:pt x="45" y="2735"/>
                  </a:lnTo>
                  <a:lnTo>
                    <a:pt x="90" y="2929"/>
                  </a:lnTo>
                  <a:lnTo>
                    <a:pt x="165" y="3123"/>
                  </a:lnTo>
                  <a:lnTo>
                    <a:pt x="239" y="3302"/>
                  </a:lnTo>
                  <a:lnTo>
                    <a:pt x="344" y="3467"/>
                  </a:lnTo>
                  <a:lnTo>
                    <a:pt x="463" y="3616"/>
                  </a:lnTo>
                  <a:lnTo>
                    <a:pt x="583" y="3765"/>
                  </a:lnTo>
                  <a:lnTo>
                    <a:pt x="732" y="3885"/>
                  </a:lnTo>
                  <a:lnTo>
                    <a:pt x="882" y="4005"/>
                  </a:lnTo>
                  <a:lnTo>
                    <a:pt x="1046" y="4109"/>
                  </a:lnTo>
                  <a:lnTo>
                    <a:pt x="1225" y="4184"/>
                  </a:lnTo>
                  <a:lnTo>
                    <a:pt x="1419" y="4258"/>
                  </a:lnTo>
                  <a:lnTo>
                    <a:pt x="1614" y="4303"/>
                  </a:lnTo>
                  <a:lnTo>
                    <a:pt x="1808" y="4333"/>
                  </a:lnTo>
                  <a:lnTo>
                    <a:pt x="2017" y="4348"/>
                  </a:lnTo>
                  <a:lnTo>
                    <a:pt x="11459" y="4348"/>
                  </a:lnTo>
                  <a:lnTo>
                    <a:pt x="11668" y="4333"/>
                  </a:lnTo>
                  <a:lnTo>
                    <a:pt x="11862" y="4303"/>
                  </a:lnTo>
                  <a:lnTo>
                    <a:pt x="12056" y="4258"/>
                  </a:lnTo>
                  <a:lnTo>
                    <a:pt x="12236" y="4184"/>
                  </a:lnTo>
                  <a:lnTo>
                    <a:pt x="12415" y="4109"/>
                  </a:lnTo>
                  <a:lnTo>
                    <a:pt x="12579" y="4005"/>
                  </a:lnTo>
                  <a:lnTo>
                    <a:pt x="12744" y="3885"/>
                  </a:lnTo>
                  <a:lnTo>
                    <a:pt x="12878" y="3765"/>
                  </a:lnTo>
                  <a:lnTo>
                    <a:pt x="13013" y="3616"/>
                  </a:lnTo>
                  <a:lnTo>
                    <a:pt x="13132" y="3467"/>
                  </a:lnTo>
                  <a:lnTo>
                    <a:pt x="13222" y="3302"/>
                  </a:lnTo>
                  <a:lnTo>
                    <a:pt x="13311" y="3123"/>
                  </a:lnTo>
                  <a:lnTo>
                    <a:pt x="13386" y="2929"/>
                  </a:lnTo>
                  <a:lnTo>
                    <a:pt x="13431" y="2735"/>
                  </a:lnTo>
                  <a:lnTo>
                    <a:pt x="13461" y="2540"/>
                  </a:lnTo>
                  <a:lnTo>
                    <a:pt x="13476" y="2331"/>
                  </a:lnTo>
                  <a:lnTo>
                    <a:pt x="13476" y="2018"/>
                  </a:lnTo>
                  <a:lnTo>
                    <a:pt x="13461" y="1808"/>
                  </a:lnTo>
                  <a:lnTo>
                    <a:pt x="13431" y="1614"/>
                  </a:lnTo>
                  <a:lnTo>
                    <a:pt x="13386" y="1420"/>
                  </a:lnTo>
                  <a:lnTo>
                    <a:pt x="13311" y="1226"/>
                  </a:lnTo>
                  <a:lnTo>
                    <a:pt x="13222" y="1061"/>
                  </a:lnTo>
                  <a:lnTo>
                    <a:pt x="13132" y="897"/>
                  </a:lnTo>
                  <a:lnTo>
                    <a:pt x="13013" y="733"/>
                  </a:lnTo>
                  <a:lnTo>
                    <a:pt x="12878" y="598"/>
                  </a:lnTo>
                  <a:lnTo>
                    <a:pt x="12744" y="464"/>
                  </a:lnTo>
                  <a:lnTo>
                    <a:pt x="12579" y="344"/>
                  </a:lnTo>
                  <a:lnTo>
                    <a:pt x="12415" y="240"/>
                  </a:lnTo>
                  <a:lnTo>
                    <a:pt x="12236" y="165"/>
                  </a:lnTo>
                  <a:lnTo>
                    <a:pt x="12056" y="90"/>
                  </a:lnTo>
                  <a:lnTo>
                    <a:pt x="11862" y="46"/>
                  </a:lnTo>
                  <a:lnTo>
                    <a:pt x="11668" y="16"/>
                  </a:lnTo>
                  <a:lnTo>
                    <a:pt x="1145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33"/>
            <p:cNvSpPr/>
            <p:nvPr/>
          </p:nvSpPr>
          <p:spPr>
            <a:xfrm>
              <a:off x="3756743" y="4006061"/>
              <a:ext cx="234737" cy="234765"/>
            </a:xfrm>
            <a:custGeom>
              <a:avLst/>
              <a:gdLst/>
              <a:ahLst/>
              <a:cxnLst/>
              <a:rect l="l" t="t" r="r" b="b"/>
              <a:pathLst>
                <a:path w="8546" h="8547" extrusionOk="0">
                  <a:moveTo>
                    <a:pt x="4049" y="1"/>
                  </a:moveTo>
                  <a:lnTo>
                    <a:pt x="3840" y="16"/>
                  </a:lnTo>
                  <a:lnTo>
                    <a:pt x="3616" y="46"/>
                  </a:lnTo>
                  <a:lnTo>
                    <a:pt x="3407" y="91"/>
                  </a:lnTo>
                  <a:lnTo>
                    <a:pt x="3198" y="135"/>
                  </a:lnTo>
                  <a:lnTo>
                    <a:pt x="3003" y="195"/>
                  </a:lnTo>
                  <a:lnTo>
                    <a:pt x="2809" y="255"/>
                  </a:lnTo>
                  <a:lnTo>
                    <a:pt x="2615" y="330"/>
                  </a:lnTo>
                  <a:lnTo>
                    <a:pt x="2421" y="419"/>
                  </a:lnTo>
                  <a:lnTo>
                    <a:pt x="2241" y="509"/>
                  </a:lnTo>
                  <a:lnTo>
                    <a:pt x="2062" y="614"/>
                  </a:lnTo>
                  <a:lnTo>
                    <a:pt x="1883" y="733"/>
                  </a:lnTo>
                  <a:lnTo>
                    <a:pt x="1719" y="853"/>
                  </a:lnTo>
                  <a:lnTo>
                    <a:pt x="1554" y="972"/>
                  </a:lnTo>
                  <a:lnTo>
                    <a:pt x="1405" y="1107"/>
                  </a:lnTo>
                  <a:lnTo>
                    <a:pt x="1255" y="1256"/>
                  </a:lnTo>
                  <a:lnTo>
                    <a:pt x="1106" y="1390"/>
                  </a:lnTo>
                  <a:lnTo>
                    <a:pt x="972" y="1555"/>
                  </a:lnTo>
                  <a:lnTo>
                    <a:pt x="852" y="1719"/>
                  </a:lnTo>
                  <a:lnTo>
                    <a:pt x="732" y="1883"/>
                  </a:lnTo>
                  <a:lnTo>
                    <a:pt x="613" y="2063"/>
                  </a:lnTo>
                  <a:lnTo>
                    <a:pt x="508" y="2227"/>
                  </a:lnTo>
                  <a:lnTo>
                    <a:pt x="419" y="2421"/>
                  </a:lnTo>
                  <a:lnTo>
                    <a:pt x="329" y="2615"/>
                  </a:lnTo>
                  <a:lnTo>
                    <a:pt x="254" y="2795"/>
                  </a:lnTo>
                  <a:lnTo>
                    <a:pt x="195" y="3004"/>
                  </a:lnTo>
                  <a:lnTo>
                    <a:pt x="135" y="3198"/>
                  </a:lnTo>
                  <a:lnTo>
                    <a:pt x="90" y="3407"/>
                  </a:lnTo>
                  <a:lnTo>
                    <a:pt x="45" y="3616"/>
                  </a:lnTo>
                  <a:lnTo>
                    <a:pt x="15" y="3840"/>
                  </a:lnTo>
                  <a:lnTo>
                    <a:pt x="0" y="4050"/>
                  </a:lnTo>
                  <a:lnTo>
                    <a:pt x="0" y="4274"/>
                  </a:lnTo>
                  <a:lnTo>
                    <a:pt x="0" y="4498"/>
                  </a:lnTo>
                  <a:lnTo>
                    <a:pt x="15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34"/>
                  </a:lnTo>
                  <a:lnTo>
                    <a:pt x="195" y="5544"/>
                  </a:lnTo>
                  <a:lnTo>
                    <a:pt x="254" y="5738"/>
                  </a:lnTo>
                  <a:lnTo>
                    <a:pt x="329" y="5932"/>
                  </a:lnTo>
                  <a:lnTo>
                    <a:pt x="419" y="6126"/>
                  </a:lnTo>
                  <a:lnTo>
                    <a:pt x="508" y="6305"/>
                  </a:lnTo>
                  <a:lnTo>
                    <a:pt x="613" y="6485"/>
                  </a:lnTo>
                  <a:lnTo>
                    <a:pt x="732" y="6664"/>
                  </a:lnTo>
                  <a:lnTo>
                    <a:pt x="852" y="6828"/>
                  </a:lnTo>
                  <a:lnTo>
                    <a:pt x="972" y="6993"/>
                  </a:lnTo>
                  <a:lnTo>
                    <a:pt x="1106" y="7142"/>
                  </a:lnTo>
                  <a:lnTo>
                    <a:pt x="1255" y="7291"/>
                  </a:lnTo>
                  <a:lnTo>
                    <a:pt x="1405" y="7441"/>
                  </a:lnTo>
                  <a:lnTo>
                    <a:pt x="1554" y="7575"/>
                  </a:lnTo>
                  <a:lnTo>
                    <a:pt x="1719" y="7695"/>
                  </a:lnTo>
                  <a:lnTo>
                    <a:pt x="1883" y="7814"/>
                  </a:lnTo>
                  <a:lnTo>
                    <a:pt x="2062" y="7934"/>
                  </a:lnTo>
                  <a:lnTo>
                    <a:pt x="2241" y="8024"/>
                  </a:lnTo>
                  <a:lnTo>
                    <a:pt x="2421" y="8128"/>
                  </a:lnTo>
                  <a:lnTo>
                    <a:pt x="2615" y="8218"/>
                  </a:lnTo>
                  <a:lnTo>
                    <a:pt x="2809" y="8292"/>
                  </a:lnTo>
                  <a:lnTo>
                    <a:pt x="3003" y="8352"/>
                  </a:lnTo>
                  <a:lnTo>
                    <a:pt x="3198" y="8412"/>
                  </a:lnTo>
                  <a:lnTo>
                    <a:pt x="3407" y="8457"/>
                  </a:lnTo>
                  <a:lnTo>
                    <a:pt x="3616" y="8502"/>
                  </a:lnTo>
                  <a:lnTo>
                    <a:pt x="3840" y="8531"/>
                  </a:lnTo>
                  <a:lnTo>
                    <a:pt x="4049" y="8546"/>
                  </a:lnTo>
                  <a:lnTo>
                    <a:pt x="4497" y="8546"/>
                  </a:lnTo>
                  <a:lnTo>
                    <a:pt x="4706" y="8531"/>
                  </a:lnTo>
                  <a:lnTo>
                    <a:pt x="4916" y="8502"/>
                  </a:lnTo>
                  <a:lnTo>
                    <a:pt x="5140" y="8457"/>
                  </a:lnTo>
                  <a:lnTo>
                    <a:pt x="5334" y="8412"/>
                  </a:lnTo>
                  <a:lnTo>
                    <a:pt x="5543" y="8352"/>
                  </a:lnTo>
                  <a:lnTo>
                    <a:pt x="5737" y="8292"/>
                  </a:lnTo>
                  <a:lnTo>
                    <a:pt x="5931" y="8218"/>
                  </a:lnTo>
                  <a:lnTo>
                    <a:pt x="6126" y="8128"/>
                  </a:lnTo>
                  <a:lnTo>
                    <a:pt x="6305" y="8024"/>
                  </a:lnTo>
                  <a:lnTo>
                    <a:pt x="6484" y="7934"/>
                  </a:lnTo>
                  <a:lnTo>
                    <a:pt x="6664" y="7814"/>
                  </a:lnTo>
                  <a:lnTo>
                    <a:pt x="6828" y="7695"/>
                  </a:lnTo>
                  <a:lnTo>
                    <a:pt x="6992" y="7575"/>
                  </a:lnTo>
                  <a:lnTo>
                    <a:pt x="7142" y="7441"/>
                  </a:lnTo>
                  <a:lnTo>
                    <a:pt x="7291" y="7291"/>
                  </a:lnTo>
                  <a:lnTo>
                    <a:pt x="7440" y="7142"/>
                  </a:lnTo>
                  <a:lnTo>
                    <a:pt x="7575" y="6993"/>
                  </a:lnTo>
                  <a:lnTo>
                    <a:pt x="7694" y="6828"/>
                  </a:lnTo>
                  <a:lnTo>
                    <a:pt x="7814" y="6664"/>
                  </a:lnTo>
                  <a:lnTo>
                    <a:pt x="7933" y="6485"/>
                  </a:lnTo>
                  <a:lnTo>
                    <a:pt x="8023" y="6305"/>
                  </a:lnTo>
                  <a:lnTo>
                    <a:pt x="8128" y="6126"/>
                  </a:lnTo>
                  <a:lnTo>
                    <a:pt x="8217" y="5932"/>
                  </a:lnTo>
                  <a:lnTo>
                    <a:pt x="8292" y="5738"/>
                  </a:lnTo>
                  <a:lnTo>
                    <a:pt x="8352" y="5544"/>
                  </a:lnTo>
                  <a:lnTo>
                    <a:pt x="8411" y="5334"/>
                  </a:lnTo>
                  <a:lnTo>
                    <a:pt x="8456" y="5140"/>
                  </a:lnTo>
                  <a:lnTo>
                    <a:pt x="8501" y="4916"/>
                  </a:lnTo>
                  <a:lnTo>
                    <a:pt x="8531" y="4707"/>
                  </a:lnTo>
                  <a:lnTo>
                    <a:pt x="8546" y="4498"/>
                  </a:lnTo>
                  <a:lnTo>
                    <a:pt x="8546" y="4274"/>
                  </a:lnTo>
                  <a:lnTo>
                    <a:pt x="8546" y="4050"/>
                  </a:lnTo>
                  <a:lnTo>
                    <a:pt x="8531" y="3840"/>
                  </a:lnTo>
                  <a:lnTo>
                    <a:pt x="8501" y="3616"/>
                  </a:lnTo>
                  <a:lnTo>
                    <a:pt x="8456" y="3407"/>
                  </a:lnTo>
                  <a:lnTo>
                    <a:pt x="8411" y="3198"/>
                  </a:lnTo>
                  <a:lnTo>
                    <a:pt x="8352" y="3004"/>
                  </a:lnTo>
                  <a:lnTo>
                    <a:pt x="8292" y="2795"/>
                  </a:lnTo>
                  <a:lnTo>
                    <a:pt x="8217" y="2615"/>
                  </a:lnTo>
                  <a:lnTo>
                    <a:pt x="8128" y="2421"/>
                  </a:lnTo>
                  <a:lnTo>
                    <a:pt x="8023" y="2227"/>
                  </a:lnTo>
                  <a:lnTo>
                    <a:pt x="7933" y="2063"/>
                  </a:lnTo>
                  <a:lnTo>
                    <a:pt x="7814" y="1883"/>
                  </a:lnTo>
                  <a:lnTo>
                    <a:pt x="7694" y="1719"/>
                  </a:lnTo>
                  <a:lnTo>
                    <a:pt x="7575" y="1555"/>
                  </a:lnTo>
                  <a:lnTo>
                    <a:pt x="7440" y="1390"/>
                  </a:lnTo>
                  <a:lnTo>
                    <a:pt x="7291" y="1256"/>
                  </a:lnTo>
                  <a:lnTo>
                    <a:pt x="7142" y="1107"/>
                  </a:lnTo>
                  <a:lnTo>
                    <a:pt x="6992" y="972"/>
                  </a:lnTo>
                  <a:lnTo>
                    <a:pt x="6828" y="853"/>
                  </a:lnTo>
                  <a:lnTo>
                    <a:pt x="6664" y="733"/>
                  </a:lnTo>
                  <a:lnTo>
                    <a:pt x="6484" y="614"/>
                  </a:lnTo>
                  <a:lnTo>
                    <a:pt x="6305" y="509"/>
                  </a:lnTo>
                  <a:lnTo>
                    <a:pt x="6126" y="419"/>
                  </a:lnTo>
                  <a:lnTo>
                    <a:pt x="5931" y="330"/>
                  </a:lnTo>
                  <a:lnTo>
                    <a:pt x="5737" y="255"/>
                  </a:lnTo>
                  <a:lnTo>
                    <a:pt x="5543" y="195"/>
                  </a:lnTo>
                  <a:lnTo>
                    <a:pt x="5334" y="135"/>
                  </a:lnTo>
                  <a:lnTo>
                    <a:pt x="5140" y="91"/>
                  </a:lnTo>
                  <a:lnTo>
                    <a:pt x="4916" y="46"/>
                  </a:lnTo>
                  <a:lnTo>
                    <a:pt x="4706" y="16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33"/>
            <p:cNvSpPr/>
            <p:nvPr/>
          </p:nvSpPr>
          <p:spPr>
            <a:xfrm>
              <a:off x="3810495" y="4059840"/>
              <a:ext cx="126817" cy="126817"/>
            </a:xfrm>
            <a:custGeom>
              <a:avLst/>
              <a:gdLst/>
              <a:ahLst/>
              <a:cxnLst/>
              <a:rect l="l" t="t" r="r" b="b"/>
              <a:pathLst>
                <a:path w="4617" h="4617" extrusionOk="0">
                  <a:moveTo>
                    <a:pt x="2316" y="0"/>
                  </a:moveTo>
                  <a:lnTo>
                    <a:pt x="2077" y="15"/>
                  </a:lnTo>
                  <a:lnTo>
                    <a:pt x="1853" y="60"/>
                  </a:lnTo>
                  <a:lnTo>
                    <a:pt x="1629" y="105"/>
                  </a:lnTo>
                  <a:lnTo>
                    <a:pt x="1420" y="194"/>
                  </a:lnTo>
                  <a:lnTo>
                    <a:pt x="1211" y="284"/>
                  </a:lnTo>
                  <a:lnTo>
                    <a:pt x="1031" y="403"/>
                  </a:lnTo>
                  <a:lnTo>
                    <a:pt x="852" y="538"/>
                  </a:lnTo>
                  <a:lnTo>
                    <a:pt x="688" y="687"/>
                  </a:lnTo>
                  <a:lnTo>
                    <a:pt x="538" y="852"/>
                  </a:lnTo>
                  <a:lnTo>
                    <a:pt x="404" y="1031"/>
                  </a:lnTo>
                  <a:lnTo>
                    <a:pt x="284" y="1210"/>
                  </a:lnTo>
                  <a:lnTo>
                    <a:pt x="195" y="1419"/>
                  </a:lnTo>
                  <a:lnTo>
                    <a:pt x="105" y="1628"/>
                  </a:lnTo>
                  <a:lnTo>
                    <a:pt x="60" y="1853"/>
                  </a:lnTo>
                  <a:lnTo>
                    <a:pt x="15" y="2077"/>
                  </a:lnTo>
                  <a:lnTo>
                    <a:pt x="1" y="2316"/>
                  </a:lnTo>
                  <a:lnTo>
                    <a:pt x="15" y="2555"/>
                  </a:lnTo>
                  <a:lnTo>
                    <a:pt x="60" y="2779"/>
                  </a:lnTo>
                  <a:lnTo>
                    <a:pt x="105" y="3003"/>
                  </a:lnTo>
                  <a:lnTo>
                    <a:pt x="195" y="3212"/>
                  </a:lnTo>
                  <a:lnTo>
                    <a:pt x="284" y="3406"/>
                  </a:lnTo>
                  <a:lnTo>
                    <a:pt x="404" y="3600"/>
                  </a:lnTo>
                  <a:lnTo>
                    <a:pt x="538" y="3780"/>
                  </a:lnTo>
                  <a:lnTo>
                    <a:pt x="688" y="3944"/>
                  </a:lnTo>
                  <a:lnTo>
                    <a:pt x="852" y="4093"/>
                  </a:lnTo>
                  <a:lnTo>
                    <a:pt x="1031" y="4228"/>
                  </a:lnTo>
                  <a:lnTo>
                    <a:pt x="1211" y="4347"/>
                  </a:lnTo>
                  <a:lnTo>
                    <a:pt x="1420" y="4437"/>
                  </a:lnTo>
                  <a:lnTo>
                    <a:pt x="1629" y="4512"/>
                  </a:lnTo>
                  <a:lnTo>
                    <a:pt x="1853" y="4572"/>
                  </a:lnTo>
                  <a:lnTo>
                    <a:pt x="2077" y="4616"/>
                  </a:lnTo>
                  <a:lnTo>
                    <a:pt x="2555" y="4616"/>
                  </a:lnTo>
                  <a:lnTo>
                    <a:pt x="2779" y="4572"/>
                  </a:lnTo>
                  <a:lnTo>
                    <a:pt x="3003" y="4512"/>
                  </a:lnTo>
                  <a:lnTo>
                    <a:pt x="3213" y="4437"/>
                  </a:lnTo>
                  <a:lnTo>
                    <a:pt x="3407" y="4347"/>
                  </a:lnTo>
                  <a:lnTo>
                    <a:pt x="3601" y="4228"/>
                  </a:lnTo>
                  <a:lnTo>
                    <a:pt x="3780" y="4093"/>
                  </a:lnTo>
                  <a:lnTo>
                    <a:pt x="3945" y="3944"/>
                  </a:lnTo>
                  <a:lnTo>
                    <a:pt x="4094" y="3780"/>
                  </a:lnTo>
                  <a:lnTo>
                    <a:pt x="4228" y="3600"/>
                  </a:lnTo>
                  <a:lnTo>
                    <a:pt x="4348" y="3406"/>
                  </a:lnTo>
                  <a:lnTo>
                    <a:pt x="4438" y="3212"/>
                  </a:lnTo>
                  <a:lnTo>
                    <a:pt x="4512" y="3003"/>
                  </a:lnTo>
                  <a:lnTo>
                    <a:pt x="4572" y="2779"/>
                  </a:lnTo>
                  <a:lnTo>
                    <a:pt x="4617" y="2555"/>
                  </a:lnTo>
                  <a:lnTo>
                    <a:pt x="4617" y="2316"/>
                  </a:lnTo>
                  <a:lnTo>
                    <a:pt x="4617" y="2077"/>
                  </a:lnTo>
                  <a:lnTo>
                    <a:pt x="4572" y="1853"/>
                  </a:lnTo>
                  <a:lnTo>
                    <a:pt x="4512" y="1628"/>
                  </a:lnTo>
                  <a:lnTo>
                    <a:pt x="4438" y="1419"/>
                  </a:lnTo>
                  <a:lnTo>
                    <a:pt x="4348" y="1210"/>
                  </a:lnTo>
                  <a:lnTo>
                    <a:pt x="4228" y="1031"/>
                  </a:lnTo>
                  <a:lnTo>
                    <a:pt x="4094" y="852"/>
                  </a:lnTo>
                  <a:lnTo>
                    <a:pt x="3945" y="687"/>
                  </a:lnTo>
                  <a:lnTo>
                    <a:pt x="3780" y="538"/>
                  </a:lnTo>
                  <a:lnTo>
                    <a:pt x="3601" y="403"/>
                  </a:lnTo>
                  <a:lnTo>
                    <a:pt x="3407" y="284"/>
                  </a:lnTo>
                  <a:lnTo>
                    <a:pt x="3213" y="194"/>
                  </a:lnTo>
                  <a:lnTo>
                    <a:pt x="3003" y="105"/>
                  </a:lnTo>
                  <a:lnTo>
                    <a:pt x="2779" y="60"/>
                  </a:lnTo>
                  <a:lnTo>
                    <a:pt x="2555" y="15"/>
                  </a:lnTo>
                  <a:lnTo>
                    <a:pt x="23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33"/>
            <p:cNvSpPr/>
            <p:nvPr/>
          </p:nvSpPr>
          <p:spPr>
            <a:xfrm>
              <a:off x="4332857" y="3631856"/>
              <a:ext cx="233117" cy="407508"/>
            </a:xfrm>
            <a:custGeom>
              <a:avLst/>
              <a:gdLst/>
              <a:ahLst/>
              <a:cxnLst/>
              <a:rect l="l" t="t" r="r" b="b"/>
              <a:pathLst>
                <a:path w="8487" h="14836" extrusionOk="0">
                  <a:moveTo>
                    <a:pt x="1" y="0"/>
                  </a:moveTo>
                  <a:lnTo>
                    <a:pt x="1" y="13984"/>
                  </a:lnTo>
                  <a:lnTo>
                    <a:pt x="1" y="14118"/>
                  </a:lnTo>
                  <a:lnTo>
                    <a:pt x="31" y="14238"/>
                  </a:lnTo>
                  <a:lnTo>
                    <a:pt x="75" y="14342"/>
                  </a:lnTo>
                  <a:lnTo>
                    <a:pt x="135" y="14447"/>
                  </a:lnTo>
                  <a:lnTo>
                    <a:pt x="195" y="14536"/>
                  </a:lnTo>
                  <a:lnTo>
                    <a:pt x="285" y="14626"/>
                  </a:lnTo>
                  <a:lnTo>
                    <a:pt x="374" y="14701"/>
                  </a:lnTo>
                  <a:lnTo>
                    <a:pt x="464" y="14745"/>
                  </a:lnTo>
                  <a:lnTo>
                    <a:pt x="568" y="14790"/>
                  </a:lnTo>
                  <a:lnTo>
                    <a:pt x="688" y="14820"/>
                  </a:lnTo>
                  <a:lnTo>
                    <a:pt x="792" y="14835"/>
                  </a:lnTo>
                  <a:lnTo>
                    <a:pt x="912" y="14835"/>
                  </a:lnTo>
                  <a:lnTo>
                    <a:pt x="1031" y="14820"/>
                  </a:lnTo>
                  <a:lnTo>
                    <a:pt x="1151" y="14790"/>
                  </a:lnTo>
                  <a:lnTo>
                    <a:pt x="1256" y="14745"/>
                  </a:lnTo>
                  <a:lnTo>
                    <a:pt x="1360" y="14671"/>
                  </a:lnTo>
                  <a:lnTo>
                    <a:pt x="1734" y="14432"/>
                  </a:lnTo>
                  <a:lnTo>
                    <a:pt x="2092" y="14223"/>
                  </a:lnTo>
                  <a:lnTo>
                    <a:pt x="2451" y="14028"/>
                  </a:lnTo>
                  <a:lnTo>
                    <a:pt x="2824" y="13894"/>
                  </a:lnTo>
                  <a:lnTo>
                    <a:pt x="3183" y="13774"/>
                  </a:lnTo>
                  <a:lnTo>
                    <a:pt x="3541" y="13685"/>
                  </a:lnTo>
                  <a:lnTo>
                    <a:pt x="3900" y="13640"/>
                  </a:lnTo>
                  <a:lnTo>
                    <a:pt x="4258" y="13625"/>
                  </a:lnTo>
                  <a:lnTo>
                    <a:pt x="4617" y="13640"/>
                  </a:lnTo>
                  <a:lnTo>
                    <a:pt x="4976" y="13685"/>
                  </a:lnTo>
                  <a:lnTo>
                    <a:pt x="5334" y="13759"/>
                  </a:lnTo>
                  <a:lnTo>
                    <a:pt x="5693" y="13879"/>
                  </a:lnTo>
                  <a:lnTo>
                    <a:pt x="6051" y="14028"/>
                  </a:lnTo>
                  <a:lnTo>
                    <a:pt x="6410" y="14208"/>
                  </a:lnTo>
                  <a:lnTo>
                    <a:pt x="6768" y="14417"/>
                  </a:lnTo>
                  <a:lnTo>
                    <a:pt x="7127" y="14656"/>
                  </a:lnTo>
                  <a:lnTo>
                    <a:pt x="7231" y="14731"/>
                  </a:lnTo>
                  <a:lnTo>
                    <a:pt x="7351" y="14775"/>
                  </a:lnTo>
                  <a:lnTo>
                    <a:pt x="7470" y="14805"/>
                  </a:lnTo>
                  <a:lnTo>
                    <a:pt x="7575" y="14820"/>
                  </a:lnTo>
                  <a:lnTo>
                    <a:pt x="7695" y="14820"/>
                  </a:lnTo>
                  <a:lnTo>
                    <a:pt x="7814" y="14805"/>
                  </a:lnTo>
                  <a:lnTo>
                    <a:pt x="7919" y="14775"/>
                  </a:lnTo>
                  <a:lnTo>
                    <a:pt x="8023" y="14731"/>
                  </a:lnTo>
                  <a:lnTo>
                    <a:pt x="8113" y="14671"/>
                  </a:lnTo>
                  <a:lnTo>
                    <a:pt x="8203" y="14596"/>
                  </a:lnTo>
                  <a:lnTo>
                    <a:pt x="8292" y="14521"/>
                  </a:lnTo>
                  <a:lnTo>
                    <a:pt x="8352" y="14432"/>
                  </a:lnTo>
                  <a:lnTo>
                    <a:pt x="8412" y="14327"/>
                  </a:lnTo>
                  <a:lnTo>
                    <a:pt x="8456" y="14208"/>
                  </a:lnTo>
                  <a:lnTo>
                    <a:pt x="8486" y="14088"/>
                  </a:lnTo>
                  <a:lnTo>
                    <a:pt x="8486" y="13969"/>
                  </a:lnTo>
                  <a:lnTo>
                    <a:pt x="84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33"/>
            <p:cNvSpPr/>
            <p:nvPr/>
          </p:nvSpPr>
          <p:spPr>
            <a:xfrm>
              <a:off x="4332857" y="3818546"/>
              <a:ext cx="233117" cy="97290"/>
            </a:xfrm>
            <a:custGeom>
              <a:avLst/>
              <a:gdLst/>
              <a:ahLst/>
              <a:cxnLst/>
              <a:rect l="l" t="t" r="r" b="b"/>
              <a:pathLst>
                <a:path w="8487" h="3542" extrusionOk="0">
                  <a:moveTo>
                    <a:pt x="1" y="1"/>
                  </a:moveTo>
                  <a:lnTo>
                    <a:pt x="1" y="3511"/>
                  </a:lnTo>
                  <a:lnTo>
                    <a:pt x="1898" y="3526"/>
                  </a:lnTo>
                  <a:lnTo>
                    <a:pt x="3541" y="3541"/>
                  </a:lnTo>
                  <a:lnTo>
                    <a:pt x="4273" y="3541"/>
                  </a:lnTo>
                  <a:lnTo>
                    <a:pt x="4931" y="3526"/>
                  </a:lnTo>
                  <a:lnTo>
                    <a:pt x="5528" y="3496"/>
                  </a:lnTo>
                  <a:lnTo>
                    <a:pt x="6081" y="3452"/>
                  </a:lnTo>
                  <a:lnTo>
                    <a:pt x="6559" y="3392"/>
                  </a:lnTo>
                  <a:lnTo>
                    <a:pt x="6783" y="3347"/>
                  </a:lnTo>
                  <a:lnTo>
                    <a:pt x="6992" y="3302"/>
                  </a:lnTo>
                  <a:lnTo>
                    <a:pt x="7187" y="3242"/>
                  </a:lnTo>
                  <a:lnTo>
                    <a:pt x="7366" y="3183"/>
                  </a:lnTo>
                  <a:lnTo>
                    <a:pt x="7530" y="3123"/>
                  </a:lnTo>
                  <a:lnTo>
                    <a:pt x="7695" y="3033"/>
                  </a:lnTo>
                  <a:lnTo>
                    <a:pt x="7829" y="2944"/>
                  </a:lnTo>
                  <a:lnTo>
                    <a:pt x="7963" y="2854"/>
                  </a:lnTo>
                  <a:lnTo>
                    <a:pt x="8083" y="2749"/>
                  </a:lnTo>
                  <a:lnTo>
                    <a:pt x="8188" y="2630"/>
                  </a:lnTo>
                  <a:lnTo>
                    <a:pt x="8277" y="2510"/>
                  </a:lnTo>
                  <a:lnTo>
                    <a:pt x="8367" y="2361"/>
                  </a:lnTo>
                  <a:lnTo>
                    <a:pt x="8427" y="2212"/>
                  </a:lnTo>
                  <a:lnTo>
                    <a:pt x="8486" y="2047"/>
                  </a:lnTo>
                  <a:lnTo>
                    <a:pt x="8486" y="1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33"/>
            <p:cNvSpPr/>
            <p:nvPr/>
          </p:nvSpPr>
          <p:spPr>
            <a:xfrm>
              <a:off x="4332857" y="4202227"/>
              <a:ext cx="233117" cy="406684"/>
            </a:xfrm>
            <a:custGeom>
              <a:avLst/>
              <a:gdLst/>
              <a:ahLst/>
              <a:cxnLst/>
              <a:rect l="l" t="t" r="r" b="b"/>
              <a:pathLst>
                <a:path w="8487" h="14806" extrusionOk="0">
                  <a:moveTo>
                    <a:pt x="763" y="0"/>
                  </a:moveTo>
                  <a:lnTo>
                    <a:pt x="658" y="15"/>
                  </a:lnTo>
                  <a:lnTo>
                    <a:pt x="553" y="45"/>
                  </a:lnTo>
                  <a:lnTo>
                    <a:pt x="449" y="90"/>
                  </a:lnTo>
                  <a:lnTo>
                    <a:pt x="359" y="135"/>
                  </a:lnTo>
                  <a:lnTo>
                    <a:pt x="270" y="194"/>
                  </a:lnTo>
                  <a:lnTo>
                    <a:pt x="195" y="269"/>
                  </a:lnTo>
                  <a:lnTo>
                    <a:pt x="120" y="359"/>
                  </a:lnTo>
                  <a:lnTo>
                    <a:pt x="75" y="463"/>
                  </a:lnTo>
                  <a:lnTo>
                    <a:pt x="31" y="568"/>
                  </a:lnTo>
                  <a:lnTo>
                    <a:pt x="1" y="672"/>
                  </a:lnTo>
                  <a:lnTo>
                    <a:pt x="1" y="792"/>
                  </a:lnTo>
                  <a:lnTo>
                    <a:pt x="1" y="14805"/>
                  </a:lnTo>
                  <a:lnTo>
                    <a:pt x="8486" y="14805"/>
                  </a:lnTo>
                  <a:lnTo>
                    <a:pt x="8486" y="822"/>
                  </a:lnTo>
                  <a:lnTo>
                    <a:pt x="8486" y="687"/>
                  </a:lnTo>
                  <a:lnTo>
                    <a:pt x="8456" y="583"/>
                  </a:lnTo>
                  <a:lnTo>
                    <a:pt x="8412" y="478"/>
                  </a:lnTo>
                  <a:lnTo>
                    <a:pt x="8367" y="374"/>
                  </a:lnTo>
                  <a:lnTo>
                    <a:pt x="8292" y="284"/>
                  </a:lnTo>
                  <a:lnTo>
                    <a:pt x="8217" y="209"/>
                  </a:lnTo>
                  <a:lnTo>
                    <a:pt x="8128" y="149"/>
                  </a:lnTo>
                  <a:lnTo>
                    <a:pt x="8038" y="105"/>
                  </a:lnTo>
                  <a:lnTo>
                    <a:pt x="7934" y="60"/>
                  </a:lnTo>
                  <a:lnTo>
                    <a:pt x="7829" y="30"/>
                  </a:lnTo>
                  <a:lnTo>
                    <a:pt x="7620" y="30"/>
                  </a:lnTo>
                  <a:lnTo>
                    <a:pt x="7500" y="45"/>
                  </a:lnTo>
                  <a:lnTo>
                    <a:pt x="7396" y="75"/>
                  </a:lnTo>
                  <a:lnTo>
                    <a:pt x="7291" y="135"/>
                  </a:lnTo>
                  <a:lnTo>
                    <a:pt x="7202" y="209"/>
                  </a:lnTo>
                  <a:lnTo>
                    <a:pt x="6828" y="493"/>
                  </a:lnTo>
                  <a:lnTo>
                    <a:pt x="6455" y="732"/>
                  </a:lnTo>
                  <a:lnTo>
                    <a:pt x="6096" y="941"/>
                  </a:lnTo>
                  <a:lnTo>
                    <a:pt x="5723" y="1106"/>
                  </a:lnTo>
                  <a:lnTo>
                    <a:pt x="5349" y="1240"/>
                  </a:lnTo>
                  <a:lnTo>
                    <a:pt x="5170" y="1285"/>
                  </a:lnTo>
                  <a:lnTo>
                    <a:pt x="4990" y="1330"/>
                  </a:lnTo>
                  <a:lnTo>
                    <a:pt x="4796" y="1360"/>
                  </a:lnTo>
                  <a:lnTo>
                    <a:pt x="4617" y="1389"/>
                  </a:lnTo>
                  <a:lnTo>
                    <a:pt x="4438" y="1404"/>
                  </a:lnTo>
                  <a:lnTo>
                    <a:pt x="4064" y="1404"/>
                  </a:lnTo>
                  <a:lnTo>
                    <a:pt x="3870" y="1389"/>
                  </a:lnTo>
                  <a:lnTo>
                    <a:pt x="3691" y="1360"/>
                  </a:lnTo>
                  <a:lnTo>
                    <a:pt x="3511" y="1330"/>
                  </a:lnTo>
                  <a:lnTo>
                    <a:pt x="3317" y="1285"/>
                  </a:lnTo>
                  <a:lnTo>
                    <a:pt x="3138" y="1225"/>
                  </a:lnTo>
                  <a:lnTo>
                    <a:pt x="2764" y="1091"/>
                  </a:lnTo>
                  <a:lnTo>
                    <a:pt x="2406" y="926"/>
                  </a:lnTo>
                  <a:lnTo>
                    <a:pt x="2032" y="717"/>
                  </a:lnTo>
                  <a:lnTo>
                    <a:pt x="1659" y="463"/>
                  </a:lnTo>
                  <a:lnTo>
                    <a:pt x="1285" y="179"/>
                  </a:lnTo>
                  <a:lnTo>
                    <a:pt x="1196" y="120"/>
                  </a:lnTo>
                  <a:lnTo>
                    <a:pt x="1091" y="60"/>
                  </a:lnTo>
                  <a:lnTo>
                    <a:pt x="972" y="30"/>
                  </a:lnTo>
                  <a:lnTo>
                    <a:pt x="867" y="15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3"/>
            <p:cNvSpPr/>
            <p:nvPr/>
          </p:nvSpPr>
          <p:spPr>
            <a:xfrm>
              <a:off x="4277868" y="4571103"/>
              <a:ext cx="370179" cy="119456"/>
            </a:xfrm>
            <a:custGeom>
              <a:avLst/>
              <a:gdLst/>
              <a:ahLst/>
              <a:cxnLst/>
              <a:rect l="l" t="t" r="r" b="b"/>
              <a:pathLst>
                <a:path w="13477" h="4349" extrusionOk="0">
                  <a:moveTo>
                    <a:pt x="2018" y="1"/>
                  </a:moveTo>
                  <a:lnTo>
                    <a:pt x="1808" y="16"/>
                  </a:lnTo>
                  <a:lnTo>
                    <a:pt x="1614" y="46"/>
                  </a:lnTo>
                  <a:lnTo>
                    <a:pt x="1420" y="90"/>
                  </a:lnTo>
                  <a:lnTo>
                    <a:pt x="1241" y="165"/>
                  </a:lnTo>
                  <a:lnTo>
                    <a:pt x="1061" y="240"/>
                  </a:lnTo>
                  <a:lnTo>
                    <a:pt x="897" y="344"/>
                  </a:lnTo>
                  <a:lnTo>
                    <a:pt x="733" y="464"/>
                  </a:lnTo>
                  <a:lnTo>
                    <a:pt x="598" y="598"/>
                  </a:lnTo>
                  <a:lnTo>
                    <a:pt x="464" y="733"/>
                  </a:lnTo>
                  <a:lnTo>
                    <a:pt x="344" y="897"/>
                  </a:lnTo>
                  <a:lnTo>
                    <a:pt x="255" y="1061"/>
                  </a:lnTo>
                  <a:lnTo>
                    <a:pt x="165" y="1226"/>
                  </a:lnTo>
                  <a:lnTo>
                    <a:pt x="90" y="1420"/>
                  </a:lnTo>
                  <a:lnTo>
                    <a:pt x="46" y="1614"/>
                  </a:lnTo>
                  <a:lnTo>
                    <a:pt x="16" y="1808"/>
                  </a:lnTo>
                  <a:lnTo>
                    <a:pt x="1" y="2018"/>
                  </a:lnTo>
                  <a:lnTo>
                    <a:pt x="1" y="2331"/>
                  </a:lnTo>
                  <a:lnTo>
                    <a:pt x="16" y="2540"/>
                  </a:lnTo>
                  <a:lnTo>
                    <a:pt x="46" y="2735"/>
                  </a:lnTo>
                  <a:lnTo>
                    <a:pt x="90" y="2929"/>
                  </a:lnTo>
                  <a:lnTo>
                    <a:pt x="165" y="3123"/>
                  </a:lnTo>
                  <a:lnTo>
                    <a:pt x="255" y="3302"/>
                  </a:lnTo>
                  <a:lnTo>
                    <a:pt x="344" y="3467"/>
                  </a:lnTo>
                  <a:lnTo>
                    <a:pt x="464" y="3616"/>
                  </a:lnTo>
                  <a:lnTo>
                    <a:pt x="598" y="3765"/>
                  </a:lnTo>
                  <a:lnTo>
                    <a:pt x="733" y="3885"/>
                  </a:lnTo>
                  <a:lnTo>
                    <a:pt x="897" y="4005"/>
                  </a:lnTo>
                  <a:lnTo>
                    <a:pt x="1061" y="4109"/>
                  </a:lnTo>
                  <a:lnTo>
                    <a:pt x="1241" y="4184"/>
                  </a:lnTo>
                  <a:lnTo>
                    <a:pt x="1420" y="4258"/>
                  </a:lnTo>
                  <a:lnTo>
                    <a:pt x="1614" y="4303"/>
                  </a:lnTo>
                  <a:lnTo>
                    <a:pt x="1808" y="4333"/>
                  </a:lnTo>
                  <a:lnTo>
                    <a:pt x="2018" y="4348"/>
                  </a:lnTo>
                  <a:lnTo>
                    <a:pt x="11459" y="4348"/>
                  </a:lnTo>
                  <a:lnTo>
                    <a:pt x="11669" y="4333"/>
                  </a:lnTo>
                  <a:lnTo>
                    <a:pt x="11863" y="4303"/>
                  </a:lnTo>
                  <a:lnTo>
                    <a:pt x="12057" y="4258"/>
                  </a:lnTo>
                  <a:lnTo>
                    <a:pt x="12251" y="4184"/>
                  </a:lnTo>
                  <a:lnTo>
                    <a:pt x="12416" y="4109"/>
                  </a:lnTo>
                  <a:lnTo>
                    <a:pt x="12595" y="4005"/>
                  </a:lnTo>
                  <a:lnTo>
                    <a:pt x="12744" y="3885"/>
                  </a:lnTo>
                  <a:lnTo>
                    <a:pt x="12879" y="3765"/>
                  </a:lnTo>
                  <a:lnTo>
                    <a:pt x="13013" y="3616"/>
                  </a:lnTo>
                  <a:lnTo>
                    <a:pt x="13133" y="3467"/>
                  </a:lnTo>
                  <a:lnTo>
                    <a:pt x="13237" y="3302"/>
                  </a:lnTo>
                  <a:lnTo>
                    <a:pt x="13312" y="3123"/>
                  </a:lnTo>
                  <a:lnTo>
                    <a:pt x="13387" y="2929"/>
                  </a:lnTo>
                  <a:lnTo>
                    <a:pt x="13431" y="2735"/>
                  </a:lnTo>
                  <a:lnTo>
                    <a:pt x="13461" y="2540"/>
                  </a:lnTo>
                  <a:lnTo>
                    <a:pt x="13476" y="2331"/>
                  </a:lnTo>
                  <a:lnTo>
                    <a:pt x="13476" y="2018"/>
                  </a:lnTo>
                  <a:lnTo>
                    <a:pt x="13461" y="1808"/>
                  </a:lnTo>
                  <a:lnTo>
                    <a:pt x="13431" y="1614"/>
                  </a:lnTo>
                  <a:lnTo>
                    <a:pt x="13387" y="1420"/>
                  </a:lnTo>
                  <a:lnTo>
                    <a:pt x="13312" y="1226"/>
                  </a:lnTo>
                  <a:lnTo>
                    <a:pt x="13237" y="1061"/>
                  </a:lnTo>
                  <a:lnTo>
                    <a:pt x="13133" y="897"/>
                  </a:lnTo>
                  <a:lnTo>
                    <a:pt x="13013" y="733"/>
                  </a:lnTo>
                  <a:lnTo>
                    <a:pt x="12879" y="598"/>
                  </a:lnTo>
                  <a:lnTo>
                    <a:pt x="12744" y="464"/>
                  </a:lnTo>
                  <a:lnTo>
                    <a:pt x="12595" y="344"/>
                  </a:lnTo>
                  <a:lnTo>
                    <a:pt x="12416" y="240"/>
                  </a:lnTo>
                  <a:lnTo>
                    <a:pt x="12251" y="165"/>
                  </a:lnTo>
                  <a:lnTo>
                    <a:pt x="12057" y="90"/>
                  </a:lnTo>
                  <a:lnTo>
                    <a:pt x="11863" y="46"/>
                  </a:lnTo>
                  <a:lnTo>
                    <a:pt x="11669" y="16"/>
                  </a:lnTo>
                  <a:lnTo>
                    <a:pt x="1145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33"/>
            <p:cNvSpPr/>
            <p:nvPr/>
          </p:nvSpPr>
          <p:spPr>
            <a:xfrm>
              <a:off x="4332857" y="4006061"/>
              <a:ext cx="234765" cy="234765"/>
            </a:xfrm>
            <a:custGeom>
              <a:avLst/>
              <a:gdLst/>
              <a:ahLst/>
              <a:cxnLst/>
              <a:rect l="l" t="t" r="r" b="b"/>
              <a:pathLst>
                <a:path w="8547" h="8547" extrusionOk="0">
                  <a:moveTo>
                    <a:pt x="4049" y="1"/>
                  </a:moveTo>
                  <a:lnTo>
                    <a:pt x="3840" y="16"/>
                  </a:lnTo>
                  <a:lnTo>
                    <a:pt x="3616" y="46"/>
                  </a:lnTo>
                  <a:lnTo>
                    <a:pt x="3407" y="91"/>
                  </a:lnTo>
                  <a:lnTo>
                    <a:pt x="3198" y="135"/>
                  </a:lnTo>
                  <a:lnTo>
                    <a:pt x="3004" y="195"/>
                  </a:lnTo>
                  <a:lnTo>
                    <a:pt x="2794" y="255"/>
                  </a:lnTo>
                  <a:lnTo>
                    <a:pt x="2600" y="330"/>
                  </a:lnTo>
                  <a:lnTo>
                    <a:pt x="2421" y="419"/>
                  </a:lnTo>
                  <a:lnTo>
                    <a:pt x="2227" y="509"/>
                  </a:lnTo>
                  <a:lnTo>
                    <a:pt x="2047" y="614"/>
                  </a:lnTo>
                  <a:lnTo>
                    <a:pt x="1883" y="733"/>
                  </a:lnTo>
                  <a:lnTo>
                    <a:pt x="1719" y="853"/>
                  </a:lnTo>
                  <a:lnTo>
                    <a:pt x="1554" y="972"/>
                  </a:lnTo>
                  <a:lnTo>
                    <a:pt x="1390" y="1107"/>
                  </a:lnTo>
                  <a:lnTo>
                    <a:pt x="1256" y="1256"/>
                  </a:lnTo>
                  <a:lnTo>
                    <a:pt x="1106" y="1390"/>
                  </a:lnTo>
                  <a:lnTo>
                    <a:pt x="972" y="1555"/>
                  </a:lnTo>
                  <a:lnTo>
                    <a:pt x="852" y="1719"/>
                  </a:lnTo>
                  <a:lnTo>
                    <a:pt x="733" y="1883"/>
                  </a:lnTo>
                  <a:lnTo>
                    <a:pt x="613" y="2063"/>
                  </a:lnTo>
                  <a:lnTo>
                    <a:pt x="509" y="2227"/>
                  </a:lnTo>
                  <a:lnTo>
                    <a:pt x="419" y="2421"/>
                  </a:lnTo>
                  <a:lnTo>
                    <a:pt x="329" y="2615"/>
                  </a:lnTo>
                  <a:lnTo>
                    <a:pt x="255" y="2795"/>
                  </a:lnTo>
                  <a:lnTo>
                    <a:pt x="195" y="3004"/>
                  </a:lnTo>
                  <a:lnTo>
                    <a:pt x="135" y="3198"/>
                  </a:lnTo>
                  <a:lnTo>
                    <a:pt x="90" y="3407"/>
                  </a:lnTo>
                  <a:lnTo>
                    <a:pt x="45" y="3616"/>
                  </a:lnTo>
                  <a:lnTo>
                    <a:pt x="16" y="3840"/>
                  </a:lnTo>
                  <a:lnTo>
                    <a:pt x="1" y="4050"/>
                  </a:lnTo>
                  <a:lnTo>
                    <a:pt x="1" y="4274"/>
                  </a:lnTo>
                  <a:lnTo>
                    <a:pt x="1" y="4498"/>
                  </a:lnTo>
                  <a:lnTo>
                    <a:pt x="16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34"/>
                  </a:lnTo>
                  <a:lnTo>
                    <a:pt x="195" y="5544"/>
                  </a:lnTo>
                  <a:lnTo>
                    <a:pt x="255" y="5738"/>
                  </a:lnTo>
                  <a:lnTo>
                    <a:pt x="329" y="5932"/>
                  </a:lnTo>
                  <a:lnTo>
                    <a:pt x="419" y="6126"/>
                  </a:lnTo>
                  <a:lnTo>
                    <a:pt x="509" y="6305"/>
                  </a:lnTo>
                  <a:lnTo>
                    <a:pt x="613" y="6485"/>
                  </a:lnTo>
                  <a:lnTo>
                    <a:pt x="733" y="6664"/>
                  </a:lnTo>
                  <a:lnTo>
                    <a:pt x="852" y="6828"/>
                  </a:lnTo>
                  <a:lnTo>
                    <a:pt x="972" y="6993"/>
                  </a:lnTo>
                  <a:lnTo>
                    <a:pt x="1106" y="7142"/>
                  </a:lnTo>
                  <a:lnTo>
                    <a:pt x="1256" y="7291"/>
                  </a:lnTo>
                  <a:lnTo>
                    <a:pt x="1390" y="7441"/>
                  </a:lnTo>
                  <a:lnTo>
                    <a:pt x="1554" y="7575"/>
                  </a:lnTo>
                  <a:lnTo>
                    <a:pt x="1719" y="7695"/>
                  </a:lnTo>
                  <a:lnTo>
                    <a:pt x="1883" y="7814"/>
                  </a:lnTo>
                  <a:lnTo>
                    <a:pt x="2047" y="7934"/>
                  </a:lnTo>
                  <a:lnTo>
                    <a:pt x="2227" y="8024"/>
                  </a:lnTo>
                  <a:lnTo>
                    <a:pt x="2421" y="8128"/>
                  </a:lnTo>
                  <a:lnTo>
                    <a:pt x="2600" y="8218"/>
                  </a:lnTo>
                  <a:lnTo>
                    <a:pt x="2794" y="8292"/>
                  </a:lnTo>
                  <a:lnTo>
                    <a:pt x="3004" y="8352"/>
                  </a:lnTo>
                  <a:lnTo>
                    <a:pt x="3198" y="8412"/>
                  </a:lnTo>
                  <a:lnTo>
                    <a:pt x="3407" y="8457"/>
                  </a:lnTo>
                  <a:lnTo>
                    <a:pt x="3616" y="8502"/>
                  </a:lnTo>
                  <a:lnTo>
                    <a:pt x="3840" y="8531"/>
                  </a:lnTo>
                  <a:lnTo>
                    <a:pt x="4049" y="8546"/>
                  </a:lnTo>
                  <a:lnTo>
                    <a:pt x="4497" y="8546"/>
                  </a:lnTo>
                  <a:lnTo>
                    <a:pt x="4707" y="8531"/>
                  </a:lnTo>
                  <a:lnTo>
                    <a:pt x="4916" y="8502"/>
                  </a:lnTo>
                  <a:lnTo>
                    <a:pt x="5140" y="8457"/>
                  </a:lnTo>
                  <a:lnTo>
                    <a:pt x="5334" y="8412"/>
                  </a:lnTo>
                  <a:lnTo>
                    <a:pt x="5543" y="8352"/>
                  </a:lnTo>
                  <a:lnTo>
                    <a:pt x="5737" y="8292"/>
                  </a:lnTo>
                  <a:lnTo>
                    <a:pt x="5932" y="8218"/>
                  </a:lnTo>
                  <a:lnTo>
                    <a:pt x="6126" y="8128"/>
                  </a:lnTo>
                  <a:lnTo>
                    <a:pt x="6305" y="8024"/>
                  </a:lnTo>
                  <a:lnTo>
                    <a:pt x="6484" y="7934"/>
                  </a:lnTo>
                  <a:lnTo>
                    <a:pt x="6664" y="7814"/>
                  </a:lnTo>
                  <a:lnTo>
                    <a:pt x="6828" y="7695"/>
                  </a:lnTo>
                  <a:lnTo>
                    <a:pt x="6992" y="7575"/>
                  </a:lnTo>
                  <a:lnTo>
                    <a:pt x="7142" y="7441"/>
                  </a:lnTo>
                  <a:lnTo>
                    <a:pt x="7291" y="7291"/>
                  </a:lnTo>
                  <a:lnTo>
                    <a:pt x="7441" y="7142"/>
                  </a:lnTo>
                  <a:lnTo>
                    <a:pt x="7575" y="6993"/>
                  </a:lnTo>
                  <a:lnTo>
                    <a:pt x="7695" y="6828"/>
                  </a:lnTo>
                  <a:lnTo>
                    <a:pt x="7814" y="6664"/>
                  </a:lnTo>
                  <a:lnTo>
                    <a:pt x="7934" y="6485"/>
                  </a:lnTo>
                  <a:lnTo>
                    <a:pt x="8023" y="6305"/>
                  </a:lnTo>
                  <a:lnTo>
                    <a:pt x="8128" y="6126"/>
                  </a:lnTo>
                  <a:lnTo>
                    <a:pt x="8203" y="5932"/>
                  </a:lnTo>
                  <a:lnTo>
                    <a:pt x="8292" y="5738"/>
                  </a:lnTo>
                  <a:lnTo>
                    <a:pt x="8352" y="5544"/>
                  </a:lnTo>
                  <a:lnTo>
                    <a:pt x="8412" y="5334"/>
                  </a:lnTo>
                  <a:lnTo>
                    <a:pt x="8456" y="5140"/>
                  </a:lnTo>
                  <a:lnTo>
                    <a:pt x="8501" y="4916"/>
                  </a:lnTo>
                  <a:lnTo>
                    <a:pt x="8516" y="4707"/>
                  </a:lnTo>
                  <a:lnTo>
                    <a:pt x="8546" y="4498"/>
                  </a:lnTo>
                  <a:lnTo>
                    <a:pt x="8546" y="4274"/>
                  </a:lnTo>
                  <a:lnTo>
                    <a:pt x="8546" y="4050"/>
                  </a:lnTo>
                  <a:lnTo>
                    <a:pt x="8516" y="3840"/>
                  </a:lnTo>
                  <a:lnTo>
                    <a:pt x="8501" y="3616"/>
                  </a:lnTo>
                  <a:lnTo>
                    <a:pt x="8456" y="3407"/>
                  </a:lnTo>
                  <a:lnTo>
                    <a:pt x="8412" y="3198"/>
                  </a:lnTo>
                  <a:lnTo>
                    <a:pt x="8352" y="3004"/>
                  </a:lnTo>
                  <a:lnTo>
                    <a:pt x="8292" y="2795"/>
                  </a:lnTo>
                  <a:lnTo>
                    <a:pt x="8203" y="2615"/>
                  </a:lnTo>
                  <a:lnTo>
                    <a:pt x="8128" y="2421"/>
                  </a:lnTo>
                  <a:lnTo>
                    <a:pt x="8023" y="2227"/>
                  </a:lnTo>
                  <a:lnTo>
                    <a:pt x="7934" y="2063"/>
                  </a:lnTo>
                  <a:lnTo>
                    <a:pt x="7814" y="1883"/>
                  </a:lnTo>
                  <a:lnTo>
                    <a:pt x="7695" y="1719"/>
                  </a:lnTo>
                  <a:lnTo>
                    <a:pt x="7575" y="1555"/>
                  </a:lnTo>
                  <a:lnTo>
                    <a:pt x="7441" y="1390"/>
                  </a:lnTo>
                  <a:lnTo>
                    <a:pt x="7291" y="1256"/>
                  </a:lnTo>
                  <a:lnTo>
                    <a:pt x="7142" y="1107"/>
                  </a:lnTo>
                  <a:lnTo>
                    <a:pt x="6992" y="972"/>
                  </a:lnTo>
                  <a:lnTo>
                    <a:pt x="6828" y="853"/>
                  </a:lnTo>
                  <a:lnTo>
                    <a:pt x="6664" y="733"/>
                  </a:lnTo>
                  <a:lnTo>
                    <a:pt x="6484" y="614"/>
                  </a:lnTo>
                  <a:lnTo>
                    <a:pt x="6305" y="509"/>
                  </a:lnTo>
                  <a:lnTo>
                    <a:pt x="6126" y="419"/>
                  </a:lnTo>
                  <a:lnTo>
                    <a:pt x="5932" y="330"/>
                  </a:lnTo>
                  <a:lnTo>
                    <a:pt x="5737" y="255"/>
                  </a:lnTo>
                  <a:lnTo>
                    <a:pt x="5543" y="195"/>
                  </a:lnTo>
                  <a:lnTo>
                    <a:pt x="5334" y="135"/>
                  </a:lnTo>
                  <a:lnTo>
                    <a:pt x="5140" y="91"/>
                  </a:lnTo>
                  <a:lnTo>
                    <a:pt x="4916" y="46"/>
                  </a:lnTo>
                  <a:lnTo>
                    <a:pt x="4707" y="16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3"/>
            <p:cNvSpPr/>
            <p:nvPr/>
          </p:nvSpPr>
          <p:spPr>
            <a:xfrm>
              <a:off x="4386609" y="4059840"/>
              <a:ext cx="126845" cy="126817"/>
            </a:xfrm>
            <a:custGeom>
              <a:avLst/>
              <a:gdLst/>
              <a:ahLst/>
              <a:cxnLst/>
              <a:rect l="l" t="t" r="r" b="b"/>
              <a:pathLst>
                <a:path w="4618" h="4617" extrusionOk="0">
                  <a:moveTo>
                    <a:pt x="2316" y="0"/>
                  </a:moveTo>
                  <a:lnTo>
                    <a:pt x="2077" y="15"/>
                  </a:lnTo>
                  <a:lnTo>
                    <a:pt x="1853" y="60"/>
                  </a:lnTo>
                  <a:lnTo>
                    <a:pt x="1629" y="105"/>
                  </a:lnTo>
                  <a:lnTo>
                    <a:pt x="1420" y="194"/>
                  </a:lnTo>
                  <a:lnTo>
                    <a:pt x="1211" y="284"/>
                  </a:lnTo>
                  <a:lnTo>
                    <a:pt x="1032" y="403"/>
                  </a:lnTo>
                  <a:lnTo>
                    <a:pt x="852" y="538"/>
                  </a:lnTo>
                  <a:lnTo>
                    <a:pt x="688" y="687"/>
                  </a:lnTo>
                  <a:lnTo>
                    <a:pt x="539" y="852"/>
                  </a:lnTo>
                  <a:lnTo>
                    <a:pt x="404" y="1031"/>
                  </a:lnTo>
                  <a:lnTo>
                    <a:pt x="285" y="1210"/>
                  </a:lnTo>
                  <a:lnTo>
                    <a:pt x="195" y="1419"/>
                  </a:lnTo>
                  <a:lnTo>
                    <a:pt x="105" y="1628"/>
                  </a:lnTo>
                  <a:lnTo>
                    <a:pt x="61" y="1853"/>
                  </a:lnTo>
                  <a:lnTo>
                    <a:pt x="16" y="2077"/>
                  </a:lnTo>
                  <a:lnTo>
                    <a:pt x="1" y="2316"/>
                  </a:lnTo>
                  <a:lnTo>
                    <a:pt x="16" y="2555"/>
                  </a:lnTo>
                  <a:lnTo>
                    <a:pt x="61" y="2779"/>
                  </a:lnTo>
                  <a:lnTo>
                    <a:pt x="105" y="3003"/>
                  </a:lnTo>
                  <a:lnTo>
                    <a:pt x="195" y="3212"/>
                  </a:lnTo>
                  <a:lnTo>
                    <a:pt x="285" y="3406"/>
                  </a:lnTo>
                  <a:lnTo>
                    <a:pt x="404" y="3600"/>
                  </a:lnTo>
                  <a:lnTo>
                    <a:pt x="539" y="3780"/>
                  </a:lnTo>
                  <a:lnTo>
                    <a:pt x="688" y="3944"/>
                  </a:lnTo>
                  <a:lnTo>
                    <a:pt x="852" y="4093"/>
                  </a:lnTo>
                  <a:lnTo>
                    <a:pt x="1032" y="4228"/>
                  </a:lnTo>
                  <a:lnTo>
                    <a:pt x="1211" y="4347"/>
                  </a:lnTo>
                  <a:lnTo>
                    <a:pt x="1420" y="4437"/>
                  </a:lnTo>
                  <a:lnTo>
                    <a:pt x="1629" y="4512"/>
                  </a:lnTo>
                  <a:lnTo>
                    <a:pt x="1853" y="4572"/>
                  </a:lnTo>
                  <a:lnTo>
                    <a:pt x="2077" y="4616"/>
                  </a:lnTo>
                  <a:lnTo>
                    <a:pt x="2555" y="4616"/>
                  </a:lnTo>
                  <a:lnTo>
                    <a:pt x="2780" y="4572"/>
                  </a:lnTo>
                  <a:lnTo>
                    <a:pt x="3004" y="4512"/>
                  </a:lnTo>
                  <a:lnTo>
                    <a:pt x="3213" y="4437"/>
                  </a:lnTo>
                  <a:lnTo>
                    <a:pt x="3407" y="4347"/>
                  </a:lnTo>
                  <a:lnTo>
                    <a:pt x="3601" y="4228"/>
                  </a:lnTo>
                  <a:lnTo>
                    <a:pt x="3780" y="4093"/>
                  </a:lnTo>
                  <a:lnTo>
                    <a:pt x="3945" y="3944"/>
                  </a:lnTo>
                  <a:lnTo>
                    <a:pt x="4094" y="3780"/>
                  </a:lnTo>
                  <a:lnTo>
                    <a:pt x="4229" y="3600"/>
                  </a:lnTo>
                  <a:lnTo>
                    <a:pt x="4348" y="3406"/>
                  </a:lnTo>
                  <a:lnTo>
                    <a:pt x="4438" y="3212"/>
                  </a:lnTo>
                  <a:lnTo>
                    <a:pt x="4513" y="3003"/>
                  </a:lnTo>
                  <a:lnTo>
                    <a:pt x="4572" y="2779"/>
                  </a:lnTo>
                  <a:lnTo>
                    <a:pt x="4617" y="2555"/>
                  </a:lnTo>
                  <a:lnTo>
                    <a:pt x="4617" y="2316"/>
                  </a:lnTo>
                  <a:lnTo>
                    <a:pt x="4617" y="2077"/>
                  </a:lnTo>
                  <a:lnTo>
                    <a:pt x="4572" y="1853"/>
                  </a:lnTo>
                  <a:lnTo>
                    <a:pt x="4513" y="1628"/>
                  </a:lnTo>
                  <a:lnTo>
                    <a:pt x="4438" y="1419"/>
                  </a:lnTo>
                  <a:lnTo>
                    <a:pt x="4348" y="1210"/>
                  </a:lnTo>
                  <a:lnTo>
                    <a:pt x="4229" y="1031"/>
                  </a:lnTo>
                  <a:lnTo>
                    <a:pt x="4094" y="852"/>
                  </a:lnTo>
                  <a:lnTo>
                    <a:pt x="3945" y="687"/>
                  </a:lnTo>
                  <a:lnTo>
                    <a:pt x="3780" y="538"/>
                  </a:lnTo>
                  <a:lnTo>
                    <a:pt x="3601" y="403"/>
                  </a:lnTo>
                  <a:lnTo>
                    <a:pt x="3407" y="284"/>
                  </a:lnTo>
                  <a:lnTo>
                    <a:pt x="3213" y="194"/>
                  </a:lnTo>
                  <a:lnTo>
                    <a:pt x="3004" y="105"/>
                  </a:lnTo>
                  <a:lnTo>
                    <a:pt x="2780" y="60"/>
                  </a:lnTo>
                  <a:lnTo>
                    <a:pt x="2555" y="15"/>
                  </a:lnTo>
                  <a:lnTo>
                    <a:pt x="23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3"/>
            <p:cNvSpPr/>
            <p:nvPr/>
          </p:nvSpPr>
          <p:spPr>
            <a:xfrm>
              <a:off x="3714472" y="3577692"/>
              <a:ext cx="889672" cy="301209"/>
            </a:xfrm>
            <a:custGeom>
              <a:avLst/>
              <a:gdLst/>
              <a:ahLst/>
              <a:cxnLst/>
              <a:rect l="l" t="t" r="r" b="b"/>
              <a:pathLst>
                <a:path w="32390" h="10966" extrusionOk="0">
                  <a:moveTo>
                    <a:pt x="957" y="0"/>
                  </a:moveTo>
                  <a:lnTo>
                    <a:pt x="852" y="30"/>
                  </a:lnTo>
                  <a:lnTo>
                    <a:pt x="748" y="45"/>
                  </a:lnTo>
                  <a:lnTo>
                    <a:pt x="658" y="90"/>
                  </a:lnTo>
                  <a:lnTo>
                    <a:pt x="553" y="135"/>
                  </a:lnTo>
                  <a:lnTo>
                    <a:pt x="464" y="179"/>
                  </a:lnTo>
                  <a:lnTo>
                    <a:pt x="389" y="254"/>
                  </a:lnTo>
                  <a:lnTo>
                    <a:pt x="314" y="314"/>
                  </a:lnTo>
                  <a:lnTo>
                    <a:pt x="240" y="389"/>
                  </a:lnTo>
                  <a:lnTo>
                    <a:pt x="180" y="478"/>
                  </a:lnTo>
                  <a:lnTo>
                    <a:pt x="120" y="568"/>
                  </a:lnTo>
                  <a:lnTo>
                    <a:pt x="75" y="657"/>
                  </a:lnTo>
                  <a:lnTo>
                    <a:pt x="45" y="762"/>
                  </a:lnTo>
                  <a:lnTo>
                    <a:pt x="16" y="867"/>
                  </a:lnTo>
                  <a:lnTo>
                    <a:pt x="1" y="971"/>
                  </a:lnTo>
                  <a:lnTo>
                    <a:pt x="1" y="1076"/>
                  </a:lnTo>
                  <a:lnTo>
                    <a:pt x="1" y="6962"/>
                  </a:lnTo>
                  <a:lnTo>
                    <a:pt x="1" y="7171"/>
                  </a:lnTo>
                  <a:lnTo>
                    <a:pt x="16" y="7380"/>
                  </a:lnTo>
                  <a:lnTo>
                    <a:pt x="45" y="7574"/>
                  </a:lnTo>
                  <a:lnTo>
                    <a:pt x="75" y="7769"/>
                  </a:lnTo>
                  <a:lnTo>
                    <a:pt x="120" y="7963"/>
                  </a:lnTo>
                  <a:lnTo>
                    <a:pt x="180" y="8157"/>
                  </a:lnTo>
                  <a:lnTo>
                    <a:pt x="240" y="8336"/>
                  </a:lnTo>
                  <a:lnTo>
                    <a:pt x="314" y="8516"/>
                  </a:lnTo>
                  <a:lnTo>
                    <a:pt x="389" y="8695"/>
                  </a:lnTo>
                  <a:lnTo>
                    <a:pt x="479" y="8874"/>
                  </a:lnTo>
                  <a:lnTo>
                    <a:pt x="568" y="9039"/>
                  </a:lnTo>
                  <a:lnTo>
                    <a:pt x="673" y="9203"/>
                  </a:lnTo>
                  <a:lnTo>
                    <a:pt x="792" y="9352"/>
                  </a:lnTo>
                  <a:lnTo>
                    <a:pt x="912" y="9517"/>
                  </a:lnTo>
                  <a:lnTo>
                    <a:pt x="1031" y="9651"/>
                  </a:lnTo>
                  <a:lnTo>
                    <a:pt x="1166" y="9800"/>
                  </a:lnTo>
                  <a:lnTo>
                    <a:pt x="1300" y="9920"/>
                  </a:lnTo>
                  <a:lnTo>
                    <a:pt x="1450" y="10054"/>
                  </a:lnTo>
                  <a:lnTo>
                    <a:pt x="1599" y="10174"/>
                  </a:lnTo>
                  <a:lnTo>
                    <a:pt x="1764" y="10279"/>
                  </a:lnTo>
                  <a:lnTo>
                    <a:pt x="1928" y="10383"/>
                  </a:lnTo>
                  <a:lnTo>
                    <a:pt x="2092" y="10488"/>
                  </a:lnTo>
                  <a:lnTo>
                    <a:pt x="2257" y="10577"/>
                  </a:lnTo>
                  <a:lnTo>
                    <a:pt x="2436" y="10652"/>
                  </a:lnTo>
                  <a:lnTo>
                    <a:pt x="2615" y="10727"/>
                  </a:lnTo>
                  <a:lnTo>
                    <a:pt x="2809" y="10786"/>
                  </a:lnTo>
                  <a:lnTo>
                    <a:pt x="2989" y="10846"/>
                  </a:lnTo>
                  <a:lnTo>
                    <a:pt x="3183" y="10891"/>
                  </a:lnTo>
                  <a:lnTo>
                    <a:pt x="3392" y="10921"/>
                  </a:lnTo>
                  <a:lnTo>
                    <a:pt x="3586" y="10951"/>
                  </a:lnTo>
                  <a:lnTo>
                    <a:pt x="3795" y="10966"/>
                  </a:lnTo>
                  <a:lnTo>
                    <a:pt x="28595" y="10966"/>
                  </a:lnTo>
                  <a:lnTo>
                    <a:pt x="28789" y="10951"/>
                  </a:lnTo>
                  <a:lnTo>
                    <a:pt x="28998" y="10921"/>
                  </a:lnTo>
                  <a:lnTo>
                    <a:pt x="29193" y="10891"/>
                  </a:lnTo>
                  <a:lnTo>
                    <a:pt x="29387" y="10846"/>
                  </a:lnTo>
                  <a:lnTo>
                    <a:pt x="29581" y="10786"/>
                  </a:lnTo>
                  <a:lnTo>
                    <a:pt x="29760" y="10727"/>
                  </a:lnTo>
                  <a:lnTo>
                    <a:pt x="29940" y="10652"/>
                  </a:lnTo>
                  <a:lnTo>
                    <a:pt x="30119" y="10577"/>
                  </a:lnTo>
                  <a:lnTo>
                    <a:pt x="30298" y="10488"/>
                  </a:lnTo>
                  <a:lnTo>
                    <a:pt x="30463" y="10383"/>
                  </a:lnTo>
                  <a:lnTo>
                    <a:pt x="30627" y="10279"/>
                  </a:lnTo>
                  <a:lnTo>
                    <a:pt x="30776" y="10174"/>
                  </a:lnTo>
                  <a:lnTo>
                    <a:pt x="30926" y="10054"/>
                  </a:lnTo>
                  <a:lnTo>
                    <a:pt x="31075" y="9920"/>
                  </a:lnTo>
                  <a:lnTo>
                    <a:pt x="31210" y="9800"/>
                  </a:lnTo>
                  <a:lnTo>
                    <a:pt x="31344" y="9651"/>
                  </a:lnTo>
                  <a:lnTo>
                    <a:pt x="31478" y="9517"/>
                  </a:lnTo>
                  <a:lnTo>
                    <a:pt x="31583" y="9352"/>
                  </a:lnTo>
                  <a:lnTo>
                    <a:pt x="31703" y="9203"/>
                  </a:lnTo>
                  <a:lnTo>
                    <a:pt x="31807" y="9039"/>
                  </a:lnTo>
                  <a:lnTo>
                    <a:pt x="31897" y="8874"/>
                  </a:lnTo>
                  <a:lnTo>
                    <a:pt x="31986" y="8695"/>
                  </a:lnTo>
                  <a:lnTo>
                    <a:pt x="32076" y="8516"/>
                  </a:lnTo>
                  <a:lnTo>
                    <a:pt x="32136" y="8336"/>
                  </a:lnTo>
                  <a:lnTo>
                    <a:pt x="32210" y="8157"/>
                  </a:lnTo>
                  <a:lnTo>
                    <a:pt x="32255" y="7963"/>
                  </a:lnTo>
                  <a:lnTo>
                    <a:pt x="32300" y="7769"/>
                  </a:lnTo>
                  <a:lnTo>
                    <a:pt x="32345" y="7574"/>
                  </a:lnTo>
                  <a:lnTo>
                    <a:pt x="32360" y="7380"/>
                  </a:lnTo>
                  <a:lnTo>
                    <a:pt x="32375" y="7171"/>
                  </a:lnTo>
                  <a:lnTo>
                    <a:pt x="32390" y="6962"/>
                  </a:lnTo>
                  <a:lnTo>
                    <a:pt x="32390" y="1076"/>
                  </a:lnTo>
                  <a:lnTo>
                    <a:pt x="32375" y="971"/>
                  </a:lnTo>
                  <a:lnTo>
                    <a:pt x="32360" y="867"/>
                  </a:lnTo>
                  <a:lnTo>
                    <a:pt x="32330" y="762"/>
                  </a:lnTo>
                  <a:lnTo>
                    <a:pt x="32300" y="657"/>
                  </a:lnTo>
                  <a:lnTo>
                    <a:pt x="32255" y="568"/>
                  </a:lnTo>
                  <a:lnTo>
                    <a:pt x="32196" y="478"/>
                  </a:lnTo>
                  <a:lnTo>
                    <a:pt x="32136" y="389"/>
                  </a:lnTo>
                  <a:lnTo>
                    <a:pt x="32076" y="314"/>
                  </a:lnTo>
                  <a:lnTo>
                    <a:pt x="31986" y="254"/>
                  </a:lnTo>
                  <a:lnTo>
                    <a:pt x="31912" y="179"/>
                  </a:lnTo>
                  <a:lnTo>
                    <a:pt x="31822" y="135"/>
                  </a:lnTo>
                  <a:lnTo>
                    <a:pt x="31732" y="90"/>
                  </a:lnTo>
                  <a:lnTo>
                    <a:pt x="31628" y="45"/>
                  </a:lnTo>
                  <a:lnTo>
                    <a:pt x="31523" y="30"/>
                  </a:lnTo>
                  <a:lnTo>
                    <a:pt x="314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3"/>
            <p:cNvSpPr/>
            <p:nvPr/>
          </p:nvSpPr>
          <p:spPr>
            <a:xfrm>
              <a:off x="4543361" y="3615019"/>
              <a:ext cx="33263" cy="33263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613" y="1"/>
                  </a:moveTo>
                  <a:lnTo>
                    <a:pt x="494" y="16"/>
                  </a:lnTo>
                  <a:lnTo>
                    <a:pt x="374" y="45"/>
                  </a:lnTo>
                  <a:lnTo>
                    <a:pt x="270" y="105"/>
                  </a:lnTo>
                  <a:lnTo>
                    <a:pt x="180" y="180"/>
                  </a:lnTo>
                  <a:lnTo>
                    <a:pt x="105" y="270"/>
                  </a:lnTo>
                  <a:lnTo>
                    <a:pt x="46" y="374"/>
                  </a:lnTo>
                  <a:lnTo>
                    <a:pt x="16" y="479"/>
                  </a:lnTo>
                  <a:lnTo>
                    <a:pt x="1" y="613"/>
                  </a:lnTo>
                  <a:lnTo>
                    <a:pt x="16" y="733"/>
                  </a:lnTo>
                  <a:lnTo>
                    <a:pt x="46" y="837"/>
                  </a:lnTo>
                  <a:lnTo>
                    <a:pt x="105" y="942"/>
                  </a:lnTo>
                  <a:lnTo>
                    <a:pt x="180" y="1031"/>
                  </a:lnTo>
                  <a:lnTo>
                    <a:pt x="270" y="1106"/>
                  </a:lnTo>
                  <a:lnTo>
                    <a:pt x="374" y="1166"/>
                  </a:lnTo>
                  <a:lnTo>
                    <a:pt x="494" y="1196"/>
                  </a:lnTo>
                  <a:lnTo>
                    <a:pt x="613" y="1211"/>
                  </a:lnTo>
                  <a:lnTo>
                    <a:pt x="733" y="1196"/>
                  </a:lnTo>
                  <a:lnTo>
                    <a:pt x="852" y="1166"/>
                  </a:lnTo>
                  <a:lnTo>
                    <a:pt x="942" y="1106"/>
                  </a:lnTo>
                  <a:lnTo>
                    <a:pt x="1032" y="1031"/>
                  </a:lnTo>
                  <a:lnTo>
                    <a:pt x="1106" y="942"/>
                  </a:lnTo>
                  <a:lnTo>
                    <a:pt x="1166" y="837"/>
                  </a:lnTo>
                  <a:lnTo>
                    <a:pt x="1196" y="733"/>
                  </a:lnTo>
                  <a:lnTo>
                    <a:pt x="1211" y="613"/>
                  </a:lnTo>
                  <a:lnTo>
                    <a:pt x="1196" y="479"/>
                  </a:lnTo>
                  <a:lnTo>
                    <a:pt x="1166" y="374"/>
                  </a:lnTo>
                  <a:lnTo>
                    <a:pt x="1106" y="270"/>
                  </a:lnTo>
                  <a:lnTo>
                    <a:pt x="1032" y="180"/>
                  </a:lnTo>
                  <a:lnTo>
                    <a:pt x="942" y="105"/>
                  </a:lnTo>
                  <a:lnTo>
                    <a:pt x="852" y="45"/>
                  </a:lnTo>
                  <a:lnTo>
                    <a:pt x="733" y="16"/>
                  </a:lnTo>
                  <a:lnTo>
                    <a:pt x="61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3"/>
            <p:cNvSpPr/>
            <p:nvPr/>
          </p:nvSpPr>
          <p:spPr>
            <a:xfrm>
              <a:off x="3751415" y="3604362"/>
              <a:ext cx="33263" cy="33263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78" y="0"/>
                  </a:moveTo>
                  <a:lnTo>
                    <a:pt x="374" y="45"/>
                  </a:lnTo>
                  <a:lnTo>
                    <a:pt x="269" y="90"/>
                  </a:lnTo>
                  <a:lnTo>
                    <a:pt x="180" y="165"/>
                  </a:lnTo>
                  <a:lnTo>
                    <a:pt x="105" y="254"/>
                  </a:lnTo>
                  <a:lnTo>
                    <a:pt x="45" y="359"/>
                  </a:lnTo>
                  <a:lnTo>
                    <a:pt x="15" y="478"/>
                  </a:lnTo>
                  <a:lnTo>
                    <a:pt x="0" y="598"/>
                  </a:lnTo>
                  <a:lnTo>
                    <a:pt x="15" y="717"/>
                  </a:lnTo>
                  <a:lnTo>
                    <a:pt x="45" y="837"/>
                  </a:lnTo>
                  <a:lnTo>
                    <a:pt x="105" y="941"/>
                  </a:lnTo>
                  <a:lnTo>
                    <a:pt x="180" y="1031"/>
                  </a:lnTo>
                  <a:lnTo>
                    <a:pt x="269" y="1106"/>
                  </a:lnTo>
                  <a:lnTo>
                    <a:pt x="374" y="1151"/>
                  </a:lnTo>
                  <a:lnTo>
                    <a:pt x="478" y="1195"/>
                  </a:lnTo>
                  <a:lnTo>
                    <a:pt x="613" y="1210"/>
                  </a:lnTo>
                  <a:lnTo>
                    <a:pt x="732" y="1195"/>
                  </a:lnTo>
                  <a:lnTo>
                    <a:pt x="837" y="1151"/>
                  </a:lnTo>
                  <a:lnTo>
                    <a:pt x="941" y="1106"/>
                  </a:lnTo>
                  <a:lnTo>
                    <a:pt x="1031" y="1031"/>
                  </a:lnTo>
                  <a:lnTo>
                    <a:pt x="1106" y="941"/>
                  </a:lnTo>
                  <a:lnTo>
                    <a:pt x="1166" y="837"/>
                  </a:lnTo>
                  <a:lnTo>
                    <a:pt x="1195" y="717"/>
                  </a:lnTo>
                  <a:lnTo>
                    <a:pt x="1210" y="598"/>
                  </a:lnTo>
                  <a:lnTo>
                    <a:pt x="1195" y="478"/>
                  </a:lnTo>
                  <a:lnTo>
                    <a:pt x="1166" y="359"/>
                  </a:lnTo>
                  <a:lnTo>
                    <a:pt x="1106" y="254"/>
                  </a:lnTo>
                  <a:lnTo>
                    <a:pt x="1031" y="165"/>
                  </a:lnTo>
                  <a:lnTo>
                    <a:pt x="941" y="90"/>
                  </a:lnTo>
                  <a:lnTo>
                    <a:pt x="837" y="45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33"/>
            <p:cNvSpPr/>
            <p:nvPr/>
          </p:nvSpPr>
          <p:spPr>
            <a:xfrm>
              <a:off x="3714472" y="3728263"/>
              <a:ext cx="889672" cy="150632"/>
            </a:xfrm>
            <a:custGeom>
              <a:avLst/>
              <a:gdLst/>
              <a:ahLst/>
              <a:cxnLst/>
              <a:rect l="l" t="t" r="r" b="b"/>
              <a:pathLst>
                <a:path w="32390" h="5484" extrusionOk="0">
                  <a:moveTo>
                    <a:pt x="1" y="1"/>
                  </a:moveTo>
                  <a:lnTo>
                    <a:pt x="1" y="1480"/>
                  </a:lnTo>
                  <a:lnTo>
                    <a:pt x="1" y="1689"/>
                  </a:lnTo>
                  <a:lnTo>
                    <a:pt x="16" y="1898"/>
                  </a:lnTo>
                  <a:lnTo>
                    <a:pt x="45" y="2092"/>
                  </a:lnTo>
                  <a:lnTo>
                    <a:pt x="75" y="2287"/>
                  </a:lnTo>
                  <a:lnTo>
                    <a:pt x="120" y="2481"/>
                  </a:lnTo>
                  <a:lnTo>
                    <a:pt x="180" y="2675"/>
                  </a:lnTo>
                  <a:lnTo>
                    <a:pt x="240" y="2854"/>
                  </a:lnTo>
                  <a:lnTo>
                    <a:pt x="314" y="3034"/>
                  </a:lnTo>
                  <a:lnTo>
                    <a:pt x="389" y="3213"/>
                  </a:lnTo>
                  <a:lnTo>
                    <a:pt x="479" y="3392"/>
                  </a:lnTo>
                  <a:lnTo>
                    <a:pt x="568" y="3557"/>
                  </a:lnTo>
                  <a:lnTo>
                    <a:pt x="673" y="3721"/>
                  </a:lnTo>
                  <a:lnTo>
                    <a:pt x="792" y="3870"/>
                  </a:lnTo>
                  <a:lnTo>
                    <a:pt x="912" y="4035"/>
                  </a:lnTo>
                  <a:lnTo>
                    <a:pt x="1031" y="4169"/>
                  </a:lnTo>
                  <a:lnTo>
                    <a:pt x="1166" y="4318"/>
                  </a:lnTo>
                  <a:lnTo>
                    <a:pt x="1300" y="4438"/>
                  </a:lnTo>
                  <a:lnTo>
                    <a:pt x="1450" y="4572"/>
                  </a:lnTo>
                  <a:lnTo>
                    <a:pt x="1599" y="4692"/>
                  </a:lnTo>
                  <a:lnTo>
                    <a:pt x="1764" y="4797"/>
                  </a:lnTo>
                  <a:lnTo>
                    <a:pt x="1928" y="4901"/>
                  </a:lnTo>
                  <a:lnTo>
                    <a:pt x="2092" y="5006"/>
                  </a:lnTo>
                  <a:lnTo>
                    <a:pt x="2257" y="5095"/>
                  </a:lnTo>
                  <a:lnTo>
                    <a:pt x="2436" y="5170"/>
                  </a:lnTo>
                  <a:lnTo>
                    <a:pt x="2615" y="5245"/>
                  </a:lnTo>
                  <a:lnTo>
                    <a:pt x="2809" y="5304"/>
                  </a:lnTo>
                  <a:lnTo>
                    <a:pt x="2989" y="5364"/>
                  </a:lnTo>
                  <a:lnTo>
                    <a:pt x="3183" y="5409"/>
                  </a:lnTo>
                  <a:lnTo>
                    <a:pt x="3392" y="5439"/>
                  </a:lnTo>
                  <a:lnTo>
                    <a:pt x="3586" y="5469"/>
                  </a:lnTo>
                  <a:lnTo>
                    <a:pt x="3795" y="5484"/>
                  </a:lnTo>
                  <a:lnTo>
                    <a:pt x="28595" y="5484"/>
                  </a:lnTo>
                  <a:lnTo>
                    <a:pt x="28789" y="5469"/>
                  </a:lnTo>
                  <a:lnTo>
                    <a:pt x="28998" y="5439"/>
                  </a:lnTo>
                  <a:lnTo>
                    <a:pt x="29193" y="5409"/>
                  </a:lnTo>
                  <a:lnTo>
                    <a:pt x="29387" y="5364"/>
                  </a:lnTo>
                  <a:lnTo>
                    <a:pt x="29581" y="5304"/>
                  </a:lnTo>
                  <a:lnTo>
                    <a:pt x="29760" y="5245"/>
                  </a:lnTo>
                  <a:lnTo>
                    <a:pt x="29940" y="5170"/>
                  </a:lnTo>
                  <a:lnTo>
                    <a:pt x="30119" y="5095"/>
                  </a:lnTo>
                  <a:lnTo>
                    <a:pt x="30298" y="5006"/>
                  </a:lnTo>
                  <a:lnTo>
                    <a:pt x="30463" y="4901"/>
                  </a:lnTo>
                  <a:lnTo>
                    <a:pt x="30627" y="4797"/>
                  </a:lnTo>
                  <a:lnTo>
                    <a:pt x="30776" y="4692"/>
                  </a:lnTo>
                  <a:lnTo>
                    <a:pt x="30926" y="4572"/>
                  </a:lnTo>
                  <a:lnTo>
                    <a:pt x="31075" y="4438"/>
                  </a:lnTo>
                  <a:lnTo>
                    <a:pt x="31210" y="4318"/>
                  </a:lnTo>
                  <a:lnTo>
                    <a:pt x="31344" y="4169"/>
                  </a:lnTo>
                  <a:lnTo>
                    <a:pt x="31478" y="4035"/>
                  </a:lnTo>
                  <a:lnTo>
                    <a:pt x="31583" y="3870"/>
                  </a:lnTo>
                  <a:lnTo>
                    <a:pt x="31703" y="3721"/>
                  </a:lnTo>
                  <a:lnTo>
                    <a:pt x="31807" y="3557"/>
                  </a:lnTo>
                  <a:lnTo>
                    <a:pt x="31897" y="3392"/>
                  </a:lnTo>
                  <a:lnTo>
                    <a:pt x="31986" y="3213"/>
                  </a:lnTo>
                  <a:lnTo>
                    <a:pt x="32076" y="3034"/>
                  </a:lnTo>
                  <a:lnTo>
                    <a:pt x="32136" y="2854"/>
                  </a:lnTo>
                  <a:lnTo>
                    <a:pt x="32210" y="2675"/>
                  </a:lnTo>
                  <a:lnTo>
                    <a:pt x="32255" y="2481"/>
                  </a:lnTo>
                  <a:lnTo>
                    <a:pt x="32300" y="2287"/>
                  </a:lnTo>
                  <a:lnTo>
                    <a:pt x="32345" y="2092"/>
                  </a:lnTo>
                  <a:lnTo>
                    <a:pt x="32360" y="1898"/>
                  </a:lnTo>
                  <a:lnTo>
                    <a:pt x="32375" y="1689"/>
                  </a:lnTo>
                  <a:lnTo>
                    <a:pt x="32390" y="1480"/>
                  </a:lnTo>
                  <a:lnTo>
                    <a:pt x="32390" y="1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3"/>
            <p:cNvSpPr/>
            <p:nvPr/>
          </p:nvSpPr>
          <p:spPr>
            <a:xfrm>
              <a:off x="4641445" y="1540769"/>
              <a:ext cx="281102" cy="280690"/>
            </a:xfrm>
            <a:custGeom>
              <a:avLst/>
              <a:gdLst/>
              <a:ahLst/>
              <a:cxnLst/>
              <a:rect l="l" t="t" r="r" b="b"/>
              <a:pathLst>
                <a:path w="10234" h="10219" extrusionOk="0">
                  <a:moveTo>
                    <a:pt x="9950" y="0"/>
                  </a:moveTo>
                  <a:lnTo>
                    <a:pt x="9905" y="15"/>
                  </a:lnTo>
                  <a:lnTo>
                    <a:pt x="9860" y="45"/>
                  </a:lnTo>
                  <a:lnTo>
                    <a:pt x="9816" y="75"/>
                  </a:lnTo>
                  <a:lnTo>
                    <a:pt x="75" y="9816"/>
                  </a:lnTo>
                  <a:lnTo>
                    <a:pt x="45" y="9860"/>
                  </a:lnTo>
                  <a:lnTo>
                    <a:pt x="30" y="9890"/>
                  </a:lnTo>
                  <a:lnTo>
                    <a:pt x="15" y="9935"/>
                  </a:lnTo>
                  <a:lnTo>
                    <a:pt x="0" y="9980"/>
                  </a:lnTo>
                  <a:lnTo>
                    <a:pt x="15" y="10025"/>
                  </a:lnTo>
                  <a:lnTo>
                    <a:pt x="30" y="10070"/>
                  </a:lnTo>
                  <a:lnTo>
                    <a:pt x="45" y="10114"/>
                  </a:lnTo>
                  <a:lnTo>
                    <a:pt x="75" y="10159"/>
                  </a:lnTo>
                  <a:lnTo>
                    <a:pt x="120" y="10189"/>
                  </a:lnTo>
                  <a:lnTo>
                    <a:pt x="150" y="10204"/>
                  </a:lnTo>
                  <a:lnTo>
                    <a:pt x="194" y="10219"/>
                  </a:lnTo>
                  <a:lnTo>
                    <a:pt x="299" y="10219"/>
                  </a:lnTo>
                  <a:lnTo>
                    <a:pt x="344" y="10204"/>
                  </a:lnTo>
                  <a:lnTo>
                    <a:pt x="374" y="10189"/>
                  </a:lnTo>
                  <a:lnTo>
                    <a:pt x="419" y="10159"/>
                  </a:lnTo>
                  <a:lnTo>
                    <a:pt x="10159" y="419"/>
                  </a:lnTo>
                  <a:lnTo>
                    <a:pt x="10189" y="374"/>
                  </a:lnTo>
                  <a:lnTo>
                    <a:pt x="10219" y="329"/>
                  </a:lnTo>
                  <a:lnTo>
                    <a:pt x="10219" y="284"/>
                  </a:lnTo>
                  <a:lnTo>
                    <a:pt x="10234" y="239"/>
                  </a:lnTo>
                  <a:lnTo>
                    <a:pt x="10219" y="195"/>
                  </a:lnTo>
                  <a:lnTo>
                    <a:pt x="10219" y="150"/>
                  </a:lnTo>
                  <a:lnTo>
                    <a:pt x="10189" y="105"/>
                  </a:lnTo>
                  <a:lnTo>
                    <a:pt x="10159" y="75"/>
                  </a:lnTo>
                  <a:lnTo>
                    <a:pt x="10114" y="45"/>
                  </a:lnTo>
                  <a:lnTo>
                    <a:pt x="10084" y="15"/>
                  </a:lnTo>
                  <a:lnTo>
                    <a:pt x="10040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3"/>
            <p:cNvSpPr/>
            <p:nvPr/>
          </p:nvSpPr>
          <p:spPr>
            <a:xfrm>
              <a:off x="4737056" y="1672060"/>
              <a:ext cx="51309" cy="51749"/>
            </a:xfrm>
            <a:custGeom>
              <a:avLst/>
              <a:gdLst/>
              <a:ahLst/>
              <a:cxnLst/>
              <a:rect l="l" t="t" r="r" b="b"/>
              <a:pathLst>
                <a:path w="1868" h="1884" extrusionOk="0">
                  <a:moveTo>
                    <a:pt x="837" y="1"/>
                  </a:moveTo>
                  <a:lnTo>
                    <a:pt x="747" y="16"/>
                  </a:lnTo>
                  <a:lnTo>
                    <a:pt x="658" y="46"/>
                  </a:lnTo>
                  <a:lnTo>
                    <a:pt x="568" y="76"/>
                  </a:lnTo>
                  <a:lnTo>
                    <a:pt x="404" y="165"/>
                  </a:lnTo>
                  <a:lnTo>
                    <a:pt x="269" y="285"/>
                  </a:lnTo>
                  <a:lnTo>
                    <a:pt x="150" y="419"/>
                  </a:lnTo>
                  <a:lnTo>
                    <a:pt x="75" y="569"/>
                  </a:lnTo>
                  <a:lnTo>
                    <a:pt x="45" y="658"/>
                  </a:lnTo>
                  <a:lnTo>
                    <a:pt x="15" y="748"/>
                  </a:lnTo>
                  <a:lnTo>
                    <a:pt x="0" y="838"/>
                  </a:lnTo>
                  <a:lnTo>
                    <a:pt x="0" y="942"/>
                  </a:lnTo>
                  <a:lnTo>
                    <a:pt x="0" y="1032"/>
                  </a:lnTo>
                  <a:lnTo>
                    <a:pt x="15" y="1136"/>
                  </a:lnTo>
                  <a:lnTo>
                    <a:pt x="45" y="1226"/>
                  </a:lnTo>
                  <a:lnTo>
                    <a:pt x="75" y="1301"/>
                  </a:lnTo>
                  <a:lnTo>
                    <a:pt x="150" y="1465"/>
                  </a:lnTo>
                  <a:lnTo>
                    <a:pt x="269" y="1599"/>
                  </a:lnTo>
                  <a:lnTo>
                    <a:pt x="404" y="1719"/>
                  </a:lnTo>
                  <a:lnTo>
                    <a:pt x="568" y="1809"/>
                  </a:lnTo>
                  <a:lnTo>
                    <a:pt x="658" y="1839"/>
                  </a:lnTo>
                  <a:lnTo>
                    <a:pt x="747" y="1853"/>
                  </a:lnTo>
                  <a:lnTo>
                    <a:pt x="837" y="1868"/>
                  </a:lnTo>
                  <a:lnTo>
                    <a:pt x="926" y="1883"/>
                  </a:lnTo>
                  <a:lnTo>
                    <a:pt x="1031" y="1868"/>
                  </a:lnTo>
                  <a:lnTo>
                    <a:pt x="1121" y="1853"/>
                  </a:lnTo>
                  <a:lnTo>
                    <a:pt x="1210" y="1839"/>
                  </a:lnTo>
                  <a:lnTo>
                    <a:pt x="1300" y="1809"/>
                  </a:lnTo>
                  <a:lnTo>
                    <a:pt x="1464" y="1719"/>
                  </a:lnTo>
                  <a:lnTo>
                    <a:pt x="1599" y="1599"/>
                  </a:lnTo>
                  <a:lnTo>
                    <a:pt x="1718" y="1465"/>
                  </a:lnTo>
                  <a:lnTo>
                    <a:pt x="1793" y="1301"/>
                  </a:lnTo>
                  <a:lnTo>
                    <a:pt x="1823" y="1226"/>
                  </a:lnTo>
                  <a:lnTo>
                    <a:pt x="1853" y="1136"/>
                  </a:lnTo>
                  <a:lnTo>
                    <a:pt x="1868" y="1032"/>
                  </a:lnTo>
                  <a:lnTo>
                    <a:pt x="1868" y="942"/>
                  </a:lnTo>
                  <a:lnTo>
                    <a:pt x="1868" y="838"/>
                  </a:lnTo>
                  <a:lnTo>
                    <a:pt x="1853" y="748"/>
                  </a:lnTo>
                  <a:lnTo>
                    <a:pt x="1823" y="658"/>
                  </a:lnTo>
                  <a:lnTo>
                    <a:pt x="1793" y="569"/>
                  </a:lnTo>
                  <a:lnTo>
                    <a:pt x="1718" y="419"/>
                  </a:lnTo>
                  <a:lnTo>
                    <a:pt x="1599" y="285"/>
                  </a:lnTo>
                  <a:lnTo>
                    <a:pt x="1464" y="165"/>
                  </a:lnTo>
                  <a:lnTo>
                    <a:pt x="1300" y="76"/>
                  </a:lnTo>
                  <a:lnTo>
                    <a:pt x="1210" y="46"/>
                  </a:lnTo>
                  <a:lnTo>
                    <a:pt x="1121" y="16"/>
                  </a:lnTo>
                  <a:lnTo>
                    <a:pt x="103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3"/>
            <p:cNvSpPr/>
            <p:nvPr/>
          </p:nvSpPr>
          <p:spPr>
            <a:xfrm>
              <a:off x="4782184" y="1340511"/>
              <a:ext cx="311481" cy="311481"/>
            </a:xfrm>
            <a:custGeom>
              <a:avLst/>
              <a:gdLst/>
              <a:ahLst/>
              <a:cxnLst/>
              <a:rect l="l" t="t" r="r" b="b"/>
              <a:pathLst>
                <a:path w="11340" h="11340" extrusionOk="0">
                  <a:moveTo>
                    <a:pt x="5379" y="1"/>
                  </a:moveTo>
                  <a:lnTo>
                    <a:pt x="5080" y="16"/>
                  </a:lnTo>
                  <a:lnTo>
                    <a:pt x="4796" y="61"/>
                  </a:lnTo>
                  <a:lnTo>
                    <a:pt x="4527" y="105"/>
                  </a:lnTo>
                  <a:lnTo>
                    <a:pt x="4243" y="165"/>
                  </a:lnTo>
                  <a:lnTo>
                    <a:pt x="3974" y="255"/>
                  </a:lnTo>
                  <a:lnTo>
                    <a:pt x="3721" y="344"/>
                  </a:lnTo>
                  <a:lnTo>
                    <a:pt x="3452" y="434"/>
                  </a:lnTo>
                  <a:lnTo>
                    <a:pt x="3213" y="554"/>
                  </a:lnTo>
                  <a:lnTo>
                    <a:pt x="2959" y="673"/>
                  </a:lnTo>
                  <a:lnTo>
                    <a:pt x="2720" y="808"/>
                  </a:lnTo>
                  <a:lnTo>
                    <a:pt x="2495" y="957"/>
                  </a:lnTo>
                  <a:lnTo>
                    <a:pt x="2271" y="1121"/>
                  </a:lnTo>
                  <a:lnTo>
                    <a:pt x="2062" y="1286"/>
                  </a:lnTo>
                  <a:lnTo>
                    <a:pt x="1853" y="1465"/>
                  </a:lnTo>
                  <a:lnTo>
                    <a:pt x="1659" y="1659"/>
                  </a:lnTo>
                  <a:lnTo>
                    <a:pt x="1465" y="1853"/>
                  </a:lnTo>
                  <a:lnTo>
                    <a:pt x="1285" y="2062"/>
                  </a:lnTo>
                  <a:lnTo>
                    <a:pt x="1121" y="2272"/>
                  </a:lnTo>
                  <a:lnTo>
                    <a:pt x="957" y="2496"/>
                  </a:lnTo>
                  <a:lnTo>
                    <a:pt x="822" y="2720"/>
                  </a:lnTo>
                  <a:lnTo>
                    <a:pt x="673" y="2959"/>
                  </a:lnTo>
                  <a:lnTo>
                    <a:pt x="553" y="3213"/>
                  </a:lnTo>
                  <a:lnTo>
                    <a:pt x="434" y="3452"/>
                  </a:lnTo>
                  <a:lnTo>
                    <a:pt x="344" y="3721"/>
                  </a:lnTo>
                  <a:lnTo>
                    <a:pt x="255" y="3975"/>
                  </a:lnTo>
                  <a:lnTo>
                    <a:pt x="180" y="4244"/>
                  </a:lnTo>
                  <a:lnTo>
                    <a:pt x="105" y="4527"/>
                  </a:lnTo>
                  <a:lnTo>
                    <a:pt x="60" y="4796"/>
                  </a:lnTo>
                  <a:lnTo>
                    <a:pt x="30" y="5080"/>
                  </a:lnTo>
                  <a:lnTo>
                    <a:pt x="1" y="5379"/>
                  </a:lnTo>
                  <a:lnTo>
                    <a:pt x="1" y="5663"/>
                  </a:lnTo>
                  <a:lnTo>
                    <a:pt x="1" y="5962"/>
                  </a:lnTo>
                  <a:lnTo>
                    <a:pt x="30" y="6246"/>
                  </a:lnTo>
                  <a:lnTo>
                    <a:pt x="60" y="6529"/>
                  </a:lnTo>
                  <a:lnTo>
                    <a:pt x="105" y="6813"/>
                  </a:lnTo>
                  <a:lnTo>
                    <a:pt x="180" y="7082"/>
                  </a:lnTo>
                  <a:lnTo>
                    <a:pt x="255" y="7351"/>
                  </a:lnTo>
                  <a:lnTo>
                    <a:pt x="344" y="7620"/>
                  </a:lnTo>
                  <a:lnTo>
                    <a:pt x="434" y="7874"/>
                  </a:lnTo>
                  <a:lnTo>
                    <a:pt x="553" y="8128"/>
                  </a:lnTo>
                  <a:lnTo>
                    <a:pt x="673" y="8367"/>
                  </a:lnTo>
                  <a:lnTo>
                    <a:pt x="822" y="8606"/>
                  </a:lnTo>
                  <a:lnTo>
                    <a:pt x="957" y="8830"/>
                  </a:lnTo>
                  <a:lnTo>
                    <a:pt x="1121" y="9054"/>
                  </a:lnTo>
                  <a:lnTo>
                    <a:pt x="1285" y="9278"/>
                  </a:lnTo>
                  <a:lnTo>
                    <a:pt x="1465" y="9472"/>
                  </a:lnTo>
                  <a:lnTo>
                    <a:pt x="1659" y="9682"/>
                  </a:lnTo>
                  <a:lnTo>
                    <a:pt x="1853" y="9861"/>
                  </a:lnTo>
                  <a:lnTo>
                    <a:pt x="2062" y="10040"/>
                  </a:lnTo>
                  <a:lnTo>
                    <a:pt x="2271" y="10205"/>
                  </a:lnTo>
                  <a:lnTo>
                    <a:pt x="2495" y="10369"/>
                  </a:lnTo>
                  <a:lnTo>
                    <a:pt x="2720" y="10518"/>
                  </a:lnTo>
                  <a:lnTo>
                    <a:pt x="2959" y="10653"/>
                  </a:lnTo>
                  <a:lnTo>
                    <a:pt x="3213" y="10772"/>
                  </a:lnTo>
                  <a:lnTo>
                    <a:pt x="3452" y="10892"/>
                  </a:lnTo>
                  <a:lnTo>
                    <a:pt x="3721" y="10996"/>
                  </a:lnTo>
                  <a:lnTo>
                    <a:pt x="3974" y="11086"/>
                  </a:lnTo>
                  <a:lnTo>
                    <a:pt x="4243" y="11161"/>
                  </a:lnTo>
                  <a:lnTo>
                    <a:pt x="4527" y="11220"/>
                  </a:lnTo>
                  <a:lnTo>
                    <a:pt x="4796" y="11280"/>
                  </a:lnTo>
                  <a:lnTo>
                    <a:pt x="5080" y="11310"/>
                  </a:lnTo>
                  <a:lnTo>
                    <a:pt x="5379" y="11325"/>
                  </a:lnTo>
                  <a:lnTo>
                    <a:pt x="5663" y="11340"/>
                  </a:lnTo>
                  <a:lnTo>
                    <a:pt x="5961" y="11325"/>
                  </a:lnTo>
                  <a:lnTo>
                    <a:pt x="6245" y="11310"/>
                  </a:lnTo>
                  <a:lnTo>
                    <a:pt x="6529" y="11280"/>
                  </a:lnTo>
                  <a:lnTo>
                    <a:pt x="6813" y="11220"/>
                  </a:lnTo>
                  <a:lnTo>
                    <a:pt x="7082" y="11161"/>
                  </a:lnTo>
                  <a:lnTo>
                    <a:pt x="7351" y="11086"/>
                  </a:lnTo>
                  <a:lnTo>
                    <a:pt x="7620" y="10996"/>
                  </a:lnTo>
                  <a:lnTo>
                    <a:pt x="7874" y="10892"/>
                  </a:lnTo>
                  <a:lnTo>
                    <a:pt x="8128" y="10772"/>
                  </a:lnTo>
                  <a:lnTo>
                    <a:pt x="8367" y="10653"/>
                  </a:lnTo>
                  <a:lnTo>
                    <a:pt x="8606" y="10518"/>
                  </a:lnTo>
                  <a:lnTo>
                    <a:pt x="8845" y="10369"/>
                  </a:lnTo>
                  <a:lnTo>
                    <a:pt x="9054" y="10205"/>
                  </a:lnTo>
                  <a:lnTo>
                    <a:pt x="9278" y="10040"/>
                  </a:lnTo>
                  <a:lnTo>
                    <a:pt x="9487" y="9861"/>
                  </a:lnTo>
                  <a:lnTo>
                    <a:pt x="9681" y="9682"/>
                  </a:lnTo>
                  <a:lnTo>
                    <a:pt x="9861" y="9472"/>
                  </a:lnTo>
                  <a:lnTo>
                    <a:pt x="10040" y="9278"/>
                  </a:lnTo>
                  <a:lnTo>
                    <a:pt x="10204" y="9054"/>
                  </a:lnTo>
                  <a:lnTo>
                    <a:pt x="10369" y="8830"/>
                  </a:lnTo>
                  <a:lnTo>
                    <a:pt x="10518" y="8606"/>
                  </a:lnTo>
                  <a:lnTo>
                    <a:pt x="10652" y="8367"/>
                  </a:lnTo>
                  <a:lnTo>
                    <a:pt x="10772" y="8128"/>
                  </a:lnTo>
                  <a:lnTo>
                    <a:pt x="10892" y="7874"/>
                  </a:lnTo>
                  <a:lnTo>
                    <a:pt x="10996" y="7620"/>
                  </a:lnTo>
                  <a:lnTo>
                    <a:pt x="11086" y="7351"/>
                  </a:lnTo>
                  <a:lnTo>
                    <a:pt x="11160" y="7082"/>
                  </a:lnTo>
                  <a:lnTo>
                    <a:pt x="11220" y="6813"/>
                  </a:lnTo>
                  <a:lnTo>
                    <a:pt x="11280" y="6529"/>
                  </a:lnTo>
                  <a:lnTo>
                    <a:pt x="11310" y="6246"/>
                  </a:lnTo>
                  <a:lnTo>
                    <a:pt x="11325" y="5962"/>
                  </a:lnTo>
                  <a:lnTo>
                    <a:pt x="11340" y="5663"/>
                  </a:lnTo>
                  <a:lnTo>
                    <a:pt x="11325" y="5379"/>
                  </a:lnTo>
                  <a:lnTo>
                    <a:pt x="11310" y="5080"/>
                  </a:lnTo>
                  <a:lnTo>
                    <a:pt x="11280" y="4796"/>
                  </a:lnTo>
                  <a:lnTo>
                    <a:pt x="11220" y="4527"/>
                  </a:lnTo>
                  <a:lnTo>
                    <a:pt x="11160" y="4244"/>
                  </a:lnTo>
                  <a:lnTo>
                    <a:pt x="11086" y="3975"/>
                  </a:lnTo>
                  <a:lnTo>
                    <a:pt x="10996" y="3721"/>
                  </a:lnTo>
                  <a:lnTo>
                    <a:pt x="10892" y="3452"/>
                  </a:lnTo>
                  <a:lnTo>
                    <a:pt x="10772" y="3213"/>
                  </a:lnTo>
                  <a:lnTo>
                    <a:pt x="10652" y="2959"/>
                  </a:lnTo>
                  <a:lnTo>
                    <a:pt x="10518" y="2720"/>
                  </a:lnTo>
                  <a:lnTo>
                    <a:pt x="10369" y="2496"/>
                  </a:lnTo>
                  <a:lnTo>
                    <a:pt x="10204" y="2272"/>
                  </a:lnTo>
                  <a:lnTo>
                    <a:pt x="10040" y="2062"/>
                  </a:lnTo>
                  <a:lnTo>
                    <a:pt x="9861" y="1853"/>
                  </a:lnTo>
                  <a:lnTo>
                    <a:pt x="9681" y="1659"/>
                  </a:lnTo>
                  <a:lnTo>
                    <a:pt x="9487" y="1465"/>
                  </a:lnTo>
                  <a:lnTo>
                    <a:pt x="9278" y="1286"/>
                  </a:lnTo>
                  <a:lnTo>
                    <a:pt x="9054" y="1121"/>
                  </a:lnTo>
                  <a:lnTo>
                    <a:pt x="8845" y="957"/>
                  </a:lnTo>
                  <a:lnTo>
                    <a:pt x="8606" y="808"/>
                  </a:lnTo>
                  <a:lnTo>
                    <a:pt x="8367" y="673"/>
                  </a:lnTo>
                  <a:lnTo>
                    <a:pt x="8128" y="554"/>
                  </a:lnTo>
                  <a:lnTo>
                    <a:pt x="7874" y="434"/>
                  </a:lnTo>
                  <a:lnTo>
                    <a:pt x="7620" y="344"/>
                  </a:lnTo>
                  <a:lnTo>
                    <a:pt x="7351" y="255"/>
                  </a:lnTo>
                  <a:lnTo>
                    <a:pt x="7082" y="165"/>
                  </a:lnTo>
                  <a:lnTo>
                    <a:pt x="6813" y="105"/>
                  </a:lnTo>
                  <a:lnTo>
                    <a:pt x="6529" y="61"/>
                  </a:lnTo>
                  <a:lnTo>
                    <a:pt x="6245" y="16"/>
                  </a:lnTo>
                  <a:lnTo>
                    <a:pt x="596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3"/>
            <p:cNvSpPr/>
            <p:nvPr/>
          </p:nvSpPr>
          <p:spPr>
            <a:xfrm>
              <a:off x="4883124" y="1397971"/>
              <a:ext cx="114512" cy="196585"/>
            </a:xfrm>
            <a:custGeom>
              <a:avLst/>
              <a:gdLst/>
              <a:ahLst/>
              <a:cxnLst/>
              <a:rect l="l" t="t" r="r" b="b"/>
              <a:pathLst>
                <a:path w="4169" h="7157" extrusionOk="0">
                  <a:moveTo>
                    <a:pt x="942" y="329"/>
                  </a:moveTo>
                  <a:lnTo>
                    <a:pt x="1076" y="374"/>
                  </a:lnTo>
                  <a:lnTo>
                    <a:pt x="1211" y="434"/>
                  </a:lnTo>
                  <a:lnTo>
                    <a:pt x="1360" y="508"/>
                  </a:lnTo>
                  <a:lnTo>
                    <a:pt x="1525" y="628"/>
                  </a:lnTo>
                  <a:lnTo>
                    <a:pt x="1689" y="762"/>
                  </a:lnTo>
                  <a:lnTo>
                    <a:pt x="1853" y="942"/>
                  </a:lnTo>
                  <a:lnTo>
                    <a:pt x="2032" y="1121"/>
                  </a:lnTo>
                  <a:lnTo>
                    <a:pt x="2197" y="1345"/>
                  </a:lnTo>
                  <a:lnTo>
                    <a:pt x="2376" y="1584"/>
                  </a:lnTo>
                  <a:lnTo>
                    <a:pt x="2540" y="1838"/>
                  </a:lnTo>
                  <a:lnTo>
                    <a:pt x="2720" y="2122"/>
                  </a:lnTo>
                  <a:lnTo>
                    <a:pt x="2884" y="2421"/>
                  </a:lnTo>
                  <a:lnTo>
                    <a:pt x="3048" y="2749"/>
                  </a:lnTo>
                  <a:lnTo>
                    <a:pt x="3198" y="3093"/>
                  </a:lnTo>
                  <a:lnTo>
                    <a:pt x="3347" y="3451"/>
                  </a:lnTo>
                  <a:lnTo>
                    <a:pt x="3467" y="3795"/>
                  </a:lnTo>
                  <a:lnTo>
                    <a:pt x="3571" y="4124"/>
                  </a:lnTo>
                  <a:lnTo>
                    <a:pt x="3661" y="4437"/>
                  </a:lnTo>
                  <a:lnTo>
                    <a:pt x="3721" y="4751"/>
                  </a:lnTo>
                  <a:lnTo>
                    <a:pt x="3780" y="5035"/>
                  </a:lnTo>
                  <a:lnTo>
                    <a:pt x="3810" y="5304"/>
                  </a:lnTo>
                  <a:lnTo>
                    <a:pt x="3825" y="5573"/>
                  </a:lnTo>
                  <a:lnTo>
                    <a:pt x="3840" y="5797"/>
                  </a:lnTo>
                  <a:lnTo>
                    <a:pt x="3825" y="6021"/>
                  </a:lnTo>
                  <a:lnTo>
                    <a:pt x="3795" y="6215"/>
                  </a:lnTo>
                  <a:lnTo>
                    <a:pt x="3751" y="6380"/>
                  </a:lnTo>
                  <a:lnTo>
                    <a:pt x="3691" y="6529"/>
                  </a:lnTo>
                  <a:lnTo>
                    <a:pt x="3631" y="6633"/>
                  </a:lnTo>
                  <a:lnTo>
                    <a:pt x="3541" y="6723"/>
                  </a:lnTo>
                  <a:lnTo>
                    <a:pt x="3452" y="6783"/>
                  </a:lnTo>
                  <a:lnTo>
                    <a:pt x="3347" y="6813"/>
                  </a:lnTo>
                  <a:lnTo>
                    <a:pt x="3228" y="6813"/>
                  </a:lnTo>
                  <a:lnTo>
                    <a:pt x="3093" y="6783"/>
                  </a:lnTo>
                  <a:lnTo>
                    <a:pt x="2959" y="6723"/>
                  </a:lnTo>
                  <a:lnTo>
                    <a:pt x="2809" y="6633"/>
                  </a:lnTo>
                  <a:lnTo>
                    <a:pt x="2645" y="6514"/>
                  </a:lnTo>
                  <a:lnTo>
                    <a:pt x="2481" y="6380"/>
                  </a:lnTo>
                  <a:lnTo>
                    <a:pt x="2316" y="6215"/>
                  </a:lnTo>
                  <a:lnTo>
                    <a:pt x="2137" y="6021"/>
                  </a:lnTo>
                  <a:lnTo>
                    <a:pt x="1973" y="5812"/>
                  </a:lnTo>
                  <a:lnTo>
                    <a:pt x="1793" y="5573"/>
                  </a:lnTo>
                  <a:lnTo>
                    <a:pt x="1629" y="5304"/>
                  </a:lnTo>
                  <a:lnTo>
                    <a:pt x="1450" y="5020"/>
                  </a:lnTo>
                  <a:lnTo>
                    <a:pt x="1285" y="4721"/>
                  </a:lnTo>
                  <a:lnTo>
                    <a:pt x="1121" y="4393"/>
                  </a:lnTo>
                  <a:lnTo>
                    <a:pt x="972" y="4049"/>
                  </a:lnTo>
                  <a:lnTo>
                    <a:pt x="822" y="3705"/>
                  </a:lnTo>
                  <a:lnTo>
                    <a:pt x="703" y="3362"/>
                  </a:lnTo>
                  <a:lnTo>
                    <a:pt x="598" y="3033"/>
                  </a:lnTo>
                  <a:lnTo>
                    <a:pt x="509" y="2704"/>
                  </a:lnTo>
                  <a:lnTo>
                    <a:pt x="449" y="2406"/>
                  </a:lnTo>
                  <a:lnTo>
                    <a:pt x="389" y="2107"/>
                  </a:lnTo>
                  <a:lnTo>
                    <a:pt x="359" y="1838"/>
                  </a:lnTo>
                  <a:lnTo>
                    <a:pt x="344" y="1584"/>
                  </a:lnTo>
                  <a:lnTo>
                    <a:pt x="329" y="1345"/>
                  </a:lnTo>
                  <a:lnTo>
                    <a:pt x="344" y="1136"/>
                  </a:lnTo>
                  <a:lnTo>
                    <a:pt x="374" y="942"/>
                  </a:lnTo>
                  <a:lnTo>
                    <a:pt x="419" y="762"/>
                  </a:lnTo>
                  <a:lnTo>
                    <a:pt x="479" y="628"/>
                  </a:lnTo>
                  <a:lnTo>
                    <a:pt x="539" y="508"/>
                  </a:lnTo>
                  <a:lnTo>
                    <a:pt x="628" y="419"/>
                  </a:lnTo>
                  <a:lnTo>
                    <a:pt x="718" y="359"/>
                  </a:lnTo>
                  <a:lnTo>
                    <a:pt x="822" y="329"/>
                  </a:lnTo>
                  <a:close/>
                  <a:moveTo>
                    <a:pt x="748" y="0"/>
                  </a:moveTo>
                  <a:lnTo>
                    <a:pt x="658" y="15"/>
                  </a:lnTo>
                  <a:lnTo>
                    <a:pt x="583" y="45"/>
                  </a:lnTo>
                  <a:lnTo>
                    <a:pt x="509" y="90"/>
                  </a:lnTo>
                  <a:lnTo>
                    <a:pt x="434" y="135"/>
                  </a:lnTo>
                  <a:lnTo>
                    <a:pt x="374" y="180"/>
                  </a:lnTo>
                  <a:lnTo>
                    <a:pt x="314" y="254"/>
                  </a:lnTo>
                  <a:lnTo>
                    <a:pt x="210" y="404"/>
                  </a:lnTo>
                  <a:lnTo>
                    <a:pt x="120" y="583"/>
                  </a:lnTo>
                  <a:lnTo>
                    <a:pt x="60" y="792"/>
                  </a:lnTo>
                  <a:lnTo>
                    <a:pt x="16" y="1031"/>
                  </a:lnTo>
                  <a:lnTo>
                    <a:pt x="1" y="1285"/>
                  </a:lnTo>
                  <a:lnTo>
                    <a:pt x="1" y="1584"/>
                  </a:lnTo>
                  <a:lnTo>
                    <a:pt x="16" y="1868"/>
                  </a:lnTo>
                  <a:lnTo>
                    <a:pt x="60" y="2182"/>
                  </a:lnTo>
                  <a:lnTo>
                    <a:pt x="120" y="2495"/>
                  </a:lnTo>
                  <a:lnTo>
                    <a:pt x="195" y="2824"/>
                  </a:lnTo>
                  <a:lnTo>
                    <a:pt x="285" y="3153"/>
                  </a:lnTo>
                  <a:lnTo>
                    <a:pt x="389" y="3496"/>
                  </a:lnTo>
                  <a:lnTo>
                    <a:pt x="524" y="3840"/>
                  </a:lnTo>
                  <a:lnTo>
                    <a:pt x="658" y="4183"/>
                  </a:lnTo>
                  <a:lnTo>
                    <a:pt x="807" y="4527"/>
                  </a:lnTo>
                  <a:lnTo>
                    <a:pt x="972" y="4856"/>
                  </a:lnTo>
                  <a:lnTo>
                    <a:pt x="1136" y="5154"/>
                  </a:lnTo>
                  <a:lnTo>
                    <a:pt x="1315" y="5453"/>
                  </a:lnTo>
                  <a:lnTo>
                    <a:pt x="1495" y="5737"/>
                  </a:lnTo>
                  <a:lnTo>
                    <a:pt x="1689" y="6006"/>
                  </a:lnTo>
                  <a:lnTo>
                    <a:pt x="1883" y="6245"/>
                  </a:lnTo>
                  <a:lnTo>
                    <a:pt x="2077" y="6454"/>
                  </a:lnTo>
                  <a:lnTo>
                    <a:pt x="2286" y="6663"/>
                  </a:lnTo>
                  <a:lnTo>
                    <a:pt x="2496" y="6828"/>
                  </a:lnTo>
                  <a:lnTo>
                    <a:pt x="2690" y="6962"/>
                  </a:lnTo>
                  <a:lnTo>
                    <a:pt x="2884" y="7067"/>
                  </a:lnTo>
                  <a:lnTo>
                    <a:pt x="3078" y="7127"/>
                  </a:lnTo>
                  <a:lnTo>
                    <a:pt x="3258" y="7156"/>
                  </a:lnTo>
                  <a:lnTo>
                    <a:pt x="3347" y="7156"/>
                  </a:lnTo>
                  <a:lnTo>
                    <a:pt x="3422" y="7141"/>
                  </a:lnTo>
                  <a:lnTo>
                    <a:pt x="3511" y="7127"/>
                  </a:lnTo>
                  <a:lnTo>
                    <a:pt x="3586" y="7097"/>
                  </a:lnTo>
                  <a:lnTo>
                    <a:pt x="3661" y="7067"/>
                  </a:lnTo>
                  <a:lnTo>
                    <a:pt x="3736" y="7022"/>
                  </a:lnTo>
                  <a:lnTo>
                    <a:pt x="3795" y="6962"/>
                  </a:lnTo>
                  <a:lnTo>
                    <a:pt x="3855" y="6902"/>
                  </a:lnTo>
                  <a:lnTo>
                    <a:pt x="3960" y="6753"/>
                  </a:lnTo>
                  <a:lnTo>
                    <a:pt x="4049" y="6574"/>
                  </a:lnTo>
                  <a:lnTo>
                    <a:pt x="4109" y="6365"/>
                  </a:lnTo>
                  <a:lnTo>
                    <a:pt x="4154" y="6126"/>
                  </a:lnTo>
                  <a:lnTo>
                    <a:pt x="4169" y="5857"/>
                  </a:lnTo>
                  <a:lnTo>
                    <a:pt x="4169" y="5558"/>
                  </a:lnTo>
                  <a:lnTo>
                    <a:pt x="4154" y="5274"/>
                  </a:lnTo>
                  <a:lnTo>
                    <a:pt x="4109" y="4960"/>
                  </a:lnTo>
                  <a:lnTo>
                    <a:pt x="4049" y="4647"/>
                  </a:lnTo>
                  <a:lnTo>
                    <a:pt x="3975" y="4318"/>
                  </a:lnTo>
                  <a:lnTo>
                    <a:pt x="3885" y="3989"/>
                  </a:lnTo>
                  <a:lnTo>
                    <a:pt x="3780" y="3646"/>
                  </a:lnTo>
                  <a:lnTo>
                    <a:pt x="3646" y="3302"/>
                  </a:lnTo>
                  <a:lnTo>
                    <a:pt x="3511" y="2958"/>
                  </a:lnTo>
                  <a:lnTo>
                    <a:pt x="3362" y="2630"/>
                  </a:lnTo>
                  <a:lnTo>
                    <a:pt x="3198" y="2301"/>
                  </a:lnTo>
                  <a:lnTo>
                    <a:pt x="3033" y="1987"/>
                  </a:lnTo>
                  <a:lnTo>
                    <a:pt x="2854" y="1689"/>
                  </a:lnTo>
                  <a:lnTo>
                    <a:pt x="2675" y="1405"/>
                  </a:lnTo>
                  <a:lnTo>
                    <a:pt x="2481" y="1151"/>
                  </a:lnTo>
                  <a:lnTo>
                    <a:pt x="2286" y="912"/>
                  </a:lnTo>
                  <a:lnTo>
                    <a:pt x="2092" y="688"/>
                  </a:lnTo>
                  <a:lnTo>
                    <a:pt x="1883" y="493"/>
                  </a:lnTo>
                  <a:lnTo>
                    <a:pt x="1674" y="314"/>
                  </a:lnTo>
                  <a:lnTo>
                    <a:pt x="1480" y="180"/>
                  </a:lnTo>
                  <a:lnTo>
                    <a:pt x="1285" y="90"/>
                  </a:lnTo>
                  <a:lnTo>
                    <a:pt x="1091" y="15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3"/>
            <p:cNvSpPr/>
            <p:nvPr/>
          </p:nvSpPr>
          <p:spPr>
            <a:xfrm>
              <a:off x="4863842" y="1411512"/>
              <a:ext cx="153076" cy="169090"/>
            </a:xfrm>
            <a:custGeom>
              <a:avLst/>
              <a:gdLst/>
              <a:ahLst/>
              <a:cxnLst/>
              <a:rect l="l" t="t" r="r" b="b"/>
              <a:pathLst>
                <a:path w="5573" h="6156" extrusionOk="0">
                  <a:moveTo>
                    <a:pt x="4811" y="344"/>
                  </a:moveTo>
                  <a:lnTo>
                    <a:pt x="4916" y="359"/>
                  </a:lnTo>
                  <a:lnTo>
                    <a:pt x="5005" y="389"/>
                  </a:lnTo>
                  <a:lnTo>
                    <a:pt x="5080" y="449"/>
                  </a:lnTo>
                  <a:lnTo>
                    <a:pt x="5140" y="523"/>
                  </a:lnTo>
                  <a:lnTo>
                    <a:pt x="5200" y="628"/>
                  </a:lnTo>
                  <a:lnTo>
                    <a:pt x="5229" y="762"/>
                  </a:lnTo>
                  <a:lnTo>
                    <a:pt x="5229" y="912"/>
                  </a:lnTo>
                  <a:lnTo>
                    <a:pt x="5229" y="1091"/>
                  </a:lnTo>
                  <a:lnTo>
                    <a:pt x="5200" y="1270"/>
                  </a:lnTo>
                  <a:lnTo>
                    <a:pt x="5140" y="1479"/>
                  </a:lnTo>
                  <a:lnTo>
                    <a:pt x="5065" y="1703"/>
                  </a:lnTo>
                  <a:lnTo>
                    <a:pt x="4960" y="1957"/>
                  </a:lnTo>
                  <a:lnTo>
                    <a:pt x="4841" y="2226"/>
                  </a:lnTo>
                  <a:lnTo>
                    <a:pt x="4692" y="2495"/>
                  </a:lnTo>
                  <a:lnTo>
                    <a:pt x="4527" y="2779"/>
                  </a:lnTo>
                  <a:lnTo>
                    <a:pt x="4348" y="3048"/>
                  </a:lnTo>
                  <a:lnTo>
                    <a:pt x="4154" y="3332"/>
                  </a:lnTo>
                  <a:lnTo>
                    <a:pt x="3930" y="3601"/>
                  </a:lnTo>
                  <a:lnTo>
                    <a:pt x="3706" y="3870"/>
                  </a:lnTo>
                  <a:lnTo>
                    <a:pt x="3467" y="4139"/>
                  </a:lnTo>
                  <a:lnTo>
                    <a:pt x="3227" y="4393"/>
                  </a:lnTo>
                  <a:lnTo>
                    <a:pt x="2974" y="4632"/>
                  </a:lnTo>
                  <a:lnTo>
                    <a:pt x="2734" y="4841"/>
                  </a:lnTo>
                  <a:lnTo>
                    <a:pt x="2481" y="5050"/>
                  </a:lnTo>
                  <a:lnTo>
                    <a:pt x="2241" y="5229"/>
                  </a:lnTo>
                  <a:lnTo>
                    <a:pt x="1987" y="5394"/>
                  </a:lnTo>
                  <a:lnTo>
                    <a:pt x="1748" y="5528"/>
                  </a:lnTo>
                  <a:lnTo>
                    <a:pt x="1539" y="5633"/>
                  </a:lnTo>
                  <a:lnTo>
                    <a:pt x="1345" y="5722"/>
                  </a:lnTo>
                  <a:lnTo>
                    <a:pt x="1166" y="5782"/>
                  </a:lnTo>
                  <a:lnTo>
                    <a:pt x="987" y="5812"/>
                  </a:lnTo>
                  <a:lnTo>
                    <a:pt x="837" y="5827"/>
                  </a:lnTo>
                  <a:lnTo>
                    <a:pt x="703" y="5812"/>
                  </a:lnTo>
                  <a:lnTo>
                    <a:pt x="598" y="5782"/>
                  </a:lnTo>
                  <a:lnTo>
                    <a:pt x="494" y="5722"/>
                  </a:lnTo>
                  <a:lnTo>
                    <a:pt x="434" y="5633"/>
                  </a:lnTo>
                  <a:lnTo>
                    <a:pt x="374" y="5528"/>
                  </a:lnTo>
                  <a:lnTo>
                    <a:pt x="344" y="5394"/>
                  </a:lnTo>
                  <a:lnTo>
                    <a:pt x="344" y="5244"/>
                  </a:lnTo>
                  <a:lnTo>
                    <a:pt x="359" y="5065"/>
                  </a:lnTo>
                  <a:lnTo>
                    <a:pt x="389" y="4871"/>
                  </a:lnTo>
                  <a:lnTo>
                    <a:pt x="434" y="4661"/>
                  </a:lnTo>
                  <a:lnTo>
                    <a:pt x="508" y="4437"/>
                  </a:lnTo>
                  <a:lnTo>
                    <a:pt x="613" y="4198"/>
                  </a:lnTo>
                  <a:lnTo>
                    <a:pt x="733" y="3959"/>
                  </a:lnTo>
                  <a:lnTo>
                    <a:pt x="867" y="3690"/>
                  </a:lnTo>
                  <a:lnTo>
                    <a:pt x="1031" y="3422"/>
                  </a:lnTo>
                  <a:lnTo>
                    <a:pt x="1211" y="3153"/>
                  </a:lnTo>
                  <a:lnTo>
                    <a:pt x="1405" y="2869"/>
                  </a:lnTo>
                  <a:lnTo>
                    <a:pt x="1629" y="2570"/>
                  </a:lnTo>
                  <a:lnTo>
                    <a:pt x="1868" y="2286"/>
                  </a:lnTo>
                  <a:lnTo>
                    <a:pt x="2107" y="2017"/>
                  </a:lnTo>
                  <a:lnTo>
                    <a:pt x="2346" y="1763"/>
                  </a:lnTo>
                  <a:lnTo>
                    <a:pt x="2600" y="1539"/>
                  </a:lnTo>
                  <a:lnTo>
                    <a:pt x="2839" y="1315"/>
                  </a:lnTo>
                  <a:lnTo>
                    <a:pt x="3093" y="1121"/>
                  </a:lnTo>
                  <a:lnTo>
                    <a:pt x="3332" y="927"/>
                  </a:lnTo>
                  <a:lnTo>
                    <a:pt x="3586" y="777"/>
                  </a:lnTo>
                  <a:lnTo>
                    <a:pt x="3825" y="628"/>
                  </a:lnTo>
                  <a:lnTo>
                    <a:pt x="4109" y="493"/>
                  </a:lnTo>
                  <a:lnTo>
                    <a:pt x="4273" y="434"/>
                  </a:lnTo>
                  <a:lnTo>
                    <a:pt x="4423" y="389"/>
                  </a:lnTo>
                  <a:lnTo>
                    <a:pt x="4557" y="359"/>
                  </a:lnTo>
                  <a:lnTo>
                    <a:pt x="4692" y="344"/>
                  </a:lnTo>
                  <a:close/>
                  <a:moveTo>
                    <a:pt x="4617" y="0"/>
                  </a:moveTo>
                  <a:lnTo>
                    <a:pt x="4408" y="45"/>
                  </a:lnTo>
                  <a:lnTo>
                    <a:pt x="4169" y="105"/>
                  </a:lnTo>
                  <a:lnTo>
                    <a:pt x="3930" y="210"/>
                  </a:lnTo>
                  <a:lnTo>
                    <a:pt x="3661" y="329"/>
                  </a:lnTo>
                  <a:lnTo>
                    <a:pt x="3407" y="478"/>
                  </a:lnTo>
                  <a:lnTo>
                    <a:pt x="3153" y="658"/>
                  </a:lnTo>
                  <a:lnTo>
                    <a:pt x="2899" y="837"/>
                  </a:lnTo>
                  <a:lnTo>
                    <a:pt x="2630" y="1046"/>
                  </a:lnTo>
                  <a:lnTo>
                    <a:pt x="2376" y="1285"/>
                  </a:lnTo>
                  <a:lnTo>
                    <a:pt x="2122" y="1524"/>
                  </a:lnTo>
                  <a:lnTo>
                    <a:pt x="1868" y="1793"/>
                  </a:lnTo>
                  <a:lnTo>
                    <a:pt x="1614" y="2062"/>
                  </a:lnTo>
                  <a:lnTo>
                    <a:pt x="1375" y="2346"/>
                  </a:lnTo>
                  <a:lnTo>
                    <a:pt x="1151" y="2630"/>
                  </a:lnTo>
                  <a:lnTo>
                    <a:pt x="942" y="2928"/>
                  </a:lnTo>
                  <a:lnTo>
                    <a:pt x="762" y="3212"/>
                  </a:lnTo>
                  <a:lnTo>
                    <a:pt x="583" y="3496"/>
                  </a:lnTo>
                  <a:lnTo>
                    <a:pt x="434" y="3780"/>
                  </a:lnTo>
                  <a:lnTo>
                    <a:pt x="299" y="4064"/>
                  </a:lnTo>
                  <a:lnTo>
                    <a:pt x="195" y="4333"/>
                  </a:lnTo>
                  <a:lnTo>
                    <a:pt x="105" y="4617"/>
                  </a:lnTo>
                  <a:lnTo>
                    <a:pt x="45" y="4871"/>
                  </a:lnTo>
                  <a:lnTo>
                    <a:pt x="1" y="5110"/>
                  </a:lnTo>
                  <a:lnTo>
                    <a:pt x="1" y="5334"/>
                  </a:lnTo>
                  <a:lnTo>
                    <a:pt x="30" y="5528"/>
                  </a:lnTo>
                  <a:lnTo>
                    <a:pt x="75" y="5707"/>
                  </a:lnTo>
                  <a:lnTo>
                    <a:pt x="120" y="5782"/>
                  </a:lnTo>
                  <a:lnTo>
                    <a:pt x="165" y="5857"/>
                  </a:lnTo>
                  <a:lnTo>
                    <a:pt x="225" y="5916"/>
                  </a:lnTo>
                  <a:lnTo>
                    <a:pt x="284" y="5976"/>
                  </a:lnTo>
                  <a:lnTo>
                    <a:pt x="389" y="6051"/>
                  </a:lnTo>
                  <a:lnTo>
                    <a:pt x="523" y="6111"/>
                  </a:lnTo>
                  <a:lnTo>
                    <a:pt x="673" y="6155"/>
                  </a:lnTo>
                  <a:lnTo>
                    <a:pt x="1001" y="6155"/>
                  </a:lnTo>
                  <a:lnTo>
                    <a:pt x="1196" y="6111"/>
                  </a:lnTo>
                  <a:lnTo>
                    <a:pt x="1390" y="6051"/>
                  </a:lnTo>
                  <a:lnTo>
                    <a:pt x="1599" y="5976"/>
                  </a:lnTo>
                  <a:lnTo>
                    <a:pt x="1913" y="5827"/>
                  </a:lnTo>
                  <a:lnTo>
                    <a:pt x="2167" y="5677"/>
                  </a:lnTo>
                  <a:lnTo>
                    <a:pt x="2421" y="5513"/>
                  </a:lnTo>
                  <a:lnTo>
                    <a:pt x="2675" y="5319"/>
                  </a:lnTo>
                  <a:lnTo>
                    <a:pt x="2944" y="5110"/>
                  </a:lnTo>
                  <a:lnTo>
                    <a:pt x="3198" y="4886"/>
                  </a:lnTo>
                  <a:lnTo>
                    <a:pt x="3452" y="4632"/>
                  </a:lnTo>
                  <a:lnTo>
                    <a:pt x="3706" y="4378"/>
                  </a:lnTo>
                  <a:lnTo>
                    <a:pt x="3960" y="4094"/>
                  </a:lnTo>
                  <a:lnTo>
                    <a:pt x="4199" y="3810"/>
                  </a:lnTo>
                  <a:lnTo>
                    <a:pt x="4423" y="3526"/>
                  </a:lnTo>
                  <a:lnTo>
                    <a:pt x="4632" y="3242"/>
                  </a:lnTo>
                  <a:lnTo>
                    <a:pt x="4811" y="2943"/>
                  </a:lnTo>
                  <a:lnTo>
                    <a:pt x="4990" y="2660"/>
                  </a:lnTo>
                  <a:lnTo>
                    <a:pt x="5140" y="2376"/>
                  </a:lnTo>
                  <a:lnTo>
                    <a:pt x="5274" y="2092"/>
                  </a:lnTo>
                  <a:lnTo>
                    <a:pt x="5379" y="1823"/>
                  </a:lnTo>
                  <a:lnTo>
                    <a:pt x="5468" y="1539"/>
                  </a:lnTo>
                  <a:lnTo>
                    <a:pt x="5528" y="1285"/>
                  </a:lnTo>
                  <a:lnTo>
                    <a:pt x="5573" y="1046"/>
                  </a:lnTo>
                  <a:lnTo>
                    <a:pt x="5573" y="822"/>
                  </a:lnTo>
                  <a:lnTo>
                    <a:pt x="5543" y="628"/>
                  </a:lnTo>
                  <a:lnTo>
                    <a:pt x="5498" y="463"/>
                  </a:lnTo>
                  <a:lnTo>
                    <a:pt x="5453" y="374"/>
                  </a:lnTo>
                  <a:lnTo>
                    <a:pt x="5409" y="314"/>
                  </a:lnTo>
                  <a:lnTo>
                    <a:pt x="5349" y="239"/>
                  </a:lnTo>
                  <a:lnTo>
                    <a:pt x="5289" y="180"/>
                  </a:lnTo>
                  <a:lnTo>
                    <a:pt x="5229" y="135"/>
                  </a:lnTo>
                  <a:lnTo>
                    <a:pt x="5155" y="90"/>
                  </a:lnTo>
                  <a:lnTo>
                    <a:pt x="5080" y="60"/>
                  </a:lnTo>
                  <a:lnTo>
                    <a:pt x="5005" y="30"/>
                  </a:lnTo>
                  <a:lnTo>
                    <a:pt x="48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33"/>
            <p:cNvSpPr/>
            <p:nvPr/>
          </p:nvSpPr>
          <p:spPr>
            <a:xfrm>
              <a:off x="4835112" y="1453371"/>
              <a:ext cx="210538" cy="85781"/>
            </a:xfrm>
            <a:custGeom>
              <a:avLst/>
              <a:gdLst/>
              <a:ahLst/>
              <a:cxnLst/>
              <a:rect l="l" t="t" r="r" b="b"/>
              <a:pathLst>
                <a:path w="7665" h="3123" extrusionOk="0">
                  <a:moveTo>
                    <a:pt x="3541" y="329"/>
                  </a:moveTo>
                  <a:lnTo>
                    <a:pt x="3900" y="344"/>
                  </a:lnTo>
                  <a:lnTo>
                    <a:pt x="4244" y="374"/>
                  </a:lnTo>
                  <a:lnTo>
                    <a:pt x="4602" y="404"/>
                  </a:lnTo>
                  <a:lnTo>
                    <a:pt x="4931" y="448"/>
                  </a:lnTo>
                  <a:lnTo>
                    <a:pt x="5259" y="508"/>
                  </a:lnTo>
                  <a:lnTo>
                    <a:pt x="5573" y="583"/>
                  </a:lnTo>
                  <a:lnTo>
                    <a:pt x="5872" y="672"/>
                  </a:lnTo>
                  <a:lnTo>
                    <a:pt x="6141" y="762"/>
                  </a:lnTo>
                  <a:lnTo>
                    <a:pt x="6395" y="867"/>
                  </a:lnTo>
                  <a:lnTo>
                    <a:pt x="6619" y="971"/>
                  </a:lnTo>
                  <a:lnTo>
                    <a:pt x="6798" y="1076"/>
                  </a:lnTo>
                  <a:lnTo>
                    <a:pt x="6963" y="1180"/>
                  </a:lnTo>
                  <a:lnTo>
                    <a:pt x="7097" y="1285"/>
                  </a:lnTo>
                  <a:lnTo>
                    <a:pt x="7202" y="1404"/>
                  </a:lnTo>
                  <a:lnTo>
                    <a:pt x="7261" y="1509"/>
                  </a:lnTo>
                  <a:lnTo>
                    <a:pt x="7306" y="1629"/>
                  </a:lnTo>
                  <a:lnTo>
                    <a:pt x="7321" y="1733"/>
                  </a:lnTo>
                  <a:lnTo>
                    <a:pt x="7306" y="1838"/>
                  </a:lnTo>
                  <a:lnTo>
                    <a:pt x="7246" y="1942"/>
                  </a:lnTo>
                  <a:lnTo>
                    <a:pt x="7157" y="2047"/>
                  </a:lnTo>
                  <a:lnTo>
                    <a:pt x="7052" y="2151"/>
                  </a:lnTo>
                  <a:lnTo>
                    <a:pt x="6903" y="2241"/>
                  </a:lnTo>
                  <a:lnTo>
                    <a:pt x="6739" y="2346"/>
                  </a:lnTo>
                  <a:lnTo>
                    <a:pt x="6544" y="2420"/>
                  </a:lnTo>
                  <a:lnTo>
                    <a:pt x="6320" y="2510"/>
                  </a:lnTo>
                  <a:lnTo>
                    <a:pt x="6051" y="2585"/>
                  </a:lnTo>
                  <a:lnTo>
                    <a:pt x="5767" y="2644"/>
                  </a:lnTo>
                  <a:lnTo>
                    <a:pt x="5469" y="2704"/>
                  </a:lnTo>
                  <a:lnTo>
                    <a:pt x="5140" y="2734"/>
                  </a:lnTo>
                  <a:lnTo>
                    <a:pt x="4811" y="2764"/>
                  </a:lnTo>
                  <a:lnTo>
                    <a:pt x="4483" y="2779"/>
                  </a:lnTo>
                  <a:lnTo>
                    <a:pt x="4124" y="2779"/>
                  </a:lnTo>
                  <a:lnTo>
                    <a:pt x="3766" y="2764"/>
                  </a:lnTo>
                  <a:lnTo>
                    <a:pt x="3392" y="2749"/>
                  </a:lnTo>
                  <a:lnTo>
                    <a:pt x="3033" y="2704"/>
                  </a:lnTo>
                  <a:lnTo>
                    <a:pt x="2690" y="2659"/>
                  </a:lnTo>
                  <a:lnTo>
                    <a:pt x="2361" y="2585"/>
                  </a:lnTo>
                  <a:lnTo>
                    <a:pt x="2062" y="2525"/>
                  </a:lnTo>
                  <a:lnTo>
                    <a:pt x="1779" y="2435"/>
                  </a:lnTo>
                  <a:lnTo>
                    <a:pt x="1510" y="2346"/>
                  </a:lnTo>
                  <a:lnTo>
                    <a:pt x="1271" y="2256"/>
                  </a:lnTo>
                  <a:lnTo>
                    <a:pt x="1061" y="2151"/>
                  </a:lnTo>
                  <a:lnTo>
                    <a:pt x="867" y="2047"/>
                  </a:lnTo>
                  <a:lnTo>
                    <a:pt x="718" y="1942"/>
                  </a:lnTo>
                  <a:lnTo>
                    <a:pt x="583" y="1823"/>
                  </a:lnTo>
                  <a:lnTo>
                    <a:pt x="479" y="1718"/>
                  </a:lnTo>
                  <a:lnTo>
                    <a:pt x="404" y="1599"/>
                  </a:lnTo>
                  <a:lnTo>
                    <a:pt x="359" y="1494"/>
                  </a:lnTo>
                  <a:lnTo>
                    <a:pt x="344" y="1375"/>
                  </a:lnTo>
                  <a:lnTo>
                    <a:pt x="359" y="1285"/>
                  </a:lnTo>
                  <a:lnTo>
                    <a:pt x="404" y="1210"/>
                  </a:lnTo>
                  <a:lnTo>
                    <a:pt x="464" y="1121"/>
                  </a:lnTo>
                  <a:lnTo>
                    <a:pt x="539" y="1031"/>
                  </a:lnTo>
                  <a:lnTo>
                    <a:pt x="628" y="956"/>
                  </a:lnTo>
                  <a:lnTo>
                    <a:pt x="748" y="867"/>
                  </a:lnTo>
                  <a:lnTo>
                    <a:pt x="897" y="792"/>
                  </a:lnTo>
                  <a:lnTo>
                    <a:pt x="1047" y="717"/>
                  </a:lnTo>
                  <a:lnTo>
                    <a:pt x="1345" y="613"/>
                  </a:lnTo>
                  <a:lnTo>
                    <a:pt x="1614" y="538"/>
                  </a:lnTo>
                  <a:lnTo>
                    <a:pt x="1898" y="463"/>
                  </a:lnTo>
                  <a:lnTo>
                    <a:pt x="2197" y="418"/>
                  </a:lnTo>
                  <a:lnTo>
                    <a:pt x="2526" y="374"/>
                  </a:lnTo>
                  <a:lnTo>
                    <a:pt x="2854" y="344"/>
                  </a:lnTo>
                  <a:lnTo>
                    <a:pt x="3183" y="329"/>
                  </a:lnTo>
                  <a:close/>
                  <a:moveTo>
                    <a:pt x="3168" y="0"/>
                  </a:moveTo>
                  <a:lnTo>
                    <a:pt x="2824" y="15"/>
                  </a:lnTo>
                  <a:lnTo>
                    <a:pt x="2481" y="45"/>
                  </a:lnTo>
                  <a:lnTo>
                    <a:pt x="2137" y="90"/>
                  </a:lnTo>
                  <a:lnTo>
                    <a:pt x="1823" y="135"/>
                  </a:lnTo>
                  <a:lnTo>
                    <a:pt x="1525" y="209"/>
                  </a:lnTo>
                  <a:lnTo>
                    <a:pt x="1241" y="284"/>
                  </a:lnTo>
                  <a:lnTo>
                    <a:pt x="972" y="389"/>
                  </a:lnTo>
                  <a:lnTo>
                    <a:pt x="733" y="493"/>
                  </a:lnTo>
                  <a:lnTo>
                    <a:pt x="524" y="628"/>
                  </a:lnTo>
                  <a:lnTo>
                    <a:pt x="344" y="747"/>
                  </a:lnTo>
                  <a:lnTo>
                    <a:pt x="210" y="897"/>
                  </a:lnTo>
                  <a:lnTo>
                    <a:pt x="105" y="1046"/>
                  </a:lnTo>
                  <a:lnTo>
                    <a:pt x="61" y="1121"/>
                  </a:lnTo>
                  <a:lnTo>
                    <a:pt x="31" y="1195"/>
                  </a:lnTo>
                  <a:lnTo>
                    <a:pt x="16" y="1285"/>
                  </a:lnTo>
                  <a:lnTo>
                    <a:pt x="1" y="1360"/>
                  </a:lnTo>
                  <a:lnTo>
                    <a:pt x="1" y="1449"/>
                  </a:lnTo>
                  <a:lnTo>
                    <a:pt x="16" y="1524"/>
                  </a:lnTo>
                  <a:lnTo>
                    <a:pt x="46" y="1614"/>
                  </a:lnTo>
                  <a:lnTo>
                    <a:pt x="75" y="1688"/>
                  </a:lnTo>
                  <a:lnTo>
                    <a:pt x="150" y="1853"/>
                  </a:lnTo>
                  <a:lnTo>
                    <a:pt x="285" y="2002"/>
                  </a:lnTo>
                  <a:lnTo>
                    <a:pt x="434" y="2151"/>
                  </a:lnTo>
                  <a:lnTo>
                    <a:pt x="643" y="2301"/>
                  </a:lnTo>
                  <a:lnTo>
                    <a:pt x="867" y="2435"/>
                  </a:lnTo>
                  <a:lnTo>
                    <a:pt x="1136" y="2555"/>
                  </a:lnTo>
                  <a:lnTo>
                    <a:pt x="1405" y="2674"/>
                  </a:lnTo>
                  <a:lnTo>
                    <a:pt x="1689" y="2764"/>
                  </a:lnTo>
                  <a:lnTo>
                    <a:pt x="2003" y="2854"/>
                  </a:lnTo>
                  <a:lnTo>
                    <a:pt x="2331" y="2928"/>
                  </a:lnTo>
                  <a:lnTo>
                    <a:pt x="2675" y="2988"/>
                  </a:lnTo>
                  <a:lnTo>
                    <a:pt x="3019" y="3048"/>
                  </a:lnTo>
                  <a:lnTo>
                    <a:pt x="3392" y="3078"/>
                  </a:lnTo>
                  <a:lnTo>
                    <a:pt x="3751" y="3108"/>
                  </a:lnTo>
                  <a:lnTo>
                    <a:pt x="4124" y="3123"/>
                  </a:lnTo>
                  <a:lnTo>
                    <a:pt x="4498" y="3123"/>
                  </a:lnTo>
                  <a:lnTo>
                    <a:pt x="4841" y="3108"/>
                  </a:lnTo>
                  <a:lnTo>
                    <a:pt x="5185" y="3078"/>
                  </a:lnTo>
                  <a:lnTo>
                    <a:pt x="5528" y="3033"/>
                  </a:lnTo>
                  <a:lnTo>
                    <a:pt x="5842" y="2973"/>
                  </a:lnTo>
                  <a:lnTo>
                    <a:pt x="6141" y="2913"/>
                  </a:lnTo>
                  <a:lnTo>
                    <a:pt x="6425" y="2824"/>
                  </a:lnTo>
                  <a:lnTo>
                    <a:pt x="6739" y="2704"/>
                  </a:lnTo>
                  <a:lnTo>
                    <a:pt x="6948" y="2615"/>
                  </a:lnTo>
                  <a:lnTo>
                    <a:pt x="7127" y="2510"/>
                  </a:lnTo>
                  <a:lnTo>
                    <a:pt x="7276" y="2391"/>
                  </a:lnTo>
                  <a:lnTo>
                    <a:pt x="7411" y="2271"/>
                  </a:lnTo>
                  <a:lnTo>
                    <a:pt x="7515" y="2151"/>
                  </a:lnTo>
                  <a:lnTo>
                    <a:pt x="7590" y="2017"/>
                  </a:lnTo>
                  <a:lnTo>
                    <a:pt x="7635" y="1883"/>
                  </a:lnTo>
                  <a:lnTo>
                    <a:pt x="7665" y="1748"/>
                  </a:lnTo>
                  <a:lnTo>
                    <a:pt x="7665" y="1658"/>
                  </a:lnTo>
                  <a:lnTo>
                    <a:pt x="7650" y="1584"/>
                  </a:lnTo>
                  <a:lnTo>
                    <a:pt x="7620" y="1494"/>
                  </a:lnTo>
                  <a:lnTo>
                    <a:pt x="7605" y="1419"/>
                  </a:lnTo>
                  <a:lnTo>
                    <a:pt x="7515" y="1255"/>
                  </a:lnTo>
                  <a:lnTo>
                    <a:pt x="7381" y="1106"/>
                  </a:lnTo>
                  <a:lnTo>
                    <a:pt x="7232" y="956"/>
                  </a:lnTo>
                  <a:lnTo>
                    <a:pt x="7022" y="822"/>
                  </a:lnTo>
                  <a:lnTo>
                    <a:pt x="6798" y="687"/>
                  </a:lnTo>
                  <a:lnTo>
                    <a:pt x="6529" y="553"/>
                  </a:lnTo>
                  <a:lnTo>
                    <a:pt x="6260" y="448"/>
                  </a:lnTo>
                  <a:lnTo>
                    <a:pt x="5977" y="344"/>
                  </a:lnTo>
                  <a:lnTo>
                    <a:pt x="5663" y="254"/>
                  </a:lnTo>
                  <a:lnTo>
                    <a:pt x="5334" y="179"/>
                  </a:lnTo>
                  <a:lnTo>
                    <a:pt x="4991" y="120"/>
                  </a:lnTo>
                  <a:lnTo>
                    <a:pt x="4647" y="75"/>
                  </a:lnTo>
                  <a:lnTo>
                    <a:pt x="4288" y="30"/>
                  </a:lnTo>
                  <a:lnTo>
                    <a:pt x="39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33"/>
            <p:cNvSpPr/>
            <p:nvPr/>
          </p:nvSpPr>
          <p:spPr>
            <a:xfrm>
              <a:off x="4917182" y="1473064"/>
              <a:ext cx="46393" cy="45981"/>
            </a:xfrm>
            <a:custGeom>
              <a:avLst/>
              <a:gdLst/>
              <a:ahLst/>
              <a:cxnLst/>
              <a:rect l="l" t="t" r="r" b="b"/>
              <a:pathLst>
                <a:path w="1689" h="1674" extrusionOk="0">
                  <a:moveTo>
                    <a:pt x="837" y="0"/>
                  </a:moveTo>
                  <a:lnTo>
                    <a:pt x="673" y="15"/>
                  </a:lnTo>
                  <a:lnTo>
                    <a:pt x="509" y="60"/>
                  </a:lnTo>
                  <a:lnTo>
                    <a:pt x="374" y="150"/>
                  </a:lnTo>
                  <a:lnTo>
                    <a:pt x="240" y="254"/>
                  </a:lnTo>
                  <a:lnTo>
                    <a:pt x="135" y="389"/>
                  </a:lnTo>
                  <a:lnTo>
                    <a:pt x="60" y="523"/>
                  </a:lnTo>
                  <a:lnTo>
                    <a:pt x="16" y="687"/>
                  </a:lnTo>
                  <a:lnTo>
                    <a:pt x="1" y="837"/>
                  </a:lnTo>
                  <a:lnTo>
                    <a:pt x="16" y="1001"/>
                  </a:lnTo>
                  <a:lnTo>
                    <a:pt x="75" y="1166"/>
                  </a:lnTo>
                  <a:lnTo>
                    <a:pt x="150" y="1315"/>
                  </a:lnTo>
                  <a:lnTo>
                    <a:pt x="255" y="1449"/>
                  </a:lnTo>
                  <a:lnTo>
                    <a:pt x="389" y="1539"/>
                  </a:lnTo>
                  <a:lnTo>
                    <a:pt x="539" y="1614"/>
                  </a:lnTo>
                  <a:lnTo>
                    <a:pt x="688" y="1659"/>
                  </a:lnTo>
                  <a:lnTo>
                    <a:pt x="852" y="1674"/>
                  </a:lnTo>
                  <a:lnTo>
                    <a:pt x="1017" y="1659"/>
                  </a:lnTo>
                  <a:lnTo>
                    <a:pt x="1181" y="1614"/>
                  </a:lnTo>
                  <a:lnTo>
                    <a:pt x="1330" y="1524"/>
                  </a:lnTo>
                  <a:lnTo>
                    <a:pt x="1450" y="1420"/>
                  </a:lnTo>
                  <a:lnTo>
                    <a:pt x="1554" y="1300"/>
                  </a:lnTo>
                  <a:lnTo>
                    <a:pt x="1629" y="1151"/>
                  </a:lnTo>
                  <a:lnTo>
                    <a:pt x="1674" y="1001"/>
                  </a:lnTo>
                  <a:lnTo>
                    <a:pt x="1689" y="837"/>
                  </a:lnTo>
                  <a:lnTo>
                    <a:pt x="1674" y="673"/>
                  </a:lnTo>
                  <a:lnTo>
                    <a:pt x="1614" y="508"/>
                  </a:lnTo>
                  <a:lnTo>
                    <a:pt x="1539" y="359"/>
                  </a:lnTo>
                  <a:lnTo>
                    <a:pt x="1435" y="239"/>
                  </a:lnTo>
                  <a:lnTo>
                    <a:pt x="1300" y="135"/>
                  </a:lnTo>
                  <a:lnTo>
                    <a:pt x="1166" y="60"/>
                  </a:lnTo>
                  <a:lnTo>
                    <a:pt x="1002" y="15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33"/>
            <p:cNvSpPr/>
            <p:nvPr/>
          </p:nvSpPr>
          <p:spPr>
            <a:xfrm>
              <a:off x="4873703" y="1407804"/>
              <a:ext cx="27110" cy="27110"/>
            </a:xfrm>
            <a:custGeom>
              <a:avLst/>
              <a:gdLst/>
              <a:ahLst/>
              <a:cxnLst/>
              <a:rect l="l" t="t" r="r" b="b"/>
              <a:pathLst>
                <a:path w="987" h="987" extrusionOk="0">
                  <a:moveTo>
                    <a:pt x="403" y="1"/>
                  </a:moveTo>
                  <a:lnTo>
                    <a:pt x="299" y="31"/>
                  </a:lnTo>
                  <a:lnTo>
                    <a:pt x="209" y="76"/>
                  </a:lnTo>
                  <a:lnTo>
                    <a:pt x="135" y="150"/>
                  </a:lnTo>
                  <a:lnTo>
                    <a:pt x="75" y="225"/>
                  </a:lnTo>
                  <a:lnTo>
                    <a:pt x="45" y="300"/>
                  </a:lnTo>
                  <a:lnTo>
                    <a:pt x="15" y="389"/>
                  </a:lnTo>
                  <a:lnTo>
                    <a:pt x="0" y="494"/>
                  </a:lnTo>
                  <a:lnTo>
                    <a:pt x="15" y="584"/>
                  </a:lnTo>
                  <a:lnTo>
                    <a:pt x="45" y="688"/>
                  </a:lnTo>
                  <a:lnTo>
                    <a:pt x="90" y="763"/>
                  </a:lnTo>
                  <a:lnTo>
                    <a:pt x="149" y="838"/>
                  </a:lnTo>
                  <a:lnTo>
                    <a:pt x="224" y="897"/>
                  </a:lnTo>
                  <a:lnTo>
                    <a:pt x="314" y="942"/>
                  </a:lnTo>
                  <a:lnTo>
                    <a:pt x="403" y="972"/>
                  </a:lnTo>
                  <a:lnTo>
                    <a:pt x="493" y="987"/>
                  </a:lnTo>
                  <a:lnTo>
                    <a:pt x="598" y="972"/>
                  </a:lnTo>
                  <a:lnTo>
                    <a:pt x="687" y="942"/>
                  </a:lnTo>
                  <a:lnTo>
                    <a:pt x="777" y="897"/>
                  </a:lnTo>
                  <a:lnTo>
                    <a:pt x="852" y="838"/>
                  </a:lnTo>
                  <a:lnTo>
                    <a:pt x="911" y="763"/>
                  </a:lnTo>
                  <a:lnTo>
                    <a:pt x="956" y="673"/>
                  </a:lnTo>
                  <a:lnTo>
                    <a:pt x="986" y="584"/>
                  </a:lnTo>
                  <a:lnTo>
                    <a:pt x="986" y="494"/>
                  </a:lnTo>
                  <a:lnTo>
                    <a:pt x="986" y="389"/>
                  </a:lnTo>
                  <a:lnTo>
                    <a:pt x="956" y="300"/>
                  </a:lnTo>
                  <a:lnTo>
                    <a:pt x="896" y="210"/>
                  </a:lnTo>
                  <a:lnTo>
                    <a:pt x="837" y="135"/>
                  </a:lnTo>
                  <a:lnTo>
                    <a:pt x="762" y="76"/>
                  </a:lnTo>
                  <a:lnTo>
                    <a:pt x="687" y="31"/>
                  </a:lnTo>
                  <a:lnTo>
                    <a:pt x="58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33"/>
            <p:cNvSpPr/>
            <p:nvPr/>
          </p:nvSpPr>
          <p:spPr>
            <a:xfrm>
              <a:off x="5020182" y="1474300"/>
              <a:ext cx="27110" cy="27110"/>
            </a:xfrm>
            <a:custGeom>
              <a:avLst/>
              <a:gdLst/>
              <a:ahLst/>
              <a:cxnLst/>
              <a:rect l="l" t="t" r="r" b="b"/>
              <a:pathLst>
                <a:path w="987" h="987" extrusionOk="0">
                  <a:moveTo>
                    <a:pt x="389" y="0"/>
                  </a:moveTo>
                  <a:lnTo>
                    <a:pt x="299" y="30"/>
                  </a:lnTo>
                  <a:lnTo>
                    <a:pt x="210" y="75"/>
                  </a:lnTo>
                  <a:lnTo>
                    <a:pt x="135" y="149"/>
                  </a:lnTo>
                  <a:lnTo>
                    <a:pt x="75" y="224"/>
                  </a:lnTo>
                  <a:lnTo>
                    <a:pt x="30" y="299"/>
                  </a:lnTo>
                  <a:lnTo>
                    <a:pt x="1" y="389"/>
                  </a:lnTo>
                  <a:lnTo>
                    <a:pt x="1" y="493"/>
                  </a:lnTo>
                  <a:lnTo>
                    <a:pt x="1" y="583"/>
                  </a:lnTo>
                  <a:lnTo>
                    <a:pt x="30" y="687"/>
                  </a:lnTo>
                  <a:lnTo>
                    <a:pt x="90" y="762"/>
                  </a:lnTo>
                  <a:lnTo>
                    <a:pt x="150" y="837"/>
                  </a:lnTo>
                  <a:lnTo>
                    <a:pt x="225" y="896"/>
                  </a:lnTo>
                  <a:lnTo>
                    <a:pt x="314" y="941"/>
                  </a:lnTo>
                  <a:lnTo>
                    <a:pt x="404" y="971"/>
                  </a:lnTo>
                  <a:lnTo>
                    <a:pt x="494" y="986"/>
                  </a:lnTo>
                  <a:lnTo>
                    <a:pt x="583" y="971"/>
                  </a:lnTo>
                  <a:lnTo>
                    <a:pt x="688" y="941"/>
                  </a:lnTo>
                  <a:lnTo>
                    <a:pt x="777" y="896"/>
                  </a:lnTo>
                  <a:lnTo>
                    <a:pt x="852" y="837"/>
                  </a:lnTo>
                  <a:lnTo>
                    <a:pt x="912" y="762"/>
                  </a:lnTo>
                  <a:lnTo>
                    <a:pt x="942" y="672"/>
                  </a:lnTo>
                  <a:lnTo>
                    <a:pt x="972" y="583"/>
                  </a:lnTo>
                  <a:lnTo>
                    <a:pt x="987" y="478"/>
                  </a:lnTo>
                  <a:lnTo>
                    <a:pt x="972" y="389"/>
                  </a:lnTo>
                  <a:lnTo>
                    <a:pt x="942" y="299"/>
                  </a:lnTo>
                  <a:lnTo>
                    <a:pt x="897" y="209"/>
                  </a:lnTo>
                  <a:lnTo>
                    <a:pt x="837" y="135"/>
                  </a:lnTo>
                  <a:lnTo>
                    <a:pt x="762" y="75"/>
                  </a:lnTo>
                  <a:lnTo>
                    <a:pt x="673" y="30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33"/>
            <p:cNvSpPr/>
            <p:nvPr/>
          </p:nvSpPr>
          <p:spPr>
            <a:xfrm>
              <a:off x="4857690" y="1526816"/>
              <a:ext cx="27110" cy="27110"/>
            </a:xfrm>
            <a:custGeom>
              <a:avLst/>
              <a:gdLst/>
              <a:ahLst/>
              <a:cxnLst/>
              <a:rect l="l" t="t" r="r" b="b"/>
              <a:pathLst>
                <a:path w="987" h="987" extrusionOk="0">
                  <a:moveTo>
                    <a:pt x="493" y="0"/>
                  </a:moveTo>
                  <a:lnTo>
                    <a:pt x="404" y="15"/>
                  </a:lnTo>
                  <a:lnTo>
                    <a:pt x="299" y="45"/>
                  </a:lnTo>
                  <a:lnTo>
                    <a:pt x="210" y="90"/>
                  </a:lnTo>
                  <a:lnTo>
                    <a:pt x="135" y="150"/>
                  </a:lnTo>
                  <a:lnTo>
                    <a:pt x="75" y="224"/>
                  </a:lnTo>
                  <a:lnTo>
                    <a:pt x="30" y="314"/>
                  </a:lnTo>
                  <a:lnTo>
                    <a:pt x="15" y="404"/>
                  </a:lnTo>
                  <a:lnTo>
                    <a:pt x="0" y="493"/>
                  </a:lnTo>
                  <a:lnTo>
                    <a:pt x="15" y="583"/>
                  </a:lnTo>
                  <a:lnTo>
                    <a:pt x="45" y="688"/>
                  </a:lnTo>
                  <a:lnTo>
                    <a:pt x="90" y="777"/>
                  </a:lnTo>
                  <a:lnTo>
                    <a:pt x="150" y="852"/>
                  </a:lnTo>
                  <a:lnTo>
                    <a:pt x="225" y="912"/>
                  </a:lnTo>
                  <a:lnTo>
                    <a:pt x="314" y="956"/>
                  </a:lnTo>
                  <a:lnTo>
                    <a:pt x="404" y="971"/>
                  </a:lnTo>
                  <a:lnTo>
                    <a:pt x="493" y="986"/>
                  </a:lnTo>
                  <a:lnTo>
                    <a:pt x="598" y="971"/>
                  </a:lnTo>
                  <a:lnTo>
                    <a:pt x="688" y="942"/>
                  </a:lnTo>
                  <a:lnTo>
                    <a:pt x="777" y="897"/>
                  </a:lnTo>
                  <a:lnTo>
                    <a:pt x="852" y="837"/>
                  </a:lnTo>
                  <a:lnTo>
                    <a:pt x="912" y="762"/>
                  </a:lnTo>
                  <a:lnTo>
                    <a:pt x="957" y="673"/>
                  </a:lnTo>
                  <a:lnTo>
                    <a:pt x="986" y="583"/>
                  </a:lnTo>
                  <a:lnTo>
                    <a:pt x="986" y="493"/>
                  </a:lnTo>
                  <a:lnTo>
                    <a:pt x="972" y="389"/>
                  </a:lnTo>
                  <a:lnTo>
                    <a:pt x="942" y="299"/>
                  </a:lnTo>
                  <a:lnTo>
                    <a:pt x="897" y="210"/>
                  </a:lnTo>
                  <a:lnTo>
                    <a:pt x="837" y="135"/>
                  </a:lnTo>
                  <a:lnTo>
                    <a:pt x="762" y="75"/>
                  </a:lnTo>
                  <a:lnTo>
                    <a:pt x="673" y="30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33"/>
            <p:cNvSpPr/>
            <p:nvPr/>
          </p:nvSpPr>
          <p:spPr>
            <a:xfrm>
              <a:off x="3358312" y="1540769"/>
              <a:ext cx="280690" cy="280690"/>
            </a:xfrm>
            <a:custGeom>
              <a:avLst/>
              <a:gdLst/>
              <a:ahLst/>
              <a:cxnLst/>
              <a:rect l="l" t="t" r="r" b="b"/>
              <a:pathLst>
                <a:path w="10219" h="10219" extrusionOk="0">
                  <a:moveTo>
                    <a:pt x="194" y="0"/>
                  </a:moveTo>
                  <a:lnTo>
                    <a:pt x="149" y="15"/>
                  </a:lnTo>
                  <a:lnTo>
                    <a:pt x="105" y="45"/>
                  </a:lnTo>
                  <a:lnTo>
                    <a:pt x="60" y="75"/>
                  </a:lnTo>
                  <a:lnTo>
                    <a:pt x="30" y="105"/>
                  </a:lnTo>
                  <a:lnTo>
                    <a:pt x="15" y="150"/>
                  </a:lnTo>
                  <a:lnTo>
                    <a:pt x="0" y="195"/>
                  </a:lnTo>
                  <a:lnTo>
                    <a:pt x="0" y="239"/>
                  </a:lnTo>
                  <a:lnTo>
                    <a:pt x="0" y="284"/>
                  </a:lnTo>
                  <a:lnTo>
                    <a:pt x="15" y="329"/>
                  </a:lnTo>
                  <a:lnTo>
                    <a:pt x="30" y="374"/>
                  </a:lnTo>
                  <a:lnTo>
                    <a:pt x="60" y="419"/>
                  </a:lnTo>
                  <a:lnTo>
                    <a:pt x="9800" y="10159"/>
                  </a:lnTo>
                  <a:lnTo>
                    <a:pt x="9845" y="10189"/>
                  </a:lnTo>
                  <a:lnTo>
                    <a:pt x="9890" y="10204"/>
                  </a:lnTo>
                  <a:lnTo>
                    <a:pt x="9935" y="10219"/>
                  </a:lnTo>
                  <a:lnTo>
                    <a:pt x="10025" y="10219"/>
                  </a:lnTo>
                  <a:lnTo>
                    <a:pt x="10069" y="10204"/>
                  </a:lnTo>
                  <a:lnTo>
                    <a:pt x="10114" y="10189"/>
                  </a:lnTo>
                  <a:lnTo>
                    <a:pt x="10144" y="10159"/>
                  </a:lnTo>
                  <a:lnTo>
                    <a:pt x="10174" y="10114"/>
                  </a:lnTo>
                  <a:lnTo>
                    <a:pt x="10204" y="10070"/>
                  </a:lnTo>
                  <a:lnTo>
                    <a:pt x="10219" y="10025"/>
                  </a:lnTo>
                  <a:lnTo>
                    <a:pt x="10219" y="9980"/>
                  </a:lnTo>
                  <a:lnTo>
                    <a:pt x="10219" y="9935"/>
                  </a:lnTo>
                  <a:lnTo>
                    <a:pt x="10204" y="9890"/>
                  </a:lnTo>
                  <a:lnTo>
                    <a:pt x="10174" y="9860"/>
                  </a:lnTo>
                  <a:lnTo>
                    <a:pt x="10144" y="9816"/>
                  </a:lnTo>
                  <a:lnTo>
                    <a:pt x="403" y="75"/>
                  </a:lnTo>
                  <a:lnTo>
                    <a:pt x="374" y="45"/>
                  </a:lnTo>
                  <a:lnTo>
                    <a:pt x="329" y="15"/>
                  </a:lnTo>
                  <a:lnTo>
                    <a:pt x="28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33"/>
            <p:cNvSpPr/>
            <p:nvPr/>
          </p:nvSpPr>
          <p:spPr>
            <a:xfrm>
              <a:off x="3492074" y="1672060"/>
              <a:ext cx="51721" cy="51749"/>
            </a:xfrm>
            <a:custGeom>
              <a:avLst/>
              <a:gdLst/>
              <a:ahLst/>
              <a:cxnLst/>
              <a:rect l="l" t="t" r="r" b="b"/>
              <a:pathLst>
                <a:path w="1883" h="1884" extrusionOk="0">
                  <a:moveTo>
                    <a:pt x="837" y="1"/>
                  </a:moveTo>
                  <a:lnTo>
                    <a:pt x="747" y="16"/>
                  </a:lnTo>
                  <a:lnTo>
                    <a:pt x="658" y="46"/>
                  </a:lnTo>
                  <a:lnTo>
                    <a:pt x="568" y="76"/>
                  </a:lnTo>
                  <a:lnTo>
                    <a:pt x="419" y="165"/>
                  </a:lnTo>
                  <a:lnTo>
                    <a:pt x="269" y="285"/>
                  </a:lnTo>
                  <a:lnTo>
                    <a:pt x="165" y="419"/>
                  </a:lnTo>
                  <a:lnTo>
                    <a:pt x="75" y="569"/>
                  </a:lnTo>
                  <a:lnTo>
                    <a:pt x="45" y="658"/>
                  </a:lnTo>
                  <a:lnTo>
                    <a:pt x="15" y="748"/>
                  </a:lnTo>
                  <a:lnTo>
                    <a:pt x="0" y="838"/>
                  </a:lnTo>
                  <a:lnTo>
                    <a:pt x="0" y="942"/>
                  </a:lnTo>
                  <a:lnTo>
                    <a:pt x="0" y="1032"/>
                  </a:lnTo>
                  <a:lnTo>
                    <a:pt x="15" y="1136"/>
                  </a:lnTo>
                  <a:lnTo>
                    <a:pt x="45" y="1226"/>
                  </a:lnTo>
                  <a:lnTo>
                    <a:pt x="75" y="1301"/>
                  </a:lnTo>
                  <a:lnTo>
                    <a:pt x="165" y="1465"/>
                  </a:lnTo>
                  <a:lnTo>
                    <a:pt x="269" y="1599"/>
                  </a:lnTo>
                  <a:lnTo>
                    <a:pt x="419" y="1719"/>
                  </a:lnTo>
                  <a:lnTo>
                    <a:pt x="568" y="1809"/>
                  </a:lnTo>
                  <a:lnTo>
                    <a:pt x="658" y="1839"/>
                  </a:lnTo>
                  <a:lnTo>
                    <a:pt x="747" y="1853"/>
                  </a:lnTo>
                  <a:lnTo>
                    <a:pt x="837" y="1868"/>
                  </a:lnTo>
                  <a:lnTo>
                    <a:pt x="942" y="1883"/>
                  </a:lnTo>
                  <a:lnTo>
                    <a:pt x="1031" y="1868"/>
                  </a:lnTo>
                  <a:lnTo>
                    <a:pt x="1121" y="1853"/>
                  </a:lnTo>
                  <a:lnTo>
                    <a:pt x="1210" y="1839"/>
                  </a:lnTo>
                  <a:lnTo>
                    <a:pt x="1300" y="1809"/>
                  </a:lnTo>
                  <a:lnTo>
                    <a:pt x="1464" y="1719"/>
                  </a:lnTo>
                  <a:lnTo>
                    <a:pt x="1599" y="1599"/>
                  </a:lnTo>
                  <a:lnTo>
                    <a:pt x="1718" y="1465"/>
                  </a:lnTo>
                  <a:lnTo>
                    <a:pt x="1808" y="1301"/>
                  </a:lnTo>
                  <a:lnTo>
                    <a:pt x="1838" y="1226"/>
                  </a:lnTo>
                  <a:lnTo>
                    <a:pt x="1853" y="1136"/>
                  </a:lnTo>
                  <a:lnTo>
                    <a:pt x="1868" y="1032"/>
                  </a:lnTo>
                  <a:lnTo>
                    <a:pt x="1883" y="942"/>
                  </a:lnTo>
                  <a:lnTo>
                    <a:pt x="1868" y="838"/>
                  </a:lnTo>
                  <a:lnTo>
                    <a:pt x="1853" y="748"/>
                  </a:lnTo>
                  <a:lnTo>
                    <a:pt x="1838" y="658"/>
                  </a:lnTo>
                  <a:lnTo>
                    <a:pt x="1808" y="569"/>
                  </a:lnTo>
                  <a:lnTo>
                    <a:pt x="1718" y="419"/>
                  </a:lnTo>
                  <a:lnTo>
                    <a:pt x="1599" y="285"/>
                  </a:lnTo>
                  <a:lnTo>
                    <a:pt x="1464" y="165"/>
                  </a:lnTo>
                  <a:lnTo>
                    <a:pt x="1300" y="76"/>
                  </a:lnTo>
                  <a:lnTo>
                    <a:pt x="1210" y="46"/>
                  </a:lnTo>
                  <a:lnTo>
                    <a:pt x="1121" y="16"/>
                  </a:lnTo>
                  <a:lnTo>
                    <a:pt x="10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33"/>
            <p:cNvSpPr/>
            <p:nvPr/>
          </p:nvSpPr>
          <p:spPr>
            <a:xfrm>
              <a:off x="3161760" y="1332326"/>
              <a:ext cx="311481" cy="311481"/>
            </a:xfrm>
            <a:custGeom>
              <a:avLst/>
              <a:gdLst/>
              <a:ahLst/>
              <a:cxnLst/>
              <a:rect l="l" t="t" r="r" b="b"/>
              <a:pathLst>
                <a:path w="11340" h="11340" extrusionOk="0">
                  <a:moveTo>
                    <a:pt x="5378" y="0"/>
                  </a:moveTo>
                  <a:lnTo>
                    <a:pt x="5094" y="30"/>
                  </a:lnTo>
                  <a:lnTo>
                    <a:pt x="4811" y="60"/>
                  </a:lnTo>
                  <a:lnTo>
                    <a:pt x="4527" y="105"/>
                  </a:lnTo>
                  <a:lnTo>
                    <a:pt x="4258" y="179"/>
                  </a:lnTo>
                  <a:lnTo>
                    <a:pt x="3989" y="254"/>
                  </a:lnTo>
                  <a:lnTo>
                    <a:pt x="3720" y="344"/>
                  </a:lnTo>
                  <a:lnTo>
                    <a:pt x="3466" y="433"/>
                  </a:lnTo>
                  <a:lnTo>
                    <a:pt x="3212" y="553"/>
                  </a:lnTo>
                  <a:lnTo>
                    <a:pt x="2973" y="672"/>
                  </a:lnTo>
                  <a:lnTo>
                    <a:pt x="2734" y="822"/>
                  </a:lnTo>
                  <a:lnTo>
                    <a:pt x="2495" y="956"/>
                  </a:lnTo>
                  <a:lnTo>
                    <a:pt x="2271" y="1120"/>
                  </a:lnTo>
                  <a:lnTo>
                    <a:pt x="2062" y="1285"/>
                  </a:lnTo>
                  <a:lnTo>
                    <a:pt x="1853" y="1464"/>
                  </a:lnTo>
                  <a:lnTo>
                    <a:pt x="1658" y="1658"/>
                  </a:lnTo>
                  <a:lnTo>
                    <a:pt x="1464" y="1853"/>
                  </a:lnTo>
                  <a:lnTo>
                    <a:pt x="1300" y="2062"/>
                  </a:lnTo>
                  <a:lnTo>
                    <a:pt x="1120" y="2271"/>
                  </a:lnTo>
                  <a:lnTo>
                    <a:pt x="971" y="2495"/>
                  </a:lnTo>
                  <a:lnTo>
                    <a:pt x="822" y="2719"/>
                  </a:lnTo>
                  <a:lnTo>
                    <a:pt x="687" y="2958"/>
                  </a:lnTo>
                  <a:lnTo>
                    <a:pt x="553" y="3212"/>
                  </a:lnTo>
                  <a:lnTo>
                    <a:pt x="448" y="3466"/>
                  </a:lnTo>
                  <a:lnTo>
                    <a:pt x="344" y="3720"/>
                  </a:lnTo>
                  <a:lnTo>
                    <a:pt x="254" y="3974"/>
                  </a:lnTo>
                  <a:lnTo>
                    <a:pt x="179" y="4243"/>
                  </a:lnTo>
                  <a:lnTo>
                    <a:pt x="120" y="4527"/>
                  </a:lnTo>
                  <a:lnTo>
                    <a:pt x="60" y="4796"/>
                  </a:lnTo>
                  <a:lnTo>
                    <a:pt x="30" y="5079"/>
                  </a:lnTo>
                  <a:lnTo>
                    <a:pt x="0" y="5378"/>
                  </a:lnTo>
                  <a:lnTo>
                    <a:pt x="0" y="5662"/>
                  </a:lnTo>
                  <a:lnTo>
                    <a:pt x="0" y="5961"/>
                  </a:lnTo>
                  <a:lnTo>
                    <a:pt x="30" y="6245"/>
                  </a:lnTo>
                  <a:lnTo>
                    <a:pt x="60" y="6529"/>
                  </a:lnTo>
                  <a:lnTo>
                    <a:pt x="120" y="6812"/>
                  </a:lnTo>
                  <a:lnTo>
                    <a:pt x="179" y="7081"/>
                  </a:lnTo>
                  <a:lnTo>
                    <a:pt x="254" y="7350"/>
                  </a:lnTo>
                  <a:lnTo>
                    <a:pt x="344" y="7619"/>
                  </a:lnTo>
                  <a:lnTo>
                    <a:pt x="448" y="7873"/>
                  </a:lnTo>
                  <a:lnTo>
                    <a:pt x="553" y="8127"/>
                  </a:lnTo>
                  <a:lnTo>
                    <a:pt x="687" y="8366"/>
                  </a:lnTo>
                  <a:lnTo>
                    <a:pt x="822" y="8605"/>
                  </a:lnTo>
                  <a:lnTo>
                    <a:pt x="971" y="8844"/>
                  </a:lnTo>
                  <a:lnTo>
                    <a:pt x="1120" y="9053"/>
                  </a:lnTo>
                  <a:lnTo>
                    <a:pt x="1300" y="9277"/>
                  </a:lnTo>
                  <a:lnTo>
                    <a:pt x="1464" y="9487"/>
                  </a:lnTo>
                  <a:lnTo>
                    <a:pt x="1658" y="9681"/>
                  </a:lnTo>
                  <a:lnTo>
                    <a:pt x="1853" y="9860"/>
                  </a:lnTo>
                  <a:lnTo>
                    <a:pt x="2062" y="10039"/>
                  </a:lnTo>
                  <a:lnTo>
                    <a:pt x="2271" y="10219"/>
                  </a:lnTo>
                  <a:lnTo>
                    <a:pt x="2495" y="10368"/>
                  </a:lnTo>
                  <a:lnTo>
                    <a:pt x="2734" y="10517"/>
                  </a:lnTo>
                  <a:lnTo>
                    <a:pt x="2973" y="10652"/>
                  </a:lnTo>
                  <a:lnTo>
                    <a:pt x="3212" y="10786"/>
                  </a:lnTo>
                  <a:lnTo>
                    <a:pt x="3466" y="10891"/>
                  </a:lnTo>
                  <a:lnTo>
                    <a:pt x="3720" y="10996"/>
                  </a:lnTo>
                  <a:lnTo>
                    <a:pt x="3989" y="11085"/>
                  </a:lnTo>
                  <a:lnTo>
                    <a:pt x="4258" y="11160"/>
                  </a:lnTo>
                  <a:lnTo>
                    <a:pt x="4527" y="11220"/>
                  </a:lnTo>
                  <a:lnTo>
                    <a:pt x="4811" y="11279"/>
                  </a:lnTo>
                  <a:lnTo>
                    <a:pt x="5094" y="11309"/>
                  </a:lnTo>
                  <a:lnTo>
                    <a:pt x="5378" y="11324"/>
                  </a:lnTo>
                  <a:lnTo>
                    <a:pt x="5677" y="11339"/>
                  </a:lnTo>
                  <a:lnTo>
                    <a:pt x="5961" y="11324"/>
                  </a:lnTo>
                  <a:lnTo>
                    <a:pt x="6245" y="11309"/>
                  </a:lnTo>
                  <a:lnTo>
                    <a:pt x="6529" y="11279"/>
                  </a:lnTo>
                  <a:lnTo>
                    <a:pt x="6812" y="11220"/>
                  </a:lnTo>
                  <a:lnTo>
                    <a:pt x="7081" y="11160"/>
                  </a:lnTo>
                  <a:lnTo>
                    <a:pt x="7350" y="11085"/>
                  </a:lnTo>
                  <a:lnTo>
                    <a:pt x="7619" y="10996"/>
                  </a:lnTo>
                  <a:lnTo>
                    <a:pt x="7873" y="10891"/>
                  </a:lnTo>
                  <a:lnTo>
                    <a:pt x="8127" y="10786"/>
                  </a:lnTo>
                  <a:lnTo>
                    <a:pt x="8366" y="10652"/>
                  </a:lnTo>
                  <a:lnTo>
                    <a:pt x="8605" y="10517"/>
                  </a:lnTo>
                  <a:lnTo>
                    <a:pt x="8844" y="10368"/>
                  </a:lnTo>
                  <a:lnTo>
                    <a:pt x="9068" y="10219"/>
                  </a:lnTo>
                  <a:lnTo>
                    <a:pt x="9278" y="10039"/>
                  </a:lnTo>
                  <a:lnTo>
                    <a:pt x="9487" y="9860"/>
                  </a:lnTo>
                  <a:lnTo>
                    <a:pt x="9681" y="9681"/>
                  </a:lnTo>
                  <a:lnTo>
                    <a:pt x="9875" y="9487"/>
                  </a:lnTo>
                  <a:lnTo>
                    <a:pt x="10039" y="9277"/>
                  </a:lnTo>
                  <a:lnTo>
                    <a:pt x="10219" y="9053"/>
                  </a:lnTo>
                  <a:lnTo>
                    <a:pt x="10368" y="8844"/>
                  </a:lnTo>
                  <a:lnTo>
                    <a:pt x="10517" y="8605"/>
                  </a:lnTo>
                  <a:lnTo>
                    <a:pt x="10652" y="8366"/>
                  </a:lnTo>
                  <a:lnTo>
                    <a:pt x="10786" y="8127"/>
                  </a:lnTo>
                  <a:lnTo>
                    <a:pt x="10891" y="7873"/>
                  </a:lnTo>
                  <a:lnTo>
                    <a:pt x="10996" y="7619"/>
                  </a:lnTo>
                  <a:lnTo>
                    <a:pt x="11085" y="7350"/>
                  </a:lnTo>
                  <a:lnTo>
                    <a:pt x="11160" y="7081"/>
                  </a:lnTo>
                  <a:lnTo>
                    <a:pt x="11220" y="6812"/>
                  </a:lnTo>
                  <a:lnTo>
                    <a:pt x="11279" y="6529"/>
                  </a:lnTo>
                  <a:lnTo>
                    <a:pt x="11309" y="6245"/>
                  </a:lnTo>
                  <a:lnTo>
                    <a:pt x="11339" y="5961"/>
                  </a:lnTo>
                  <a:lnTo>
                    <a:pt x="11339" y="5662"/>
                  </a:lnTo>
                  <a:lnTo>
                    <a:pt x="11339" y="5378"/>
                  </a:lnTo>
                  <a:lnTo>
                    <a:pt x="11309" y="5079"/>
                  </a:lnTo>
                  <a:lnTo>
                    <a:pt x="11279" y="4796"/>
                  </a:lnTo>
                  <a:lnTo>
                    <a:pt x="11220" y="4527"/>
                  </a:lnTo>
                  <a:lnTo>
                    <a:pt x="11160" y="4243"/>
                  </a:lnTo>
                  <a:lnTo>
                    <a:pt x="11085" y="3974"/>
                  </a:lnTo>
                  <a:lnTo>
                    <a:pt x="10996" y="3720"/>
                  </a:lnTo>
                  <a:lnTo>
                    <a:pt x="10891" y="3466"/>
                  </a:lnTo>
                  <a:lnTo>
                    <a:pt x="10786" y="3212"/>
                  </a:lnTo>
                  <a:lnTo>
                    <a:pt x="10652" y="2958"/>
                  </a:lnTo>
                  <a:lnTo>
                    <a:pt x="10517" y="2719"/>
                  </a:lnTo>
                  <a:lnTo>
                    <a:pt x="10368" y="2495"/>
                  </a:lnTo>
                  <a:lnTo>
                    <a:pt x="10219" y="2271"/>
                  </a:lnTo>
                  <a:lnTo>
                    <a:pt x="10039" y="2062"/>
                  </a:lnTo>
                  <a:lnTo>
                    <a:pt x="9875" y="1853"/>
                  </a:lnTo>
                  <a:lnTo>
                    <a:pt x="9681" y="1658"/>
                  </a:lnTo>
                  <a:lnTo>
                    <a:pt x="9487" y="1464"/>
                  </a:lnTo>
                  <a:lnTo>
                    <a:pt x="9278" y="1285"/>
                  </a:lnTo>
                  <a:lnTo>
                    <a:pt x="9068" y="1120"/>
                  </a:lnTo>
                  <a:lnTo>
                    <a:pt x="8844" y="956"/>
                  </a:lnTo>
                  <a:lnTo>
                    <a:pt x="8605" y="822"/>
                  </a:lnTo>
                  <a:lnTo>
                    <a:pt x="8366" y="672"/>
                  </a:lnTo>
                  <a:lnTo>
                    <a:pt x="8127" y="553"/>
                  </a:lnTo>
                  <a:lnTo>
                    <a:pt x="7873" y="433"/>
                  </a:lnTo>
                  <a:lnTo>
                    <a:pt x="7619" y="344"/>
                  </a:lnTo>
                  <a:lnTo>
                    <a:pt x="7350" y="254"/>
                  </a:lnTo>
                  <a:lnTo>
                    <a:pt x="7081" y="179"/>
                  </a:lnTo>
                  <a:lnTo>
                    <a:pt x="6812" y="105"/>
                  </a:lnTo>
                  <a:lnTo>
                    <a:pt x="6529" y="60"/>
                  </a:lnTo>
                  <a:lnTo>
                    <a:pt x="6245" y="30"/>
                  </a:lnTo>
                  <a:lnTo>
                    <a:pt x="596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33"/>
            <p:cNvSpPr/>
            <p:nvPr/>
          </p:nvSpPr>
          <p:spPr>
            <a:xfrm>
              <a:off x="3230674" y="1397559"/>
              <a:ext cx="179775" cy="179747"/>
            </a:xfrm>
            <a:custGeom>
              <a:avLst/>
              <a:gdLst/>
              <a:ahLst/>
              <a:cxnLst/>
              <a:rect l="l" t="t" r="r" b="b"/>
              <a:pathLst>
                <a:path w="6545" h="6544" extrusionOk="0">
                  <a:moveTo>
                    <a:pt x="3377" y="2301"/>
                  </a:moveTo>
                  <a:lnTo>
                    <a:pt x="3467" y="2316"/>
                  </a:lnTo>
                  <a:lnTo>
                    <a:pt x="3556" y="2346"/>
                  </a:lnTo>
                  <a:lnTo>
                    <a:pt x="3646" y="2376"/>
                  </a:lnTo>
                  <a:lnTo>
                    <a:pt x="3736" y="2421"/>
                  </a:lnTo>
                  <a:lnTo>
                    <a:pt x="3810" y="2465"/>
                  </a:lnTo>
                  <a:lnTo>
                    <a:pt x="3960" y="2585"/>
                  </a:lnTo>
                  <a:lnTo>
                    <a:pt x="4079" y="2734"/>
                  </a:lnTo>
                  <a:lnTo>
                    <a:pt x="4124" y="2809"/>
                  </a:lnTo>
                  <a:lnTo>
                    <a:pt x="4169" y="2899"/>
                  </a:lnTo>
                  <a:lnTo>
                    <a:pt x="4199" y="2988"/>
                  </a:lnTo>
                  <a:lnTo>
                    <a:pt x="4229" y="3078"/>
                  </a:lnTo>
                  <a:lnTo>
                    <a:pt x="4244" y="3183"/>
                  </a:lnTo>
                  <a:lnTo>
                    <a:pt x="4244" y="3272"/>
                  </a:lnTo>
                  <a:lnTo>
                    <a:pt x="4244" y="3377"/>
                  </a:lnTo>
                  <a:lnTo>
                    <a:pt x="4229" y="3466"/>
                  </a:lnTo>
                  <a:lnTo>
                    <a:pt x="4199" y="3571"/>
                  </a:lnTo>
                  <a:lnTo>
                    <a:pt x="4169" y="3646"/>
                  </a:lnTo>
                  <a:lnTo>
                    <a:pt x="4124" y="3735"/>
                  </a:lnTo>
                  <a:lnTo>
                    <a:pt x="4079" y="3825"/>
                  </a:lnTo>
                  <a:lnTo>
                    <a:pt x="3960" y="3959"/>
                  </a:lnTo>
                  <a:lnTo>
                    <a:pt x="3810" y="4079"/>
                  </a:lnTo>
                  <a:lnTo>
                    <a:pt x="3736" y="4124"/>
                  </a:lnTo>
                  <a:lnTo>
                    <a:pt x="3646" y="4169"/>
                  </a:lnTo>
                  <a:lnTo>
                    <a:pt x="3556" y="4198"/>
                  </a:lnTo>
                  <a:lnTo>
                    <a:pt x="3467" y="4228"/>
                  </a:lnTo>
                  <a:lnTo>
                    <a:pt x="3377" y="4243"/>
                  </a:lnTo>
                  <a:lnTo>
                    <a:pt x="3168" y="4243"/>
                  </a:lnTo>
                  <a:lnTo>
                    <a:pt x="3078" y="4228"/>
                  </a:lnTo>
                  <a:lnTo>
                    <a:pt x="2989" y="4198"/>
                  </a:lnTo>
                  <a:lnTo>
                    <a:pt x="2899" y="4169"/>
                  </a:lnTo>
                  <a:lnTo>
                    <a:pt x="2810" y="4124"/>
                  </a:lnTo>
                  <a:lnTo>
                    <a:pt x="2735" y="4079"/>
                  </a:lnTo>
                  <a:lnTo>
                    <a:pt x="2585" y="3959"/>
                  </a:lnTo>
                  <a:lnTo>
                    <a:pt x="2466" y="3825"/>
                  </a:lnTo>
                  <a:lnTo>
                    <a:pt x="2421" y="3735"/>
                  </a:lnTo>
                  <a:lnTo>
                    <a:pt x="2376" y="3646"/>
                  </a:lnTo>
                  <a:lnTo>
                    <a:pt x="2346" y="3571"/>
                  </a:lnTo>
                  <a:lnTo>
                    <a:pt x="2316" y="3466"/>
                  </a:lnTo>
                  <a:lnTo>
                    <a:pt x="2302" y="3377"/>
                  </a:lnTo>
                  <a:lnTo>
                    <a:pt x="2302" y="3272"/>
                  </a:lnTo>
                  <a:lnTo>
                    <a:pt x="2302" y="3183"/>
                  </a:lnTo>
                  <a:lnTo>
                    <a:pt x="2316" y="3078"/>
                  </a:lnTo>
                  <a:lnTo>
                    <a:pt x="2346" y="2988"/>
                  </a:lnTo>
                  <a:lnTo>
                    <a:pt x="2376" y="2899"/>
                  </a:lnTo>
                  <a:lnTo>
                    <a:pt x="2421" y="2809"/>
                  </a:lnTo>
                  <a:lnTo>
                    <a:pt x="2466" y="2734"/>
                  </a:lnTo>
                  <a:lnTo>
                    <a:pt x="2585" y="2585"/>
                  </a:lnTo>
                  <a:lnTo>
                    <a:pt x="2735" y="2465"/>
                  </a:lnTo>
                  <a:lnTo>
                    <a:pt x="2810" y="2421"/>
                  </a:lnTo>
                  <a:lnTo>
                    <a:pt x="2899" y="2376"/>
                  </a:lnTo>
                  <a:lnTo>
                    <a:pt x="2989" y="2346"/>
                  </a:lnTo>
                  <a:lnTo>
                    <a:pt x="3078" y="2316"/>
                  </a:lnTo>
                  <a:lnTo>
                    <a:pt x="3168" y="2301"/>
                  </a:lnTo>
                  <a:close/>
                  <a:moveTo>
                    <a:pt x="2824" y="0"/>
                  </a:moveTo>
                  <a:lnTo>
                    <a:pt x="2824" y="927"/>
                  </a:lnTo>
                  <a:lnTo>
                    <a:pt x="2600" y="986"/>
                  </a:lnTo>
                  <a:lnTo>
                    <a:pt x="2361" y="1061"/>
                  </a:lnTo>
                  <a:lnTo>
                    <a:pt x="2152" y="1166"/>
                  </a:lnTo>
                  <a:lnTo>
                    <a:pt x="1943" y="1285"/>
                  </a:lnTo>
                  <a:lnTo>
                    <a:pt x="1241" y="583"/>
                  </a:lnTo>
                  <a:lnTo>
                    <a:pt x="494" y="1345"/>
                  </a:lnTo>
                  <a:lnTo>
                    <a:pt x="1226" y="2062"/>
                  </a:lnTo>
                  <a:lnTo>
                    <a:pt x="1151" y="2197"/>
                  </a:lnTo>
                  <a:lnTo>
                    <a:pt x="1077" y="2346"/>
                  </a:lnTo>
                  <a:lnTo>
                    <a:pt x="1017" y="2495"/>
                  </a:lnTo>
                  <a:lnTo>
                    <a:pt x="972" y="2660"/>
                  </a:lnTo>
                  <a:lnTo>
                    <a:pt x="1" y="2660"/>
                  </a:lnTo>
                  <a:lnTo>
                    <a:pt x="1" y="3720"/>
                  </a:lnTo>
                  <a:lnTo>
                    <a:pt x="927" y="3720"/>
                  </a:lnTo>
                  <a:lnTo>
                    <a:pt x="987" y="3959"/>
                  </a:lnTo>
                  <a:lnTo>
                    <a:pt x="1062" y="4183"/>
                  </a:lnTo>
                  <a:lnTo>
                    <a:pt x="1166" y="4393"/>
                  </a:lnTo>
                  <a:lnTo>
                    <a:pt x="1286" y="4602"/>
                  </a:lnTo>
                  <a:lnTo>
                    <a:pt x="673" y="5214"/>
                  </a:lnTo>
                  <a:lnTo>
                    <a:pt x="1420" y="5961"/>
                  </a:lnTo>
                  <a:lnTo>
                    <a:pt x="2063" y="5319"/>
                  </a:lnTo>
                  <a:lnTo>
                    <a:pt x="2242" y="5423"/>
                  </a:lnTo>
                  <a:lnTo>
                    <a:pt x="2436" y="5498"/>
                  </a:lnTo>
                  <a:lnTo>
                    <a:pt x="2630" y="5573"/>
                  </a:lnTo>
                  <a:lnTo>
                    <a:pt x="2824" y="5618"/>
                  </a:lnTo>
                  <a:lnTo>
                    <a:pt x="2824" y="6544"/>
                  </a:lnTo>
                  <a:lnTo>
                    <a:pt x="3885" y="6544"/>
                  </a:lnTo>
                  <a:lnTo>
                    <a:pt x="3885" y="5573"/>
                  </a:lnTo>
                  <a:lnTo>
                    <a:pt x="4109" y="5513"/>
                  </a:lnTo>
                  <a:lnTo>
                    <a:pt x="4318" y="5423"/>
                  </a:lnTo>
                  <a:lnTo>
                    <a:pt x="4513" y="5304"/>
                  </a:lnTo>
                  <a:lnTo>
                    <a:pt x="4692" y="5184"/>
                  </a:lnTo>
                  <a:lnTo>
                    <a:pt x="5409" y="5887"/>
                  </a:lnTo>
                  <a:lnTo>
                    <a:pt x="6156" y="5140"/>
                  </a:lnTo>
                  <a:lnTo>
                    <a:pt x="5394" y="4378"/>
                  </a:lnTo>
                  <a:lnTo>
                    <a:pt x="5469" y="4213"/>
                  </a:lnTo>
                  <a:lnTo>
                    <a:pt x="5529" y="4064"/>
                  </a:lnTo>
                  <a:lnTo>
                    <a:pt x="5573" y="3885"/>
                  </a:lnTo>
                  <a:lnTo>
                    <a:pt x="5618" y="3720"/>
                  </a:lnTo>
                  <a:lnTo>
                    <a:pt x="6544" y="3720"/>
                  </a:lnTo>
                  <a:lnTo>
                    <a:pt x="6544" y="2660"/>
                  </a:lnTo>
                  <a:lnTo>
                    <a:pt x="5573" y="2660"/>
                  </a:lnTo>
                  <a:lnTo>
                    <a:pt x="5529" y="2495"/>
                  </a:lnTo>
                  <a:lnTo>
                    <a:pt x="5469" y="2346"/>
                  </a:lnTo>
                  <a:lnTo>
                    <a:pt x="5394" y="2197"/>
                  </a:lnTo>
                  <a:lnTo>
                    <a:pt x="5319" y="2062"/>
                  </a:lnTo>
                  <a:lnTo>
                    <a:pt x="6051" y="1345"/>
                  </a:lnTo>
                  <a:lnTo>
                    <a:pt x="5304" y="583"/>
                  </a:lnTo>
                  <a:lnTo>
                    <a:pt x="4587" y="1285"/>
                  </a:lnTo>
                  <a:lnTo>
                    <a:pt x="4438" y="1196"/>
                  </a:lnTo>
                  <a:lnTo>
                    <a:pt x="4259" y="1106"/>
                  </a:lnTo>
                  <a:lnTo>
                    <a:pt x="4079" y="1031"/>
                  </a:lnTo>
                  <a:lnTo>
                    <a:pt x="3885" y="971"/>
                  </a:lnTo>
                  <a:lnTo>
                    <a:pt x="38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33"/>
            <p:cNvSpPr/>
            <p:nvPr/>
          </p:nvSpPr>
          <p:spPr>
            <a:xfrm>
              <a:off x="4149022" y="1269125"/>
              <a:ext cx="12333" cy="373448"/>
            </a:xfrm>
            <a:custGeom>
              <a:avLst/>
              <a:gdLst/>
              <a:ahLst/>
              <a:cxnLst/>
              <a:rect l="l" t="t" r="r" b="b"/>
              <a:pathLst>
                <a:path w="449" h="13596" extrusionOk="0">
                  <a:moveTo>
                    <a:pt x="180" y="0"/>
                  </a:moveTo>
                  <a:lnTo>
                    <a:pt x="135" y="15"/>
                  </a:lnTo>
                  <a:lnTo>
                    <a:pt x="60" y="60"/>
                  </a:lnTo>
                  <a:lnTo>
                    <a:pt x="16" y="135"/>
                  </a:lnTo>
                  <a:lnTo>
                    <a:pt x="1" y="180"/>
                  </a:lnTo>
                  <a:lnTo>
                    <a:pt x="1" y="224"/>
                  </a:lnTo>
                  <a:lnTo>
                    <a:pt x="1" y="13371"/>
                  </a:lnTo>
                  <a:lnTo>
                    <a:pt x="1" y="13416"/>
                  </a:lnTo>
                  <a:lnTo>
                    <a:pt x="16" y="13446"/>
                  </a:lnTo>
                  <a:lnTo>
                    <a:pt x="60" y="13521"/>
                  </a:lnTo>
                  <a:lnTo>
                    <a:pt x="135" y="13565"/>
                  </a:lnTo>
                  <a:lnTo>
                    <a:pt x="180" y="13580"/>
                  </a:lnTo>
                  <a:lnTo>
                    <a:pt x="225" y="13595"/>
                  </a:lnTo>
                  <a:lnTo>
                    <a:pt x="270" y="13580"/>
                  </a:lnTo>
                  <a:lnTo>
                    <a:pt x="314" y="13565"/>
                  </a:lnTo>
                  <a:lnTo>
                    <a:pt x="374" y="13521"/>
                  </a:lnTo>
                  <a:lnTo>
                    <a:pt x="434" y="13446"/>
                  </a:lnTo>
                  <a:lnTo>
                    <a:pt x="449" y="13416"/>
                  </a:lnTo>
                  <a:lnTo>
                    <a:pt x="449" y="13371"/>
                  </a:lnTo>
                  <a:lnTo>
                    <a:pt x="449" y="224"/>
                  </a:lnTo>
                  <a:lnTo>
                    <a:pt x="449" y="180"/>
                  </a:lnTo>
                  <a:lnTo>
                    <a:pt x="434" y="135"/>
                  </a:lnTo>
                  <a:lnTo>
                    <a:pt x="374" y="60"/>
                  </a:lnTo>
                  <a:lnTo>
                    <a:pt x="314" y="15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33"/>
            <p:cNvSpPr/>
            <p:nvPr/>
          </p:nvSpPr>
          <p:spPr>
            <a:xfrm>
              <a:off x="4129329" y="1477157"/>
              <a:ext cx="51721" cy="51749"/>
            </a:xfrm>
            <a:custGeom>
              <a:avLst/>
              <a:gdLst/>
              <a:ahLst/>
              <a:cxnLst/>
              <a:rect l="l" t="t" r="r" b="b"/>
              <a:pathLst>
                <a:path w="1883" h="1884" extrusionOk="0">
                  <a:moveTo>
                    <a:pt x="942" y="1"/>
                  </a:moveTo>
                  <a:lnTo>
                    <a:pt x="837" y="16"/>
                  </a:lnTo>
                  <a:lnTo>
                    <a:pt x="748" y="31"/>
                  </a:lnTo>
                  <a:lnTo>
                    <a:pt x="658" y="45"/>
                  </a:lnTo>
                  <a:lnTo>
                    <a:pt x="568" y="75"/>
                  </a:lnTo>
                  <a:lnTo>
                    <a:pt x="419" y="165"/>
                  </a:lnTo>
                  <a:lnTo>
                    <a:pt x="270" y="285"/>
                  </a:lnTo>
                  <a:lnTo>
                    <a:pt x="165" y="419"/>
                  </a:lnTo>
                  <a:lnTo>
                    <a:pt x="75" y="583"/>
                  </a:lnTo>
                  <a:lnTo>
                    <a:pt x="45" y="658"/>
                  </a:lnTo>
                  <a:lnTo>
                    <a:pt x="16" y="748"/>
                  </a:lnTo>
                  <a:lnTo>
                    <a:pt x="1" y="852"/>
                  </a:lnTo>
                  <a:lnTo>
                    <a:pt x="1" y="942"/>
                  </a:lnTo>
                  <a:lnTo>
                    <a:pt x="1" y="1032"/>
                  </a:lnTo>
                  <a:lnTo>
                    <a:pt x="16" y="1136"/>
                  </a:lnTo>
                  <a:lnTo>
                    <a:pt x="45" y="1226"/>
                  </a:lnTo>
                  <a:lnTo>
                    <a:pt x="75" y="1300"/>
                  </a:lnTo>
                  <a:lnTo>
                    <a:pt x="165" y="1465"/>
                  </a:lnTo>
                  <a:lnTo>
                    <a:pt x="270" y="1599"/>
                  </a:lnTo>
                  <a:lnTo>
                    <a:pt x="419" y="1719"/>
                  </a:lnTo>
                  <a:lnTo>
                    <a:pt x="568" y="1808"/>
                  </a:lnTo>
                  <a:lnTo>
                    <a:pt x="658" y="1838"/>
                  </a:lnTo>
                  <a:lnTo>
                    <a:pt x="748" y="1868"/>
                  </a:lnTo>
                  <a:lnTo>
                    <a:pt x="837" y="1883"/>
                  </a:lnTo>
                  <a:lnTo>
                    <a:pt x="1031" y="1883"/>
                  </a:lnTo>
                  <a:lnTo>
                    <a:pt x="1121" y="1868"/>
                  </a:lnTo>
                  <a:lnTo>
                    <a:pt x="1226" y="1838"/>
                  </a:lnTo>
                  <a:lnTo>
                    <a:pt x="1300" y="1808"/>
                  </a:lnTo>
                  <a:lnTo>
                    <a:pt x="1465" y="1719"/>
                  </a:lnTo>
                  <a:lnTo>
                    <a:pt x="1599" y="1599"/>
                  </a:lnTo>
                  <a:lnTo>
                    <a:pt x="1719" y="1465"/>
                  </a:lnTo>
                  <a:lnTo>
                    <a:pt x="1808" y="1300"/>
                  </a:lnTo>
                  <a:lnTo>
                    <a:pt x="1838" y="1226"/>
                  </a:lnTo>
                  <a:lnTo>
                    <a:pt x="1853" y="1136"/>
                  </a:lnTo>
                  <a:lnTo>
                    <a:pt x="1868" y="1032"/>
                  </a:lnTo>
                  <a:lnTo>
                    <a:pt x="1883" y="942"/>
                  </a:lnTo>
                  <a:lnTo>
                    <a:pt x="1868" y="852"/>
                  </a:lnTo>
                  <a:lnTo>
                    <a:pt x="1853" y="748"/>
                  </a:lnTo>
                  <a:lnTo>
                    <a:pt x="1838" y="658"/>
                  </a:lnTo>
                  <a:lnTo>
                    <a:pt x="1808" y="583"/>
                  </a:lnTo>
                  <a:lnTo>
                    <a:pt x="1719" y="419"/>
                  </a:lnTo>
                  <a:lnTo>
                    <a:pt x="1599" y="285"/>
                  </a:lnTo>
                  <a:lnTo>
                    <a:pt x="1465" y="165"/>
                  </a:lnTo>
                  <a:lnTo>
                    <a:pt x="1300" y="75"/>
                  </a:lnTo>
                  <a:lnTo>
                    <a:pt x="1226" y="45"/>
                  </a:lnTo>
                  <a:lnTo>
                    <a:pt x="1121" y="31"/>
                  </a:lnTo>
                  <a:lnTo>
                    <a:pt x="1031" y="16"/>
                  </a:lnTo>
                  <a:lnTo>
                    <a:pt x="94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33"/>
            <p:cNvSpPr/>
            <p:nvPr/>
          </p:nvSpPr>
          <p:spPr>
            <a:xfrm>
              <a:off x="3999246" y="1088175"/>
              <a:ext cx="311893" cy="311481"/>
            </a:xfrm>
            <a:custGeom>
              <a:avLst/>
              <a:gdLst/>
              <a:ahLst/>
              <a:cxnLst/>
              <a:rect l="l" t="t" r="r" b="b"/>
              <a:pathLst>
                <a:path w="11355" h="11340" extrusionOk="0">
                  <a:moveTo>
                    <a:pt x="5678" y="0"/>
                  </a:moveTo>
                  <a:lnTo>
                    <a:pt x="5379" y="15"/>
                  </a:lnTo>
                  <a:lnTo>
                    <a:pt x="5095" y="30"/>
                  </a:lnTo>
                  <a:lnTo>
                    <a:pt x="4811" y="60"/>
                  </a:lnTo>
                  <a:lnTo>
                    <a:pt x="4527" y="120"/>
                  </a:lnTo>
                  <a:lnTo>
                    <a:pt x="4259" y="179"/>
                  </a:lnTo>
                  <a:lnTo>
                    <a:pt x="3990" y="254"/>
                  </a:lnTo>
                  <a:lnTo>
                    <a:pt x="3721" y="344"/>
                  </a:lnTo>
                  <a:lnTo>
                    <a:pt x="3467" y="448"/>
                  </a:lnTo>
                  <a:lnTo>
                    <a:pt x="3213" y="568"/>
                  </a:lnTo>
                  <a:lnTo>
                    <a:pt x="2974" y="687"/>
                  </a:lnTo>
                  <a:lnTo>
                    <a:pt x="2735" y="822"/>
                  </a:lnTo>
                  <a:lnTo>
                    <a:pt x="2511" y="971"/>
                  </a:lnTo>
                  <a:lnTo>
                    <a:pt x="2287" y="1135"/>
                  </a:lnTo>
                  <a:lnTo>
                    <a:pt x="2062" y="1300"/>
                  </a:lnTo>
                  <a:lnTo>
                    <a:pt x="1868" y="1479"/>
                  </a:lnTo>
                  <a:lnTo>
                    <a:pt x="1659" y="1658"/>
                  </a:lnTo>
                  <a:lnTo>
                    <a:pt x="1480" y="1853"/>
                  </a:lnTo>
                  <a:lnTo>
                    <a:pt x="1301" y="2062"/>
                  </a:lnTo>
                  <a:lnTo>
                    <a:pt x="1136" y="2286"/>
                  </a:lnTo>
                  <a:lnTo>
                    <a:pt x="972" y="2495"/>
                  </a:lnTo>
                  <a:lnTo>
                    <a:pt x="822" y="2734"/>
                  </a:lnTo>
                  <a:lnTo>
                    <a:pt x="688" y="2973"/>
                  </a:lnTo>
                  <a:lnTo>
                    <a:pt x="568" y="3212"/>
                  </a:lnTo>
                  <a:lnTo>
                    <a:pt x="449" y="3466"/>
                  </a:lnTo>
                  <a:lnTo>
                    <a:pt x="344" y="3720"/>
                  </a:lnTo>
                  <a:lnTo>
                    <a:pt x="255" y="3989"/>
                  </a:lnTo>
                  <a:lnTo>
                    <a:pt x="180" y="4258"/>
                  </a:lnTo>
                  <a:lnTo>
                    <a:pt x="120" y="4527"/>
                  </a:lnTo>
                  <a:lnTo>
                    <a:pt x="75" y="4811"/>
                  </a:lnTo>
                  <a:lnTo>
                    <a:pt x="31" y="5094"/>
                  </a:lnTo>
                  <a:lnTo>
                    <a:pt x="16" y="5378"/>
                  </a:lnTo>
                  <a:lnTo>
                    <a:pt x="1" y="5677"/>
                  </a:lnTo>
                  <a:lnTo>
                    <a:pt x="16" y="5961"/>
                  </a:lnTo>
                  <a:lnTo>
                    <a:pt x="31" y="6260"/>
                  </a:lnTo>
                  <a:lnTo>
                    <a:pt x="75" y="6544"/>
                  </a:lnTo>
                  <a:lnTo>
                    <a:pt x="120" y="6812"/>
                  </a:lnTo>
                  <a:lnTo>
                    <a:pt x="180" y="7096"/>
                  </a:lnTo>
                  <a:lnTo>
                    <a:pt x="255" y="7365"/>
                  </a:lnTo>
                  <a:lnTo>
                    <a:pt x="344" y="7619"/>
                  </a:lnTo>
                  <a:lnTo>
                    <a:pt x="449" y="7888"/>
                  </a:lnTo>
                  <a:lnTo>
                    <a:pt x="568" y="8127"/>
                  </a:lnTo>
                  <a:lnTo>
                    <a:pt x="688" y="8381"/>
                  </a:lnTo>
                  <a:lnTo>
                    <a:pt x="822" y="8620"/>
                  </a:lnTo>
                  <a:lnTo>
                    <a:pt x="972" y="8844"/>
                  </a:lnTo>
                  <a:lnTo>
                    <a:pt x="1136" y="9068"/>
                  </a:lnTo>
                  <a:lnTo>
                    <a:pt x="1301" y="9277"/>
                  </a:lnTo>
                  <a:lnTo>
                    <a:pt x="1480" y="9487"/>
                  </a:lnTo>
                  <a:lnTo>
                    <a:pt x="1659" y="9681"/>
                  </a:lnTo>
                  <a:lnTo>
                    <a:pt x="1868" y="9875"/>
                  </a:lnTo>
                  <a:lnTo>
                    <a:pt x="2062" y="10054"/>
                  </a:lnTo>
                  <a:lnTo>
                    <a:pt x="2287" y="10219"/>
                  </a:lnTo>
                  <a:lnTo>
                    <a:pt x="2511" y="10383"/>
                  </a:lnTo>
                  <a:lnTo>
                    <a:pt x="2735" y="10517"/>
                  </a:lnTo>
                  <a:lnTo>
                    <a:pt x="2974" y="10667"/>
                  </a:lnTo>
                  <a:lnTo>
                    <a:pt x="3213" y="10786"/>
                  </a:lnTo>
                  <a:lnTo>
                    <a:pt x="3467" y="10906"/>
                  </a:lnTo>
                  <a:lnTo>
                    <a:pt x="3721" y="10995"/>
                  </a:lnTo>
                  <a:lnTo>
                    <a:pt x="3990" y="11085"/>
                  </a:lnTo>
                  <a:lnTo>
                    <a:pt x="4259" y="11160"/>
                  </a:lnTo>
                  <a:lnTo>
                    <a:pt x="4527" y="11235"/>
                  </a:lnTo>
                  <a:lnTo>
                    <a:pt x="4811" y="11279"/>
                  </a:lnTo>
                  <a:lnTo>
                    <a:pt x="5095" y="11309"/>
                  </a:lnTo>
                  <a:lnTo>
                    <a:pt x="5379" y="11339"/>
                  </a:lnTo>
                  <a:lnTo>
                    <a:pt x="5962" y="11339"/>
                  </a:lnTo>
                  <a:lnTo>
                    <a:pt x="6260" y="11309"/>
                  </a:lnTo>
                  <a:lnTo>
                    <a:pt x="6544" y="11279"/>
                  </a:lnTo>
                  <a:lnTo>
                    <a:pt x="6813" y="11235"/>
                  </a:lnTo>
                  <a:lnTo>
                    <a:pt x="7097" y="11160"/>
                  </a:lnTo>
                  <a:lnTo>
                    <a:pt x="7366" y="11085"/>
                  </a:lnTo>
                  <a:lnTo>
                    <a:pt x="7620" y="10995"/>
                  </a:lnTo>
                  <a:lnTo>
                    <a:pt x="7889" y="10906"/>
                  </a:lnTo>
                  <a:lnTo>
                    <a:pt x="8128" y="10786"/>
                  </a:lnTo>
                  <a:lnTo>
                    <a:pt x="8382" y="10667"/>
                  </a:lnTo>
                  <a:lnTo>
                    <a:pt x="8621" y="10517"/>
                  </a:lnTo>
                  <a:lnTo>
                    <a:pt x="8845" y="10383"/>
                  </a:lnTo>
                  <a:lnTo>
                    <a:pt x="9069" y="10219"/>
                  </a:lnTo>
                  <a:lnTo>
                    <a:pt x="9278" y="10054"/>
                  </a:lnTo>
                  <a:lnTo>
                    <a:pt x="9487" y="9875"/>
                  </a:lnTo>
                  <a:lnTo>
                    <a:pt x="9682" y="9681"/>
                  </a:lnTo>
                  <a:lnTo>
                    <a:pt x="9876" y="9487"/>
                  </a:lnTo>
                  <a:lnTo>
                    <a:pt x="10055" y="9277"/>
                  </a:lnTo>
                  <a:lnTo>
                    <a:pt x="10219" y="9068"/>
                  </a:lnTo>
                  <a:lnTo>
                    <a:pt x="10384" y="8844"/>
                  </a:lnTo>
                  <a:lnTo>
                    <a:pt x="10533" y="8620"/>
                  </a:lnTo>
                  <a:lnTo>
                    <a:pt x="10668" y="8381"/>
                  </a:lnTo>
                  <a:lnTo>
                    <a:pt x="10787" y="8127"/>
                  </a:lnTo>
                  <a:lnTo>
                    <a:pt x="10907" y="7888"/>
                  </a:lnTo>
                  <a:lnTo>
                    <a:pt x="10996" y="7619"/>
                  </a:lnTo>
                  <a:lnTo>
                    <a:pt x="11086" y="7365"/>
                  </a:lnTo>
                  <a:lnTo>
                    <a:pt x="11176" y="7096"/>
                  </a:lnTo>
                  <a:lnTo>
                    <a:pt x="11235" y="6812"/>
                  </a:lnTo>
                  <a:lnTo>
                    <a:pt x="11280" y="6544"/>
                  </a:lnTo>
                  <a:lnTo>
                    <a:pt x="11325" y="6260"/>
                  </a:lnTo>
                  <a:lnTo>
                    <a:pt x="11340" y="5961"/>
                  </a:lnTo>
                  <a:lnTo>
                    <a:pt x="11355" y="5677"/>
                  </a:lnTo>
                  <a:lnTo>
                    <a:pt x="11340" y="5378"/>
                  </a:lnTo>
                  <a:lnTo>
                    <a:pt x="11325" y="5094"/>
                  </a:lnTo>
                  <a:lnTo>
                    <a:pt x="11280" y="4811"/>
                  </a:lnTo>
                  <a:lnTo>
                    <a:pt x="11235" y="4527"/>
                  </a:lnTo>
                  <a:lnTo>
                    <a:pt x="11176" y="4258"/>
                  </a:lnTo>
                  <a:lnTo>
                    <a:pt x="11086" y="3989"/>
                  </a:lnTo>
                  <a:lnTo>
                    <a:pt x="10996" y="3720"/>
                  </a:lnTo>
                  <a:lnTo>
                    <a:pt x="10907" y="3466"/>
                  </a:lnTo>
                  <a:lnTo>
                    <a:pt x="10787" y="3212"/>
                  </a:lnTo>
                  <a:lnTo>
                    <a:pt x="10668" y="2973"/>
                  </a:lnTo>
                  <a:lnTo>
                    <a:pt x="10533" y="2734"/>
                  </a:lnTo>
                  <a:lnTo>
                    <a:pt x="10384" y="2495"/>
                  </a:lnTo>
                  <a:lnTo>
                    <a:pt x="10219" y="2286"/>
                  </a:lnTo>
                  <a:lnTo>
                    <a:pt x="10055" y="2062"/>
                  </a:lnTo>
                  <a:lnTo>
                    <a:pt x="9876" y="1853"/>
                  </a:lnTo>
                  <a:lnTo>
                    <a:pt x="9682" y="1658"/>
                  </a:lnTo>
                  <a:lnTo>
                    <a:pt x="9487" y="1479"/>
                  </a:lnTo>
                  <a:lnTo>
                    <a:pt x="9278" y="1300"/>
                  </a:lnTo>
                  <a:lnTo>
                    <a:pt x="9069" y="1135"/>
                  </a:lnTo>
                  <a:lnTo>
                    <a:pt x="8845" y="971"/>
                  </a:lnTo>
                  <a:lnTo>
                    <a:pt x="8621" y="822"/>
                  </a:lnTo>
                  <a:lnTo>
                    <a:pt x="8382" y="687"/>
                  </a:lnTo>
                  <a:lnTo>
                    <a:pt x="8128" y="568"/>
                  </a:lnTo>
                  <a:lnTo>
                    <a:pt x="7889" y="448"/>
                  </a:lnTo>
                  <a:lnTo>
                    <a:pt x="7620" y="344"/>
                  </a:lnTo>
                  <a:lnTo>
                    <a:pt x="7366" y="254"/>
                  </a:lnTo>
                  <a:lnTo>
                    <a:pt x="7097" y="179"/>
                  </a:lnTo>
                  <a:lnTo>
                    <a:pt x="6813" y="120"/>
                  </a:lnTo>
                  <a:lnTo>
                    <a:pt x="6544" y="60"/>
                  </a:lnTo>
                  <a:lnTo>
                    <a:pt x="6260" y="30"/>
                  </a:lnTo>
                  <a:lnTo>
                    <a:pt x="5962" y="15"/>
                  </a:lnTo>
                  <a:lnTo>
                    <a:pt x="56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33"/>
            <p:cNvSpPr/>
            <p:nvPr/>
          </p:nvSpPr>
          <p:spPr>
            <a:xfrm>
              <a:off x="4067776" y="1152584"/>
              <a:ext cx="178127" cy="178127"/>
            </a:xfrm>
            <a:custGeom>
              <a:avLst/>
              <a:gdLst/>
              <a:ahLst/>
              <a:cxnLst/>
              <a:rect l="l" t="t" r="r" b="b"/>
              <a:pathLst>
                <a:path w="6485" h="6485" extrusionOk="0">
                  <a:moveTo>
                    <a:pt x="2585" y="329"/>
                  </a:moveTo>
                  <a:lnTo>
                    <a:pt x="2361" y="583"/>
                  </a:lnTo>
                  <a:lnTo>
                    <a:pt x="2167" y="852"/>
                  </a:lnTo>
                  <a:lnTo>
                    <a:pt x="2047" y="1031"/>
                  </a:lnTo>
                  <a:lnTo>
                    <a:pt x="1928" y="1240"/>
                  </a:lnTo>
                  <a:lnTo>
                    <a:pt x="1823" y="1435"/>
                  </a:lnTo>
                  <a:lnTo>
                    <a:pt x="1734" y="1644"/>
                  </a:lnTo>
                  <a:lnTo>
                    <a:pt x="733" y="1644"/>
                  </a:lnTo>
                  <a:lnTo>
                    <a:pt x="897" y="1405"/>
                  </a:lnTo>
                  <a:lnTo>
                    <a:pt x="1091" y="1181"/>
                  </a:lnTo>
                  <a:lnTo>
                    <a:pt x="1300" y="987"/>
                  </a:lnTo>
                  <a:lnTo>
                    <a:pt x="1525" y="807"/>
                  </a:lnTo>
                  <a:lnTo>
                    <a:pt x="1778" y="643"/>
                  </a:lnTo>
                  <a:lnTo>
                    <a:pt x="2032" y="523"/>
                  </a:lnTo>
                  <a:lnTo>
                    <a:pt x="2301" y="419"/>
                  </a:lnTo>
                  <a:lnTo>
                    <a:pt x="2585" y="329"/>
                  </a:lnTo>
                  <a:close/>
                  <a:moveTo>
                    <a:pt x="3123" y="269"/>
                  </a:moveTo>
                  <a:lnTo>
                    <a:pt x="3123" y="1644"/>
                  </a:lnTo>
                  <a:lnTo>
                    <a:pt x="2018" y="1644"/>
                  </a:lnTo>
                  <a:lnTo>
                    <a:pt x="2182" y="1315"/>
                  </a:lnTo>
                  <a:lnTo>
                    <a:pt x="2376" y="1001"/>
                  </a:lnTo>
                  <a:lnTo>
                    <a:pt x="2585" y="733"/>
                  </a:lnTo>
                  <a:lnTo>
                    <a:pt x="2765" y="523"/>
                  </a:lnTo>
                  <a:lnTo>
                    <a:pt x="2929" y="374"/>
                  </a:lnTo>
                  <a:lnTo>
                    <a:pt x="3033" y="269"/>
                  </a:lnTo>
                  <a:close/>
                  <a:moveTo>
                    <a:pt x="3497" y="269"/>
                  </a:moveTo>
                  <a:lnTo>
                    <a:pt x="3676" y="434"/>
                  </a:lnTo>
                  <a:lnTo>
                    <a:pt x="3795" y="568"/>
                  </a:lnTo>
                  <a:lnTo>
                    <a:pt x="3930" y="718"/>
                  </a:lnTo>
                  <a:lnTo>
                    <a:pt x="4079" y="912"/>
                  </a:lnTo>
                  <a:lnTo>
                    <a:pt x="4229" y="1121"/>
                  </a:lnTo>
                  <a:lnTo>
                    <a:pt x="4378" y="1375"/>
                  </a:lnTo>
                  <a:lnTo>
                    <a:pt x="4512" y="1644"/>
                  </a:lnTo>
                  <a:lnTo>
                    <a:pt x="3377" y="1644"/>
                  </a:lnTo>
                  <a:lnTo>
                    <a:pt x="3377" y="269"/>
                  </a:lnTo>
                  <a:close/>
                  <a:moveTo>
                    <a:pt x="3945" y="344"/>
                  </a:moveTo>
                  <a:lnTo>
                    <a:pt x="4229" y="419"/>
                  </a:lnTo>
                  <a:lnTo>
                    <a:pt x="4483" y="523"/>
                  </a:lnTo>
                  <a:lnTo>
                    <a:pt x="4737" y="658"/>
                  </a:lnTo>
                  <a:lnTo>
                    <a:pt x="4976" y="822"/>
                  </a:lnTo>
                  <a:lnTo>
                    <a:pt x="5200" y="987"/>
                  </a:lnTo>
                  <a:lnTo>
                    <a:pt x="5409" y="1196"/>
                  </a:lnTo>
                  <a:lnTo>
                    <a:pt x="5603" y="1405"/>
                  </a:lnTo>
                  <a:lnTo>
                    <a:pt x="5767" y="1644"/>
                  </a:lnTo>
                  <a:lnTo>
                    <a:pt x="4796" y="1644"/>
                  </a:lnTo>
                  <a:lnTo>
                    <a:pt x="4707" y="1435"/>
                  </a:lnTo>
                  <a:lnTo>
                    <a:pt x="4602" y="1240"/>
                  </a:lnTo>
                  <a:lnTo>
                    <a:pt x="4483" y="1031"/>
                  </a:lnTo>
                  <a:lnTo>
                    <a:pt x="4363" y="852"/>
                  </a:lnTo>
                  <a:lnTo>
                    <a:pt x="4154" y="583"/>
                  </a:lnTo>
                  <a:lnTo>
                    <a:pt x="3945" y="344"/>
                  </a:lnTo>
                  <a:close/>
                  <a:moveTo>
                    <a:pt x="1629" y="1913"/>
                  </a:moveTo>
                  <a:lnTo>
                    <a:pt x="1554" y="2182"/>
                  </a:lnTo>
                  <a:lnTo>
                    <a:pt x="1480" y="2466"/>
                  </a:lnTo>
                  <a:lnTo>
                    <a:pt x="1450" y="2749"/>
                  </a:lnTo>
                  <a:lnTo>
                    <a:pt x="1420" y="3048"/>
                  </a:lnTo>
                  <a:lnTo>
                    <a:pt x="270" y="3048"/>
                  </a:lnTo>
                  <a:lnTo>
                    <a:pt x="314" y="2749"/>
                  </a:lnTo>
                  <a:lnTo>
                    <a:pt x="374" y="2451"/>
                  </a:lnTo>
                  <a:lnTo>
                    <a:pt x="464" y="2182"/>
                  </a:lnTo>
                  <a:lnTo>
                    <a:pt x="583" y="1913"/>
                  </a:lnTo>
                  <a:close/>
                  <a:moveTo>
                    <a:pt x="3123" y="1913"/>
                  </a:moveTo>
                  <a:lnTo>
                    <a:pt x="3123" y="3048"/>
                  </a:lnTo>
                  <a:lnTo>
                    <a:pt x="1689" y="3048"/>
                  </a:lnTo>
                  <a:lnTo>
                    <a:pt x="1704" y="2749"/>
                  </a:lnTo>
                  <a:lnTo>
                    <a:pt x="1749" y="2466"/>
                  </a:lnTo>
                  <a:lnTo>
                    <a:pt x="1823" y="2182"/>
                  </a:lnTo>
                  <a:lnTo>
                    <a:pt x="1913" y="1913"/>
                  </a:lnTo>
                  <a:close/>
                  <a:moveTo>
                    <a:pt x="4617" y="1913"/>
                  </a:moveTo>
                  <a:lnTo>
                    <a:pt x="4707" y="2182"/>
                  </a:lnTo>
                  <a:lnTo>
                    <a:pt x="4781" y="2466"/>
                  </a:lnTo>
                  <a:lnTo>
                    <a:pt x="4826" y="2749"/>
                  </a:lnTo>
                  <a:lnTo>
                    <a:pt x="4841" y="3048"/>
                  </a:lnTo>
                  <a:lnTo>
                    <a:pt x="3377" y="3048"/>
                  </a:lnTo>
                  <a:lnTo>
                    <a:pt x="3377" y="1913"/>
                  </a:lnTo>
                  <a:close/>
                  <a:moveTo>
                    <a:pt x="5917" y="1913"/>
                  </a:moveTo>
                  <a:lnTo>
                    <a:pt x="6036" y="2182"/>
                  </a:lnTo>
                  <a:lnTo>
                    <a:pt x="6126" y="2451"/>
                  </a:lnTo>
                  <a:lnTo>
                    <a:pt x="6186" y="2749"/>
                  </a:lnTo>
                  <a:lnTo>
                    <a:pt x="6216" y="3048"/>
                  </a:lnTo>
                  <a:lnTo>
                    <a:pt x="5110" y="3048"/>
                  </a:lnTo>
                  <a:lnTo>
                    <a:pt x="5080" y="2749"/>
                  </a:lnTo>
                  <a:lnTo>
                    <a:pt x="5035" y="2466"/>
                  </a:lnTo>
                  <a:lnTo>
                    <a:pt x="4976" y="2182"/>
                  </a:lnTo>
                  <a:lnTo>
                    <a:pt x="4901" y="1913"/>
                  </a:lnTo>
                  <a:close/>
                  <a:moveTo>
                    <a:pt x="1420" y="3302"/>
                  </a:moveTo>
                  <a:lnTo>
                    <a:pt x="1435" y="3601"/>
                  </a:lnTo>
                  <a:lnTo>
                    <a:pt x="1465" y="3885"/>
                  </a:lnTo>
                  <a:lnTo>
                    <a:pt x="1525" y="4169"/>
                  </a:lnTo>
                  <a:lnTo>
                    <a:pt x="1584" y="4438"/>
                  </a:lnTo>
                  <a:lnTo>
                    <a:pt x="524" y="4438"/>
                  </a:lnTo>
                  <a:lnTo>
                    <a:pt x="419" y="4169"/>
                  </a:lnTo>
                  <a:lnTo>
                    <a:pt x="329" y="3885"/>
                  </a:lnTo>
                  <a:lnTo>
                    <a:pt x="285" y="3601"/>
                  </a:lnTo>
                  <a:lnTo>
                    <a:pt x="270" y="3302"/>
                  </a:lnTo>
                  <a:close/>
                  <a:moveTo>
                    <a:pt x="3123" y="3302"/>
                  </a:moveTo>
                  <a:lnTo>
                    <a:pt x="3123" y="4438"/>
                  </a:lnTo>
                  <a:lnTo>
                    <a:pt x="1853" y="4438"/>
                  </a:lnTo>
                  <a:lnTo>
                    <a:pt x="1778" y="4169"/>
                  </a:lnTo>
                  <a:lnTo>
                    <a:pt x="1734" y="3885"/>
                  </a:lnTo>
                  <a:lnTo>
                    <a:pt x="1704" y="3601"/>
                  </a:lnTo>
                  <a:lnTo>
                    <a:pt x="1689" y="3302"/>
                  </a:lnTo>
                  <a:close/>
                  <a:moveTo>
                    <a:pt x="4841" y="3302"/>
                  </a:moveTo>
                  <a:lnTo>
                    <a:pt x="4826" y="3601"/>
                  </a:lnTo>
                  <a:lnTo>
                    <a:pt x="4796" y="3885"/>
                  </a:lnTo>
                  <a:lnTo>
                    <a:pt x="4737" y="4169"/>
                  </a:lnTo>
                  <a:lnTo>
                    <a:pt x="4677" y="4438"/>
                  </a:lnTo>
                  <a:lnTo>
                    <a:pt x="3377" y="4438"/>
                  </a:lnTo>
                  <a:lnTo>
                    <a:pt x="3377" y="3302"/>
                  </a:lnTo>
                  <a:close/>
                  <a:moveTo>
                    <a:pt x="6230" y="3302"/>
                  </a:moveTo>
                  <a:lnTo>
                    <a:pt x="6201" y="3601"/>
                  </a:lnTo>
                  <a:lnTo>
                    <a:pt x="6156" y="3885"/>
                  </a:lnTo>
                  <a:lnTo>
                    <a:pt x="6081" y="4169"/>
                  </a:lnTo>
                  <a:lnTo>
                    <a:pt x="5977" y="4438"/>
                  </a:lnTo>
                  <a:lnTo>
                    <a:pt x="4946" y="4438"/>
                  </a:lnTo>
                  <a:lnTo>
                    <a:pt x="5005" y="4169"/>
                  </a:lnTo>
                  <a:lnTo>
                    <a:pt x="5050" y="3885"/>
                  </a:lnTo>
                  <a:lnTo>
                    <a:pt x="5095" y="3601"/>
                  </a:lnTo>
                  <a:lnTo>
                    <a:pt x="5110" y="3302"/>
                  </a:lnTo>
                  <a:close/>
                  <a:moveTo>
                    <a:pt x="5842" y="4692"/>
                  </a:moveTo>
                  <a:lnTo>
                    <a:pt x="5678" y="4960"/>
                  </a:lnTo>
                  <a:lnTo>
                    <a:pt x="5484" y="5214"/>
                  </a:lnTo>
                  <a:lnTo>
                    <a:pt x="5274" y="5438"/>
                  </a:lnTo>
                  <a:lnTo>
                    <a:pt x="5035" y="5633"/>
                  </a:lnTo>
                  <a:lnTo>
                    <a:pt x="4766" y="5797"/>
                  </a:lnTo>
                  <a:lnTo>
                    <a:pt x="4497" y="5946"/>
                  </a:lnTo>
                  <a:lnTo>
                    <a:pt x="4214" y="6066"/>
                  </a:lnTo>
                  <a:lnTo>
                    <a:pt x="3900" y="6156"/>
                  </a:lnTo>
                  <a:lnTo>
                    <a:pt x="3900" y="6156"/>
                  </a:lnTo>
                  <a:lnTo>
                    <a:pt x="4109" y="5946"/>
                  </a:lnTo>
                  <a:lnTo>
                    <a:pt x="4303" y="5737"/>
                  </a:lnTo>
                  <a:lnTo>
                    <a:pt x="4468" y="5498"/>
                  </a:lnTo>
                  <a:lnTo>
                    <a:pt x="4617" y="5244"/>
                  </a:lnTo>
                  <a:lnTo>
                    <a:pt x="4751" y="4975"/>
                  </a:lnTo>
                  <a:lnTo>
                    <a:pt x="4856" y="4692"/>
                  </a:lnTo>
                  <a:close/>
                  <a:moveTo>
                    <a:pt x="1659" y="4692"/>
                  </a:moveTo>
                  <a:lnTo>
                    <a:pt x="1778" y="4975"/>
                  </a:lnTo>
                  <a:lnTo>
                    <a:pt x="1913" y="5244"/>
                  </a:lnTo>
                  <a:lnTo>
                    <a:pt x="2062" y="5498"/>
                  </a:lnTo>
                  <a:lnTo>
                    <a:pt x="2227" y="5737"/>
                  </a:lnTo>
                  <a:lnTo>
                    <a:pt x="2421" y="5961"/>
                  </a:lnTo>
                  <a:lnTo>
                    <a:pt x="2630" y="6156"/>
                  </a:lnTo>
                  <a:lnTo>
                    <a:pt x="2316" y="6081"/>
                  </a:lnTo>
                  <a:lnTo>
                    <a:pt x="2032" y="5961"/>
                  </a:lnTo>
                  <a:lnTo>
                    <a:pt x="1749" y="5812"/>
                  </a:lnTo>
                  <a:lnTo>
                    <a:pt x="1480" y="5648"/>
                  </a:lnTo>
                  <a:lnTo>
                    <a:pt x="1241" y="5438"/>
                  </a:lnTo>
                  <a:lnTo>
                    <a:pt x="1017" y="5214"/>
                  </a:lnTo>
                  <a:lnTo>
                    <a:pt x="822" y="4975"/>
                  </a:lnTo>
                  <a:lnTo>
                    <a:pt x="643" y="4692"/>
                  </a:lnTo>
                  <a:close/>
                  <a:moveTo>
                    <a:pt x="3123" y="4692"/>
                  </a:moveTo>
                  <a:lnTo>
                    <a:pt x="3123" y="6200"/>
                  </a:lnTo>
                  <a:lnTo>
                    <a:pt x="3018" y="6141"/>
                  </a:lnTo>
                  <a:lnTo>
                    <a:pt x="2899" y="6051"/>
                  </a:lnTo>
                  <a:lnTo>
                    <a:pt x="2750" y="5917"/>
                  </a:lnTo>
                  <a:lnTo>
                    <a:pt x="2585" y="5752"/>
                  </a:lnTo>
                  <a:lnTo>
                    <a:pt x="2421" y="5558"/>
                  </a:lnTo>
                  <a:lnTo>
                    <a:pt x="2257" y="5304"/>
                  </a:lnTo>
                  <a:lnTo>
                    <a:pt x="2092" y="5020"/>
                  </a:lnTo>
                  <a:lnTo>
                    <a:pt x="2018" y="4871"/>
                  </a:lnTo>
                  <a:lnTo>
                    <a:pt x="1943" y="4692"/>
                  </a:lnTo>
                  <a:close/>
                  <a:moveTo>
                    <a:pt x="4587" y="4692"/>
                  </a:moveTo>
                  <a:lnTo>
                    <a:pt x="4483" y="4931"/>
                  </a:lnTo>
                  <a:lnTo>
                    <a:pt x="4363" y="5155"/>
                  </a:lnTo>
                  <a:lnTo>
                    <a:pt x="4244" y="5364"/>
                  </a:lnTo>
                  <a:lnTo>
                    <a:pt x="4094" y="5558"/>
                  </a:lnTo>
                  <a:lnTo>
                    <a:pt x="3975" y="5707"/>
                  </a:lnTo>
                  <a:lnTo>
                    <a:pt x="3870" y="5827"/>
                  </a:lnTo>
                  <a:lnTo>
                    <a:pt x="3661" y="6021"/>
                  </a:lnTo>
                  <a:lnTo>
                    <a:pt x="3482" y="6141"/>
                  </a:lnTo>
                  <a:lnTo>
                    <a:pt x="3377" y="6215"/>
                  </a:lnTo>
                  <a:lnTo>
                    <a:pt x="3377" y="4692"/>
                  </a:lnTo>
                  <a:close/>
                  <a:moveTo>
                    <a:pt x="3243" y="1"/>
                  </a:moveTo>
                  <a:lnTo>
                    <a:pt x="2914" y="15"/>
                  </a:lnTo>
                  <a:lnTo>
                    <a:pt x="2600" y="60"/>
                  </a:lnTo>
                  <a:lnTo>
                    <a:pt x="2286" y="150"/>
                  </a:lnTo>
                  <a:lnTo>
                    <a:pt x="1988" y="254"/>
                  </a:lnTo>
                  <a:lnTo>
                    <a:pt x="1704" y="389"/>
                  </a:lnTo>
                  <a:lnTo>
                    <a:pt x="1435" y="553"/>
                  </a:lnTo>
                  <a:lnTo>
                    <a:pt x="1181" y="747"/>
                  </a:lnTo>
                  <a:lnTo>
                    <a:pt x="957" y="957"/>
                  </a:lnTo>
                  <a:lnTo>
                    <a:pt x="748" y="1181"/>
                  </a:lnTo>
                  <a:lnTo>
                    <a:pt x="553" y="1435"/>
                  </a:lnTo>
                  <a:lnTo>
                    <a:pt x="404" y="1704"/>
                  </a:lnTo>
                  <a:lnTo>
                    <a:pt x="255" y="1987"/>
                  </a:lnTo>
                  <a:lnTo>
                    <a:pt x="150" y="2271"/>
                  </a:lnTo>
                  <a:lnTo>
                    <a:pt x="75" y="2585"/>
                  </a:lnTo>
                  <a:lnTo>
                    <a:pt x="16" y="2914"/>
                  </a:lnTo>
                  <a:lnTo>
                    <a:pt x="1" y="3242"/>
                  </a:lnTo>
                  <a:lnTo>
                    <a:pt x="16" y="3571"/>
                  </a:lnTo>
                  <a:lnTo>
                    <a:pt x="75" y="3900"/>
                  </a:lnTo>
                  <a:lnTo>
                    <a:pt x="150" y="4199"/>
                  </a:lnTo>
                  <a:lnTo>
                    <a:pt x="255" y="4497"/>
                  </a:lnTo>
                  <a:lnTo>
                    <a:pt x="404" y="4781"/>
                  </a:lnTo>
                  <a:lnTo>
                    <a:pt x="553" y="5050"/>
                  </a:lnTo>
                  <a:lnTo>
                    <a:pt x="748" y="5304"/>
                  </a:lnTo>
                  <a:lnTo>
                    <a:pt x="957" y="5528"/>
                  </a:lnTo>
                  <a:lnTo>
                    <a:pt x="1181" y="5737"/>
                  </a:lnTo>
                  <a:lnTo>
                    <a:pt x="1435" y="5931"/>
                  </a:lnTo>
                  <a:lnTo>
                    <a:pt x="1704" y="6096"/>
                  </a:lnTo>
                  <a:lnTo>
                    <a:pt x="1988" y="6230"/>
                  </a:lnTo>
                  <a:lnTo>
                    <a:pt x="2286" y="6335"/>
                  </a:lnTo>
                  <a:lnTo>
                    <a:pt x="2600" y="6410"/>
                  </a:lnTo>
                  <a:lnTo>
                    <a:pt x="2914" y="6469"/>
                  </a:lnTo>
                  <a:lnTo>
                    <a:pt x="3243" y="6484"/>
                  </a:lnTo>
                  <a:lnTo>
                    <a:pt x="3571" y="6469"/>
                  </a:lnTo>
                  <a:lnTo>
                    <a:pt x="3900" y="6410"/>
                  </a:lnTo>
                  <a:lnTo>
                    <a:pt x="4214" y="6335"/>
                  </a:lnTo>
                  <a:lnTo>
                    <a:pt x="4512" y="6230"/>
                  </a:lnTo>
                  <a:lnTo>
                    <a:pt x="4796" y="6096"/>
                  </a:lnTo>
                  <a:lnTo>
                    <a:pt x="5065" y="5931"/>
                  </a:lnTo>
                  <a:lnTo>
                    <a:pt x="5304" y="5737"/>
                  </a:lnTo>
                  <a:lnTo>
                    <a:pt x="5543" y="5528"/>
                  </a:lnTo>
                  <a:lnTo>
                    <a:pt x="5752" y="5304"/>
                  </a:lnTo>
                  <a:lnTo>
                    <a:pt x="5932" y="5050"/>
                  </a:lnTo>
                  <a:lnTo>
                    <a:pt x="6096" y="4781"/>
                  </a:lnTo>
                  <a:lnTo>
                    <a:pt x="6230" y="4497"/>
                  </a:lnTo>
                  <a:lnTo>
                    <a:pt x="6350" y="4199"/>
                  </a:lnTo>
                  <a:lnTo>
                    <a:pt x="6425" y="3900"/>
                  </a:lnTo>
                  <a:lnTo>
                    <a:pt x="6470" y="3571"/>
                  </a:lnTo>
                  <a:lnTo>
                    <a:pt x="6484" y="3242"/>
                  </a:lnTo>
                  <a:lnTo>
                    <a:pt x="6470" y="2914"/>
                  </a:lnTo>
                  <a:lnTo>
                    <a:pt x="6425" y="2585"/>
                  </a:lnTo>
                  <a:lnTo>
                    <a:pt x="6350" y="2271"/>
                  </a:lnTo>
                  <a:lnTo>
                    <a:pt x="6230" y="1987"/>
                  </a:lnTo>
                  <a:lnTo>
                    <a:pt x="6096" y="1704"/>
                  </a:lnTo>
                  <a:lnTo>
                    <a:pt x="5932" y="1435"/>
                  </a:lnTo>
                  <a:lnTo>
                    <a:pt x="5752" y="1181"/>
                  </a:lnTo>
                  <a:lnTo>
                    <a:pt x="5543" y="957"/>
                  </a:lnTo>
                  <a:lnTo>
                    <a:pt x="5304" y="747"/>
                  </a:lnTo>
                  <a:lnTo>
                    <a:pt x="5065" y="553"/>
                  </a:lnTo>
                  <a:lnTo>
                    <a:pt x="4796" y="389"/>
                  </a:lnTo>
                  <a:lnTo>
                    <a:pt x="4512" y="254"/>
                  </a:lnTo>
                  <a:lnTo>
                    <a:pt x="4214" y="150"/>
                  </a:lnTo>
                  <a:lnTo>
                    <a:pt x="3900" y="60"/>
                  </a:lnTo>
                  <a:lnTo>
                    <a:pt x="3571" y="15"/>
                  </a:lnTo>
                  <a:lnTo>
                    <a:pt x="32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3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graphicFrame>
        <p:nvGraphicFramePr>
          <p:cNvPr id="1657" name="Google Shape;1657;p34"/>
          <p:cNvGraphicFramePr/>
          <p:nvPr/>
        </p:nvGraphicFramePr>
        <p:xfrm>
          <a:off x="457200" y="1209075"/>
          <a:ext cx="5948400" cy="3418100"/>
        </p:xfrm>
        <a:graphic>
          <a:graphicData uri="http://schemas.openxmlformats.org/drawingml/2006/table">
            <a:tbl>
              <a:tblPr>
                <a:noFill/>
                <a:tableStyleId>{644D1850-89B5-4CF9-B093-DA9D37C3230B}</a:tableStyleId>
              </a:tblPr>
              <a:tblGrid>
                <a:gridCol w="262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35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b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Models</a:t>
                      </a:r>
                      <a:endParaRPr sz="2100"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EA27">
                        <a:alpha val="25099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Artificial neural networks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Earth is the planet we live on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Decision trees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Mercury is the smallest planet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Support-vector machines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Despite being red, Mars is a cold place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Regression analysis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Jupiter is the biggest planet of them all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Bayesian networks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Venus has a beautiful name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5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Genetic algorithms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Pluto is considered a dwarf planet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658" name="Google Shape;1658;p34"/>
          <p:cNvGrpSpPr/>
          <p:nvPr/>
        </p:nvGrpSpPr>
        <p:grpSpPr>
          <a:xfrm>
            <a:off x="6275561" y="1209065"/>
            <a:ext cx="2411226" cy="3405834"/>
            <a:chOff x="5894611" y="1313840"/>
            <a:chExt cx="2411226" cy="3405834"/>
          </a:xfrm>
        </p:grpSpPr>
        <p:sp>
          <p:nvSpPr>
            <p:cNvPr id="1659" name="Google Shape;1659;p34"/>
            <p:cNvSpPr/>
            <p:nvPr/>
          </p:nvSpPr>
          <p:spPr>
            <a:xfrm>
              <a:off x="7068207" y="1421345"/>
              <a:ext cx="1237631" cy="1376781"/>
            </a:xfrm>
            <a:custGeom>
              <a:avLst/>
              <a:gdLst/>
              <a:ahLst/>
              <a:cxnLst/>
              <a:rect l="l" t="t" r="r" b="b"/>
              <a:pathLst>
                <a:path w="45058" h="50124" extrusionOk="0">
                  <a:moveTo>
                    <a:pt x="0" y="1"/>
                  </a:moveTo>
                  <a:lnTo>
                    <a:pt x="0" y="45671"/>
                  </a:lnTo>
                  <a:lnTo>
                    <a:pt x="0" y="45895"/>
                  </a:lnTo>
                  <a:lnTo>
                    <a:pt x="15" y="46119"/>
                  </a:lnTo>
                  <a:lnTo>
                    <a:pt x="45" y="46343"/>
                  </a:lnTo>
                  <a:lnTo>
                    <a:pt x="90" y="46567"/>
                  </a:lnTo>
                  <a:lnTo>
                    <a:pt x="135" y="46777"/>
                  </a:lnTo>
                  <a:lnTo>
                    <a:pt x="194" y="47001"/>
                  </a:lnTo>
                  <a:lnTo>
                    <a:pt x="269" y="47195"/>
                  </a:lnTo>
                  <a:lnTo>
                    <a:pt x="344" y="47404"/>
                  </a:lnTo>
                  <a:lnTo>
                    <a:pt x="433" y="47598"/>
                  </a:lnTo>
                  <a:lnTo>
                    <a:pt x="538" y="47792"/>
                  </a:lnTo>
                  <a:lnTo>
                    <a:pt x="643" y="47972"/>
                  </a:lnTo>
                  <a:lnTo>
                    <a:pt x="762" y="48151"/>
                  </a:lnTo>
                  <a:lnTo>
                    <a:pt x="882" y="48330"/>
                  </a:lnTo>
                  <a:lnTo>
                    <a:pt x="1016" y="48495"/>
                  </a:lnTo>
                  <a:lnTo>
                    <a:pt x="1150" y="48659"/>
                  </a:lnTo>
                  <a:lnTo>
                    <a:pt x="1300" y="48808"/>
                  </a:lnTo>
                  <a:lnTo>
                    <a:pt x="1449" y="48958"/>
                  </a:lnTo>
                  <a:lnTo>
                    <a:pt x="1614" y="49107"/>
                  </a:lnTo>
                  <a:lnTo>
                    <a:pt x="1778" y="49227"/>
                  </a:lnTo>
                  <a:lnTo>
                    <a:pt x="1957" y="49361"/>
                  </a:lnTo>
                  <a:lnTo>
                    <a:pt x="2136" y="49481"/>
                  </a:lnTo>
                  <a:lnTo>
                    <a:pt x="2316" y="49585"/>
                  </a:lnTo>
                  <a:lnTo>
                    <a:pt x="2510" y="49675"/>
                  </a:lnTo>
                  <a:lnTo>
                    <a:pt x="2704" y="49764"/>
                  </a:lnTo>
                  <a:lnTo>
                    <a:pt x="2913" y="49854"/>
                  </a:lnTo>
                  <a:lnTo>
                    <a:pt x="3123" y="49914"/>
                  </a:lnTo>
                  <a:lnTo>
                    <a:pt x="3332" y="49974"/>
                  </a:lnTo>
                  <a:lnTo>
                    <a:pt x="3541" y="50033"/>
                  </a:lnTo>
                  <a:lnTo>
                    <a:pt x="3765" y="50063"/>
                  </a:lnTo>
                  <a:lnTo>
                    <a:pt x="3989" y="50093"/>
                  </a:lnTo>
                  <a:lnTo>
                    <a:pt x="4213" y="50108"/>
                  </a:lnTo>
                  <a:lnTo>
                    <a:pt x="4437" y="50123"/>
                  </a:lnTo>
                  <a:lnTo>
                    <a:pt x="40606" y="50123"/>
                  </a:lnTo>
                  <a:lnTo>
                    <a:pt x="40845" y="50108"/>
                  </a:lnTo>
                  <a:lnTo>
                    <a:pt x="41069" y="50093"/>
                  </a:lnTo>
                  <a:lnTo>
                    <a:pt x="41293" y="50063"/>
                  </a:lnTo>
                  <a:lnTo>
                    <a:pt x="41502" y="50033"/>
                  </a:lnTo>
                  <a:lnTo>
                    <a:pt x="41726" y="49974"/>
                  </a:lnTo>
                  <a:lnTo>
                    <a:pt x="41936" y="49914"/>
                  </a:lnTo>
                  <a:lnTo>
                    <a:pt x="42145" y="49854"/>
                  </a:lnTo>
                  <a:lnTo>
                    <a:pt x="42339" y="49764"/>
                  </a:lnTo>
                  <a:lnTo>
                    <a:pt x="42533" y="49675"/>
                  </a:lnTo>
                  <a:lnTo>
                    <a:pt x="42727" y="49585"/>
                  </a:lnTo>
                  <a:lnTo>
                    <a:pt x="42922" y="49481"/>
                  </a:lnTo>
                  <a:lnTo>
                    <a:pt x="43101" y="49361"/>
                  </a:lnTo>
                  <a:lnTo>
                    <a:pt x="43265" y="49227"/>
                  </a:lnTo>
                  <a:lnTo>
                    <a:pt x="43445" y="49107"/>
                  </a:lnTo>
                  <a:lnTo>
                    <a:pt x="43609" y="48958"/>
                  </a:lnTo>
                  <a:lnTo>
                    <a:pt x="43758" y="48808"/>
                  </a:lnTo>
                  <a:lnTo>
                    <a:pt x="43908" y="48659"/>
                  </a:lnTo>
                  <a:lnTo>
                    <a:pt x="44042" y="48495"/>
                  </a:lnTo>
                  <a:lnTo>
                    <a:pt x="44177" y="48330"/>
                  </a:lnTo>
                  <a:lnTo>
                    <a:pt x="44296" y="48151"/>
                  </a:lnTo>
                  <a:lnTo>
                    <a:pt x="44416" y="47972"/>
                  </a:lnTo>
                  <a:lnTo>
                    <a:pt x="44520" y="47792"/>
                  </a:lnTo>
                  <a:lnTo>
                    <a:pt x="44625" y="47598"/>
                  </a:lnTo>
                  <a:lnTo>
                    <a:pt x="44714" y="47404"/>
                  </a:lnTo>
                  <a:lnTo>
                    <a:pt x="44789" y="47195"/>
                  </a:lnTo>
                  <a:lnTo>
                    <a:pt x="44864" y="47001"/>
                  </a:lnTo>
                  <a:lnTo>
                    <a:pt x="44924" y="46777"/>
                  </a:lnTo>
                  <a:lnTo>
                    <a:pt x="44968" y="46567"/>
                  </a:lnTo>
                  <a:lnTo>
                    <a:pt x="45013" y="46343"/>
                  </a:lnTo>
                  <a:lnTo>
                    <a:pt x="45028" y="46119"/>
                  </a:lnTo>
                  <a:lnTo>
                    <a:pt x="45058" y="45895"/>
                  </a:lnTo>
                  <a:lnTo>
                    <a:pt x="45058" y="45671"/>
                  </a:lnTo>
                  <a:lnTo>
                    <a:pt x="450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34"/>
            <p:cNvSpPr/>
            <p:nvPr/>
          </p:nvSpPr>
          <p:spPr>
            <a:xfrm>
              <a:off x="7068207" y="1421345"/>
              <a:ext cx="1237631" cy="1376781"/>
            </a:xfrm>
            <a:custGeom>
              <a:avLst/>
              <a:gdLst/>
              <a:ahLst/>
              <a:cxnLst/>
              <a:rect l="l" t="t" r="r" b="b"/>
              <a:pathLst>
                <a:path w="45058" h="50124" fill="none" extrusionOk="0">
                  <a:moveTo>
                    <a:pt x="0" y="1"/>
                  </a:moveTo>
                  <a:lnTo>
                    <a:pt x="0" y="45671"/>
                  </a:lnTo>
                  <a:lnTo>
                    <a:pt x="0" y="45671"/>
                  </a:lnTo>
                  <a:lnTo>
                    <a:pt x="0" y="45895"/>
                  </a:lnTo>
                  <a:lnTo>
                    <a:pt x="15" y="46119"/>
                  </a:lnTo>
                  <a:lnTo>
                    <a:pt x="45" y="46343"/>
                  </a:lnTo>
                  <a:lnTo>
                    <a:pt x="90" y="46567"/>
                  </a:lnTo>
                  <a:lnTo>
                    <a:pt x="135" y="46777"/>
                  </a:lnTo>
                  <a:lnTo>
                    <a:pt x="194" y="47001"/>
                  </a:lnTo>
                  <a:lnTo>
                    <a:pt x="269" y="47195"/>
                  </a:lnTo>
                  <a:lnTo>
                    <a:pt x="344" y="47404"/>
                  </a:lnTo>
                  <a:lnTo>
                    <a:pt x="433" y="47598"/>
                  </a:lnTo>
                  <a:lnTo>
                    <a:pt x="538" y="47792"/>
                  </a:lnTo>
                  <a:lnTo>
                    <a:pt x="643" y="47972"/>
                  </a:lnTo>
                  <a:lnTo>
                    <a:pt x="762" y="48151"/>
                  </a:lnTo>
                  <a:lnTo>
                    <a:pt x="882" y="48330"/>
                  </a:lnTo>
                  <a:lnTo>
                    <a:pt x="1016" y="48495"/>
                  </a:lnTo>
                  <a:lnTo>
                    <a:pt x="1150" y="48659"/>
                  </a:lnTo>
                  <a:lnTo>
                    <a:pt x="1300" y="48808"/>
                  </a:lnTo>
                  <a:lnTo>
                    <a:pt x="1449" y="48958"/>
                  </a:lnTo>
                  <a:lnTo>
                    <a:pt x="1614" y="49107"/>
                  </a:lnTo>
                  <a:lnTo>
                    <a:pt x="1778" y="49227"/>
                  </a:lnTo>
                  <a:lnTo>
                    <a:pt x="1957" y="49361"/>
                  </a:lnTo>
                  <a:lnTo>
                    <a:pt x="2136" y="49481"/>
                  </a:lnTo>
                  <a:lnTo>
                    <a:pt x="2316" y="49585"/>
                  </a:lnTo>
                  <a:lnTo>
                    <a:pt x="2510" y="49675"/>
                  </a:lnTo>
                  <a:lnTo>
                    <a:pt x="2704" y="49764"/>
                  </a:lnTo>
                  <a:lnTo>
                    <a:pt x="2913" y="49854"/>
                  </a:lnTo>
                  <a:lnTo>
                    <a:pt x="3123" y="49914"/>
                  </a:lnTo>
                  <a:lnTo>
                    <a:pt x="3332" y="49974"/>
                  </a:lnTo>
                  <a:lnTo>
                    <a:pt x="3541" y="50033"/>
                  </a:lnTo>
                  <a:lnTo>
                    <a:pt x="3765" y="50063"/>
                  </a:lnTo>
                  <a:lnTo>
                    <a:pt x="3989" y="50093"/>
                  </a:lnTo>
                  <a:lnTo>
                    <a:pt x="4213" y="50108"/>
                  </a:lnTo>
                  <a:lnTo>
                    <a:pt x="4437" y="50123"/>
                  </a:lnTo>
                  <a:lnTo>
                    <a:pt x="40606" y="50123"/>
                  </a:lnTo>
                  <a:lnTo>
                    <a:pt x="40606" y="50123"/>
                  </a:lnTo>
                  <a:lnTo>
                    <a:pt x="40845" y="50108"/>
                  </a:lnTo>
                  <a:lnTo>
                    <a:pt x="41069" y="50093"/>
                  </a:lnTo>
                  <a:lnTo>
                    <a:pt x="41293" y="50063"/>
                  </a:lnTo>
                  <a:lnTo>
                    <a:pt x="41502" y="50033"/>
                  </a:lnTo>
                  <a:lnTo>
                    <a:pt x="41726" y="49974"/>
                  </a:lnTo>
                  <a:lnTo>
                    <a:pt x="41936" y="49914"/>
                  </a:lnTo>
                  <a:lnTo>
                    <a:pt x="42145" y="49854"/>
                  </a:lnTo>
                  <a:lnTo>
                    <a:pt x="42339" y="49764"/>
                  </a:lnTo>
                  <a:lnTo>
                    <a:pt x="42533" y="49675"/>
                  </a:lnTo>
                  <a:lnTo>
                    <a:pt x="42727" y="49585"/>
                  </a:lnTo>
                  <a:lnTo>
                    <a:pt x="42922" y="49481"/>
                  </a:lnTo>
                  <a:lnTo>
                    <a:pt x="43101" y="49361"/>
                  </a:lnTo>
                  <a:lnTo>
                    <a:pt x="43265" y="49227"/>
                  </a:lnTo>
                  <a:lnTo>
                    <a:pt x="43445" y="49107"/>
                  </a:lnTo>
                  <a:lnTo>
                    <a:pt x="43609" y="48958"/>
                  </a:lnTo>
                  <a:lnTo>
                    <a:pt x="43758" y="48808"/>
                  </a:lnTo>
                  <a:lnTo>
                    <a:pt x="43908" y="48659"/>
                  </a:lnTo>
                  <a:lnTo>
                    <a:pt x="44042" y="48495"/>
                  </a:lnTo>
                  <a:lnTo>
                    <a:pt x="44177" y="48330"/>
                  </a:lnTo>
                  <a:lnTo>
                    <a:pt x="44296" y="48151"/>
                  </a:lnTo>
                  <a:lnTo>
                    <a:pt x="44416" y="47972"/>
                  </a:lnTo>
                  <a:lnTo>
                    <a:pt x="44520" y="47792"/>
                  </a:lnTo>
                  <a:lnTo>
                    <a:pt x="44625" y="47598"/>
                  </a:lnTo>
                  <a:lnTo>
                    <a:pt x="44714" y="47404"/>
                  </a:lnTo>
                  <a:lnTo>
                    <a:pt x="44789" y="47195"/>
                  </a:lnTo>
                  <a:lnTo>
                    <a:pt x="44864" y="47001"/>
                  </a:lnTo>
                  <a:lnTo>
                    <a:pt x="44924" y="46777"/>
                  </a:lnTo>
                  <a:lnTo>
                    <a:pt x="44968" y="46567"/>
                  </a:lnTo>
                  <a:lnTo>
                    <a:pt x="45013" y="46343"/>
                  </a:lnTo>
                  <a:lnTo>
                    <a:pt x="45028" y="46119"/>
                  </a:lnTo>
                  <a:lnTo>
                    <a:pt x="45058" y="45895"/>
                  </a:lnTo>
                  <a:lnTo>
                    <a:pt x="45058" y="45671"/>
                  </a:lnTo>
                  <a:lnTo>
                    <a:pt x="45058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34"/>
            <p:cNvSpPr/>
            <p:nvPr/>
          </p:nvSpPr>
          <p:spPr>
            <a:xfrm>
              <a:off x="7068207" y="1313840"/>
              <a:ext cx="1237631" cy="230645"/>
            </a:xfrm>
            <a:custGeom>
              <a:avLst/>
              <a:gdLst/>
              <a:ahLst/>
              <a:cxnLst/>
              <a:rect l="l" t="t" r="r" b="b"/>
              <a:pathLst>
                <a:path w="45058" h="8397" extrusionOk="0">
                  <a:moveTo>
                    <a:pt x="2226" y="1"/>
                  </a:moveTo>
                  <a:lnTo>
                    <a:pt x="1987" y="16"/>
                  </a:lnTo>
                  <a:lnTo>
                    <a:pt x="1778" y="46"/>
                  </a:lnTo>
                  <a:lnTo>
                    <a:pt x="1554" y="105"/>
                  </a:lnTo>
                  <a:lnTo>
                    <a:pt x="1360" y="180"/>
                  </a:lnTo>
                  <a:lnTo>
                    <a:pt x="1165" y="270"/>
                  </a:lnTo>
                  <a:lnTo>
                    <a:pt x="971" y="389"/>
                  </a:lnTo>
                  <a:lnTo>
                    <a:pt x="807" y="509"/>
                  </a:lnTo>
                  <a:lnTo>
                    <a:pt x="643" y="658"/>
                  </a:lnTo>
                  <a:lnTo>
                    <a:pt x="508" y="822"/>
                  </a:lnTo>
                  <a:lnTo>
                    <a:pt x="374" y="987"/>
                  </a:lnTo>
                  <a:lnTo>
                    <a:pt x="269" y="1166"/>
                  </a:lnTo>
                  <a:lnTo>
                    <a:pt x="164" y="1360"/>
                  </a:lnTo>
                  <a:lnTo>
                    <a:pt x="90" y="1569"/>
                  </a:lnTo>
                  <a:lnTo>
                    <a:pt x="45" y="1779"/>
                  </a:lnTo>
                  <a:lnTo>
                    <a:pt x="15" y="2003"/>
                  </a:lnTo>
                  <a:lnTo>
                    <a:pt x="0" y="2227"/>
                  </a:lnTo>
                  <a:lnTo>
                    <a:pt x="0" y="8397"/>
                  </a:lnTo>
                  <a:lnTo>
                    <a:pt x="45058" y="8397"/>
                  </a:lnTo>
                  <a:lnTo>
                    <a:pt x="45058" y="2227"/>
                  </a:lnTo>
                  <a:lnTo>
                    <a:pt x="45043" y="2003"/>
                  </a:lnTo>
                  <a:lnTo>
                    <a:pt x="45013" y="1779"/>
                  </a:lnTo>
                  <a:lnTo>
                    <a:pt x="44953" y="1569"/>
                  </a:lnTo>
                  <a:lnTo>
                    <a:pt x="44879" y="1360"/>
                  </a:lnTo>
                  <a:lnTo>
                    <a:pt x="44789" y="1166"/>
                  </a:lnTo>
                  <a:lnTo>
                    <a:pt x="44685" y="987"/>
                  </a:lnTo>
                  <a:lnTo>
                    <a:pt x="44550" y="822"/>
                  </a:lnTo>
                  <a:lnTo>
                    <a:pt x="44401" y="658"/>
                  </a:lnTo>
                  <a:lnTo>
                    <a:pt x="44251" y="509"/>
                  </a:lnTo>
                  <a:lnTo>
                    <a:pt x="44072" y="389"/>
                  </a:lnTo>
                  <a:lnTo>
                    <a:pt x="43893" y="270"/>
                  </a:lnTo>
                  <a:lnTo>
                    <a:pt x="43699" y="180"/>
                  </a:lnTo>
                  <a:lnTo>
                    <a:pt x="43489" y="105"/>
                  </a:lnTo>
                  <a:lnTo>
                    <a:pt x="43280" y="46"/>
                  </a:lnTo>
                  <a:lnTo>
                    <a:pt x="43056" y="16"/>
                  </a:lnTo>
                  <a:lnTo>
                    <a:pt x="4283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34"/>
            <p:cNvSpPr/>
            <p:nvPr/>
          </p:nvSpPr>
          <p:spPr>
            <a:xfrm>
              <a:off x="7925387" y="1377865"/>
              <a:ext cx="80892" cy="80452"/>
            </a:xfrm>
            <a:custGeom>
              <a:avLst/>
              <a:gdLst/>
              <a:ahLst/>
              <a:cxnLst/>
              <a:rect l="l" t="t" r="r" b="b"/>
              <a:pathLst>
                <a:path w="2945" h="2929" extrusionOk="0">
                  <a:moveTo>
                    <a:pt x="1331" y="0"/>
                  </a:moveTo>
                  <a:lnTo>
                    <a:pt x="1181" y="30"/>
                  </a:lnTo>
                  <a:lnTo>
                    <a:pt x="1032" y="60"/>
                  </a:lnTo>
                  <a:lnTo>
                    <a:pt x="897" y="120"/>
                  </a:lnTo>
                  <a:lnTo>
                    <a:pt x="778" y="180"/>
                  </a:lnTo>
                  <a:lnTo>
                    <a:pt x="658" y="254"/>
                  </a:lnTo>
                  <a:lnTo>
                    <a:pt x="539" y="329"/>
                  </a:lnTo>
                  <a:lnTo>
                    <a:pt x="434" y="434"/>
                  </a:lnTo>
                  <a:lnTo>
                    <a:pt x="345" y="538"/>
                  </a:lnTo>
                  <a:lnTo>
                    <a:pt x="255" y="643"/>
                  </a:lnTo>
                  <a:lnTo>
                    <a:pt x="180" y="762"/>
                  </a:lnTo>
                  <a:lnTo>
                    <a:pt x="121" y="897"/>
                  </a:lnTo>
                  <a:lnTo>
                    <a:pt x="76" y="1031"/>
                  </a:lnTo>
                  <a:lnTo>
                    <a:pt x="31" y="1166"/>
                  </a:lnTo>
                  <a:lnTo>
                    <a:pt x="16" y="1315"/>
                  </a:lnTo>
                  <a:lnTo>
                    <a:pt x="1" y="1464"/>
                  </a:lnTo>
                  <a:lnTo>
                    <a:pt x="16" y="1614"/>
                  </a:lnTo>
                  <a:lnTo>
                    <a:pt x="31" y="1763"/>
                  </a:lnTo>
                  <a:lnTo>
                    <a:pt x="76" y="1898"/>
                  </a:lnTo>
                  <a:lnTo>
                    <a:pt x="121" y="2032"/>
                  </a:lnTo>
                  <a:lnTo>
                    <a:pt x="180" y="2167"/>
                  </a:lnTo>
                  <a:lnTo>
                    <a:pt x="255" y="2286"/>
                  </a:lnTo>
                  <a:lnTo>
                    <a:pt x="345" y="2391"/>
                  </a:lnTo>
                  <a:lnTo>
                    <a:pt x="434" y="2495"/>
                  </a:lnTo>
                  <a:lnTo>
                    <a:pt x="539" y="2600"/>
                  </a:lnTo>
                  <a:lnTo>
                    <a:pt x="658" y="2674"/>
                  </a:lnTo>
                  <a:lnTo>
                    <a:pt x="778" y="2749"/>
                  </a:lnTo>
                  <a:lnTo>
                    <a:pt x="897" y="2809"/>
                  </a:lnTo>
                  <a:lnTo>
                    <a:pt x="1032" y="2869"/>
                  </a:lnTo>
                  <a:lnTo>
                    <a:pt x="1181" y="2899"/>
                  </a:lnTo>
                  <a:lnTo>
                    <a:pt x="1331" y="2928"/>
                  </a:lnTo>
                  <a:lnTo>
                    <a:pt x="1629" y="2928"/>
                  </a:lnTo>
                  <a:lnTo>
                    <a:pt x="1764" y="2899"/>
                  </a:lnTo>
                  <a:lnTo>
                    <a:pt x="1913" y="2869"/>
                  </a:lnTo>
                  <a:lnTo>
                    <a:pt x="2048" y="2809"/>
                  </a:lnTo>
                  <a:lnTo>
                    <a:pt x="2167" y="2749"/>
                  </a:lnTo>
                  <a:lnTo>
                    <a:pt x="2287" y="2674"/>
                  </a:lnTo>
                  <a:lnTo>
                    <a:pt x="2406" y="2600"/>
                  </a:lnTo>
                  <a:lnTo>
                    <a:pt x="2511" y="2495"/>
                  </a:lnTo>
                  <a:lnTo>
                    <a:pt x="2600" y="2391"/>
                  </a:lnTo>
                  <a:lnTo>
                    <a:pt x="2690" y="2286"/>
                  </a:lnTo>
                  <a:lnTo>
                    <a:pt x="2765" y="2167"/>
                  </a:lnTo>
                  <a:lnTo>
                    <a:pt x="2825" y="2032"/>
                  </a:lnTo>
                  <a:lnTo>
                    <a:pt x="2869" y="1898"/>
                  </a:lnTo>
                  <a:lnTo>
                    <a:pt x="2914" y="1763"/>
                  </a:lnTo>
                  <a:lnTo>
                    <a:pt x="2929" y="1614"/>
                  </a:lnTo>
                  <a:lnTo>
                    <a:pt x="2944" y="1464"/>
                  </a:lnTo>
                  <a:lnTo>
                    <a:pt x="2929" y="1315"/>
                  </a:lnTo>
                  <a:lnTo>
                    <a:pt x="2914" y="1166"/>
                  </a:lnTo>
                  <a:lnTo>
                    <a:pt x="2869" y="1031"/>
                  </a:lnTo>
                  <a:lnTo>
                    <a:pt x="2825" y="897"/>
                  </a:lnTo>
                  <a:lnTo>
                    <a:pt x="2765" y="762"/>
                  </a:lnTo>
                  <a:lnTo>
                    <a:pt x="2690" y="643"/>
                  </a:lnTo>
                  <a:lnTo>
                    <a:pt x="2600" y="538"/>
                  </a:lnTo>
                  <a:lnTo>
                    <a:pt x="2511" y="434"/>
                  </a:lnTo>
                  <a:lnTo>
                    <a:pt x="2406" y="329"/>
                  </a:lnTo>
                  <a:lnTo>
                    <a:pt x="2287" y="254"/>
                  </a:lnTo>
                  <a:lnTo>
                    <a:pt x="2167" y="180"/>
                  </a:lnTo>
                  <a:lnTo>
                    <a:pt x="2048" y="120"/>
                  </a:lnTo>
                  <a:lnTo>
                    <a:pt x="1913" y="60"/>
                  </a:lnTo>
                  <a:lnTo>
                    <a:pt x="1764" y="30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34"/>
            <p:cNvSpPr/>
            <p:nvPr/>
          </p:nvSpPr>
          <p:spPr>
            <a:xfrm>
              <a:off x="8055881" y="1377865"/>
              <a:ext cx="80452" cy="80452"/>
            </a:xfrm>
            <a:custGeom>
              <a:avLst/>
              <a:gdLst/>
              <a:ahLst/>
              <a:cxnLst/>
              <a:rect l="l" t="t" r="r" b="b"/>
              <a:pathLst>
                <a:path w="2929" h="2929" extrusionOk="0">
                  <a:moveTo>
                    <a:pt x="1315" y="0"/>
                  </a:moveTo>
                  <a:lnTo>
                    <a:pt x="1181" y="30"/>
                  </a:lnTo>
                  <a:lnTo>
                    <a:pt x="1032" y="60"/>
                  </a:lnTo>
                  <a:lnTo>
                    <a:pt x="897" y="120"/>
                  </a:lnTo>
                  <a:lnTo>
                    <a:pt x="778" y="180"/>
                  </a:lnTo>
                  <a:lnTo>
                    <a:pt x="658" y="254"/>
                  </a:lnTo>
                  <a:lnTo>
                    <a:pt x="539" y="329"/>
                  </a:lnTo>
                  <a:lnTo>
                    <a:pt x="434" y="434"/>
                  </a:lnTo>
                  <a:lnTo>
                    <a:pt x="344" y="538"/>
                  </a:lnTo>
                  <a:lnTo>
                    <a:pt x="255" y="643"/>
                  </a:lnTo>
                  <a:lnTo>
                    <a:pt x="180" y="762"/>
                  </a:lnTo>
                  <a:lnTo>
                    <a:pt x="120" y="897"/>
                  </a:lnTo>
                  <a:lnTo>
                    <a:pt x="75" y="1031"/>
                  </a:lnTo>
                  <a:lnTo>
                    <a:pt x="31" y="1166"/>
                  </a:lnTo>
                  <a:lnTo>
                    <a:pt x="16" y="1315"/>
                  </a:lnTo>
                  <a:lnTo>
                    <a:pt x="1" y="1464"/>
                  </a:lnTo>
                  <a:lnTo>
                    <a:pt x="16" y="1614"/>
                  </a:lnTo>
                  <a:lnTo>
                    <a:pt x="31" y="1763"/>
                  </a:lnTo>
                  <a:lnTo>
                    <a:pt x="75" y="1898"/>
                  </a:lnTo>
                  <a:lnTo>
                    <a:pt x="120" y="2032"/>
                  </a:lnTo>
                  <a:lnTo>
                    <a:pt x="180" y="2167"/>
                  </a:lnTo>
                  <a:lnTo>
                    <a:pt x="255" y="2286"/>
                  </a:lnTo>
                  <a:lnTo>
                    <a:pt x="344" y="2391"/>
                  </a:lnTo>
                  <a:lnTo>
                    <a:pt x="434" y="2495"/>
                  </a:lnTo>
                  <a:lnTo>
                    <a:pt x="539" y="2600"/>
                  </a:lnTo>
                  <a:lnTo>
                    <a:pt x="658" y="2674"/>
                  </a:lnTo>
                  <a:lnTo>
                    <a:pt x="778" y="2749"/>
                  </a:lnTo>
                  <a:lnTo>
                    <a:pt x="897" y="2809"/>
                  </a:lnTo>
                  <a:lnTo>
                    <a:pt x="1032" y="2869"/>
                  </a:lnTo>
                  <a:lnTo>
                    <a:pt x="1181" y="2899"/>
                  </a:lnTo>
                  <a:lnTo>
                    <a:pt x="1315" y="2928"/>
                  </a:lnTo>
                  <a:lnTo>
                    <a:pt x="1614" y="2928"/>
                  </a:lnTo>
                  <a:lnTo>
                    <a:pt x="1764" y="2899"/>
                  </a:lnTo>
                  <a:lnTo>
                    <a:pt x="1913" y="2869"/>
                  </a:lnTo>
                  <a:lnTo>
                    <a:pt x="2048" y="2809"/>
                  </a:lnTo>
                  <a:lnTo>
                    <a:pt x="2167" y="2749"/>
                  </a:lnTo>
                  <a:lnTo>
                    <a:pt x="2287" y="2674"/>
                  </a:lnTo>
                  <a:lnTo>
                    <a:pt x="2406" y="2600"/>
                  </a:lnTo>
                  <a:lnTo>
                    <a:pt x="2511" y="2495"/>
                  </a:lnTo>
                  <a:lnTo>
                    <a:pt x="2600" y="2391"/>
                  </a:lnTo>
                  <a:lnTo>
                    <a:pt x="2690" y="2286"/>
                  </a:lnTo>
                  <a:lnTo>
                    <a:pt x="2765" y="2167"/>
                  </a:lnTo>
                  <a:lnTo>
                    <a:pt x="2824" y="2032"/>
                  </a:lnTo>
                  <a:lnTo>
                    <a:pt x="2869" y="1898"/>
                  </a:lnTo>
                  <a:lnTo>
                    <a:pt x="2899" y="1763"/>
                  </a:lnTo>
                  <a:lnTo>
                    <a:pt x="2929" y="1614"/>
                  </a:lnTo>
                  <a:lnTo>
                    <a:pt x="2929" y="1464"/>
                  </a:lnTo>
                  <a:lnTo>
                    <a:pt x="2929" y="1315"/>
                  </a:lnTo>
                  <a:lnTo>
                    <a:pt x="2899" y="1166"/>
                  </a:lnTo>
                  <a:lnTo>
                    <a:pt x="2869" y="1031"/>
                  </a:lnTo>
                  <a:lnTo>
                    <a:pt x="2824" y="897"/>
                  </a:lnTo>
                  <a:lnTo>
                    <a:pt x="2765" y="762"/>
                  </a:lnTo>
                  <a:lnTo>
                    <a:pt x="2690" y="643"/>
                  </a:lnTo>
                  <a:lnTo>
                    <a:pt x="2600" y="538"/>
                  </a:lnTo>
                  <a:lnTo>
                    <a:pt x="2511" y="434"/>
                  </a:lnTo>
                  <a:lnTo>
                    <a:pt x="2406" y="329"/>
                  </a:lnTo>
                  <a:lnTo>
                    <a:pt x="2287" y="254"/>
                  </a:lnTo>
                  <a:lnTo>
                    <a:pt x="2167" y="180"/>
                  </a:lnTo>
                  <a:lnTo>
                    <a:pt x="2048" y="120"/>
                  </a:lnTo>
                  <a:lnTo>
                    <a:pt x="1913" y="60"/>
                  </a:lnTo>
                  <a:lnTo>
                    <a:pt x="1764" y="30"/>
                  </a:lnTo>
                  <a:lnTo>
                    <a:pt x="161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34"/>
            <p:cNvSpPr/>
            <p:nvPr/>
          </p:nvSpPr>
          <p:spPr>
            <a:xfrm>
              <a:off x="8181046" y="1377865"/>
              <a:ext cx="80452" cy="80452"/>
            </a:xfrm>
            <a:custGeom>
              <a:avLst/>
              <a:gdLst/>
              <a:ahLst/>
              <a:cxnLst/>
              <a:rect l="l" t="t" r="r" b="b"/>
              <a:pathLst>
                <a:path w="2929" h="2929" extrusionOk="0">
                  <a:moveTo>
                    <a:pt x="1315" y="0"/>
                  </a:moveTo>
                  <a:lnTo>
                    <a:pt x="1166" y="30"/>
                  </a:lnTo>
                  <a:lnTo>
                    <a:pt x="1031" y="60"/>
                  </a:lnTo>
                  <a:lnTo>
                    <a:pt x="897" y="120"/>
                  </a:lnTo>
                  <a:lnTo>
                    <a:pt x="762" y="180"/>
                  </a:lnTo>
                  <a:lnTo>
                    <a:pt x="643" y="254"/>
                  </a:lnTo>
                  <a:lnTo>
                    <a:pt x="523" y="329"/>
                  </a:lnTo>
                  <a:lnTo>
                    <a:pt x="419" y="434"/>
                  </a:lnTo>
                  <a:lnTo>
                    <a:pt x="329" y="538"/>
                  </a:lnTo>
                  <a:lnTo>
                    <a:pt x="239" y="643"/>
                  </a:lnTo>
                  <a:lnTo>
                    <a:pt x="180" y="762"/>
                  </a:lnTo>
                  <a:lnTo>
                    <a:pt x="105" y="897"/>
                  </a:lnTo>
                  <a:lnTo>
                    <a:pt x="60" y="1031"/>
                  </a:lnTo>
                  <a:lnTo>
                    <a:pt x="30" y="1166"/>
                  </a:lnTo>
                  <a:lnTo>
                    <a:pt x="0" y="1315"/>
                  </a:lnTo>
                  <a:lnTo>
                    <a:pt x="0" y="1464"/>
                  </a:lnTo>
                  <a:lnTo>
                    <a:pt x="0" y="1614"/>
                  </a:lnTo>
                  <a:lnTo>
                    <a:pt x="30" y="1763"/>
                  </a:lnTo>
                  <a:lnTo>
                    <a:pt x="60" y="1898"/>
                  </a:lnTo>
                  <a:lnTo>
                    <a:pt x="105" y="2032"/>
                  </a:lnTo>
                  <a:lnTo>
                    <a:pt x="180" y="2167"/>
                  </a:lnTo>
                  <a:lnTo>
                    <a:pt x="239" y="2286"/>
                  </a:lnTo>
                  <a:lnTo>
                    <a:pt x="329" y="2391"/>
                  </a:lnTo>
                  <a:lnTo>
                    <a:pt x="419" y="2495"/>
                  </a:lnTo>
                  <a:lnTo>
                    <a:pt x="523" y="2600"/>
                  </a:lnTo>
                  <a:lnTo>
                    <a:pt x="643" y="2674"/>
                  </a:lnTo>
                  <a:lnTo>
                    <a:pt x="762" y="2749"/>
                  </a:lnTo>
                  <a:lnTo>
                    <a:pt x="897" y="2809"/>
                  </a:lnTo>
                  <a:lnTo>
                    <a:pt x="1031" y="2869"/>
                  </a:lnTo>
                  <a:lnTo>
                    <a:pt x="1166" y="2899"/>
                  </a:lnTo>
                  <a:lnTo>
                    <a:pt x="1315" y="2928"/>
                  </a:lnTo>
                  <a:lnTo>
                    <a:pt x="1614" y="2928"/>
                  </a:lnTo>
                  <a:lnTo>
                    <a:pt x="1748" y="2899"/>
                  </a:lnTo>
                  <a:lnTo>
                    <a:pt x="1898" y="2869"/>
                  </a:lnTo>
                  <a:lnTo>
                    <a:pt x="2032" y="2809"/>
                  </a:lnTo>
                  <a:lnTo>
                    <a:pt x="2152" y="2749"/>
                  </a:lnTo>
                  <a:lnTo>
                    <a:pt x="2286" y="2674"/>
                  </a:lnTo>
                  <a:lnTo>
                    <a:pt x="2391" y="2600"/>
                  </a:lnTo>
                  <a:lnTo>
                    <a:pt x="2495" y="2495"/>
                  </a:lnTo>
                  <a:lnTo>
                    <a:pt x="2585" y="2391"/>
                  </a:lnTo>
                  <a:lnTo>
                    <a:pt x="2675" y="2286"/>
                  </a:lnTo>
                  <a:lnTo>
                    <a:pt x="2749" y="2167"/>
                  </a:lnTo>
                  <a:lnTo>
                    <a:pt x="2809" y="2032"/>
                  </a:lnTo>
                  <a:lnTo>
                    <a:pt x="2854" y="1898"/>
                  </a:lnTo>
                  <a:lnTo>
                    <a:pt x="2899" y="1763"/>
                  </a:lnTo>
                  <a:lnTo>
                    <a:pt x="2914" y="1614"/>
                  </a:lnTo>
                  <a:lnTo>
                    <a:pt x="2929" y="1464"/>
                  </a:lnTo>
                  <a:lnTo>
                    <a:pt x="2914" y="1315"/>
                  </a:lnTo>
                  <a:lnTo>
                    <a:pt x="2899" y="1166"/>
                  </a:lnTo>
                  <a:lnTo>
                    <a:pt x="2854" y="1031"/>
                  </a:lnTo>
                  <a:lnTo>
                    <a:pt x="2809" y="897"/>
                  </a:lnTo>
                  <a:lnTo>
                    <a:pt x="2749" y="762"/>
                  </a:lnTo>
                  <a:lnTo>
                    <a:pt x="2675" y="643"/>
                  </a:lnTo>
                  <a:lnTo>
                    <a:pt x="2585" y="538"/>
                  </a:lnTo>
                  <a:lnTo>
                    <a:pt x="2495" y="434"/>
                  </a:lnTo>
                  <a:lnTo>
                    <a:pt x="2391" y="329"/>
                  </a:lnTo>
                  <a:lnTo>
                    <a:pt x="2286" y="254"/>
                  </a:lnTo>
                  <a:lnTo>
                    <a:pt x="2152" y="180"/>
                  </a:lnTo>
                  <a:lnTo>
                    <a:pt x="2032" y="120"/>
                  </a:lnTo>
                  <a:lnTo>
                    <a:pt x="1898" y="60"/>
                  </a:lnTo>
                  <a:lnTo>
                    <a:pt x="1748" y="30"/>
                  </a:lnTo>
                  <a:lnTo>
                    <a:pt x="161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34"/>
            <p:cNvSpPr/>
            <p:nvPr/>
          </p:nvSpPr>
          <p:spPr>
            <a:xfrm>
              <a:off x="7231112" y="1775883"/>
              <a:ext cx="262644" cy="19310"/>
            </a:xfrm>
            <a:custGeom>
              <a:avLst/>
              <a:gdLst/>
              <a:ahLst/>
              <a:cxnLst/>
              <a:rect l="l" t="t" r="r" b="b"/>
              <a:pathLst>
                <a:path w="9562" h="703" extrusionOk="0">
                  <a:moveTo>
                    <a:pt x="0" y="1"/>
                  </a:moveTo>
                  <a:lnTo>
                    <a:pt x="0" y="703"/>
                  </a:lnTo>
                  <a:lnTo>
                    <a:pt x="9562" y="703"/>
                  </a:lnTo>
                  <a:lnTo>
                    <a:pt x="9562" y="1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34"/>
            <p:cNvSpPr/>
            <p:nvPr/>
          </p:nvSpPr>
          <p:spPr>
            <a:xfrm>
              <a:off x="7231112" y="1839908"/>
              <a:ext cx="259348" cy="19310"/>
            </a:xfrm>
            <a:custGeom>
              <a:avLst/>
              <a:gdLst/>
              <a:ahLst/>
              <a:cxnLst/>
              <a:rect l="l" t="t" r="r" b="b"/>
              <a:pathLst>
                <a:path w="9442" h="703" extrusionOk="0">
                  <a:moveTo>
                    <a:pt x="0" y="0"/>
                  </a:moveTo>
                  <a:lnTo>
                    <a:pt x="0" y="702"/>
                  </a:lnTo>
                  <a:lnTo>
                    <a:pt x="9263" y="702"/>
                  </a:lnTo>
                  <a:lnTo>
                    <a:pt x="9367" y="359"/>
                  </a:lnTo>
                  <a:lnTo>
                    <a:pt x="9442" y="0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34"/>
            <p:cNvSpPr/>
            <p:nvPr/>
          </p:nvSpPr>
          <p:spPr>
            <a:xfrm>
              <a:off x="7249981" y="1904317"/>
              <a:ext cx="216279" cy="19310"/>
            </a:xfrm>
            <a:custGeom>
              <a:avLst/>
              <a:gdLst/>
              <a:ahLst/>
              <a:cxnLst/>
              <a:rect l="l" t="t" r="r" b="b"/>
              <a:pathLst>
                <a:path w="7874" h="703" extrusionOk="0">
                  <a:moveTo>
                    <a:pt x="0" y="1"/>
                  </a:moveTo>
                  <a:lnTo>
                    <a:pt x="224" y="359"/>
                  </a:lnTo>
                  <a:lnTo>
                    <a:pt x="449" y="703"/>
                  </a:lnTo>
                  <a:lnTo>
                    <a:pt x="7425" y="703"/>
                  </a:lnTo>
                  <a:lnTo>
                    <a:pt x="7649" y="359"/>
                  </a:lnTo>
                  <a:lnTo>
                    <a:pt x="7874" y="1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34"/>
            <p:cNvSpPr/>
            <p:nvPr/>
          </p:nvSpPr>
          <p:spPr>
            <a:xfrm>
              <a:off x="7303322" y="1968754"/>
              <a:ext cx="109595" cy="19310"/>
            </a:xfrm>
            <a:custGeom>
              <a:avLst/>
              <a:gdLst/>
              <a:ahLst/>
              <a:cxnLst/>
              <a:rect l="l" t="t" r="r" b="b"/>
              <a:pathLst>
                <a:path w="3990" h="703" extrusionOk="0">
                  <a:moveTo>
                    <a:pt x="1" y="0"/>
                  </a:moveTo>
                  <a:lnTo>
                    <a:pt x="240" y="209"/>
                  </a:lnTo>
                  <a:lnTo>
                    <a:pt x="494" y="419"/>
                  </a:lnTo>
                  <a:lnTo>
                    <a:pt x="165" y="702"/>
                  </a:lnTo>
                  <a:lnTo>
                    <a:pt x="3825" y="702"/>
                  </a:lnTo>
                  <a:lnTo>
                    <a:pt x="3496" y="419"/>
                  </a:lnTo>
                  <a:lnTo>
                    <a:pt x="3750" y="209"/>
                  </a:lnTo>
                  <a:lnTo>
                    <a:pt x="3989" y="0"/>
                  </a:lnTo>
                  <a:close/>
                </a:path>
              </a:pathLst>
            </a:custGeom>
            <a:solidFill>
              <a:srgbClr val="FB79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34"/>
            <p:cNvSpPr/>
            <p:nvPr/>
          </p:nvSpPr>
          <p:spPr>
            <a:xfrm>
              <a:off x="7256546" y="2033163"/>
              <a:ext cx="203150" cy="19310"/>
            </a:xfrm>
            <a:custGeom>
              <a:avLst/>
              <a:gdLst/>
              <a:ahLst/>
              <a:cxnLst/>
              <a:rect l="l" t="t" r="r" b="b"/>
              <a:pathLst>
                <a:path w="7396" h="703" extrusionOk="0">
                  <a:moveTo>
                    <a:pt x="434" y="1"/>
                  </a:moveTo>
                  <a:lnTo>
                    <a:pt x="210" y="344"/>
                  </a:lnTo>
                  <a:lnTo>
                    <a:pt x="0" y="703"/>
                  </a:lnTo>
                  <a:lnTo>
                    <a:pt x="7396" y="703"/>
                  </a:lnTo>
                  <a:lnTo>
                    <a:pt x="7186" y="344"/>
                  </a:lnTo>
                  <a:lnTo>
                    <a:pt x="6962" y="1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34"/>
            <p:cNvSpPr/>
            <p:nvPr/>
          </p:nvSpPr>
          <p:spPr>
            <a:xfrm>
              <a:off x="7233556" y="2097600"/>
              <a:ext cx="249130" cy="19310"/>
            </a:xfrm>
            <a:custGeom>
              <a:avLst/>
              <a:gdLst/>
              <a:ahLst/>
              <a:cxnLst/>
              <a:rect l="l" t="t" r="r" b="b"/>
              <a:pathLst>
                <a:path w="9070" h="703" extrusionOk="0">
                  <a:moveTo>
                    <a:pt x="165" y="0"/>
                  </a:moveTo>
                  <a:lnTo>
                    <a:pt x="75" y="344"/>
                  </a:lnTo>
                  <a:lnTo>
                    <a:pt x="1" y="702"/>
                  </a:lnTo>
                  <a:lnTo>
                    <a:pt x="9069" y="702"/>
                  </a:lnTo>
                  <a:lnTo>
                    <a:pt x="8994" y="344"/>
                  </a:lnTo>
                  <a:lnTo>
                    <a:pt x="8905" y="0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34"/>
            <p:cNvSpPr/>
            <p:nvPr/>
          </p:nvSpPr>
          <p:spPr>
            <a:xfrm>
              <a:off x="7231524" y="2161597"/>
              <a:ext cx="253195" cy="19310"/>
            </a:xfrm>
            <a:custGeom>
              <a:avLst/>
              <a:gdLst/>
              <a:ahLst/>
              <a:cxnLst/>
              <a:rect l="l" t="t" r="r" b="b"/>
              <a:pathLst>
                <a:path w="9218" h="703" extrusionOk="0">
                  <a:moveTo>
                    <a:pt x="0" y="1"/>
                  </a:moveTo>
                  <a:lnTo>
                    <a:pt x="30" y="359"/>
                  </a:lnTo>
                  <a:lnTo>
                    <a:pt x="90" y="703"/>
                  </a:lnTo>
                  <a:lnTo>
                    <a:pt x="9128" y="703"/>
                  </a:lnTo>
                  <a:lnTo>
                    <a:pt x="9188" y="359"/>
                  </a:lnTo>
                  <a:lnTo>
                    <a:pt x="9218" y="1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34"/>
            <p:cNvSpPr/>
            <p:nvPr/>
          </p:nvSpPr>
          <p:spPr>
            <a:xfrm>
              <a:off x="7247921" y="2226033"/>
              <a:ext cx="220399" cy="19310"/>
            </a:xfrm>
            <a:custGeom>
              <a:avLst/>
              <a:gdLst/>
              <a:ahLst/>
              <a:cxnLst/>
              <a:rect l="l" t="t" r="r" b="b"/>
              <a:pathLst>
                <a:path w="8024" h="703" extrusionOk="0">
                  <a:moveTo>
                    <a:pt x="1" y="0"/>
                  </a:moveTo>
                  <a:lnTo>
                    <a:pt x="165" y="359"/>
                  </a:lnTo>
                  <a:lnTo>
                    <a:pt x="359" y="702"/>
                  </a:lnTo>
                  <a:lnTo>
                    <a:pt x="7665" y="702"/>
                  </a:lnTo>
                  <a:lnTo>
                    <a:pt x="7859" y="359"/>
                  </a:lnTo>
                  <a:lnTo>
                    <a:pt x="8023" y="0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34"/>
            <p:cNvSpPr/>
            <p:nvPr/>
          </p:nvSpPr>
          <p:spPr>
            <a:xfrm>
              <a:off x="7290605" y="2290443"/>
              <a:ext cx="135030" cy="19310"/>
            </a:xfrm>
            <a:custGeom>
              <a:avLst/>
              <a:gdLst/>
              <a:ahLst/>
              <a:cxnLst/>
              <a:rect l="l" t="t" r="r" b="b"/>
              <a:pathLst>
                <a:path w="4916" h="703" extrusionOk="0">
                  <a:moveTo>
                    <a:pt x="0" y="1"/>
                  </a:moveTo>
                  <a:lnTo>
                    <a:pt x="344" y="359"/>
                  </a:lnTo>
                  <a:lnTo>
                    <a:pt x="718" y="703"/>
                  </a:lnTo>
                  <a:lnTo>
                    <a:pt x="4198" y="703"/>
                  </a:lnTo>
                  <a:lnTo>
                    <a:pt x="4572" y="359"/>
                  </a:lnTo>
                  <a:lnTo>
                    <a:pt x="4916" y="1"/>
                  </a:lnTo>
                  <a:close/>
                </a:path>
              </a:pathLst>
            </a:custGeom>
            <a:solidFill>
              <a:srgbClr val="FB79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34"/>
            <p:cNvSpPr/>
            <p:nvPr/>
          </p:nvSpPr>
          <p:spPr>
            <a:xfrm>
              <a:off x="7251629" y="2354879"/>
              <a:ext cx="212983" cy="19310"/>
            </a:xfrm>
            <a:custGeom>
              <a:avLst/>
              <a:gdLst/>
              <a:ahLst/>
              <a:cxnLst/>
              <a:rect l="l" t="t" r="r" b="b"/>
              <a:pathLst>
                <a:path w="7754" h="703" extrusionOk="0">
                  <a:moveTo>
                    <a:pt x="613" y="0"/>
                  </a:moveTo>
                  <a:lnTo>
                    <a:pt x="299" y="344"/>
                  </a:lnTo>
                  <a:lnTo>
                    <a:pt x="0" y="702"/>
                  </a:lnTo>
                  <a:lnTo>
                    <a:pt x="7754" y="702"/>
                  </a:lnTo>
                  <a:lnTo>
                    <a:pt x="7455" y="344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34"/>
            <p:cNvSpPr/>
            <p:nvPr/>
          </p:nvSpPr>
          <p:spPr>
            <a:xfrm>
              <a:off x="7231112" y="2419288"/>
              <a:ext cx="270033" cy="19310"/>
            </a:xfrm>
            <a:custGeom>
              <a:avLst/>
              <a:gdLst/>
              <a:ahLst/>
              <a:cxnLst/>
              <a:rect l="l" t="t" r="r" b="b"/>
              <a:pathLst>
                <a:path w="9831" h="703" extrusionOk="0">
                  <a:moveTo>
                    <a:pt x="0" y="1"/>
                  </a:moveTo>
                  <a:lnTo>
                    <a:pt x="0" y="703"/>
                  </a:lnTo>
                  <a:lnTo>
                    <a:pt x="9830" y="703"/>
                  </a:lnTo>
                  <a:lnTo>
                    <a:pt x="9696" y="344"/>
                  </a:lnTo>
                  <a:lnTo>
                    <a:pt x="9532" y="1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34"/>
            <p:cNvSpPr/>
            <p:nvPr/>
          </p:nvSpPr>
          <p:spPr>
            <a:xfrm>
              <a:off x="7231112" y="2483313"/>
              <a:ext cx="281514" cy="19310"/>
            </a:xfrm>
            <a:custGeom>
              <a:avLst/>
              <a:gdLst/>
              <a:ahLst/>
              <a:cxnLst/>
              <a:rect l="l" t="t" r="r" b="b"/>
              <a:pathLst>
                <a:path w="10249" h="703" extrusionOk="0">
                  <a:moveTo>
                    <a:pt x="0" y="0"/>
                  </a:moveTo>
                  <a:lnTo>
                    <a:pt x="0" y="703"/>
                  </a:lnTo>
                  <a:lnTo>
                    <a:pt x="10249" y="703"/>
                  </a:lnTo>
                  <a:lnTo>
                    <a:pt x="10234" y="359"/>
                  </a:lnTo>
                  <a:lnTo>
                    <a:pt x="10204" y="0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34"/>
            <p:cNvSpPr/>
            <p:nvPr/>
          </p:nvSpPr>
          <p:spPr>
            <a:xfrm>
              <a:off x="7203618" y="1699142"/>
              <a:ext cx="281514" cy="885168"/>
            </a:xfrm>
            <a:custGeom>
              <a:avLst/>
              <a:gdLst/>
              <a:ahLst/>
              <a:cxnLst/>
              <a:rect l="l" t="t" r="r" b="b"/>
              <a:pathLst>
                <a:path w="10249" h="32226" extrusionOk="0">
                  <a:moveTo>
                    <a:pt x="1494" y="1"/>
                  </a:moveTo>
                  <a:lnTo>
                    <a:pt x="1405" y="16"/>
                  </a:lnTo>
                  <a:lnTo>
                    <a:pt x="1240" y="76"/>
                  </a:lnTo>
                  <a:lnTo>
                    <a:pt x="1091" y="150"/>
                  </a:lnTo>
                  <a:lnTo>
                    <a:pt x="956" y="270"/>
                  </a:lnTo>
                  <a:lnTo>
                    <a:pt x="852" y="389"/>
                  </a:lnTo>
                  <a:lnTo>
                    <a:pt x="762" y="554"/>
                  </a:lnTo>
                  <a:lnTo>
                    <a:pt x="717" y="718"/>
                  </a:lnTo>
                  <a:lnTo>
                    <a:pt x="702" y="808"/>
                  </a:lnTo>
                  <a:lnTo>
                    <a:pt x="687" y="897"/>
                  </a:lnTo>
                  <a:lnTo>
                    <a:pt x="687" y="3885"/>
                  </a:lnTo>
                  <a:lnTo>
                    <a:pt x="717" y="4363"/>
                  </a:lnTo>
                  <a:lnTo>
                    <a:pt x="762" y="4841"/>
                  </a:lnTo>
                  <a:lnTo>
                    <a:pt x="852" y="5319"/>
                  </a:lnTo>
                  <a:lnTo>
                    <a:pt x="971" y="5797"/>
                  </a:lnTo>
                  <a:lnTo>
                    <a:pt x="1121" y="6261"/>
                  </a:lnTo>
                  <a:lnTo>
                    <a:pt x="1315" y="6724"/>
                  </a:lnTo>
                  <a:lnTo>
                    <a:pt x="1524" y="7172"/>
                  </a:lnTo>
                  <a:lnTo>
                    <a:pt x="1778" y="7620"/>
                  </a:lnTo>
                  <a:lnTo>
                    <a:pt x="2062" y="8053"/>
                  </a:lnTo>
                  <a:lnTo>
                    <a:pt x="2361" y="8472"/>
                  </a:lnTo>
                  <a:lnTo>
                    <a:pt x="2704" y="8890"/>
                  </a:lnTo>
                  <a:lnTo>
                    <a:pt x="3078" y="9293"/>
                  </a:lnTo>
                  <a:lnTo>
                    <a:pt x="3466" y="9682"/>
                  </a:lnTo>
                  <a:lnTo>
                    <a:pt x="3899" y="10055"/>
                  </a:lnTo>
                  <a:lnTo>
                    <a:pt x="4348" y="10414"/>
                  </a:lnTo>
                  <a:lnTo>
                    <a:pt x="4826" y="10757"/>
                  </a:lnTo>
                  <a:lnTo>
                    <a:pt x="5110" y="10952"/>
                  </a:lnTo>
                  <a:lnTo>
                    <a:pt x="5513" y="11221"/>
                  </a:lnTo>
                  <a:lnTo>
                    <a:pt x="5871" y="11519"/>
                  </a:lnTo>
                  <a:lnTo>
                    <a:pt x="6230" y="11818"/>
                  </a:lnTo>
                  <a:lnTo>
                    <a:pt x="6544" y="12117"/>
                  </a:lnTo>
                  <a:lnTo>
                    <a:pt x="6843" y="12446"/>
                  </a:lnTo>
                  <a:lnTo>
                    <a:pt x="7126" y="12759"/>
                  </a:lnTo>
                  <a:lnTo>
                    <a:pt x="7365" y="13103"/>
                  </a:lnTo>
                  <a:lnTo>
                    <a:pt x="7604" y="13432"/>
                  </a:lnTo>
                  <a:lnTo>
                    <a:pt x="7799" y="13775"/>
                  </a:lnTo>
                  <a:lnTo>
                    <a:pt x="7978" y="14134"/>
                  </a:lnTo>
                  <a:lnTo>
                    <a:pt x="8127" y="14492"/>
                  </a:lnTo>
                  <a:lnTo>
                    <a:pt x="8247" y="14851"/>
                  </a:lnTo>
                  <a:lnTo>
                    <a:pt x="8337" y="15224"/>
                  </a:lnTo>
                  <a:lnTo>
                    <a:pt x="8411" y="15583"/>
                  </a:lnTo>
                  <a:lnTo>
                    <a:pt x="8456" y="15956"/>
                  </a:lnTo>
                  <a:lnTo>
                    <a:pt x="8456" y="16330"/>
                  </a:lnTo>
                  <a:lnTo>
                    <a:pt x="8456" y="16703"/>
                  </a:lnTo>
                  <a:lnTo>
                    <a:pt x="8411" y="17077"/>
                  </a:lnTo>
                  <a:lnTo>
                    <a:pt x="8337" y="17450"/>
                  </a:lnTo>
                  <a:lnTo>
                    <a:pt x="8247" y="17824"/>
                  </a:lnTo>
                  <a:lnTo>
                    <a:pt x="8127" y="18182"/>
                  </a:lnTo>
                  <a:lnTo>
                    <a:pt x="7978" y="18541"/>
                  </a:lnTo>
                  <a:lnTo>
                    <a:pt x="7799" y="18885"/>
                  </a:lnTo>
                  <a:lnTo>
                    <a:pt x="7604" y="19228"/>
                  </a:lnTo>
                  <a:lnTo>
                    <a:pt x="7365" y="19572"/>
                  </a:lnTo>
                  <a:lnTo>
                    <a:pt x="7126" y="19900"/>
                  </a:lnTo>
                  <a:lnTo>
                    <a:pt x="6843" y="20229"/>
                  </a:lnTo>
                  <a:lnTo>
                    <a:pt x="6544" y="20543"/>
                  </a:lnTo>
                  <a:lnTo>
                    <a:pt x="6230" y="20857"/>
                  </a:lnTo>
                  <a:lnTo>
                    <a:pt x="5871" y="21155"/>
                  </a:lnTo>
                  <a:lnTo>
                    <a:pt x="5513" y="21439"/>
                  </a:lnTo>
                  <a:lnTo>
                    <a:pt x="5110" y="21723"/>
                  </a:lnTo>
                  <a:lnTo>
                    <a:pt x="4138" y="22380"/>
                  </a:lnTo>
                  <a:lnTo>
                    <a:pt x="3660" y="22724"/>
                  </a:lnTo>
                  <a:lnTo>
                    <a:pt x="3212" y="23083"/>
                  </a:lnTo>
                  <a:lnTo>
                    <a:pt x="2779" y="23456"/>
                  </a:lnTo>
                  <a:lnTo>
                    <a:pt x="2391" y="23844"/>
                  </a:lnTo>
                  <a:lnTo>
                    <a:pt x="2017" y="24248"/>
                  </a:lnTo>
                  <a:lnTo>
                    <a:pt x="1673" y="24666"/>
                  </a:lnTo>
                  <a:lnTo>
                    <a:pt x="1360" y="25084"/>
                  </a:lnTo>
                  <a:lnTo>
                    <a:pt x="1091" y="25518"/>
                  </a:lnTo>
                  <a:lnTo>
                    <a:pt x="837" y="25966"/>
                  </a:lnTo>
                  <a:lnTo>
                    <a:pt x="613" y="26414"/>
                  </a:lnTo>
                  <a:lnTo>
                    <a:pt x="433" y="26877"/>
                  </a:lnTo>
                  <a:lnTo>
                    <a:pt x="284" y="27340"/>
                  </a:lnTo>
                  <a:lnTo>
                    <a:pt x="165" y="27818"/>
                  </a:lnTo>
                  <a:lnTo>
                    <a:pt x="75" y="28296"/>
                  </a:lnTo>
                  <a:lnTo>
                    <a:pt x="15" y="28774"/>
                  </a:lnTo>
                  <a:lnTo>
                    <a:pt x="0" y="29253"/>
                  </a:lnTo>
                  <a:lnTo>
                    <a:pt x="0" y="31329"/>
                  </a:lnTo>
                  <a:lnTo>
                    <a:pt x="15" y="31419"/>
                  </a:lnTo>
                  <a:lnTo>
                    <a:pt x="15" y="31508"/>
                  </a:lnTo>
                  <a:lnTo>
                    <a:pt x="75" y="31673"/>
                  </a:lnTo>
                  <a:lnTo>
                    <a:pt x="165" y="31837"/>
                  </a:lnTo>
                  <a:lnTo>
                    <a:pt x="269" y="31957"/>
                  </a:lnTo>
                  <a:lnTo>
                    <a:pt x="404" y="32076"/>
                  </a:lnTo>
                  <a:lnTo>
                    <a:pt x="553" y="32151"/>
                  </a:lnTo>
                  <a:lnTo>
                    <a:pt x="717" y="32211"/>
                  </a:lnTo>
                  <a:lnTo>
                    <a:pt x="807" y="32226"/>
                  </a:lnTo>
                  <a:lnTo>
                    <a:pt x="986" y="32226"/>
                  </a:lnTo>
                  <a:lnTo>
                    <a:pt x="1076" y="32211"/>
                  </a:lnTo>
                  <a:lnTo>
                    <a:pt x="1255" y="32151"/>
                  </a:lnTo>
                  <a:lnTo>
                    <a:pt x="1405" y="32076"/>
                  </a:lnTo>
                  <a:lnTo>
                    <a:pt x="1539" y="31957"/>
                  </a:lnTo>
                  <a:lnTo>
                    <a:pt x="1644" y="31837"/>
                  </a:lnTo>
                  <a:lnTo>
                    <a:pt x="1733" y="31673"/>
                  </a:lnTo>
                  <a:lnTo>
                    <a:pt x="1778" y="31508"/>
                  </a:lnTo>
                  <a:lnTo>
                    <a:pt x="1793" y="31419"/>
                  </a:lnTo>
                  <a:lnTo>
                    <a:pt x="1793" y="31329"/>
                  </a:lnTo>
                  <a:lnTo>
                    <a:pt x="1793" y="29253"/>
                  </a:lnTo>
                  <a:lnTo>
                    <a:pt x="1808" y="28879"/>
                  </a:lnTo>
                  <a:lnTo>
                    <a:pt x="1853" y="28506"/>
                  </a:lnTo>
                  <a:lnTo>
                    <a:pt x="1927" y="28132"/>
                  </a:lnTo>
                  <a:lnTo>
                    <a:pt x="2017" y="27774"/>
                  </a:lnTo>
                  <a:lnTo>
                    <a:pt x="2137" y="27415"/>
                  </a:lnTo>
                  <a:lnTo>
                    <a:pt x="2286" y="27056"/>
                  </a:lnTo>
                  <a:lnTo>
                    <a:pt x="2465" y="26698"/>
                  </a:lnTo>
                  <a:lnTo>
                    <a:pt x="2659" y="26354"/>
                  </a:lnTo>
                  <a:lnTo>
                    <a:pt x="2884" y="26026"/>
                  </a:lnTo>
                  <a:lnTo>
                    <a:pt x="3138" y="25682"/>
                  </a:lnTo>
                  <a:lnTo>
                    <a:pt x="3406" y="25368"/>
                  </a:lnTo>
                  <a:lnTo>
                    <a:pt x="3705" y="25040"/>
                  </a:lnTo>
                  <a:lnTo>
                    <a:pt x="4034" y="24741"/>
                  </a:lnTo>
                  <a:lnTo>
                    <a:pt x="4378" y="24442"/>
                  </a:lnTo>
                  <a:lnTo>
                    <a:pt x="4751" y="24143"/>
                  </a:lnTo>
                  <a:lnTo>
                    <a:pt x="5154" y="23874"/>
                  </a:lnTo>
                  <a:lnTo>
                    <a:pt x="6125" y="23202"/>
                  </a:lnTo>
                  <a:lnTo>
                    <a:pt x="6604" y="22858"/>
                  </a:lnTo>
                  <a:lnTo>
                    <a:pt x="7052" y="22500"/>
                  </a:lnTo>
                  <a:lnTo>
                    <a:pt x="7470" y="22126"/>
                  </a:lnTo>
                  <a:lnTo>
                    <a:pt x="7873" y="21753"/>
                  </a:lnTo>
                  <a:lnTo>
                    <a:pt x="8247" y="21350"/>
                  </a:lnTo>
                  <a:lnTo>
                    <a:pt x="8590" y="20931"/>
                  </a:lnTo>
                  <a:lnTo>
                    <a:pt x="8889" y="20513"/>
                  </a:lnTo>
                  <a:lnTo>
                    <a:pt x="9173" y="20065"/>
                  </a:lnTo>
                  <a:lnTo>
                    <a:pt x="9427" y="19631"/>
                  </a:lnTo>
                  <a:lnTo>
                    <a:pt x="9636" y="19168"/>
                  </a:lnTo>
                  <a:lnTo>
                    <a:pt x="9830" y="18720"/>
                  </a:lnTo>
                  <a:lnTo>
                    <a:pt x="9980" y="18242"/>
                  </a:lnTo>
                  <a:lnTo>
                    <a:pt x="10099" y="17779"/>
                  </a:lnTo>
                  <a:lnTo>
                    <a:pt x="10189" y="17301"/>
                  </a:lnTo>
                  <a:lnTo>
                    <a:pt x="10234" y="16823"/>
                  </a:lnTo>
                  <a:lnTo>
                    <a:pt x="10249" y="16330"/>
                  </a:lnTo>
                  <a:lnTo>
                    <a:pt x="10234" y="15852"/>
                  </a:lnTo>
                  <a:lnTo>
                    <a:pt x="10189" y="15374"/>
                  </a:lnTo>
                  <a:lnTo>
                    <a:pt x="10099" y="14896"/>
                  </a:lnTo>
                  <a:lnTo>
                    <a:pt x="9980" y="14418"/>
                  </a:lnTo>
                  <a:lnTo>
                    <a:pt x="9830" y="13954"/>
                  </a:lnTo>
                  <a:lnTo>
                    <a:pt x="9636" y="13491"/>
                  </a:lnTo>
                  <a:lnTo>
                    <a:pt x="9427" y="13043"/>
                  </a:lnTo>
                  <a:lnTo>
                    <a:pt x="9173" y="12595"/>
                  </a:lnTo>
                  <a:lnTo>
                    <a:pt x="8889" y="12162"/>
                  </a:lnTo>
                  <a:lnTo>
                    <a:pt x="8590" y="11743"/>
                  </a:lnTo>
                  <a:lnTo>
                    <a:pt x="8247" y="11325"/>
                  </a:lnTo>
                  <a:lnTo>
                    <a:pt x="7873" y="10922"/>
                  </a:lnTo>
                  <a:lnTo>
                    <a:pt x="7470" y="10533"/>
                  </a:lnTo>
                  <a:lnTo>
                    <a:pt x="7052" y="10160"/>
                  </a:lnTo>
                  <a:lnTo>
                    <a:pt x="6604" y="9801"/>
                  </a:lnTo>
                  <a:lnTo>
                    <a:pt x="6125" y="9458"/>
                  </a:lnTo>
                  <a:lnTo>
                    <a:pt x="5842" y="9278"/>
                  </a:lnTo>
                  <a:lnTo>
                    <a:pt x="5438" y="8995"/>
                  </a:lnTo>
                  <a:lnTo>
                    <a:pt x="5080" y="8696"/>
                  </a:lnTo>
                  <a:lnTo>
                    <a:pt x="4721" y="8397"/>
                  </a:lnTo>
                  <a:lnTo>
                    <a:pt x="4407" y="8098"/>
                  </a:lnTo>
                  <a:lnTo>
                    <a:pt x="4109" y="7770"/>
                  </a:lnTo>
                  <a:lnTo>
                    <a:pt x="3825" y="7456"/>
                  </a:lnTo>
                  <a:lnTo>
                    <a:pt x="3571" y="7112"/>
                  </a:lnTo>
                  <a:lnTo>
                    <a:pt x="3347" y="6784"/>
                  </a:lnTo>
                  <a:lnTo>
                    <a:pt x="3152" y="6440"/>
                  </a:lnTo>
                  <a:lnTo>
                    <a:pt x="2973" y="6081"/>
                  </a:lnTo>
                  <a:lnTo>
                    <a:pt x="2824" y="5723"/>
                  </a:lnTo>
                  <a:lnTo>
                    <a:pt x="2704" y="5364"/>
                  </a:lnTo>
                  <a:lnTo>
                    <a:pt x="2615" y="5006"/>
                  </a:lnTo>
                  <a:lnTo>
                    <a:pt x="2540" y="4632"/>
                  </a:lnTo>
                  <a:lnTo>
                    <a:pt x="2495" y="4259"/>
                  </a:lnTo>
                  <a:lnTo>
                    <a:pt x="2480" y="3885"/>
                  </a:lnTo>
                  <a:lnTo>
                    <a:pt x="2480" y="897"/>
                  </a:lnTo>
                  <a:lnTo>
                    <a:pt x="2480" y="808"/>
                  </a:lnTo>
                  <a:lnTo>
                    <a:pt x="2465" y="718"/>
                  </a:lnTo>
                  <a:lnTo>
                    <a:pt x="2420" y="554"/>
                  </a:lnTo>
                  <a:lnTo>
                    <a:pt x="2331" y="389"/>
                  </a:lnTo>
                  <a:lnTo>
                    <a:pt x="2226" y="270"/>
                  </a:lnTo>
                  <a:lnTo>
                    <a:pt x="2092" y="150"/>
                  </a:lnTo>
                  <a:lnTo>
                    <a:pt x="1942" y="76"/>
                  </a:lnTo>
                  <a:lnTo>
                    <a:pt x="1778" y="16"/>
                  </a:lnTo>
                  <a:lnTo>
                    <a:pt x="168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34"/>
            <p:cNvSpPr/>
            <p:nvPr/>
          </p:nvSpPr>
          <p:spPr>
            <a:xfrm>
              <a:off x="7231112" y="1699142"/>
              <a:ext cx="281514" cy="885168"/>
            </a:xfrm>
            <a:custGeom>
              <a:avLst/>
              <a:gdLst/>
              <a:ahLst/>
              <a:cxnLst/>
              <a:rect l="l" t="t" r="r" b="b"/>
              <a:pathLst>
                <a:path w="10249" h="32226" extrusionOk="0">
                  <a:moveTo>
                    <a:pt x="8561" y="1"/>
                  </a:moveTo>
                  <a:lnTo>
                    <a:pt x="8471" y="16"/>
                  </a:lnTo>
                  <a:lnTo>
                    <a:pt x="8307" y="76"/>
                  </a:lnTo>
                  <a:lnTo>
                    <a:pt x="8157" y="150"/>
                  </a:lnTo>
                  <a:lnTo>
                    <a:pt x="8023" y="270"/>
                  </a:lnTo>
                  <a:lnTo>
                    <a:pt x="7918" y="389"/>
                  </a:lnTo>
                  <a:lnTo>
                    <a:pt x="7829" y="554"/>
                  </a:lnTo>
                  <a:lnTo>
                    <a:pt x="7784" y="718"/>
                  </a:lnTo>
                  <a:lnTo>
                    <a:pt x="7769" y="808"/>
                  </a:lnTo>
                  <a:lnTo>
                    <a:pt x="7769" y="897"/>
                  </a:lnTo>
                  <a:lnTo>
                    <a:pt x="7769" y="3885"/>
                  </a:lnTo>
                  <a:lnTo>
                    <a:pt x="7754" y="4259"/>
                  </a:lnTo>
                  <a:lnTo>
                    <a:pt x="7709" y="4632"/>
                  </a:lnTo>
                  <a:lnTo>
                    <a:pt x="7634" y="5006"/>
                  </a:lnTo>
                  <a:lnTo>
                    <a:pt x="7545" y="5364"/>
                  </a:lnTo>
                  <a:lnTo>
                    <a:pt x="7425" y="5723"/>
                  </a:lnTo>
                  <a:lnTo>
                    <a:pt x="7276" y="6081"/>
                  </a:lnTo>
                  <a:lnTo>
                    <a:pt x="7096" y="6440"/>
                  </a:lnTo>
                  <a:lnTo>
                    <a:pt x="6902" y="6784"/>
                  </a:lnTo>
                  <a:lnTo>
                    <a:pt x="6678" y="7112"/>
                  </a:lnTo>
                  <a:lnTo>
                    <a:pt x="6424" y="7456"/>
                  </a:lnTo>
                  <a:lnTo>
                    <a:pt x="6140" y="7770"/>
                  </a:lnTo>
                  <a:lnTo>
                    <a:pt x="5842" y="8098"/>
                  </a:lnTo>
                  <a:lnTo>
                    <a:pt x="5528" y="8397"/>
                  </a:lnTo>
                  <a:lnTo>
                    <a:pt x="5169" y="8696"/>
                  </a:lnTo>
                  <a:lnTo>
                    <a:pt x="4811" y="8995"/>
                  </a:lnTo>
                  <a:lnTo>
                    <a:pt x="4407" y="9278"/>
                  </a:lnTo>
                  <a:lnTo>
                    <a:pt x="4123" y="9458"/>
                  </a:lnTo>
                  <a:lnTo>
                    <a:pt x="3645" y="9801"/>
                  </a:lnTo>
                  <a:lnTo>
                    <a:pt x="3197" y="10160"/>
                  </a:lnTo>
                  <a:lnTo>
                    <a:pt x="2779" y="10533"/>
                  </a:lnTo>
                  <a:lnTo>
                    <a:pt x="2376" y="10922"/>
                  </a:lnTo>
                  <a:lnTo>
                    <a:pt x="2002" y="11325"/>
                  </a:lnTo>
                  <a:lnTo>
                    <a:pt x="1673" y="11743"/>
                  </a:lnTo>
                  <a:lnTo>
                    <a:pt x="1360" y="12162"/>
                  </a:lnTo>
                  <a:lnTo>
                    <a:pt x="1076" y="12595"/>
                  </a:lnTo>
                  <a:lnTo>
                    <a:pt x="822" y="13043"/>
                  </a:lnTo>
                  <a:lnTo>
                    <a:pt x="613" y="13491"/>
                  </a:lnTo>
                  <a:lnTo>
                    <a:pt x="418" y="13954"/>
                  </a:lnTo>
                  <a:lnTo>
                    <a:pt x="269" y="14418"/>
                  </a:lnTo>
                  <a:lnTo>
                    <a:pt x="150" y="14896"/>
                  </a:lnTo>
                  <a:lnTo>
                    <a:pt x="60" y="15374"/>
                  </a:lnTo>
                  <a:lnTo>
                    <a:pt x="15" y="15852"/>
                  </a:lnTo>
                  <a:lnTo>
                    <a:pt x="0" y="16330"/>
                  </a:lnTo>
                  <a:lnTo>
                    <a:pt x="15" y="16823"/>
                  </a:lnTo>
                  <a:lnTo>
                    <a:pt x="60" y="17301"/>
                  </a:lnTo>
                  <a:lnTo>
                    <a:pt x="150" y="17779"/>
                  </a:lnTo>
                  <a:lnTo>
                    <a:pt x="269" y="18242"/>
                  </a:lnTo>
                  <a:lnTo>
                    <a:pt x="418" y="18720"/>
                  </a:lnTo>
                  <a:lnTo>
                    <a:pt x="613" y="19168"/>
                  </a:lnTo>
                  <a:lnTo>
                    <a:pt x="822" y="19631"/>
                  </a:lnTo>
                  <a:lnTo>
                    <a:pt x="1076" y="20065"/>
                  </a:lnTo>
                  <a:lnTo>
                    <a:pt x="1360" y="20513"/>
                  </a:lnTo>
                  <a:lnTo>
                    <a:pt x="1673" y="20931"/>
                  </a:lnTo>
                  <a:lnTo>
                    <a:pt x="2002" y="21350"/>
                  </a:lnTo>
                  <a:lnTo>
                    <a:pt x="2376" y="21753"/>
                  </a:lnTo>
                  <a:lnTo>
                    <a:pt x="2779" y="22126"/>
                  </a:lnTo>
                  <a:lnTo>
                    <a:pt x="3197" y="22500"/>
                  </a:lnTo>
                  <a:lnTo>
                    <a:pt x="3645" y="22858"/>
                  </a:lnTo>
                  <a:lnTo>
                    <a:pt x="4123" y="23202"/>
                  </a:lnTo>
                  <a:lnTo>
                    <a:pt x="5095" y="23874"/>
                  </a:lnTo>
                  <a:lnTo>
                    <a:pt x="5498" y="24143"/>
                  </a:lnTo>
                  <a:lnTo>
                    <a:pt x="5871" y="24442"/>
                  </a:lnTo>
                  <a:lnTo>
                    <a:pt x="6215" y="24741"/>
                  </a:lnTo>
                  <a:lnTo>
                    <a:pt x="6544" y="25040"/>
                  </a:lnTo>
                  <a:lnTo>
                    <a:pt x="6843" y="25368"/>
                  </a:lnTo>
                  <a:lnTo>
                    <a:pt x="7111" y="25682"/>
                  </a:lnTo>
                  <a:lnTo>
                    <a:pt x="7365" y="26026"/>
                  </a:lnTo>
                  <a:lnTo>
                    <a:pt x="7589" y="26354"/>
                  </a:lnTo>
                  <a:lnTo>
                    <a:pt x="7784" y="26698"/>
                  </a:lnTo>
                  <a:lnTo>
                    <a:pt x="7963" y="27056"/>
                  </a:lnTo>
                  <a:lnTo>
                    <a:pt x="8112" y="27415"/>
                  </a:lnTo>
                  <a:lnTo>
                    <a:pt x="8232" y="27774"/>
                  </a:lnTo>
                  <a:lnTo>
                    <a:pt x="8322" y="28132"/>
                  </a:lnTo>
                  <a:lnTo>
                    <a:pt x="8396" y="28506"/>
                  </a:lnTo>
                  <a:lnTo>
                    <a:pt x="8441" y="28879"/>
                  </a:lnTo>
                  <a:lnTo>
                    <a:pt x="8456" y="29253"/>
                  </a:lnTo>
                  <a:lnTo>
                    <a:pt x="8456" y="31329"/>
                  </a:lnTo>
                  <a:lnTo>
                    <a:pt x="8456" y="31419"/>
                  </a:lnTo>
                  <a:lnTo>
                    <a:pt x="8471" y="31508"/>
                  </a:lnTo>
                  <a:lnTo>
                    <a:pt x="8516" y="31673"/>
                  </a:lnTo>
                  <a:lnTo>
                    <a:pt x="8605" y="31837"/>
                  </a:lnTo>
                  <a:lnTo>
                    <a:pt x="8710" y="31957"/>
                  </a:lnTo>
                  <a:lnTo>
                    <a:pt x="8844" y="32076"/>
                  </a:lnTo>
                  <a:lnTo>
                    <a:pt x="8994" y="32151"/>
                  </a:lnTo>
                  <a:lnTo>
                    <a:pt x="9173" y="32211"/>
                  </a:lnTo>
                  <a:lnTo>
                    <a:pt x="9263" y="32226"/>
                  </a:lnTo>
                  <a:lnTo>
                    <a:pt x="9442" y="32226"/>
                  </a:lnTo>
                  <a:lnTo>
                    <a:pt x="9532" y="32211"/>
                  </a:lnTo>
                  <a:lnTo>
                    <a:pt x="9696" y="32151"/>
                  </a:lnTo>
                  <a:lnTo>
                    <a:pt x="9845" y="32076"/>
                  </a:lnTo>
                  <a:lnTo>
                    <a:pt x="9980" y="31957"/>
                  </a:lnTo>
                  <a:lnTo>
                    <a:pt x="10099" y="31837"/>
                  </a:lnTo>
                  <a:lnTo>
                    <a:pt x="10174" y="31673"/>
                  </a:lnTo>
                  <a:lnTo>
                    <a:pt x="10234" y="31508"/>
                  </a:lnTo>
                  <a:lnTo>
                    <a:pt x="10234" y="31419"/>
                  </a:lnTo>
                  <a:lnTo>
                    <a:pt x="10249" y="31329"/>
                  </a:lnTo>
                  <a:lnTo>
                    <a:pt x="10249" y="29253"/>
                  </a:lnTo>
                  <a:lnTo>
                    <a:pt x="10234" y="28774"/>
                  </a:lnTo>
                  <a:lnTo>
                    <a:pt x="10174" y="28296"/>
                  </a:lnTo>
                  <a:lnTo>
                    <a:pt x="10084" y="27818"/>
                  </a:lnTo>
                  <a:lnTo>
                    <a:pt x="9965" y="27340"/>
                  </a:lnTo>
                  <a:lnTo>
                    <a:pt x="9815" y="26877"/>
                  </a:lnTo>
                  <a:lnTo>
                    <a:pt x="9636" y="26414"/>
                  </a:lnTo>
                  <a:lnTo>
                    <a:pt x="9412" y="25966"/>
                  </a:lnTo>
                  <a:lnTo>
                    <a:pt x="9158" y="25518"/>
                  </a:lnTo>
                  <a:lnTo>
                    <a:pt x="8889" y="25084"/>
                  </a:lnTo>
                  <a:lnTo>
                    <a:pt x="8576" y="24666"/>
                  </a:lnTo>
                  <a:lnTo>
                    <a:pt x="8232" y="24248"/>
                  </a:lnTo>
                  <a:lnTo>
                    <a:pt x="7858" y="23844"/>
                  </a:lnTo>
                  <a:lnTo>
                    <a:pt x="7470" y="23456"/>
                  </a:lnTo>
                  <a:lnTo>
                    <a:pt x="7037" y="23083"/>
                  </a:lnTo>
                  <a:lnTo>
                    <a:pt x="6589" y="22724"/>
                  </a:lnTo>
                  <a:lnTo>
                    <a:pt x="6110" y="22380"/>
                  </a:lnTo>
                  <a:lnTo>
                    <a:pt x="5139" y="21723"/>
                  </a:lnTo>
                  <a:lnTo>
                    <a:pt x="4751" y="21439"/>
                  </a:lnTo>
                  <a:lnTo>
                    <a:pt x="4377" y="21155"/>
                  </a:lnTo>
                  <a:lnTo>
                    <a:pt x="4019" y="20857"/>
                  </a:lnTo>
                  <a:lnTo>
                    <a:pt x="3705" y="20543"/>
                  </a:lnTo>
                  <a:lnTo>
                    <a:pt x="3406" y="20229"/>
                  </a:lnTo>
                  <a:lnTo>
                    <a:pt x="3123" y="19900"/>
                  </a:lnTo>
                  <a:lnTo>
                    <a:pt x="2884" y="19572"/>
                  </a:lnTo>
                  <a:lnTo>
                    <a:pt x="2644" y="19228"/>
                  </a:lnTo>
                  <a:lnTo>
                    <a:pt x="2450" y="18885"/>
                  </a:lnTo>
                  <a:lnTo>
                    <a:pt x="2271" y="18541"/>
                  </a:lnTo>
                  <a:lnTo>
                    <a:pt x="2122" y="18182"/>
                  </a:lnTo>
                  <a:lnTo>
                    <a:pt x="2002" y="17824"/>
                  </a:lnTo>
                  <a:lnTo>
                    <a:pt x="1912" y="17450"/>
                  </a:lnTo>
                  <a:lnTo>
                    <a:pt x="1838" y="17077"/>
                  </a:lnTo>
                  <a:lnTo>
                    <a:pt x="1808" y="16703"/>
                  </a:lnTo>
                  <a:lnTo>
                    <a:pt x="1793" y="16330"/>
                  </a:lnTo>
                  <a:lnTo>
                    <a:pt x="1808" y="15956"/>
                  </a:lnTo>
                  <a:lnTo>
                    <a:pt x="1838" y="15583"/>
                  </a:lnTo>
                  <a:lnTo>
                    <a:pt x="1912" y="15224"/>
                  </a:lnTo>
                  <a:lnTo>
                    <a:pt x="2002" y="14851"/>
                  </a:lnTo>
                  <a:lnTo>
                    <a:pt x="2122" y="14492"/>
                  </a:lnTo>
                  <a:lnTo>
                    <a:pt x="2271" y="14134"/>
                  </a:lnTo>
                  <a:lnTo>
                    <a:pt x="2450" y="13775"/>
                  </a:lnTo>
                  <a:lnTo>
                    <a:pt x="2644" y="13432"/>
                  </a:lnTo>
                  <a:lnTo>
                    <a:pt x="2884" y="13103"/>
                  </a:lnTo>
                  <a:lnTo>
                    <a:pt x="3123" y="12759"/>
                  </a:lnTo>
                  <a:lnTo>
                    <a:pt x="3406" y="12446"/>
                  </a:lnTo>
                  <a:lnTo>
                    <a:pt x="3705" y="12117"/>
                  </a:lnTo>
                  <a:lnTo>
                    <a:pt x="4019" y="11818"/>
                  </a:lnTo>
                  <a:lnTo>
                    <a:pt x="4377" y="11519"/>
                  </a:lnTo>
                  <a:lnTo>
                    <a:pt x="4751" y="11221"/>
                  </a:lnTo>
                  <a:lnTo>
                    <a:pt x="5139" y="10952"/>
                  </a:lnTo>
                  <a:lnTo>
                    <a:pt x="5423" y="10757"/>
                  </a:lnTo>
                  <a:lnTo>
                    <a:pt x="5901" y="10414"/>
                  </a:lnTo>
                  <a:lnTo>
                    <a:pt x="6350" y="10055"/>
                  </a:lnTo>
                  <a:lnTo>
                    <a:pt x="6783" y="9682"/>
                  </a:lnTo>
                  <a:lnTo>
                    <a:pt x="7171" y="9293"/>
                  </a:lnTo>
                  <a:lnTo>
                    <a:pt x="7545" y="8890"/>
                  </a:lnTo>
                  <a:lnTo>
                    <a:pt x="7888" y="8472"/>
                  </a:lnTo>
                  <a:lnTo>
                    <a:pt x="8187" y="8053"/>
                  </a:lnTo>
                  <a:lnTo>
                    <a:pt x="8471" y="7620"/>
                  </a:lnTo>
                  <a:lnTo>
                    <a:pt x="8725" y="7172"/>
                  </a:lnTo>
                  <a:lnTo>
                    <a:pt x="8934" y="6724"/>
                  </a:lnTo>
                  <a:lnTo>
                    <a:pt x="9128" y="6261"/>
                  </a:lnTo>
                  <a:lnTo>
                    <a:pt x="9278" y="5797"/>
                  </a:lnTo>
                  <a:lnTo>
                    <a:pt x="9397" y="5319"/>
                  </a:lnTo>
                  <a:lnTo>
                    <a:pt x="9487" y="4841"/>
                  </a:lnTo>
                  <a:lnTo>
                    <a:pt x="9532" y="4363"/>
                  </a:lnTo>
                  <a:lnTo>
                    <a:pt x="9562" y="3885"/>
                  </a:lnTo>
                  <a:lnTo>
                    <a:pt x="9562" y="897"/>
                  </a:lnTo>
                  <a:lnTo>
                    <a:pt x="9547" y="808"/>
                  </a:lnTo>
                  <a:lnTo>
                    <a:pt x="9532" y="718"/>
                  </a:lnTo>
                  <a:lnTo>
                    <a:pt x="9487" y="554"/>
                  </a:lnTo>
                  <a:lnTo>
                    <a:pt x="9397" y="389"/>
                  </a:lnTo>
                  <a:lnTo>
                    <a:pt x="9293" y="270"/>
                  </a:lnTo>
                  <a:lnTo>
                    <a:pt x="9158" y="150"/>
                  </a:lnTo>
                  <a:lnTo>
                    <a:pt x="9009" y="76"/>
                  </a:lnTo>
                  <a:lnTo>
                    <a:pt x="8844" y="16"/>
                  </a:lnTo>
                  <a:lnTo>
                    <a:pt x="8755" y="1"/>
                  </a:lnTo>
                  <a:close/>
                </a:path>
              </a:pathLst>
            </a:custGeom>
            <a:solidFill>
              <a:srgbClr val="FA70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34"/>
            <p:cNvSpPr/>
            <p:nvPr/>
          </p:nvSpPr>
          <p:spPr>
            <a:xfrm>
              <a:off x="7206062" y="1677004"/>
              <a:ext cx="84160" cy="83721"/>
            </a:xfrm>
            <a:custGeom>
              <a:avLst/>
              <a:gdLst/>
              <a:ahLst/>
              <a:cxnLst/>
              <a:rect l="l" t="t" r="r" b="b"/>
              <a:pathLst>
                <a:path w="3064" h="3048" extrusionOk="0">
                  <a:moveTo>
                    <a:pt x="1375" y="0"/>
                  </a:moveTo>
                  <a:lnTo>
                    <a:pt x="1226" y="30"/>
                  </a:lnTo>
                  <a:lnTo>
                    <a:pt x="1076" y="60"/>
                  </a:lnTo>
                  <a:lnTo>
                    <a:pt x="942" y="120"/>
                  </a:lnTo>
                  <a:lnTo>
                    <a:pt x="808" y="179"/>
                  </a:lnTo>
                  <a:lnTo>
                    <a:pt x="673" y="254"/>
                  </a:lnTo>
                  <a:lnTo>
                    <a:pt x="554" y="344"/>
                  </a:lnTo>
                  <a:lnTo>
                    <a:pt x="449" y="448"/>
                  </a:lnTo>
                  <a:lnTo>
                    <a:pt x="344" y="553"/>
                  </a:lnTo>
                  <a:lnTo>
                    <a:pt x="270" y="673"/>
                  </a:lnTo>
                  <a:lnTo>
                    <a:pt x="180" y="792"/>
                  </a:lnTo>
                  <a:lnTo>
                    <a:pt x="120" y="926"/>
                  </a:lnTo>
                  <a:lnTo>
                    <a:pt x="76" y="1061"/>
                  </a:lnTo>
                  <a:lnTo>
                    <a:pt x="31" y="1210"/>
                  </a:lnTo>
                  <a:lnTo>
                    <a:pt x="16" y="1360"/>
                  </a:lnTo>
                  <a:lnTo>
                    <a:pt x="1" y="1524"/>
                  </a:lnTo>
                  <a:lnTo>
                    <a:pt x="16" y="1673"/>
                  </a:lnTo>
                  <a:lnTo>
                    <a:pt x="31" y="1823"/>
                  </a:lnTo>
                  <a:lnTo>
                    <a:pt x="76" y="1972"/>
                  </a:lnTo>
                  <a:lnTo>
                    <a:pt x="120" y="2122"/>
                  </a:lnTo>
                  <a:lnTo>
                    <a:pt x="180" y="2256"/>
                  </a:lnTo>
                  <a:lnTo>
                    <a:pt x="270" y="2376"/>
                  </a:lnTo>
                  <a:lnTo>
                    <a:pt x="344" y="2495"/>
                  </a:lnTo>
                  <a:lnTo>
                    <a:pt x="449" y="2600"/>
                  </a:lnTo>
                  <a:lnTo>
                    <a:pt x="554" y="2704"/>
                  </a:lnTo>
                  <a:lnTo>
                    <a:pt x="673" y="2794"/>
                  </a:lnTo>
                  <a:lnTo>
                    <a:pt x="808" y="2869"/>
                  </a:lnTo>
                  <a:lnTo>
                    <a:pt x="942" y="2928"/>
                  </a:lnTo>
                  <a:lnTo>
                    <a:pt x="1076" y="2988"/>
                  </a:lnTo>
                  <a:lnTo>
                    <a:pt x="1226" y="3018"/>
                  </a:lnTo>
                  <a:lnTo>
                    <a:pt x="1375" y="3048"/>
                  </a:lnTo>
                  <a:lnTo>
                    <a:pt x="1689" y="3048"/>
                  </a:lnTo>
                  <a:lnTo>
                    <a:pt x="1838" y="3018"/>
                  </a:lnTo>
                  <a:lnTo>
                    <a:pt x="1988" y="2988"/>
                  </a:lnTo>
                  <a:lnTo>
                    <a:pt x="2122" y="2928"/>
                  </a:lnTo>
                  <a:lnTo>
                    <a:pt x="2257" y="2869"/>
                  </a:lnTo>
                  <a:lnTo>
                    <a:pt x="2391" y="2794"/>
                  </a:lnTo>
                  <a:lnTo>
                    <a:pt x="2496" y="2704"/>
                  </a:lnTo>
                  <a:lnTo>
                    <a:pt x="2615" y="2600"/>
                  </a:lnTo>
                  <a:lnTo>
                    <a:pt x="2705" y="2495"/>
                  </a:lnTo>
                  <a:lnTo>
                    <a:pt x="2795" y="2376"/>
                  </a:lnTo>
                  <a:lnTo>
                    <a:pt x="2869" y="2256"/>
                  </a:lnTo>
                  <a:lnTo>
                    <a:pt x="2944" y="2122"/>
                  </a:lnTo>
                  <a:lnTo>
                    <a:pt x="2989" y="1972"/>
                  </a:lnTo>
                  <a:lnTo>
                    <a:pt x="3034" y="1823"/>
                  </a:lnTo>
                  <a:lnTo>
                    <a:pt x="3049" y="1673"/>
                  </a:lnTo>
                  <a:lnTo>
                    <a:pt x="3063" y="1524"/>
                  </a:lnTo>
                  <a:lnTo>
                    <a:pt x="3049" y="1360"/>
                  </a:lnTo>
                  <a:lnTo>
                    <a:pt x="3034" y="1210"/>
                  </a:lnTo>
                  <a:lnTo>
                    <a:pt x="2989" y="1061"/>
                  </a:lnTo>
                  <a:lnTo>
                    <a:pt x="2944" y="926"/>
                  </a:lnTo>
                  <a:lnTo>
                    <a:pt x="2869" y="792"/>
                  </a:lnTo>
                  <a:lnTo>
                    <a:pt x="2795" y="673"/>
                  </a:lnTo>
                  <a:lnTo>
                    <a:pt x="2705" y="553"/>
                  </a:lnTo>
                  <a:lnTo>
                    <a:pt x="2615" y="448"/>
                  </a:lnTo>
                  <a:lnTo>
                    <a:pt x="2496" y="344"/>
                  </a:lnTo>
                  <a:lnTo>
                    <a:pt x="2391" y="254"/>
                  </a:lnTo>
                  <a:lnTo>
                    <a:pt x="2257" y="179"/>
                  </a:lnTo>
                  <a:lnTo>
                    <a:pt x="2122" y="120"/>
                  </a:lnTo>
                  <a:lnTo>
                    <a:pt x="1988" y="60"/>
                  </a:lnTo>
                  <a:lnTo>
                    <a:pt x="1838" y="30"/>
                  </a:lnTo>
                  <a:lnTo>
                    <a:pt x="168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34"/>
            <p:cNvSpPr/>
            <p:nvPr/>
          </p:nvSpPr>
          <p:spPr>
            <a:xfrm>
              <a:off x="7428075" y="1677004"/>
              <a:ext cx="83721" cy="83721"/>
            </a:xfrm>
            <a:custGeom>
              <a:avLst/>
              <a:gdLst/>
              <a:ahLst/>
              <a:cxnLst/>
              <a:rect l="l" t="t" r="r" b="b"/>
              <a:pathLst>
                <a:path w="3048" h="3048" extrusionOk="0">
                  <a:moveTo>
                    <a:pt x="1375" y="0"/>
                  </a:moveTo>
                  <a:lnTo>
                    <a:pt x="1210" y="30"/>
                  </a:lnTo>
                  <a:lnTo>
                    <a:pt x="1076" y="60"/>
                  </a:lnTo>
                  <a:lnTo>
                    <a:pt x="926" y="120"/>
                  </a:lnTo>
                  <a:lnTo>
                    <a:pt x="792" y="179"/>
                  </a:lnTo>
                  <a:lnTo>
                    <a:pt x="672" y="254"/>
                  </a:lnTo>
                  <a:lnTo>
                    <a:pt x="553" y="344"/>
                  </a:lnTo>
                  <a:lnTo>
                    <a:pt x="448" y="448"/>
                  </a:lnTo>
                  <a:lnTo>
                    <a:pt x="344" y="553"/>
                  </a:lnTo>
                  <a:lnTo>
                    <a:pt x="254" y="673"/>
                  </a:lnTo>
                  <a:lnTo>
                    <a:pt x="179" y="792"/>
                  </a:lnTo>
                  <a:lnTo>
                    <a:pt x="120" y="926"/>
                  </a:lnTo>
                  <a:lnTo>
                    <a:pt x="60" y="1061"/>
                  </a:lnTo>
                  <a:lnTo>
                    <a:pt x="30" y="1210"/>
                  </a:lnTo>
                  <a:lnTo>
                    <a:pt x="0" y="1360"/>
                  </a:lnTo>
                  <a:lnTo>
                    <a:pt x="0" y="1524"/>
                  </a:lnTo>
                  <a:lnTo>
                    <a:pt x="0" y="1673"/>
                  </a:lnTo>
                  <a:lnTo>
                    <a:pt x="30" y="1823"/>
                  </a:lnTo>
                  <a:lnTo>
                    <a:pt x="60" y="1972"/>
                  </a:lnTo>
                  <a:lnTo>
                    <a:pt x="120" y="2122"/>
                  </a:lnTo>
                  <a:lnTo>
                    <a:pt x="179" y="2256"/>
                  </a:lnTo>
                  <a:lnTo>
                    <a:pt x="254" y="2376"/>
                  </a:lnTo>
                  <a:lnTo>
                    <a:pt x="344" y="2495"/>
                  </a:lnTo>
                  <a:lnTo>
                    <a:pt x="448" y="2600"/>
                  </a:lnTo>
                  <a:lnTo>
                    <a:pt x="553" y="2704"/>
                  </a:lnTo>
                  <a:lnTo>
                    <a:pt x="672" y="2794"/>
                  </a:lnTo>
                  <a:lnTo>
                    <a:pt x="792" y="2869"/>
                  </a:lnTo>
                  <a:lnTo>
                    <a:pt x="926" y="2928"/>
                  </a:lnTo>
                  <a:lnTo>
                    <a:pt x="1076" y="2988"/>
                  </a:lnTo>
                  <a:lnTo>
                    <a:pt x="1210" y="3018"/>
                  </a:lnTo>
                  <a:lnTo>
                    <a:pt x="1375" y="3048"/>
                  </a:lnTo>
                  <a:lnTo>
                    <a:pt x="1688" y="3048"/>
                  </a:lnTo>
                  <a:lnTo>
                    <a:pt x="1838" y="3018"/>
                  </a:lnTo>
                  <a:lnTo>
                    <a:pt x="1987" y="2988"/>
                  </a:lnTo>
                  <a:lnTo>
                    <a:pt x="2122" y="2928"/>
                  </a:lnTo>
                  <a:lnTo>
                    <a:pt x="2256" y="2869"/>
                  </a:lnTo>
                  <a:lnTo>
                    <a:pt x="2376" y="2794"/>
                  </a:lnTo>
                  <a:lnTo>
                    <a:pt x="2495" y="2704"/>
                  </a:lnTo>
                  <a:lnTo>
                    <a:pt x="2600" y="2600"/>
                  </a:lnTo>
                  <a:lnTo>
                    <a:pt x="2704" y="2495"/>
                  </a:lnTo>
                  <a:lnTo>
                    <a:pt x="2794" y="2376"/>
                  </a:lnTo>
                  <a:lnTo>
                    <a:pt x="2869" y="2256"/>
                  </a:lnTo>
                  <a:lnTo>
                    <a:pt x="2928" y="2122"/>
                  </a:lnTo>
                  <a:lnTo>
                    <a:pt x="2988" y="1972"/>
                  </a:lnTo>
                  <a:lnTo>
                    <a:pt x="3018" y="1823"/>
                  </a:lnTo>
                  <a:lnTo>
                    <a:pt x="3048" y="1673"/>
                  </a:lnTo>
                  <a:lnTo>
                    <a:pt x="3048" y="1524"/>
                  </a:lnTo>
                  <a:lnTo>
                    <a:pt x="3048" y="1360"/>
                  </a:lnTo>
                  <a:lnTo>
                    <a:pt x="3018" y="1210"/>
                  </a:lnTo>
                  <a:lnTo>
                    <a:pt x="2988" y="1061"/>
                  </a:lnTo>
                  <a:lnTo>
                    <a:pt x="2928" y="926"/>
                  </a:lnTo>
                  <a:lnTo>
                    <a:pt x="2869" y="792"/>
                  </a:lnTo>
                  <a:lnTo>
                    <a:pt x="2794" y="673"/>
                  </a:lnTo>
                  <a:lnTo>
                    <a:pt x="2704" y="553"/>
                  </a:lnTo>
                  <a:lnTo>
                    <a:pt x="2600" y="448"/>
                  </a:lnTo>
                  <a:lnTo>
                    <a:pt x="2495" y="344"/>
                  </a:lnTo>
                  <a:lnTo>
                    <a:pt x="2376" y="254"/>
                  </a:lnTo>
                  <a:lnTo>
                    <a:pt x="2256" y="179"/>
                  </a:lnTo>
                  <a:lnTo>
                    <a:pt x="2122" y="120"/>
                  </a:lnTo>
                  <a:lnTo>
                    <a:pt x="1987" y="60"/>
                  </a:lnTo>
                  <a:lnTo>
                    <a:pt x="1838" y="30"/>
                  </a:lnTo>
                  <a:lnTo>
                    <a:pt x="1688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34"/>
            <p:cNvSpPr/>
            <p:nvPr/>
          </p:nvSpPr>
          <p:spPr>
            <a:xfrm>
              <a:off x="7188429" y="2532148"/>
              <a:ext cx="83748" cy="83721"/>
            </a:xfrm>
            <a:custGeom>
              <a:avLst/>
              <a:gdLst/>
              <a:ahLst/>
              <a:cxnLst/>
              <a:rect l="l" t="t" r="r" b="b"/>
              <a:pathLst>
                <a:path w="3049" h="3048" extrusionOk="0">
                  <a:moveTo>
                    <a:pt x="1375" y="0"/>
                  </a:moveTo>
                  <a:lnTo>
                    <a:pt x="1225" y="30"/>
                  </a:lnTo>
                  <a:lnTo>
                    <a:pt x="1076" y="60"/>
                  </a:lnTo>
                  <a:lnTo>
                    <a:pt x="927" y="120"/>
                  </a:lnTo>
                  <a:lnTo>
                    <a:pt x="792" y="179"/>
                  </a:lnTo>
                  <a:lnTo>
                    <a:pt x="673" y="254"/>
                  </a:lnTo>
                  <a:lnTo>
                    <a:pt x="553" y="344"/>
                  </a:lnTo>
                  <a:lnTo>
                    <a:pt x="449" y="448"/>
                  </a:lnTo>
                  <a:lnTo>
                    <a:pt x="344" y="553"/>
                  </a:lnTo>
                  <a:lnTo>
                    <a:pt x="254" y="672"/>
                  </a:lnTo>
                  <a:lnTo>
                    <a:pt x="180" y="792"/>
                  </a:lnTo>
                  <a:lnTo>
                    <a:pt x="120" y="926"/>
                  </a:lnTo>
                  <a:lnTo>
                    <a:pt x="60" y="1076"/>
                  </a:lnTo>
                  <a:lnTo>
                    <a:pt x="30" y="1225"/>
                  </a:lnTo>
                  <a:lnTo>
                    <a:pt x="0" y="1375"/>
                  </a:lnTo>
                  <a:lnTo>
                    <a:pt x="0" y="1524"/>
                  </a:lnTo>
                  <a:lnTo>
                    <a:pt x="0" y="1688"/>
                  </a:lnTo>
                  <a:lnTo>
                    <a:pt x="30" y="1838"/>
                  </a:lnTo>
                  <a:lnTo>
                    <a:pt x="60" y="1987"/>
                  </a:lnTo>
                  <a:lnTo>
                    <a:pt x="120" y="2122"/>
                  </a:lnTo>
                  <a:lnTo>
                    <a:pt x="180" y="2256"/>
                  </a:lnTo>
                  <a:lnTo>
                    <a:pt x="254" y="2376"/>
                  </a:lnTo>
                  <a:lnTo>
                    <a:pt x="344" y="2495"/>
                  </a:lnTo>
                  <a:lnTo>
                    <a:pt x="449" y="2600"/>
                  </a:lnTo>
                  <a:lnTo>
                    <a:pt x="553" y="2704"/>
                  </a:lnTo>
                  <a:lnTo>
                    <a:pt x="673" y="2794"/>
                  </a:lnTo>
                  <a:lnTo>
                    <a:pt x="792" y="2869"/>
                  </a:lnTo>
                  <a:lnTo>
                    <a:pt x="927" y="2928"/>
                  </a:lnTo>
                  <a:lnTo>
                    <a:pt x="1076" y="2988"/>
                  </a:lnTo>
                  <a:lnTo>
                    <a:pt x="1225" y="3018"/>
                  </a:lnTo>
                  <a:lnTo>
                    <a:pt x="1375" y="3048"/>
                  </a:lnTo>
                  <a:lnTo>
                    <a:pt x="1689" y="3048"/>
                  </a:lnTo>
                  <a:lnTo>
                    <a:pt x="1838" y="3018"/>
                  </a:lnTo>
                  <a:lnTo>
                    <a:pt x="1987" y="2988"/>
                  </a:lnTo>
                  <a:lnTo>
                    <a:pt x="2122" y="2928"/>
                  </a:lnTo>
                  <a:lnTo>
                    <a:pt x="2256" y="2869"/>
                  </a:lnTo>
                  <a:lnTo>
                    <a:pt x="2376" y="2794"/>
                  </a:lnTo>
                  <a:lnTo>
                    <a:pt x="2495" y="2704"/>
                  </a:lnTo>
                  <a:lnTo>
                    <a:pt x="2600" y="2600"/>
                  </a:lnTo>
                  <a:lnTo>
                    <a:pt x="2705" y="2495"/>
                  </a:lnTo>
                  <a:lnTo>
                    <a:pt x="2794" y="2376"/>
                  </a:lnTo>
                  <a:lnTo>
                    <a:pt x="2869" y="2256"/>
                  </a:lnTo>
                  <a:lnTo>
                    <a:pt x="2929" y="2122"/>
                  </a:lnTo>
                  <a:lnTo>
                    <a:pt x="2988" y="1987"/>
                  </a:lnTo>
                  <a:lnTo>
                    <a:pt x="3018" y="1838"/>
                  </a:lnTo>
                  <a:lnTo>
                    <a:pt x="3048" y="1688"/>
                  </a:lnTo>
                  <a:lnTo>
                    <a:pt x="3048" y="1524"/>
                  </a:lnTo>
                  <a:lnTo>
                    <a:pt x="3048" y="1375"/>
                  </a:lnTo>
                  <a:lnTo>
                    <a:pt x="3018" y="1225"/>
                  </a:lnTo>
                  <a:lnTo>
                    <a:pt x="2988" y="1076"/>
                  </a:lnTo>
                  <a:lnTo>
                    <a:pt x="2929" y="926"/>
                  </a:lnTo>
                  <a:lnTo>
                    <a:pt x="2869" y="792"/>
                  </a:lnTo>
                  <a:lnTo>
                    <a:pt x="2794" y="672"/>
                  </a:lnTo>
                  <a:lnTo>
                    <a:pt x="2705" y="553"/>
                  </a:lnTo>
                  <a:lnTo>
                    <a:pt x="2600" y="448"/>
                  </a:lnTo>
                  <a:lnTo>
                    <a:pt x="2495" y="344"/>
                  </a:lnTo>
                  <a:lnTo>
                    <a:pt x="2376" y="254"/>
                  </a:lnTo>
                  <a:lnTo>
                    <a:pt x="2256" y="179"/>
                  </a:lnTo>
                  <a:lnTo>
                    <a:pt x="2122" y="120"/>
                  </a:lnTo>
                  <a:lnTo>
                    <a:pt x="1987" y="60"/>
                  </a:lnTo>
                  <a:lnTo>
                    <a:pt x="1838" y="30"/>
                  </a:lnTo>
                  <a:lnTo>
                    <a:pt x="168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34"/>
            <p:cNvSpPr/>
            <p:nvPr/>
          </p:nvSpPr>
          <p:spPr>
            <a:xfrm>
              <a:off x="7442852" y="2532148"/>
              <a:ext cx="83721" cy="83721"/>
            </a:xfrm>
            <a:custGeom>
              <a:avLst/>
              <a:gdLst/>
              <a:ahLst/>
              <a:cxnLst/>
              <a:rect l="l" t="t" r="r" b="b"/>
              <a:pathLst>
                <a:path w="3048" h="3048" extrusionOk="0">
                  <a:moveTo>
                    <a:pt x="1374" y="0"/>
                  </a:moveTo>
                  <a:lnTo>
                    <a:pt x="1210" y="30"/>
                  </a:lnTo>
                  <a:lnTo>
                    <a:pt x="1076" y="60"/>
                  </a:lnTo>
                  <a:lnTo>
                    <a:pt x="926" y="120"/>
                  </a:lnTo>
                  <a:lnTo>
                    <a:pt x="792" y="179"/>
                  </a:lnTo>
                  <a:lnTo>
                    <a:pt x="672" y="254"/>
                  </a:lnTo>
                  <a:lnTo>
                    <a:pt x="553" y="344"/>
                  </a:lnTo>
                  <a:lnTo>
                    <a:pt x="448" y="448"/>
                  </a:lnTo>
                  <a:lnTo>
                    <a:pt x="344" y="553"/>
                  </a:lnTo>
                  <a:lnTo>
                    <a:pt x="254" y="672"/>
                  </a:lnTo>
                  <a:lnTo>
                    <a:pt x="179" y="792"/>
                  </a:lnTo>
                  <a:lnTo>
                    <a:pt x="120" y="926"/>
                  </a:lnTo>
                  <a:lnTo>
                    <a:pt x="60" y="1076"/>
                  </a:lnTo>
                  <a:lnTo>
                    <a:pt x="30" y="1225"/>
                  </a:lnTo>
                  <a:lnTo>
                    <a:pt x="0" y="1375"/>
                  </a:lnTo>
                  <a:lnTo>
                    <a:pt x="0" y="1524"/>
                  </a:lnTo>
                  <a:lnTo>
                    <a:pt x="0" y="1688"/>
                  </a:lnTo>
                  <a:lnTo>
                    <a:pt x="30" y="1838"/>
                  </a:lnTo>
                  <a:lnTo>
                    <a:pt x="60" y="1987"/>
                  </a:lnTo>
                  <a:lnTo>
                    <a:pt x="120" y="2122"/>
                  </a:lnTo>
                  <a:lnTo>
                    <a:pt x="179" y="2256"/>
                  </a:lnTo>
                  <a:lnTo>
                    <a:pt x="254" y="2376"/>
                  </a:lnTo>
                  <a:lnTo>
                    <a:pt x="344" y="2495"/>
                  </a:lnTo>
                  <a:lnTo>
                    <a:pt x="448" y="2600"/>
                  </a:lnTo>
                  <a:lnTo>
                    <a:pt x="553" y="2704"/>
                  </a:lnTo>
                  <a:lnTo>
                    <a:pt x="672" y="2794"/>
                  </a:lnTo>
                  <a:lnTo>
                    <a:pt x="792" y="2869"/>
                  </a:lnTo>
                  <a:lnTo>
                    <a:pt x="926" y="2928"/>
                  </a:lnTo>
                  <a:lnTo>
                    <a:pt x="1076" y="2988"/>
                  </a:lnTo>
                  <a:lnTo>
                    <a:pt x="1210" y="3018"/>
                  </a:lnTo>
                  <a:lnTo>
                    <a:pt x="1374" y="3048"/>
                  </a:lnTo>
                  <a:lnTo>
                    <a:pt x="1688" y="3048"/>
                  </a:lnTo>
                  <a:lnTo>
                    <a:pt x="1838" y="3018"/>
                  </a:lnTo>
                  <a:lnTo>
                    <a:pt x="1972" y="2988"/>
                  </a:lnTo>
                  <a:lnTo>
                    <a:pt x="2121" y="2928"/>
                  </a:lnTo>
                  <a:lnTo>
                    <a:pt x="2256" y="2869"/>
                  </a:lnTo>
                  <a:lnTo>
                    <a:pt x="2375" y="2794"/>
                  </a:lnTo>
                  <a:lnTo>
                    <a:pt x="2495" y="2704"/>
                  </a:lnTo>
                  <a:lnTo>
                    <a:pt x="2599" y="2600"/>
                  </a:lnTo>
                  <a:lnTo>
                    <a:pt x="2704" y="2495"/>
                  </a:lnTo>
                  <a:lnTo>
                    <a:pt x="2794" y="2376"/>
                  </a:lnTo>
                  <a:lnTo>
                    <a:pt x="2868" y="2256"/>
                  </a:lnTo>
                  <a:lnTo>
                    <a:pt x="2928" y="2122"/>
                  </a:lnTo>
                  <a:lnTo>
                    <a:pt x="2988" y="1987"/>
                  </a:lnTo>
                  <a:lnTo>
                    <a:pt x="3018" y="1838"/>
                  </a:lnTo>
                  <a:lnTo>
                    <a:pt x="3048" y="1688"/>
                  </a:lnTo>
                  <a:lnTo>
                    <a:pt x="3048" y="1524"/>
                  </a:lnTo>
                  <a:lnTo>
                    <a:pt x="3048" y="1375"/>
                  </a:lnTo>
                  <a:lnTo>
                    <a:pt x="3018" y="1225"/>
                  </a:lnTo>
                  <a:lnTo>
                    <a:pt x="2988" y="1076"/>
                  </a:lnTo>
                  <a:lnTo>
                    <a:pt x="2928" y="926"/>
                  </a:lnTo>
                  <a:lnTo>
                    <a:pt x="2868" y="792"/>
                  </a:lnTo>
                  <a:lnTo>
                    <a:pt x="2794" y="672"/>
                  </a:lnTo>
                  <a:lnTo>
                    <a:pt x="2704" y="553"/>
                  </a:lnTo>
                  <a:lnTo>
                    <a:pt x="2599" y="448"/>
                  </a:lnTo>
                  <a:lnTo>
                    <a:pt x="2495" y="344"/>
                  </a:lnTo>
                  <a:lnTo>
                    <a:pt x="2375" y="254"/>
                  </a:lnTo>
                  <a:lnTo>
                    <a:pt x="2256" y="179"/>
                  </a:lnTo>
                  <a:lnTo>
                    <a:pt x="2121" y="120"/>
                  </a:lnTo>
                  <a:lnTo>
                    <a:pt x="1972" y="60"/>
                  </a:lnTo>
                  <a:lnTo>
                    <a:pt x="1838" y="30"/>
                  </a:lnTo>
                  <a:lnTo>
                    <a:pt x="1688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34"/>
            <p:cNvSpPr/>
            <p:nvPr/>
          </p:nvSpPr>
          <p:spPr>
            <a:xfrm>
              <a:off x="7636932" y="1744709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extrusionOk="0">
                  <a:moveTo>
                    <a:pt x="792" y="0"/>
                  </a:moveTo>
                  <a:lnTo>
                    <a:pt x="703" y="15"/>
                  </a:lnTo>
                  <a:lnTo>
                    <a:pt x="538" y="75"/>
                  </a:lnTo>
                  <a:lnTo>
                    <a:pt x="389" y="150"/>
                  </a:lnTo>
                  <a:lnTo>
                    <a:pt x="254" y="254"/>
                  </a:lnTo>
                  <a:lnTo>
                    <a:pt x="150" y="389"/>
                  </a:lnTo>
                  <a:lnTo>
                    <a:pt x="75" y="538"/>
                  </a:lnTo>
                  <a:lnTo>
                    <a:pt x="15" y="702"/>
                  </a:lnTo>
                  <a:lnTo>
                    <a:pt x="0" y="792"/>
                  </a:lnTo>
                  <a:lnTo>
                    <a:pt x="0" y="882"/>
                  </a:lnTo>
                  <a:lnTo>
                    <a:pt x="0" y="971"/>
                  </a:lnTo>
                  <a:lnTo>
                    <a:pt x="15" y="1061"/>
                  </a:lnTo>
                  <a:lnTo>
                    <a:pt x="75" y="1225"/>
                  </a:lnTo>
                  <a:lnTo>
                    <a:pt x="150" y="1375"/>
                  </a:lnTo>
                  <a:lnTo>
                    <a:pt x="254" y="1509"/>
                  </a:lnTo>
                  <a:lnTo>
                    <a:pt x="389" y="1614"/>
                  </a:lnTo>
                  <a:lnTo>
                    <a:pt x="538" y="1688"/>
                  </a:lnTo>
                  <a:lnTo>
                    <a:pt x="703" y="1748"/>
                  </a:lnTo>
                  <a:lnTo>
                    <a:pt x="792" y="1763"/>
                  </a:lnTo>
                  <a:lnTo>
                    <a:pt x="18884" y="1763"/>
                  </a:lnTo>
                  <a:lnTo>
                    <a:pt x="18974" y="1748"/>
                  </a:lnTo>
                  <a:lnTo>
                    <a:pt x="19138" y="1688"/>
                  </a:lnTo>
                  <a:lnTo>
                    <a:pt x="19287" y="1614"/>
                  </a:lnTo>
                  <a:lnTo>
                    <a:pt x="19407" y="1509"/>
                  </a:lnTo>
                  <a:lnTo>
                    <a:pt x="19527" y="1375"/>
                  </a:lnTo>
                  <a:lnTo>
                    <a:pt x="19601" y="1225"/>
                  </a:lnTo>
                  <a:lnTo>
                    <a:pt x="19661" y="1061"/>
                  </a:lnTo>
                  <a:lnTo>
                    <a:pt x="19661" y="971"/>
                  </a:lnTo>
                  <a:lnTo>
                    <a:pt x="19676" y="882"/>
                  </a:lnTo>
                  <a:lnTo>
                    <a:pt x="19661" y="792"/>
                  </a:lnTo>
                  <a:lnTo>
                    <a:pt x="19661" y="702"/>
                  </a:lnTo>
                  <a:lnTo>
                    <a:pt x="19601" y="538"/>
                  </a:lnTo>
                  <a:lnTo>
                    <a:pt x="19527" y="389"/>
                  </a:lnTo>
                  <a:lnTo>
                    <a:pt x="19407" y="254"/>
                  </a:lnTo>
                  <a:lnTo>
                    <a:pt x="19287" y="150"/>
                  </a:lnTo>
                  <a:lnTo>
                    <a:pt x="19138" y="75"/>
                  </a:lnTo>
                  <a:lnTo>
                    <a:pt x="18974" y="15"/>
                  </a:lnTo>
                  <a:lnTo>
                    <a:pt x="1888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34"/>
            <p:cNvSpPr/>
            <p:nvPr/>
          </p:nvSpPr>
          <p:spPr>
            <a:xfrm>
              <a:off x="7636932" y="1744709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fill="none" extrusionOk="0">
                  <a:moveTo>
                    <a:pt x="18794" y="0"/>
                  </a:moveTo>
                  <a:lnTo>
                    <a:pt x="882" y="0"/>
                  </a:lnTo>
                  <a:lnTo>
                    <a:pt x="882" y="0"/>
                  </a:lnTo>
                  <a:lnTo>
                    <a:pt x="792" y="0"/>
                  </a:lnTo>
                  <a:lnTo>
                    <a:pt x="703" y="15"/>
                  </a:lnTo>
                  <a:lnTo>
                    <a:pt x="538" y="75"/>
                  </a:lnTo>
                  <a:lnTo>
                    <a:pt x="389" y="150"/>
                  </a:lnTo>
                  <a:lnTo>
                    <a:pt x="254" y="254"/>
                  </a:lnTo>
                  <a:lnTo>
                    <a:pt x="150" y="389"/>
                  </a:lnTo>
                  <a:lnTo>
                    <a:pt x="75" y="538"/>
                  </a:lnTo>
                  <a:lnTo>
                    <a:pt x="15" y="702"/>
                  </a:lnTo>
                  <a:lnTo>
                    <a:pt x="0" y="792"/>
                  </a:lnTo>
                  <a:lnTo>
                    <a:pt x="0" y="882"/>
                  </a:lnTo>
                  <a:lnTo>
                    <a:pt x="0" y="882"/>
                  </a:lnTo>
                  <a:lnTo>
                    <a:pt x="0" y="971"/>
                  </a:lnTo>
                  <a:lnTo>
                    <a:pt x="15" y="1061"/>
                  </a:lnTo>
                  <a:lnTo>
                    <a:pt x="75" y="1225"/>
                  </a:lnTo>
                  <a:lnTo>
                    <a:pt x="150" y="1375"/>
                  </a:lnTo>
                  <a:lnTo>
                    <a:pt x="254" y="1509"/>
                  </a:lnTo>
                  <a:lnTo>
                    <a:pt x="389" y="1614"/>
                  </a:lnTo>
                  <a:lnTo>
                    <a:pt x="538" y="1688"/>
                  </a:lnTo>
                  <a:lnTo>
                    <a:pt x="703" y="1748"/>
                  </a:lnTo>
                  <a:lnTo>
                    <a:pt x="792" y="1763"/>
                  </a:lnTo>
                  <a:lnTo>
                    <a:pt x="882" y="1763"/>
                  </a:lnTo>
                  <a:lnTo>
                    <a:pt x="18794" y="1763"/>
                  </a:lnTo>
                  <a:lnTo>
                    <a:pt x="18794" y="1763"/>
                  </a:lnTo>
                  <a:lnTo>
                    <a:pt x="18884" y="1763"/>
                  </a:lnTo>
                  <a:lnTo>
                    <a:pt x="18974" y="1748"/>
                  </a:lnTo>
                  <a:lnTo>
                    <a:pt x="19138" y="1688"/>
                  </a:lnTo>
                  <a:lnTo>
                    <a:pt x="19287" y="1614"/>
                  </a:lnTo>
                  <a:lnTo>
                    <a:pt x="19407" y="1509"/>
                  </a:lnTo>
                  <a:lnTo>
                    <a:pt x="19527" y="1375"/>
                  </a:lnTo>
                  <a:lnTo>
                    <a:pt x="19601" y="1225"/>
                  </a:lnTo>
                  <a:lnTo>
                    <a:pt x="19661" y="1061"/>
                  </a:lnTo>
                  <a:lnTo>
                    <a:pt x="19661" y="971"/>
                  </a:lnTo>
                  <a:lnTo>
                    <a:pt x="19676" y="882"/>
                  </a:lnTo>
                  <a:lnTo>
                    <a:pt x="19676" y="882"/>
                  </a:lnTo>
                  <a:lnTo>
                    <a:pt x="19661" y="792"/>
                  </a:lnTo>
                  <a:lnTo>
                    <a:pt x="19661" y="702"/>
                  </a:lnTo>
                  <a:lnTo>
                    <a:pt x="19601" y="538"/>
                  </a:lnTo>
                  <a:lnTo>
                    <a:pt x="19527" y="389"/>
                  </a:lnTo>
                  <a:lnTo>
                    <a:pt x="19407" y="254"/>
                  </a:lnTo>
                  <a:lnTo>
                    <a:pt x="19287" y="150"/>
                  </a:lnTo>
                  <a:lnTo>
                    <a:pt x="19138" y="75"/>
                  </a:lnTo>
                  <a:lnTo>
                    <a:pt x="18974" y="15"/>
                  </a:lnTo>
                  <a:lnTo>
                    <a:pt x="18884" y="0"/>
                  </a:lnTo>
                  <a:lnTo>
                    <a:pt x="1879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34"/>
            <p:cNvSpPr/>
            <p:nvPr/>
          </p:nvSpPr>
          <p:spPr>
            <a:xfrm>
              <a:off x="7636932" y="1898165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extrusionOk="0">
                  <a:moveTo>
                    <a:pt x="882" y="1"/>
                  </a:moveTo>
                  <a:lnTo>
                    <a:pt x="792" y="16"/>
                  </a:lnTo>
                  <a:lnTo>
                    <a:pt x="703" y="31"/>
                  </a:lnTo>
                  <a:lnTo>
                    <a:pt x="538" y="75"/>
                  </a:lnTo>
                  <a:lnTo>
                    <a:pt x="389" y="150"/>
                  </a:lnTo>
                  <a:lnTo>
                    <a:pt x="254" y="270"/>
                  </a:lnTo>
                  <a:lnTo>
                    <a:pt x="150" y="389"/>
                  </a:lnTo>
                  <a:lnTo>
                    <a:pt x="75" y="538"/>
                  </a:lnTo>
                  <a:lnTo>
                    <a:pt x="15" y="718"/>
                  </a:lnTo>
                  <a:lnTo>
                    <a:pt x="0" y="792"/>
                  </a:lnTo>
                  <a:lnTo>
                    <a:pt x="0" y="882"/>
                  </a:lnTo>
                  <a:lnTo>
                    <a:pt x="0" y="972"/>
                  </a:lnTo>
                  <a:lnTo>
                    <a:pt x="15" y="1061"/>
                  </a:lnTo>
                  <a:lnTo>
                    <a:pt x="75" y="1226"/>
                  </a:lnTo>
                  <a:lnTo>
                    <a:pt x="150" y="1375"/>
                  </a:lnTo>
                  <a:lnTo>
                    <a:pt x="254" y="1510"/>
                  </a:lnTo>
                  <a:lnTo>
                    <a:pt x="389" y="1614"/>
                  </a:lnTo>
                  <a:lnTo>
                    <a:pt x="538" y="1704"/>
                  </a:lnTo>
                  <a:lnTo>
                    <a:pt x="703" y="1749"/>
                  </a:lnTo>
                  <a:lnTo>
                    <a:pt x="792" y="1763"/>
                  </a:lnTo>
                  <a:lnTo>
                    <a:pt x="18884" y="1763"/>
                  </a:lnTo>
                  <a:lnTo>
                    <a:pt x="18974" y="1749"/>
                  </a:lnTo>
                  <a:lnTo>
                    <a:pt x="19138" y="1704"/>
                  </a:lnTo>
                  <a:lnTo>
                    <a:pt x="19287" y="1614"/>
                  </a:lnTo>
                  <a:lnTo>
                    <a:pt x="19407" y="1510"/>
                  </a:lnTo>
                  <a:lnTo>
                    <a:pt x="19527" y="1375"/>
                  </a:lnTo>
                  <a:lnTo>
                    <a:pt x="19601" y="1226"/>
                  </a:lnTo>
                  <a:lnTo>
                    <a:pt x="19661" y="1061"/>
                  </a:lnTo>
                  <a:lnTo>
                    <a:pt x="19661" y="972"/>
                  </a:lnTo>
                  <a:lnTo>
                    <a:pt x="19676" y="882"/>
                  </a:lnTo>
                  <a:lnTo>
                    <a:pt x="19661" y="792"/>
                  </a:lnTo>
                  <a:lnTo>
                    <a:pt x="19661" y="718"/>
                  </a:lnTo>
                  <a:lnTo>
                    <a:pt x="19601" y="538"/>
                  </a:lnTo>
                  <a:lnTo>
                    <a:pt x="19527" y="389"/>
                  </a:lnTo>
                  <a:lnTo>
                    <a:pt x="19407" y="270"/>
                  </a:lnTo>
                  <a:lnTo>
                    <a:pt x="19287" y="150"/>
                  </a:lnTo>
                  <a:lnTo>
                    <a:pt x="19138" y="75"/>
                  </a:lnTo>
                  <a:lnTo>
                    <a:pt x="18974" y="31"/>
                  </a:lnTo>
                  <a:lnTo>
                    <a:pt x="18884" y="16"/>
                  </a:lnTo>
                  <a:lnTo>
                    <a:pt x="1879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34"/>
            <p:cNvSpPr/>
            <p:nvPr/>
          </p:nvSpPr>
          <p:spPr>
            <a:xfrm>
              <a:off x="7636932" y="1898165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fill="none" extrusionOk="0">
                  <a:moveTo>
                    <a:pt x="18794" y="1"/>
                  </a:moveTo>
                  <a:lnTo>
                    <a:pt x="882" y="1"/>
                  </a:lnTo>
                  <a:lnTo>
                    <a:pt x="882" y="1"/>
                  </a:lnTo>
                  <a:lnTo>
                    <a:pt x="792" y="16"/>
                  </a:lnTo>
                  <a:lnTo>
                    <a:pt x="703" y="31"/>
                  </a:lnTo>
                  <a:lnTo>
                    <a:pt x="538" y="75"/>
                  </a:lnTo>
                  <a:lnTo>
                    <a:pt x="389" y="150"/>
                  </a:lnTo>
                  <a:lnTo>
                    <a:pt x="254" y="270"/>
                  </a:lnTo>
                  <a:lnTo>
                    <a:pt x="150" y="389"/>
                  </a:lnTo>
                  <a:lnTo>
                    <a:pt x="75" y="538"/>
                  </a:lnTo>
                  <a:lnTo>
                    <a:pt x="15" y="718"/>
                  </a:lnTo>
                  <a:lnTo>
                    <a:pt x="0" y="792"/>
                  </a:lnTo>
                  <a:lnTo>
                    <a:pt x="0" y="882"/>
                  </a:lnTo>
                  <a:lnTo>
                    <a:pt x="0" y="882"/>
                  </a:lnTo>
                  <a:lnTo>
                    <a:pt x="0" y="972"/>
                  </a:lnTo>
                  <a:lnTo>
                    <a:pt x="15" y="1061"/>
                  </a:lnTo>
                  <a:lnTo>
                    <a:pt x="75" y="1226"/>
                  </a:lnTo>
                  <a:lnTo>
                    <a:pt x="150" y="1375"/>
                  </a:lnTo>
                  <a:lnTo>
                    <a:pt x="254" y="1510"/>
                  </a:lnTo>
                  <a:lnTo>
                    <a:pt x="389" y="1614"/>
                  </a:lnTo>
                  <a:lnTo>
                    <a:pt x="538" y="1704"/>
                  </a:lnTo>
                  <a:lnTo>
                    <a:pt x="703" y="1749"/>
                  </a:lnTo>
                  <a:lnTo>
                    <a:pt x="792" y="1763"/>
                  </a:lnTo>
                  <a:lnTo>
                    <a:pt x="882" y="1763"/>
                  </a:lnTo>
                  <a:lnTo>
                    <a:pt x="18794" y="1763"/>
                  </a:lnTo>
                  <a:lnTo>
                    <a:pt x="18794" y="1763"/>
                  </a:lnTo>
                  <a:lnTo>
                    <a:pt x="18884" y="1763"/>
                  </a:lnTo>
                  <a:lnTo>
                    <a:pt x="18974" y="1749"/>
                  </a:lnTo>
                  <a:lnTo>
                    <a:pt x="19138" y="1704"/>
                  </a:lnTo>
                  <a:lnTo>
                    <a:pt x="19287" y="1614"/>
                  </a:lnTo>
                  <a:lnTo>
                    <a:pt x="19407" y="1510"/>
                  </a:lnTo>
                  <a:lnTo>
                    <a:pt x="19527" y="1375"/>
                  </a:lnTo>
                  <a:lnTo>
                    <a:pt x="19601" y="1226"/>
                  </a:lnTo>
                  <a:lnTo>
                    <a:pt x="19661" y="1061"/>
                  </a:lnTo>
                  <a:lnTo>
                    <a:pt x="19661" y="972"/>
                  </a:lnTo>
                  <a:lnTo>
                    <a:pt x="19676" y="882"/>
                  </a:lnTo>
                  <a:lnTo>
                    <a:pt x="19676" y="882"/>
                  </a:lnTo>
                  <a:lnTo>
                    <a:pt x="19661" y="792"/>
                  </a:lnTo>
                  <a:lnTo>
                    <a:pt x="19661" y="718"/>
                  </a:lnTo>
                  <a:lnTo>
                    <a:pt x="19601" y="538"/>
                  </a:lnTo>
                  <a:lnTo>
                    <a:pt x="19527" y="389"/>
                  </a:lnTo>
                  <a:lnTo>
                    <a:pt x="19407" y="270"/>
                  </a:lnTo>
                  <a:lnTo>
                    <a:pt x="19287" y="150"/>
                  </a:lnTo>
                  <a:lnTo>
                    <a:pt x="19138" y="75"/>
                  </a:lnTo>
                  <a:lnTo>
                    <a:pt x="18974" y="31"/>
                  </a:lnTo>
                  <a:lnTo>
                    <a:pt x="18884" y="16"/>
                  </a:lnTo>
                  <a:lnTo>
                    <a:pt x="1879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34"/>
            <p:cNvSpPr/>
            <p:nvPr/>
          </p:nvSpPr>
          <p:spPr>
            <a:xfrm>
              <a:off x="7636932" y="2052033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extrusionOk="0">
                  <a:moveTo>
                    <a:pt x="792" y="1"/>
                  </a:moveTo>
                  <a:lnTo>
                    <a:pt x="703" y="16"/>
                  </a:lnTo>
                  <a:lnTo>
                    <a:pt x="538" y="61"/>
                  </a:lnTo>
                  <a:lnTo>
                    <a:pt x="389" y="150"/>
                  </a:lnTo>
                  <a:lnTo>
                    <a:pt x="254" y="255"/>
                  </a:lnTo>
                  <a:lnTo>
                    <a:pt x="150" y="389"/>
                  </a:lnTo>
                  <a:lnTo>
                    <a:pt x="75" y="539"/>
                  </a:lnTo>
                  <a:lnTo>
                    <a:pt x="15" y="703"/>
                  </a:lnTo>
                  <a:lnTo>
                    <a:pt x="0" y="793"/>
                  </a:lnTo>
                  <a:lnTo>
                    <a:pt x="0" y="882"/>
                  </a:lnTo>
                  <a:lnTo>
                    <a:pt x="0" y="972"/>
                  </a:lnTo>
                  <a:lnTo>
                    <a:pt x="15" y="1062"/>
                  </a:lnTo>
                  <a:lnTo>
                    <a:pt x="75" y="1226"/>
                  </a:lnTo>
                  <a:lnTo>
                    <a:pt x="150" y="1375"/>
                  </a:lnTo>
                  <a:lnTo>
                    <a:pt x="254" y="1510"/>
                  </a:lnTo>
                  <a:lnTo>
                    <a:pt x="389" y="1614"/>
                  </a:lnTo>
                  <a:lnTo>
                    <a:pt x="538" y="1689"/>
                  </a:lnTo>
                  <a:lnTo>
                    <a:pt x="703" y="1749"/>
                  </a:lnTo>
                  <a:lnTo>
                    <a:pt x="792" y="1764"/>
                  </a:lnTo>
                  <a:lnTo>
                    <a:pt x="18884" y="1764"/>
                  </a:lnTo>
                  <a:lnTo>
                    <a:pt x="18974" y="1749"/>
                  </a:lnTo>
                  <a:lnTo>
                    <a:pt x="19138" y="1689"/>
                  </a:lnTo>
                  <a:lnTo>
                    <a:pt x="19287" y="1614"/>
                  </a:lnTo>
                  <a:lnTo>
                    <a:pt x="19407" y="1510"/>
                  </a:lnTo>
                  <a:lnTo>
                    <a:pt x="19527" y="1375"/>
                  </a:lnTo>
                  <a:lnTo>
                    <a:pt x="19601" y="1226"/>
                  </a:lnTo>
                  <a:lnTo>
                    <a:pt x="19661" y="1062"/>
                  </a:lnTo>
                  <a:lnTo>
                    <a:pt x="19661" y="972"/>
                  </a:lnTo>
                  <a:lnTo>
                    <a:pt x="19676" y="882"/>
                  </a:lnTo>
                  <a:lnTo>
                    <a:pt x="19661" y="793"/>
                  </a:lnTo>
                  <a:lnTo>
                    <a:pt x="19661" y="703"/>
                  </a:lnTo>
                  <a:lnTo>
                    <a:pt x="19601" y="539"/>
                  </a:lnTo>
                  <a:lnTo>
                    <a:pt x="19527" y="389"/>
                  </a:lnTo>
                  <a:lnTo>
                    <a:pt x="19407" y="255"/>
                  </a:lnTo>
                  <a:lnTo>
                    <a:pt x="19287" y="150"/>
                  </a:lnTo>
                  <a:lnTo>
                    <a:pt x="19138" y="61"/>
                  </a:lnTo>
                  <a:lnTo>
                    <a:pt x="18974" y="16"/>
                  </a:lnTo>
                  <a:lnTo>
                    <a:pt x="1888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34"/>
            <p:cNvSpPr/>
            <p:nvPr/>
          </p:nvSpPr>
          <p:spPr>
            <a:xfrm>
              <a:off x="7636932" y="2052033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fill="none" extrusionOk="0">
                  <a:moveTo>
                    <a:pt x="18794" y="1"/>
                  </a:moveTo>
                  <a:lnTo>
                    <a:pt x="882" y="1"/>
                  </a:lnTo>
                  <a:lnTo>
                    <a:pt x="882" y="1"/>
                  </a:lnTo>
                  <a:lnTo>
                    <a:pt x="792" y="1"/>
                  </a:lnTo>
                  <a:lnTo>
                    <a:pt x="703" y="16"/>
                  </a:lnTo>
                  <a:lnTo>
                    <a:pt x="538" y="61"/>
                  </a:lnTo>
                  <a:lnTo>
                    <a:pt x="389" y="150"/>
                  </a:lnTo>
                  <a:lnTo>
                    <a:pt x="254" y="255"/>
                  </a:lnTo>
                  <a:lnTo>
                    <a:pt x="150" y="389"/>
                  </a:lnTo>
                  <a:lnTo>
                    <a:pt x="75" y="539"/>
                  </a:lnTo>
                  <a:lnTo>
                    <a:pt x="15" y="703"/>
                  </a:lnTo>
                  <a:lnTo>
                    <a:pt x="0" y="793"/>
                  </a:lnTo>
                  <a:lnTo>
                    <a:pt x="0" y="882"/>
                  </a:lnTo>
                  <a:lnTo>
                    <a:pt x="0" y="882"/>
                  </a:lnTo>
                  <a:lnTo>
                    <a:pt x="0" y="972"/>
                  </a:lnTo>
                  <a:lnTo>
                    <a:pt x="15" y="1062"/>
                  </a:lnTo>
                  <a:lnTo>
                    <a:pt x="75" y="1226"/>
                  </a:lnTo>
                  <a:lnTo>
                    <a:pt x="150" y="1375"/>
                  </a:lnTo>
                  <a:lnTo>
                    <a:pt x="254" y="1510"/>
                  </a:lnTo>
                  <a:lnTo>
                    <a:pt x="389" y="1614"/>
                  </a:lnTo>
                  <a:lnTo>
                    <a:pt x="538" y="1689"/>
                  </a:lnTo>
                  <a:lnTo>
                    <a:pt x="703" y="1749"/>
                  </a:lnTo>
                  <a:lnTo>
                    <a:pt x="792" y="1764"/>
                  </a:lnTo>
                  <a:lnTo>
                    <a:pt x="882" y="1764"/>
                  </a:lnTo>
                  <a:lnTo>
                    <a:pt x="18794" y="1764"/>
                  </a:lnTo>
                  <a:lnTo>
                    <a:pt x="18794" y="1764"/>
                  </a:lnTo>
                  <a:lnTo>
                    <a:pt x="18884" y="1764"/>
                  </a:lnTo>
                  <a:lnTo>
                    <a:pt x="18974" y="1749"/>
                  </a:lnTo>
                  <a:lnTo>
                    <a:pt x="19138" y="1689"/>
                  </a:lnTo>
                  <a:lnTo>
                    <a:pt x="19287" y="1614"/>
                  </a:lnTo>
                  <a:lnTo>
                    <a:pt x="19407" y="1510"/>
                  </a:lnTo>
                  <a:lnTo>
                    <a:pt x="19527" y="1375"/>
                  </a:lnTo>
                  <a:lnTo>
                    <a:pt x="19601" y="1226"/>
                  </a:lnTo>
                  <a:lnTo>
                    <a:pt x="19661" y="1062"/>
                  </a:lnTo>
                  <a:lnTo>
                    <a:pt x="19661" y="972"/>
                  </a:lnTo>
                  <a:lnTo>
                    <a:pt x="19676" y="882"/>
                  </a:lnTo>
                  <a:lnTo>
                    <a:pt x="19676" y="882"/>
                  </a:lnTo>
                  <a:lnTo>
                    <a:pt x="19661" y="793"/>
                  </a:lnTo>
                  <a:lnTo>
                    <a:pt x="19661" y="703"/>
                  </a:lnTo>
                  <a:lnTo>
                    <a:pt x="19601" y="539"/>
                  </a:lnTo>
                  <a:lnTo>
                    <a:pt x="19527" y="389"/>
                  </a:lnTo>
                  <a:lnTo>
                    <a:pt x="19407" y="255"/>
                  </a:lnTo>
                  <a:lnTo>
                    <a:pt x="19287" y="150"/>
                  </a:lnTo>
                  <a:lnTo>
                    <a:pt x="19138" y="61"/>
                  </a:lnTo>
                  <a:lnTo>
                    <a:pt x="18974" y="16"/>
                  </a:lnTo>
                  <a:lnTo>
                    <a:pt x="18884" y="1"/>
                  </a:lnTo>
                  <a:lnTo>
                    <a:pt x="1879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34"/>
            <p:cNvSpPr/>
            <p:nvPr/>
          </p:nvSpPr>
          <p:spPr>
            <a:xfrm>
              <a:off x="7636932" y="2205516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extrusionOk="0">
                  <a:moveTo>
                    <a:pt x="882" y="0"/>
                  </a:moveTo>
                  <a:lnTo>
                    <a:pt x="792" y="15"/>
                  </a:lnTo>
                  <a:lnTo>
                    <a:pt x="703" y="30"/>
                  </a:lnTo>
                  <a:lnTo>
                    <a:pt x="538" y="75"/>
                  </a:lnTo>
                  <a:lnTo>
                    <a:pt x="389" y="150"/>
                  </a:lnTo>
                  <a:lnTo>
                    <a:pt x="254" y="269"/>
                  </a:lnTo>
                  <a:lnTo>
                    <a:pt x="150" y="389"/>
                  </a:lnTo>
                  <a:lnTo>
                    <a:pt x="75" y="538"/>
                  </a:lnTo>
                  <a:lnTo>
                    <a:pt x="15" y="702"/>
                  </a:lnTo>
                  <a:lnTo>
                    <a:pt x="0" y="792"/>
                  </a:lnTo>
                  <a:lnTo>
                    <a:pt x="0" y="882"/>
                  </a:lnTo>
                  <a:lnTo>
                    <a:pt x="0" y="971"/>
                  </a:lnTo>
                  <a:lnTo>
                    <a:pt x="15" y="1061"/>
                  </a:lnTo>
                  <a:lnTo>
                    <a:pt x="75" y="1225"/>
                  </a:lnTo>
                  <a:lnTo>
                    <a:pt x="150" y="1375"/>
                  </a:lnTo>
                  <a:lnTo>
                    <a:pt x="254" y="1509"/>
                  </a:lnTo>
                  <a:lnTo>
                    <a:pt x="389" y="1614"/>
                  </a:lnTo>
                  <a:lnTo>
                    <a:pt x="538" y="1703"/>
                  </a:lnTo>
                  <a:lnTo>
                    <a:pt x="703" y="1748"/>
                  </a:lnTo>
                  <a:lnTo>
                    <a:pt x="792" y="1763"/>
                  </a:lnTo>
                  <a:lnTo>
                    <a:pt x="18884" y="1763"/>
                  </a:lnTo>
                  <a:lnTo>
                    <a:pt x="18974" y="1748"/>
                  </a:lnTo>
                  <a:lnTo>
                    <a:pt x="19138" y="1703"/>
                  </a:lnTo>
                  <a:lnTo>
                    <a:pt x="19287" y="1614"/>
                  </a:lnTo>
                  <a:lnTo>
                    <a:pt x="19407" y="1509"/>
                  </a:lnTo>
                  <a:lnTo>
                    <a:pt x="19527" y="1375"/>
                  </a:lnTo>
                  <a:lnTo>
                    <a:pt x="19601" y="1225"/>
                  </a:lnTo>
                  <a:lnTo>
                    <a:pt x="19661" y="1061"/>
                  </a:lnTo>
                  <a:lnTo>
                    <a:pt x="19661" y="971"/>
                  </a:lnTo>
                  <a:lnTo>
                    <a:pt x="19676" y="882"/>
                  </a:lnTo>
                  <a:lnTo>
                    <a:pt x="19661" y="792"/>
                  </a:lnTo>
                  <a:lnTo>
                    <a:pt x="19661" y="702"/>
                  </a:lnTo>
                  <a:lnTo>
                    <a:pt x="19601" y="538"/>
                  </a:lnTo>
                  <a:lnTo>
                    <a:pt x="19527" y="389"/>
                  </a:lnTo>
                  <a:lnTo>
                    <a:pt x="19407" y="269"/>
                  </a:lnTo>
                  <a:lnTo>
                    <a:pt x="19287" y="150"/>
                  </a:lnTo>
                  <a:lnTo>
                    <a:pt x="19138" y="75"/>
                  </a:lnTo>
                  <a:lnTo>
                    <a:pt x="18974" y="30"/>
                  </a:lnTo>
                  <a:lnTo>
                    <a:pt x="18884" y="15"/>
                  </a:lnTo>
                  <a:lnTo>
                    <a:pt x="1879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34"/>
            <p:cNvSpPr/>
            <p:nvPr/>
          </p:nvSpPr>
          <p:spPr>
            <a:xfrm>
              <a:off x="7636932" y="2205516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fill="none" extrusionOk="0">
                  <a:moveTo>
                    <a:pt x="18794" y="0"/>
                  </a:moveTo>
                  <a:lnTo>
                    <a:pt x="882" y="0"/>
                  </a:lnTo>
                  <a:lnTo>
                    <a:pt x="882" y="0"/>
                  </a:lnTo>
                  <a:lnTo>
                    <a:pt x="792" y="15"/>
                  </a:lnTo>
                  <a:lnTo>
                    <a:pt x="703" y="30"/>
                  </a:lnTo>
                  <a:lnTo>
                    <a:pt x="538" y="75"/>
                  </a:lnTo>
                  <a:lnTo>
                    <a:pt x="389" y="150"/>
                  </a:lnTo>
                  <a:lnTo>
                    <a:pt x="254" y="269"/>
                  </a:lnTo>
                  <a:lnTo>
                    <a:pt x="150" y="389"/>
                  </a:lnTo>
                  <a:lnTo>
                    <a:pt x="75" y="538"/>
                  </a:lnTo>
                  <a:lnTo>
                    <a:pt x="15" y="702"/>
                  </a:lnTo>
                  <a:lnTo>
                    <a:pt x="0" y="792"/>
                  </a:lnTo>
                  <a:lnTo>
                    <a:pt x="0" y="882"/>
                  </a:lnTo>
                  <a:lnTo>
                    <a:pt x="0" y="882"/>
                  </a:lnTo>
                  <a:lnTo>
                    <a:pt x="0" y="971"/>
                  </a:lnTo>
                  <a:lnTo>
                    <a:pt x="15" y="1061"/>
                  </a:lnTo>
                  <a:lnTo>
                    <a:pt x="75" y="1225"/>
                  </a:lnTo>
                  <a:lnTo>
                    <a:pt x="150" y="1375"/>
                  </a:lnTo>
                  <a:lnTo>
                    <a:pt x="254" y="1509"/>
                  </a:lnTo>
                  <a:lnTo>
                    <a:pt x="389" y="1614"/>
                  </a:lnTo>
                  <a:lnTo>
                    <a:pt x="538" y="1703"/>
                  </a:lnTo>
                  <a:lnTo>
                    <a:pt x="703" y="1748"/>
                  </a:lnTo>
                  <a:lnTo>
                    <a:pt x="792" y="1763"/>
                  </a:lnTo>
                  <a:lnTo>
                    <a:pt x="882" y="1763"/>
                  </a:lnTo>
                  <a:lnTo>
                    <a:pt x="18794" y="1763"/>
                  </a:lnTo>
                  <a:lnTo>
                    <a:pt x="18794" y="1763"/>
                  </a:lnTo>
                  <a:lnTo>
                    <a:pt x="18884" y="1763"/>
                  </a:lnTo>
                  <a:lnTo>
                    <a:pt x="18974" y="1748"/>
                  </a:lnTo>
                  <a:lnTo>
                    <a:pt x="19138" y="1703"/>
                  </a:lnTo>
                  <a:lnTo>
                    <a:pt x="19287" y="1614"/>
                  </a:lnTo>
                  <a:lnTo>
                    <a:pt x="19407" y="1509"/>
                  </a:lnTo>
                  <a:lnTo>
                    <a:pt x="19527" y="1375"/>
                  </a:lnTo>
                  <a:lnTo>
                    <a:pt x="19601" y="1225"/>
                  </a:lnTo>
                  <a:lnTo>
                    <a:pt x="19661" y="1061"/>
                  </a:lnTo>
                  <a:lnTo>
                    <a:pt x="19661" y="971"/>
                  </a:lnTo>
                  <a:lnTo>
                    <a:pt x="19676" y="882"/>
                  </a:lnTo>
                  <a:lnTo>
                    <a:pt x="19676" y="882"/>
                  </a:lnTo>
                  <a:lnTo>
                    <a:pt x="19661" y="792"/>
                  </a:lnTo>
                  <a:lnTo>
                    <a:pt x="19661" y="702"/>
                  </a:lnTo>
                  <a:lnTo>
                    <a:pt x="19601" y="538"/>
                  </a:lnTo>
                  <a:lnTo>
                    <a:pt x="19527" y="389"/>
                  </a:lnTo>
                  <a:lnTo>
                    <a:pt x="19407" y="269"/>
                  </a:lnTo>
                  <a:lnTo>
                    <a:pt x="19287" y="150"/>
                  </a:lnTo>
                  <a:lnTo>
                    <a:pt x="19138" y="75"/>
                  </a:lnTo>
                  <a:lnTo>
                    <a:pt x="18974" y="30"/>
                  </a:lnTo>
                  <a:lnTo>
                    <a:pt x="18884" y="15"/>
                  </a:lnTo>
                  <a:lnTo>
                    <a:pt x="1879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34"/>
            <p:cNvSpPr/>
            <p:nvPr/>
          </p:nvSpPr>
          <p:spPr>
            <a:xfrm>
              <a:off x="7636932" y="2359384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extrusionOk="0">
                  <a:moveTo>
                    <a:pt x="792" y="1"/>
                  </a:moveTo>
                  <a:lnTo>
                    <a:pt x="703" y="16"/>
                  </a:lnTo>
                  <a:lnTo>
                    <a:pt x="538" y="60"/>
                  </a:lnTo>
                  <a:lnTo>
                    <a:pt x="389" y="150"/>
                  </a:lnTo>
                  <a:lnTo>
                    <a:pt x="254" y="255"/>
                  </a:lnTo>
                  <a:lnTo>
                    <a:pt x="150" y="389"/>
                  </a:lnTo>
                  <a:lnTo>
                    <a:pt x="75" y="538"/>
                  </a:lnTo>
                  <a:lnTo>
                    <a:pt x="15" y="703"/>
                  </a:lnTo>
                  <a:lnTo>
                    <a:pt x="0" y="792"/>
                  </a:lnTo>
                  <a:lnTo>
                    <a:pt x="0" y="882"/>
                  </a:lnTo>
                  <a:lnTo>
                    <a:pt x="0" y="972"/>
                  </a:lnTo>
                  <a:lnTo>
                    <a:pt x="15" y="1061"/>
                  </a:lnTo>
                  <a:lnTo>
                    <a:pt x="75" y="1226"/>
                  </a:lnTo>
                  <a:lnTo>
                    <a:pt x="150" y="1375"/>
                  </a:lnTo>
                  <a:lnTo>
                    <a:pt x="254" y="1510"/>
                  </a:lnTo>
                  <a:lnTo>
                    <a:pt x="389" y="1614"/>
                  </a:lnTo>
                  <a:lnTo>
                    <a:pt x="538" y="1689"/>
                  </a:lnTo>
                  <a:lnTo>
                    <a:pt x="703" y="1749"/>
                  </a:lnTo>
                  <a:lnTo>
                    <a:pt x="792" y="1764"/>
                  </a:lnTo>
                  <a:lnTo>
                    <a:pt x="18884" y="1764"/>
                  </a:lnTo>
                  <a:lnTo>
                    <a:pt x="18974" y="1749"/>
                  </a:lnTo>
                  <a:lnTo>
                    <a:pt x="19138" y="1689"/>
                  </a:lnTo>
                  <a:lnTo>
                    <a:pt x="19287" y="1614"/>
                  </a:lnTo>
                  <a:lnTo>
                    <a:pt x="19407" y="1510"/>
                  </a:lnTo>
                  <a:lnTo>
                    <a:pt x="19527" y="1375"/>
                  </a:lnTo>
                  <a:lnTo>
                    <a:pt x="19601" y="1226"/>
                  </a:lnTo>
                  <a:lnTo>
                    <a:pt x="19661" y="1061"/>
                  </a:lnTo>
                  <a:lnTo>
                    <a:pt x="19661" y="972"/>
                  </a:lnTo>
                  <a:lnTo>
                    <a:pt x="19676" y="882"/>
                  </a:lnTo>
                  <a:lnTo>
                    <a:pt x="19661" y="792"/>
                  </a:lnTo>
                  <a:lnTo>
                    <a:pt x="19661" y="703"/>
                  </a:lnTo>
                  <a:lnTo>
                    <a:pt x="19601" y="538"/>
                  </a:lnTo>
                  <a:lnTo>
                    <a:pt x="19527" y="389"/>
                  </a:lnTo>
                  <a:lnTo>
                    <a:pt x="19407" y="255"/>
                  </a:lnTo>
                  <a:lnTo>
                    <a:pt x="19287" y="150"/>
                  </a:lnTo>
                  <a:lnTo>
                    <a:pt x="19138" y="60"/>
                  </a:lnTo>
                  <a:lnTo>
                    <a:pt x="18974" y="16"/>
                  </a:lnTo>
                  <a:lnTo>
                    <a:pt x="1888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4"/>
            <p:cNvSpPr/>
            <p:nvPr/>
          </p:nvSpPr>
          <p:spPr>
            <a:xfrm>
              <a:off x="7636932" y="2359384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fill="none" extrusionOk="0">
                  <a:moveTo>
                    <a:pt x="18794" y="1"/>
                  </a:moveTo>
                  <a:lnTo>
                    <a:pt x="882" y="1"/>
                  </a:lnTo>
                  <a:lnTo>
                    <a:pt x="882" y="1"/>
                  </a:lnTo>
                  <a:lnTo>
                    <a:pt x="792" y="1"/>
                  </a:lnTo>
                  <a:lnTo>
                    <a:pt x="703" y="16"/>
                  </a:lnTo>
                  <a:lnTo>
                    <a:pt x="538" y="60"/>
                  </a:lnTo>
                  <a:lnTo>
                    <a:pt x="389" y="150"/>
                  </a:lnTo>
                  <a:lnTo>
                    <a:pt x="254" y="255"/>
                  </a:lnTo>
                  <a:lnTo>
                    <a:pt x="150" y="389"/>
                  </a:lnTo>
                  <a:lnTo>
                    <a:pt x="75" y="538"/>
                  </a:lnTo>
                  <a:lnTo>
                    <a:pt x="15" y="703"/>
                  </a:lnTo>
                  <a:lnTo>
                    <a:pt x="0" y="792"/>
                  </a:lnTo>
                  <a:lnTo>
                    <a:pt x="0" y="882"/>
                  </a:lnTo>
                  <a:lnTo>
                    <a:pt x="0" y="882"/>
                  </a:lnTo>
                  <a:lnTo>
                    <a:pt x="0" y="972"/>
                  </a:lnTo>
                  <a:lnTo>
                    <a:pt x="15" y="1061"/>
                  </a:lnTo>
                  <a:lnTo>
                    <a:pt x="75" y="1226"/>
                  </a:lnTo>
                  <a:lnTo>
                    <a:pt x="150" y="1375"/>
                  </a:lnTo>
                  <a:lnTo>
                    <a:pt x="254" y="1510"/>
                  </a:lnTo>
                  <a:lnTo>
                    <a:pt x="389" y="1614"/>
                  </a:lnTo>
                  <a:lnTo>
                    <a:pt x="538" y="1689"/>
                  </a:lnTo>
                  <a:lnTo>
                    <a:pt x="703" y="1749"/>
                  </a:lnTo>
                  <a:lnTo>
                    <a:pt x="792" y="1764"/>
                  </a:lnTo>
                  <a:lnTo>
                    <a:pt x="882" y="1764"/>
                  </a:lnTo>
                  <a:lnTo>
                    <a:pt x="18794" y="1764"/>
                  </a:lnTo>
                  <a:lnTo>
                    <a:pt x="18794" y="1764"/>
                  </a:lnTo>
                  <a:lnTo>
                    <a:pt x="18884" y="1764"/>
                  </a:lnTo>
                  <a:lnTo>
                    <a:pt x="18974" y="1749"/>
                  </a:lnTo>
                  <a:lnTo>
                    <a:pt x="19138" y="1689"/>
                  </a:lnTo>
                  <a:lnTo>
                    <a:pt x="19287" y="1614"/>
                  </a:lnTo>
                  <a:lnTo>
                    <a:pt x="19407" y="1510"/>
                  </a:lnTo>
                  <a:lnTo>
                    <a:pt x="19527" y="1375"/>
                  </a:lnTo>
                  <a:lnTo>
                    <a:pt x="19601" y="1226"/>
                  </a:lnTo>
                  <a:lnTo>
                    <a:pt x="19661" y="1061"/>
                  </a:lnTo>
                  <a:lnTo>
                    <a:pt x="19661" y="972"/>
                  </a:lnTo>
                  <a:lnTo>
                    <a:pt x="19676" y="882"/>
                  </a:lnTo>
                  <a:lnTo>
                    <a:pt x="19676" y="882"/>
                  </a:lnTo>
                  <a:lnTo>
                    <a:pt x="19661" y="792"/>
                  </a:lnTo>
                  <a:lnTo>
                    <a:pt x="19661" y="703"/>
                  </a:lnTo>
                  <a:lnTo>
                    <a:pt x="19601" y="538"/>
                  </a:lnTo>
                  <a:lnTo>
                    <a:pt x="19527" y="389"/>
                  </a:lnTo>
                  <a:lnTo>
                    <a:pt x="19407" y="255"/>
                  </a:lnTo>
                  <a:lnTo>
                    <a:pt x="19287" y="150"/>
                  </a:lnTo>
                  <a:lnTo>
                    <a:pt x="19138" y="60"/>
                  </a:lnTo>
                  <a:lnTo>
                    <a:pt x="18974" y="16"/>
                  </a:lnTo>
                  <a:lnTo>
                    <a:pt x="18884" y="1"/>
                  </a:lnTo>
                  <a:lnTo>
                    <a:pt x="1879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4"/>
            <p:cNvSpPr/>
            <p:nvPr/>
          </p:nvSpPr>
          <p:spPr>
            <a:xfrm>
              <a:off x="7636932" y="2512867"/>
              <a:ext cx="540451" cy="48425"/>
            </a:xfrm>
            <a:custGeom>
              <a:avLst/>
              <a:gdLst/>
              <a:ahLst/>
              <a:cxnLst/>
              <a:rect l="l" t="t" r="r" b="b"/>
              <a:pathLst>
                <a:path w="19676" h="1763" extrusionOk="0">
                  <a:moveTo>
                    <a:pt x="882" y="0"/>
                  </a:moveTo>
                  <a:lnTo>
                    <a:pt x="792" y="15"/>
                  </a:lnTo>
                  <a:lnTo>
                    <a:pt x="703" y="15"/>
                  </a:lnTo>
                  <a:lnTo>
                    <a:pt x="538" y="75"/>
                  </a:lnTo>
                  <a:lnTo>
                    <a:pt x="389" y="149"/>
                  </a:lnTo>
                  <a:lnTo>
                    <a:pt x="254" y="269"/>
                  </a:lnTo>
                  <a:lnTo>
                    <a:pt x="150" y="388"/>
                  </a:lnTo>
                  <a:lnTo>
                    <a:pt x="75" y="538"/>
                  </a:lnTo>
                  <a:lnTo>
                    <a:pt x="15" y="702"/>
                  </a:lnTo>
                  <a:lnTo>
                    <a:pt x="0" y="792"/>
                  </a:lnTo>
                  <a:lnTo>
                    <a:pt x="0" y="881"/>
                  </a:lnTo>
                  <a:lnTo>
                    <a:pt x="0" y="971"/>
                  </a:lnTo>
                  <a:lnTo>
                    <a:pt x="15" y="1061"/>
                  </a:lnTo>
                  <a:lnTo>
                    <a:pt x="75" y="1225"/>
                  </a:lnTo>
                  <a:lnTo>
                    <a:pt x="150" y="1374"/>
                  </a:lnTo>
                  <a:lnTo>
                    <a:pt x="254" y="1509"/>
                  </a:lnTo>
                  <a:lnTo>
                    <a:pt x="389" y="1614"/>
                  </a:lnTo>
                  <a:lnTo>
                    <a:pt x="538" y="1703"/>
                  </a:lnTo>
                  <a:lnTo>
                    <a:pt x="703" y="1748"/>
                  </a:lnTo>
                  <a:lnTo>
                    <a:pt x="792" y="1763"/>
                  </a:lnTo>
                  <a:lnTo>
                    <a:pt x="18884" y="1763"/>
                  </a:lnTo>
                  <a:lnTo>
                    <a:pt x="18974" y="1748"/>
                  </a:lnTo>
                  <a:lnTo>
                    <a:pt x="19138" y="1703"/>
                  </a:lnTo>
                  <a:lnTo>
                    <a:pt x="19287" y="1614"/>
                  </a:lnTo>
                  <a:lnTo>
                    <a:pt x="19407" y="1509"/>
                  </a:lnTo>
                  <a:lnTo>
                    <a:pt x="19527" y="1374"/>
                  </a:lnTo>
                  <a:lnTo>
                    <a:pt x="19601" y="1225"/>
                  </a:lnTo>
                  <a:lnTo>
                    <a:pt x="19661" y="1061"/>
                  </a:lnTo>
                  <a:lnTo>
                    <a:pt x="19661" y="971"/>
                  </a:lnTo>
                  <a:lnTo>
                    <a:pt x="19676" y="881"/>
                  </a:lnTo>
                  <a:lnTo>
                    <a:pt x="19661" y="792"/>
                  </a:lnTo>
                  <a:lnTo>
                    <a:pt x="19661" y="702"/>
                  </a:lnTo>
                  <a:lnTo>
                    <a:pt x="19601" y="538"/>
                  </a:lnTo>
                  <a:lnTo>
                    <a:pt x="19527" y="388"/>
                  </a:lnTo>
                  <a:lnTo>
                    <a:pt x="19407" y="269"/>
                  </a:lnTo>
                  <a:lnTo>
                    <a:pt x="19287" y="149"/>
                  </a:lnTo>
                  <a:lnTo>
                    <a:pt x="19138" y="75"/>
                  </a:lnTo>
                  <a:lnTo>
                    <a:pt x="18974" y="15"/>
                  </a:lnTo>
                  <a:lnTo>
                    <a:pt x="18884" y="15"/>
                  </a:lnTo>
                  <a:lnTo>
                    <a:pt x="1879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4"/>
            <p:cNvSpPr/>
            <p:nvPr/>
          </p:nvSpPr>
          <p:spPr>
            <a:xfrm>
              <a:off x="7636932" y="2512867"/>
              <a:ext cx="540451" cy="48425"/>
            </a:xfrm>
            <a:custGeom>
              <a:avLst/>
              <a:gdLst/>
              <a:ahLst/>
              <a:cxnLst/>
              <a:rect l="l" t="t" r="r" b="b"/>
              <a:pathLst>
                <a:path w="19676" h="1763" fill="none" extrusionOk="0">
                  <a:moveTo>
                    <a:pt x="18794" y="0"/>
                  </a:moveTo>
                  <a:lnTo>
                    <a:pt x="882" y="0"/>
                  </a:lnTo>
                  <a:lnTo>
                    <a:pt x="882" y="0"/>
                  </a:lnTo>
                  <a:lnTo>
                    <a:pt x="792" y="15"/>
                  </a:lnTo>
                  <a:lnTo>
                    <a:pt x="703" y="15"/>
                  </a:lnTo>
                  <a:lnTo>
                    <a:pt x="538" y="75"/>
                  </a:lnTo>
                  <a:lnTo>
                    <a:pt x="389" y="149"/>
                  </a:lnTo>
                  <a:lnTo>
                    <a:pt x="254" y="269"/>
                  </a:lnTo>
                  <a:lnTo>
                    <a:pt x="150" y="388"/>
                  </a:lnTo>
                  <a:lnTo>
                    <a:pt x="75" y="538"/>
                  </a:lnTo>
                  <a:lnTo>
                    <a:pt x="15" y="702"/>
                  </a:lnTo>
                  <a:lnTo>
                    <a:pt x="0" y="792"/>
                  </a:lnTo>
                  <a:lnTo>
                    <a:pt x="0" y="881"/>
                  </a:lnTo>
                  <a:lnTo>
                    <a:pt x="0" y="881"/>
                  </a:lnTo>
                  <a:lnTo>
                    <a:pt x="0" y="971"/>
                  </a:lnTo>
                  <a:lnTo>
                    <a:pt x="15" y="1061"/>
                  </a:lnTo>
                  <a:lnTo>
                    <a:pt x="75" y="1225"/>
                  </a:lnTo>
                  <a:lnTo>
                    <a:pt x="150" y="1374"/>
                  </a:lnTo>
                  <a:lnTo>
                    <a:pt x="254" y="1509"/>
                  </a:lnTo>
                  <a:lnTo>
                    <a:pt x="389" y="1614"/>
                  </a:lnTo>
                  <a:lnTo>
                    <a:pt x="538" y="1703"/>
                  </a:lnTo>
                  <a:lnTo>
                    <a:pt x="703" y="1748"/>
                  </a:lnTo>
                  <a:lnTo>
                    <a:pt x="792" y="1763"/>
                  </a:lnTo>
                  <a:lnTo>
                    <a:pt x="882" y="1763"/>
                  </a:lnTo>
                  <a:lnTo>
                    <a:pt x="18794" y="1763"/>
                  </a:lnTo>
                  <a:lnTo>
                    <a:pt x="18794" y="1763"/>
                  </a:lnTo>
                  <a:lnTo>
                    <a:pt x="18884" y="1763"/>
                  </a:lnTo>
                  <a:lnTo>
                    <a:pt x="18974" y="1748"/>
                  </a:lnTo>
                  <a:lnTo>
                    <a:pt x="19138" y="1703"/>
                  </a:lnTo>
                  <a:lnTo>
                    <a:pt x="19287" y="1614"/>
                  </a:lnTo>
                  <a:lnTo>
                    <a:pt x="19407" y="1509"/>
                  </a:lnTo>
                  <a:lnTo>
                    <a:pt x="19527" y="1374"/>
                  </a:lnTo>
                  <a:lnTo>
                    <a:pt x="19601" y="1225"/>
                  </a:lnTo>
                  <a:lnTo>
                    <a:pt x="19661" y="1061"/>
                  </a:lnTo>
                  <a:lnTo>
                    <a:pt x="19661" y="971"/>
                  </a:lnTo>
                  <a:lnTo>
                    <a:pt x="19676" y="881"/>
                  </a:lnTo>
                  <a:lnTo>
                    <a:pt x="19676" y="881"/>
                  </a:lnTo>
                  <a:lnTo>
                    <a:pt x="19661" y="792"/>
                  </a:lnTo>
                  <a:lnTo>
                    <a:pt x="19661" y="702"/>
                  </a:lnTo>
                  <a:lnTo>
                    <a:pt x="19601" y="538"/>
                  </a:lnTo>
                  <a:lnTo>
                    <a:pt x="19527" y="388"/>
                  </a:lnTo>
                  <a:lnTo>
                    <a:pt x="19407" y="269"/>
                  </a:lnTo>
                  <a:lnTo>
                    <a:pt x="19287" y="149"/>
                  </a:lnTo>
                  <a:lnTo>
                    <a:pt x="19138" y="75"/>
                  </a:lnTo>
                  <a:lnTo>
                    <a:pt x="18974" y="15"/>
                  </a:lnTo>
                  <a:lnTo>
                    <a:pt x="18884" y="15"/>
                  </a:lnTo>
                  <a:lnTo>
                    <a:pt x="1879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4"/>
            <p:cNvSpPr/>
            <p:nvPr/>
          </p:nvSpPr>
          <p:spPr>
            <a:xfrm>
              <a:off x="6441610" y="4590385"/>
              <a:ext cx="1040277" cy="129290"/>
            </a:xfrm>
            <a:custGeom>
              <a:avLst/>
              <a:gdLst/>
              <a:ahLst/>
              <a:cxnLst/>
              <a:rect l="l" t="t" r="r" b="b"/>
              <a:pathLst>
                <a:path w="37873" h="4707" extrusionOk="0">
                  <a:moveTo>
                    <a:pt x="18944" y="1"/>
                  </a:moveTo>
                  <a:lnTo>
                    <a:pt x="17002" y="16"/>
                  </a:lnTo>
                  <a:lnTo>
                    <a:pt x="15119" y="46"/>
                  </a:lnTo>
                  <a:lnTo>
                    <a:pt x="13312" y="105"/>
                  </a:lnTo>
                  <a:lnTo>
                    <a:pt x="11564" y="180"/>
                  </a:lnTo>
                  <a:lnTo>
                    <a:pt x="9920" y="285"/>
                  </a:lnTo>
                  <a:lnTo>
                    <a:pt x="8352" y="404"/>
                  </a:lnTo>
                  <a:lnTo>
                    <a:pt x="6902" y="539"/>
                  </a:lnTo>
                  <a:lnTo>
                    <a:pt x="5558" y="688"/>
                  </a:lnTo>
                  <a:lnTo>
                    <a:pt x="4333" y="852"/>
                  </a:lnTo>
                  <a:lnTo>
                    <a:pt x="3242" y="1032"/>
                  </a:lnTo>
                  <a:lnTo>
                    <a:pt x="2749" y="1136"/>
                  </a:lnTo>
                  <a:lnTo>
                    <a:pt x="2286" y="1226"/>
                  </a:lnTo>
                  <a:lnTo>
                    <a:pt x="1868" y="1330"/>
                  </a:lnTo>
                  <a:lnTo>
                    <a:pt x="1494" y="1435"/>
                  </a:lnTo>
                  <a:lnTo>
                    <a:pt x="1151" y="1540"/>
                  </a:lnTo>
                  <a:lnTo>
                    <a:pt x="852" y="1659"/>
                  </a:lnTo>
                  <a:lnTo>
                    <a:pt x="598" y="1764"/>
                  </a:lnTo>
                  <a:lnTo>
                    <a:pt x="389" y="1883"/>
                  </a:lnTo>
                  <a:lnTo>
                    <a:pt x="224" y="1988"/>
                  </a:lnTo>
                  <a:lnTo>
                    <a:pt x="105" y="2107"/>
                  </a:lnTo>
                  <a:lnTo>
                    <a:pt x="60" y="2167"/>
                  </a:lnTo>
                  <a:lnTo>
                    <a:pt x="30" y="2227"/>
                  </a:lnTo>
                  <a:lnTo>
                    <a:pt x="15" y="2287"/>
                  </a:lnTo>
                  <a:lnTo>
                    <a:pt x="0" y="2346"/>
                  </a:lnTo>
                  <a:lnTo>
                    <a:pt x="15" y="2406"/>
                  </a:lnTo>
                  <a:lnTo>
                    <a:pt x="30" y="2466"/>
                  </a:lnTo>
                  <a:lnTo>
                    <a:pt x="60" y="2526"/>
                  </a:lnTo>
                  <a:lnTo>
                    <a:pt x="105" y="2585"/>
                  </a:lnTo>
                  <a:lnTo>
                    <a:pt x="224" y="2705"/>
                  </a:lnTo>
                  <a:lnTo>
                    <a:pt x="389" y="2824"/>
                  </a:lnTo>
                  <a:lnTo>
                    <a:pt x="598" y="2944"/>
                  </a:lnTo>
                  <a:lnTo>
                    <a:pt x="852" y="3049"/>
                  </a:lnTo>
                  <a:lnTo>
                    <a:pt x="1151" y="3153"/>
                  </a:lnTo>
                  <a:lnTo>
                    <a:pt x="1494" y="3273"/>
                  </a:lnTo>
                  <a:lnTo>
                    <a:pt x="1868" y="3377"/>
                  </a:lnTo>
                  <a:lnTo>
                    <a:pt x="2286" y="3467"/>
                  </a:lnTo>
                  <a:lnTo>
                    <a:pt x="2749" y="3571"/>
                  </a:lnTo>
                  <a:lnTo>
                    <a:pt x="3242" y="3661"/>
                  </a:lnTo>
                  <a:lnTo>
                    <a:pt x="4333" y="3840"/>
                  </a:lnTo>
                  <a:lnTo>
                    <a:pt x="5558" y="4020"/>
                  </a:lnTo>
                  <a:lnTo>
                    <a:pt x="6902" y="4169"/>
                  </a:lnTo>
                  <a:lnTo>
                    <a:pt x="8352" y="4303"/>
                  </a:lnTo>
                  <a:lnTo>
                    <a:pt x="9920" y="4423"/>
                  </a:lnTo>
                  <a:lnTo>
                    <a:pt x="11564" y="4513"/>
                  </a:lnTo>
                  <a:lnTo>
                    <a:pt x="13312" y="4602"/>
                  </a:lnTo>
                  <a:lnTo>
                    <a:pt x="15119" y="4647"/>
                  </a:lnTo>
                  <a:lnTo>
                    <a:pt x="17002" y="4692"/>
                  </a:lnTo>
                  <a:lnTo>
                    <a:pt x="18944" y="4707"/>
                  </a:lnTo>
                  <a:lnTo>
                    <a:pt x="20871" y="4692"/>
                  </a:lnTo>
                  <a:lnTo>
                    <a:pt x="22753" y="4647"/>
                  </a:lnTo>
                  <a:lnTo>
                    <a:pt x="24576" y="4602"/>
                  </a:lnTo>
                  <a:lnTo>
                    <a:pt x="26309" y="4513"/>
                  </a:lnTo>
                  <a:lnTo>
                    <a:pt x="27967" y="4423"/>
                  </a:lnTo>
                  <a:lnTo>
                    <a:pt x="29521" y="4303"/>
                  </a:lnTo>
                  <a:lnTo>
                    <a:pt x="30985" y="4169"/>
                  </a:lnTo>
                  <a:lnTo>
                    <a:pt x="32330" y="4020"/>
                  </a:lnTo>
                  <a:lnTo>
                    <a:pt x="33555" y="3840"/>
                  </a:lnTo>
                  <a:lnTo>
                    <a:pt x="34645" y="3661"/>
                  </a:lnTo>
                  <a:lnTo>
                    <a:pt x="35138" y="3571"/>
                  </a:lnTo>
                  <a:lnTo>
                    <a:pt x="35587" y="3467"/>
                  </a:lnTo>
                  <a:lnTo>
                    <a:pt x="36005" y="3377"/>
                  </a:lnTo>
                  <a:lnTo>
                    <a:pt x="36393" y="3273"/>
                  </a:lnTo>
                  <a:lnTo>
                    <a:pt x="36722" y="3153"/>
                  </a:lnTo>
                  <a:lnTo>
                    <a:pt x="37021" y="3049"/>
                  </a:lnTo>
                  <a:lnTo>
                    <a:pt x="37275" y="2944"/>
                  </a:lnTo>
                  <a:lnTo>
                    <a:pt x="37499" y="2824"/>
                  </a:lnTo>
                  <a:lnTo>
                    <a:pt x="37663" y="2705"/>
                  </a:lnTo>
                  <a:lnTo>
                    <a:pt x="37783" y="2585"/>
                  </a:lnTo>
                  <a:lnTo>
                    <a:pt x="37827" y="2526"/>
                  </a:lnTo>
                  <a:lnTo>
                    <a:pt x="37857" y="2466"/>
                  </a:lnTo>
                  <a:lnTo>
                    <a:pt x="37872" y="2406"/>
                  </a:lnTo>
                  <a:lnTo>
                    <a:pt x="37872" y="2346"/>
                  </a:lnTo>
                  <a:lnTo>
                    <a:pt x="37872" y="2287"/>
                  </a:lnTo>
                  <a:lnTo>
                    <a:pt x="37857" y="2227"/>
                  </a:lnTo>
                  <a:lnTo>
                    <a:pt x="37827" y="2167"/>
                  </a:lnTo>
                  <a:lnTo>
                    <a:pt x="37783" y="2107"/>
                  </a:lnTo>
                  <a:lnTo>
                    <a:pt x="37663" y="1988"/>
                  </a:lnTo>
                  <a:lnTo>
                    <a:pt x="37499" y="1883"/>
                  </a:lnTo>
                  <a:lnTo>
                    <a:pt x="37275" y="1764"/>
                  </a:lnTo>
                  <a:lnTo>
                    <a:pt x="37021" y="1659"/>
                  </a:lnTo>
                  <a:lnTo>
                    <a:pt x="36722" y="1540"/>
                  </a:lnTo>
                  <a:lnTo>
                    <a:pt x="36393" y="1435"/>
                  </a:lnTo>
                  <a:lnTo>
                    <a:pt x="36005" y="1330"/>
                  </a:lnTo>
                  <a:lnTo>
                    <a:pt x="35587" y="1226"/>
                  </a:lnTo>
                  <a:lnTo>
                    <a:pt x="35138" y="1136"/>
                  </a:lnTo>
                  <a:lnTo>
                    <a:pt x="34645" y="1032"/>
                  </a:lnTo>
                  <a:lnTo>
                    <a:pt x="33555" y="852"/>
                  </a:lnTo>
                  <a:lnTo>
                    <a:pt x="32330" y="688"/>
                  </a:lnTo>
                  <a:lnTo>
                    <a:pt x="30985" y="539"/>
                  </a:lnTo>
                  <a:lnTo>
                    <a:pt x="29521" y="404"/>
                  </a:lnTo>
                  <a:lnTo>
                    <a:pt x="27967" y="285"/>
                  </a:lnTo>
                  <a:lnTo>
                    <a:pt x="26309" y="180"/>
                  </a:lnTo>
                  <a:lnTo>
                    <a:pt x="24576" y="105"/>
                  </a:lnTo>
                  <a:lnTo>
                    <a:pt x="22753" y="46"/>
                  </a:lnTo>
                  <a:lnTo>
                    <a:pt x="20871" y="16"/>
                  </a:lnTo>
                  <a:lnTo>
                    <a:pt x="18944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4"/>
            <p:cNvSpPr/>
            <p:nvPr/>
          </p:nvSpPr>
          <p:spPr>
            <a:xfrm>
              <a:off x="6105940" y="1989683"/>
              <a:ext cx="701328" cy="492849"/>
            </a:xfrm>
            <a:custGeom>
              <a:avLst/>
              <a:gdLst/>
              <a:ahLst/>
              <a:cxnLst/>
              <a:rect l="l" t="t" r="r" b="b"/>
              <a:pathLst>
                <a:path w="25533" h="17943" extrusionOk="0">
                  <a:moveTo>
                    <a:pt x="21574" y="0"/>
                  </a:moveTo>
                  <a:lnTo>
                    <a:pt x="21215" y="30"/>
                  </a:lnTo>
                  <a:lnTo>
                    <a:pt x="20871" y="105"/>
                  </a:lnTo>
                  <a:lnTo>
                    <a:pt x="20513" y="209"/>
                  </a:lnTo>
                  <a:lnTo>
                    <a:pt x="20184" y="344"/>
                  </a:lnTo>
                  <a:lnTo>
                    <a:pt x="19855" y="508"/>
                  </a:lnTo>
                  <a:lnTo>
                    <a:pt x="19706" y="613"/>
                  </a:lnTo>
                  <a:lnTo>
                    <a:pt x="19557" y="717"/>
                  </a:lnTo>
                  <a:lnTo>
                    <a:pt x="19407" y="822"/>
                  </a:lnTo>
                  <a:lnTo>
                    <a:pt x="19258" y="956"/>
                  </a:lnTo>
                  <a:lnTo>
                    <a:pt x="19123" y="1076"/>
                  </a:lnTo>
                  <a:lnTo>
                    <a:pt x="18989" y="1210"/>
                  </a:lnTo>
                  <a:lnTo>
                    <a:pt x="18869" y="1360"/>
                  </a:lnTo>
                  <a:lnTo>
                    <a:pt x="18750" y="1509"/>
                  </a:lnTo>
                  <a:lnTo>
                    <a:pt x="18615" y="1718"/>
                  </a:lnTo>
                  <a:lnTo>
                    <a:pt x="18481" y="1912"/>
                  </a:lnTo>
                  <a:lnTo>
                    <a:pt x="12819" y="12026"/>
                  </a:lnTo>
                  <a:lnTo>
                    <a:pt x="12311" y="11982"/>
                  </a:lnTo>
                  <a:lnTo>
                    <a:pt x="11818" y="11937"/>
                  </a:lnTo>
                  <a:lnTo>
                    <a:pt x="11310" y="11877"/>
                  </a:lnTo>
                  <a:lnTo>
                    <a:pt x="10802" y="11802"/>
                  </a:lnTo>
                  <a:lnTo>
                    <a:pt x="10309" y="11728"/>
                  </a:lnTo>
                  <a:lnTo>
                    <a:pt x="9801" y="11638"/>
                  </a:lnTo>
                  <a:lnTo>
                    <a:pt x="9308" y="11533"/>
                  </a:lnTo>
                  <a:lnTo>
                    <a:pt x="8800" y="11429"/>
                  </a:lnTo>
                  <a:lnTo>
                    <a:pt x="8068" y="11250"/>
                  </a:lnTo>
                  <a:lnTo>
                    <a:pt x="7351" y="11055"/>
                  </a:lnTo>
                  <a:lnTo>
                    <a:pt x="6619" y="10846"/>
                  </a:lnTo>
                  <a:lnTo>
                    <a:pt x="5902" y="10607"/>
                  </a:lnTo>
                  <a:lnTo>
                    <a:pt x="5185" y="10353"/>
                  </a:lnTo>
                  <a:lnTo>
                    <a:pt x="4468" y="10084"/>
                  </a:lnTo>
                  <a:lnTo>
                    <a:pt x="3751" y="9786"/>
                  </a:lnTo>
                  <a:lnTo>
                    <a:pt x="3048" y="9487"/>
                  </a:lnTo>
                  <a:lnTo>
                    <a:pt x="3033" y="9487"/>
                  </a:lnTo>
                  <a:lnTo>
                    <a:pt x="2824" y="9397"/>
                  </a:lnTo>
                  <a:lnTo>
                    <a:pt x="2615" y="9337"/>
                  </a:lnTo>
                  <a:lnTo>
                    <a:pt x="2406" y="9307"/>
                  </a:lnTo>
                  <a:lnTo>
                    <a:pt x="2197" y="9293"/>
                  </a:lnTo>
                  <a:lnTo>
                    <a:pt x="1988" y="9307"/>
                  </a:lnTo>
                  <a:lnTo>
                    <a:pt x="1779" y="9322"/>
                  </a:lnTo>
                  <a:lnTo>
                    <a:pt x="1584" y="9382"/>
                  </a:lnTo>
                  <a:lnTo>
                    <a:pt x="1375" y="9442"/>
                  </a:lnTo>
                  <a:lnTo>
                    <a:pt x="1196" y="9532"/>
                  </a:lnTo>
                  <a:lnTo>
                    <a:pt x="1017" y="9621"/>
                  </a:lnTo>
                  <a:lnTo>
                    <a:pt x="837" y="9741"/>
                  </a:lnTo>
                  <a:lnTo>
                    <a:pt x="673" y="9875"/>
                  </a:lnTo>
                  <a:lnTo>
                    <a:pt x="539" y="10040"/>
                  </a:lnTo>
                  <a:lnTo>
                    <a:pt x="404" y="10204"/>
                  </a:lnTo>
                  <a:lnTo>
                    <a:pt x="285" y="10383"/>
                  </a:lnTo>
                  <a:lnTo>
                    <a:pt x="180" y="10577"/>
                  </a:lnTo>
                  <a:lnTo>
                    <a:pt x="105" y="10772"/>
                  </a:lnTo>
                  <a:lnTo>
                    <a:pt x="60" y="10966"/>
                  </a:lnTo>
                  <a:lnTo>
                    <a:pt x="16" y="11160"/>
                  </a:lnTo>
                  <a:lnTo>
                    <a:pt x="1" y="11354"/>
                  </a:lnTo>
                  <a:lnTo>
                    <a:pt x="1" y="11548"/>
                  </a:lnTo>
                  <a:lnTo>
                    <a:pt x="16" y="11743"/>
                  </a:lnTo>
                  <a:lnTo>
                    <a:pt x="60" y="11937"/>
                  </a:lnTo>
                  <a:lnTo>
                    <a:pt x="105" y="12116"/>
                  </a:lnTo>
                  <a:lnTo>
                    <a:pt x="180" y="12295"/>
                  </a:lnTo>
                  <a:lnTo>
                    <a:pt x="255" y="12475"/>
                  </a:lnTo>
                  <a:lnTo>
                    <a:pt x="359" y="12639"/>
                  </a:lnTo>
                  <a:lnTo>
                    <a:pt x="464" y="12803"/>
                  </a:lnTo>
                  <a:lnTo>
                    <a:pt x="598" y="12938"/>
                  </a:lnTo>
                  <a:lnTo>
                    <a:pt x="733" y="13087"/>
                  </a:lnTo>
                  <a:lnTo>
                    <a:pt x="897" y="13207"/>
                  </a:lnTo>
                  <a:lnTo>
                    <a:pt x="1061" y="13311"/>
                  </a:lnTo>
                  <a:lnTo>
                    <a:pt x="1808" y="13745"/>
                  </a:lnTo>
                  <a:lnTo>
                    <a:pt x="2570" y="14163"/>
                  </a:lnTo>
                  <a:lnTo>
                    <a:pt x="3332" y="14566"/>
                  </a:lnTo>
                  <a:lnTo>
                    <a:pt x="4109" y="14940"/>
                  </a:lnTo>
                  <a:lnTo>
                    <a:pt x="4916" y="15313"/>
                  </a:lnTo>
                  <a:lnTo>
                    <a:pt x="5708" y="15657"/>
                  </a:lnTo>
                  <a:lnTo>
                    <a:pt x="6529" y="15985"/>
                  </a:lnTo>
                  <a:lnTo>
                    <a:pt x="7366" y="16299"/>
                  </a:lnTo>
                  <a:lnTo>
                    <a:pt x="8203" y="16583"/>
                  </a:lnTo>
                  <a:lnTo>
                    <a:pt x="9054" y="16852"/>
                  </a:lnTo>
                  <a:lnTo>
                    <a:pt x="9906" y="17091"/>
                  </a:lnTo>
                  <a:lnTo>
                    <a:pt x="10772" y="17300"/>
                  </a:lnTo>
                  <a:lnTo>
                    <a:pt x="11639" y="17494"/>
                  </a:lnTo>
                  <a:lnTo>
                    <a:pt x="12520" y="17659"/>
                  </a:lnTo>
                  <a:lnTo>
                    <a:pt x="13402" y="17808"/>
                  </a:lnTo>
                  <a:lnTo>
                    <a:pt x="14298" y="17928"/>
                  </a:lnTo>
                  <a:lnTo>
                    <a:pt x="14477" y="17943"/>
                  </a:lnTo>
                  <a:lnTo>
                    <a:pt x="14836" y="17943"/>
                  </a:lnTo>
                  <a:lnTo>
                    <a:pt x="15015" y="17913"/>
                  </a:lnTo>
                  <a:lnTo>
                    <a:pt x="15179" y="17883"/>
                  </a:lnTo>
                  <a:lnTo>
                    <a:pt x="15344" y="17838"/>
                  </a:lnTo>
                  <a:lnTo>
                    <a:pt x="15508" y="17793"/>
                  </a:lnTo>
                  <a:lnTo>
                    <a:pt x="15672" y="17718"/>
                  </a:lnTo>
                  <a:lnTo>
                    <a:pt x="15822" y="17644"/>
                  </a:lnTo>
                  <a:lnTo>
                    <a:pt x="15971" y="17569"/>
                  </a:lnTo>
                  <a:lnTo>
                    <a:pt x="16121" y="17464"/>
                  </a:lnTo>
                  <a:lnTo>
                    <a:pt x="16255" y="17375"/>
                  </a:lnTo>
                  <a:lnTo>
                    <a:pt x="16389" y="17255"/>
                  </a:lnTo>
                  <a:lnTo>
                    <a:pt x="16509" y="17136"/>
                  </a:lnTo>
                  <a:lnTo>
                    <a:pt x="16629" y="17016"/>
                  </a:lnTo>
                  <a:lnTo>
                    <a:pt x="16733" y="16882"/>
                  </a:lnTo>
                  <a:lnTo>
                    <a:pt x="16942" y="16598"/>
                  </a:lnTo>
                  <a:lnTo>
                    <a:pt x="24800" y="5991"/>
                  </a:lnTo>
                  <a:lnTo>
                    <a:pt x="24905" y="5841"/>
                  </a:lnTo>
                  <a:lnTo>
                    <a:pt x="25010" y="5677"/>
                  </a:lnTo>
                  <a:lnTo>
                    <a:pt x="25099" y="5513"/>
                  </a:lnTo>
                  <a:lnTo>
                    <a:pt x="25189" y="5348"/>
                  </a:lnTo>
                  <a:lnTo>
                    <a:pt x="25264" y="5169"/>
                  </a:lnTo>
                  <a:lnTo>
                    <a:pt x="25323" y="5005"/>
                  </a:lnTo>
                  <a:lnTo>
                    <a:pt x="25383" y="4826"/>
                  </a:lnTo>
                  <a:lnTo>
                    <a:pt x="25428" y="4646"/>
                  </a:lnTo>
                  <a:lnTo>
                    <a:pt x="25503" y="4288"/>
                  </a:lnTo>
                  <a:lnTo>
                    <a:pt x="25533" y="3929"/>
                  </a:lnTo>
                  <a:lnTo>
                    <a:pt x="25533" y="3556"/>
                  </a:lnTo>
                  <a:lnTo>
                    <a:pt x="25503" y="3197"/>
                  </a:lnTo>
                  <a:lnTo>
                    <a:pt x="25428" y="2854"/>
                  </a:lnTo>
                  <a:lnTo>
                    <a:pt x="25323" y="2495"/>
                  </a:lnTo>
                  <a:lnTo>
                    <a:pt x="25189" y="2166"/>
                  </a:lnTo>
                  <a:lnTo>
                    <a:pt x="25010" y="1838"/>
                  </a:lnTo>
                  <a:lnTo>
                    <a:pt x="24920" y="1688"/>
                  </a:lnTo>
                  <a:lnTo>
                    <a:pt x="24815" y="1539"/>
                  </a:lnTo>
                  <a:lnTo>
                    <a:pt x="24696" y="1390"/>
                  </a:lnTo>
                  <a:lnTo>
                    <a:pt x="24576" y="1240"/>
                  </a:lnTo>
                  <a:lnTo>
                    <a:pt x="24442" y="1106"/>
                  </a:lnTo>
                  <a:lnTo>
                    <a:pt x="24307" y="971"/>
                  </a:lnTo>
                  <a:lnTo>
                    <a:pt x="24173" y="852"/>
                  </a:lnTo>
                  <a:lnTo>
                    <a:pt x="24009" y="732"/>
                  </a:lnTo>
                  <a:lnTo>
                    <a:pt x="23859" y="613"/>
                  </a:lnTo>
                  <a:lnTo>
                    <a:pt x="23695" y="523"/>
                  </a:lnTo>
                  <a:lnTo>
                    <a:pt x="23531" y="418"/>
                  </a:lnTo>
                  <a:lnTo>
                    <a:pt x="23351" y="344"/>
                  </a:lnTo>
                  <a:lnTo>
                    <a:pt x="23187" y="269"/>
                  </a:lnTo>
                  <a:lnTo>
                    <a:pt x="23008" y="194"/>
                  </a:lnTo>
                  <a:lnTo>
                    <a:pt x="22843" y="150"/>
                  </a:lnTo>
                  <a:lnTo>
                    <a:pt x="22664" y="90"/>
                  </a:lnTo>
                  <a:lnTo>
                    <a:pt x="22306" y="30"/>
                  </a:lnTo>
                  <a:lnTo>
                    <a:pt x="21947" y="0"/>
                  </a:lnTo>
                  <a:close/>
                </a:path>
              </a:pathLst>
            </a:custGeom>
            <a:solidFill>
              <a:srgbClr val="1ACC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4"/>
            <p:cNvSpPr/>
            <p:nvPr/>
          </p:nvSpPr>
          <p:spPr>
            <a:xfrm>
              <a:off x="5997199" y="2155032"/>
              <a:ext cx="196173" cy="192492"/>
            </a:xfrm>
            <a:custGeom>
              <a:avLst/>
              <a:gdLst/>
              <a:ahLst/>
              <a:cxnLst/>
              <a:rect l="l" t="t" r="r" b="b"/>
              <a:pathLst>
                <a:path w="7142" h="7008" extrusionOk="0">
                  <a:moveTo>
                    <a:pt x="60" y="1"/>
                  </a:moveTo>
                  <a:lnTo>
                    <a:pt x="31" y="31"/>
                  </a:lnTo>
                  <a:lnTo>
                    <a:pt x="1" y="61"/>
                  </a:lnTo>
                  <a:lnTo>
                    <a:pt x="1" y="105"/>
                  </a:lnTo>
                  <a:lnTo>
                    <a:pt x="31" y="150"/>
                  </a:lnTo>
                  <a:lnTo>
                    <a:pt x="105" y="285"/>
                  </a:lnTo>
                  <a:lnTo>
                    <a:pt x="240" y="449"/>
                  </a:lnTo>
                  <a:lnTo>
                    <a:pt x="404" y="643"/>
                  </a:lnTo>
                  <a:lnTo>
                    <a:pt x="628" y="837"/>
                  </a:lnTo>
                  <a:lnTo>
                    <a:pt x="1106" y="1271"/>
                  </a:lnTo>
                  <a:lnTo>
                    <a:pt x="1629" y="1704"/>
                  </a:lnTo>
                  <a:lnTo>
                    <a:pt x="2092" y="2077"/>
                  </a:lnTo>
                  <a:lnTo>
                    <a:pt x="2540" y="2436"/>
                  </a:lnTo>
                  <a:lnTo>
                    <a:pt x="2526" y="2436"/>
                  </a:lnTo>
                  <a:lnTo>
                    <a:pt x="2466" y="2451"/>
                  </a:lnTo>
                  <a:lnTo>
                    <a:pt x="2376" y="2511"/>
                  </a:lnTo>
                  <a:lnTo>
                    <a:pt x="2242" y="2600"/>
                  </a:lnTo>
                  <a:lnTo>
                    <a:pt x="2107" y="2765"/>
                  </a:lnTo>
                  <a:lnTo>
                    <a:pt x="1928" y="2989"/>
                  </a:lnTo>
                  <a:lnTo>
                    <a:pt x="1853" y="3123"/>
                  </a:lnTo>
                  <a:lnTo>
                    <a:pt x="1749" y="3287"/>
                  </a:lnTo>
                  <a:lnTo>
                    <a:pt x="1659" y="3482"/>
                  </a:lnTo>
                  <a:lnTo>
                    <a:pt x="1569" y="3691"/>
                  </a:lnTo>
                  <a:lnTo>
                    <a:pt x="1480" y="3915"/>
                  </a:lnTo>
                  <a:lnTo>
                    <a:pt x="1420" y="4154"/>
                  </a:lnTo>
                  <a:lnTo>
                    <a:pt x="1360" y="4378"/>
                  </a:lnTo>
                  <a:lnTo>
                    <a:pt x="1330" y="4602"/>
                  </a:lnTo>
                  <a:lnTo>
                    <a:pt x="1330" y="4826"/>
                  </a:lnTo>
                  <a:lnTo>
                    <a:pt x="1330" y="5050"/>
                  </a:lnTo>
                  <a:lnTo>
                    <a:pt x="1375" y="5245"/>
                  </a:lnTo>
                  <a:lnTo>
                    <a:pt x="1420" y="5439"/>
                  </a:lnTo>
                  <a:lnTo>
                    <a:pt x="1495" y="5618"/>
                  </a:lnTo>
                  <a:lnTo>
                    <a:pt x="1599" y="5767"/>
                  </a:lnTo>
                  <a:lnTo>
                    <a:pt x="1734" y="5902"/>
                  </a:lnTo>
                  <a:lnTo>
                    <a:pt x="1793" y="5962"/>
                  </a:lnTo>
                  <a:lnTo>
                    <a:pt x="1883" y="6006"/>
                  </a:lnTo>
                  <a:lnTo>
                    <a:pt x="1958" y="6051"/>
                  </a:lnTo>
                  <a:lnTo>
                    <a:pt x="2062" y="6081"/>
                  </a:lnTo>
                  <a:lnTo>
                    <a:pt x="2152" y="6111"/>
                  </a:lnTo>
                  <a:lnTo>
                    <a:pt x="2257" y="6141"/>
                  </a:lnTo>
                  <a:lnTo>
                    <a:pt x="2376" y="6156"/>
                  </a:lnTo>
                  <a:lnTo>
                    <a:pt x="2496" y="6156"/>
                  </a:lnTo>
                  <a:lnTo>
                    <a:pt x="2765" y="6141"/>
                  </a:lnTo>
                  <a:lnTo>
                    <a:pt x="2854" y="6126"/>
                  </a:lnTo>
                  <a:lnTo>
                    <a:pt x="3004" y="6245"/>
                  </a:lnTo>
                  <a:lnTo>
                    <a:pt x="3243" y="6395"/>
                  </a:lnTo>
                  <a:lnTo>
                    <a:pt x="3556" y="6574"/>
                  </a:lnTo>
                  <a:lnTo>
                    <a:pt x="3736" y="6664"/>
                  </a:lnTo>
                  <a:lnTo>
                    <a:pt x="3915" y="6753"/>
                  </a:lnTo>
                  <a:lnTo>
                    <a:pt x="4124" y="6843"/>
                  </a:lnTo>
                  <a:lnTo>
                    <a:pt x="4333" y="6903"/>
                  </a:lnTo>
                  <a:lnTo>
                    <a:pt x="4542" y="6963"/>
                  </a:lnTo>
                  <a:lnTo>
                    <a:pt x="4766" y="6992"/>
                  </a:lnTo>
                  <a:lnTo>
                    <a:pt x="4976" y="7007"/>
                  </a:lnTo>
                  <a:lnTo>
                    <a:pt x="5200" y="6992"/>
                  </a:lnTo>
                  <a:lnTo>
                    <a:pt x="5409" y="6948"/>
                  </a:lnTo>
                  <a:lnTo>
                    <a:pt x="5513" y="6918"/>
                  </a:lnTo>
                  <a:lnTo>
                    <a:pt x="5618" y="6873"/>
                  </a:lnTo>
                  <a:lnTo>
                    <a:pt x="5723" y="6828"/>
                  </a:lnTo>
                  <a:lnTo>
                    <a:pt x="5812" y="6753"/>
                  </a:lnTo>
                  <a:lnTo>
                    <a:pt x="5917" y="6694"/>
                  </a:lnTo>
                  <a:lnTo>
                    <a:pt x="6006" y="6604"/>
                  </a:lnTo>
                  <a:lnTo>
                    <a:pt x="6216" y="6380"/>
                  </a:lnTo>
                  <a:lnTo>
                    <a:pt x="6425" y="6126"/>
                  </a:lnTo>
                  <a:lnTo>
                    <a:pt x="6559" y="5932"/>
                  </a:lnTo>
                  <a:lnTo>
                    <a:pt x="6664" y="5723"/>
                  </a:lnTo>
                  <a:lnTo>
                    <a:pt x="6768" y="5528"/>
                  </a:lnTo>
                  <a:lnTo>
                    <a:pt x="6858" y="5319"/>
                  </a:lnTo>
                  <a:lnTo>
                    <a:pt x="6918" y="5125"/>
                  </a:lnTo>
                  <a:lnTo>
                    <a:pt x="6978" y="4946"/>
                  </a:lnTo>
                  <a:lnTo>
                    <a:pt x="7067" y="4587"/>
                  </a:lnTo>
                  <a:lnTo>
                    <a:pt x="7112" y="4288"/>
                  </a:lnTo>
                  <a:lnTo>
                    <a:pt x="7142" y="4064"/>
                  </a:lnTo>
                  <a:lnTo>
                    <a:pt x="7142" y="3855"/>
                  </a:lnTo>
                  <a:lnTo>
                    <a:pt x="7112" y="3751"/>
                  </a:lnTo>
                  <a:lnTo>
                    <a:pt x="7022" y="3467"/>
                  </a:lnTo>
                  <a:lnTo>
                    <a:pt x="6858" y="3063"/>
                  </a:lnTo>
                  <a:lnTo>
                    <a:pt x="6753" y="2824"/>
                  </a:lnTo>
                  <a:lnTo>
                    <a:pt x="6649" y="2585"/>
                  </a:lnTo>
                  <a:lnTo>
                    <a:pt x="6514" y="2346"/>
                  </a:lnTo>
                  <a:lnTo>
                    <a:pt x="6380" y="2122"/>
                  </a:lnTo>
                  <a:lnTo>
                    <a:pt x="6216" y="1898"/>
                  </a:lnTo>
                  <a:lnTo>
                    <a:pt x="6051" y="1689"/>
                  </a:lnTo>
                  <a:lnTo>
                    <a:pt x="5872" y="1510"/>
                  </a:lnTo>
                  <a:lnTo>
                    <a:pt x="5782" y="1435"/>
                  </a:lnTo>
                  <a:lnTo>
                    <a:pt x="5678" y="1360"/>
                  </a:lnTo>
                  <a:lnTo>
                    <a:pt x="5573" y="1301"/>
                  </a:lnTo>
                  <a:lnTo>
                    <a:pt x="5469" y="1256"/>
                  </a:lnTo>
                  <a:lnTo>
                    <a:pt x="5364" y="1226"/>
                  </a:lnTo>
                  <a:lnTo>
                    <a:pt x="5259" y="1196"/>
                  </a:lnTo>
                  <a:lnTo>
                    <a:pt x="5020" y="1181"/>
                  </a:lnTo>
                  <a:lnTo>
                    <a:pt x="4811" y="1181"/>
                  </a:lnTo>
                  <a:lnTo>
                    <a:pt x="4632" y="1211"/>
                  </a:lnTo>
                  <a:lnTo>
                    <a:pt x="4498" y="1256"/>
                  </a:lnTo>
                  <a:lnTo>
                    <a:pt x="4378" y="1301"/>
                  </a:lnTo>
                  <a:lnTo>
                    <a:pt x="4288" y="1375"/>
                  </a:lnTo>
                  <a:lnTo>
                    <a:pt x="4214" y="1450"/>
                  </a:lnTo>
                  <a:lnTo>
                    <a:pt x="4169" y="1525"/>
                  </a:lnTo>
                  <a:lnTo>
                    <a:pt x="4109" y="1644"/>
                  </a:lnTo>
                  <a:lnTo>
                    <a:pt x="4094" y="1734"/>
                  </a:lnTo>
                  <a:lnTo>
                    <a:pt x="4079" y="1823"/>
                  </a:lnTo>
                  <a:lnTo>
                    <a:pt x="3870" y="1704"/>
                  </a:lnTo>
                  <a:lnTo>
                    <a:pt x="3019" y="1241"/>
                  </a:lnTo>
                  <a:lnTo>
                    <a:pt x="2451" y="942"/>
                  </a:lnTo>
                  <a:lnTo>
                    <a:pt x="1838" y="643"/>
                  </a:lnTo>
                  <a:lnTo>
                    <a:pt x="1256" y="374"/>
                  </a:lnTo>
                  <a:lnTo>
                    <a:pt x="733" y="150"/>
                  </a:lnTo>
                  <a:lnTo>
                    <a:pt x="509" y="75"/>
                  </a:lnTo>
                  <a:lnTo>
                    <a:pt x="329" y="31"/>
                  </a:lnTo>
                  <a:lnTo>
                    <a:pt x="180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4"/>
            <p:cNvSpPr/>
            <p:nvPr/>
          </p:nvSpPr>
          <p:spPr>
            <a:xfrm>
              <a:off x="6063284" y="2255175"/>
              <a:ext cx="37356" cy="18898"/>
            </a:xfrm>
            <a:custGeom>
              <a:avLst/>
              <a:gdLst/>
              <a:ahLst/>
              <a:cxnLst/>
              <a:rect l="l" t="t" r="r" b="b"/>
              <a:pathLst>
                <a:path w="1360" h="688" extrusionOk="0">
                  <a:moveTo>
                    <a:pt x="105" y="0"/>
                  </a:moveTo>
                  <a:lnTo>
                    <a:pt x="60" y="15"/>
                  </a:lnTo>
                  <a:lnTo>
                    <a:pt x="15" y="45"/>
                  </a:lnTo>
                  <a:lnTo>
                    <a:pt x="0" y="90"/>
                  </a:lnTo>
                  <a:lnTo>
                    <a:pt x="0" y="149"/>
                  </a:lnTo>
                  <a:lnTo>
                    <a:pt x="15" y="194"/>
                  </a:lnTo>
                  <a:lnTo>
                    <a:pt x="45" y="239"/>
                  </a:lnTo>
                  <a:lnTo>
                    <a:pt x="299" y="418"/>
                  </a:lnTo>
                  <a:lnTo>
                    <a:pt x="538" y="538"/>
                  </a:lnTo>
                  <a:lnTo>
                    <a:pt x="732" y="613"/>
                  </a:lnTo>
                  <a:lnTo>
                    <a:pt x="911" y="657"/>
                  </a:lnTo>
                  <a:lnTo>
                    <a:pt x="1046" y="687"/>
                  </a:lnTo>
                  <a:lnTo>
                    <a:pt x="1150" y="687"/>
                  </a:lnTo>
                  <a:lnTo>
                    <a:pt x="1255" y="672"/>
                  </a:lnTo>
                  <a:lnTo>
                    <a:pt x="1270" y="672"/>
                  </a:lnTo>
                  <a:lnTo>
                    <a:pt x="1315" y="642"/>
                  </a:lnTo>
                  <a:lnTo>
                    <a:pt x="1345" y="613"/>
                  </a:lnTo>
                  <a:lnTo>
                    <a:pt x="1360" y="568"/>
                  </a:lnTo>
                  <a:lnTo>
                    <a:pt x="1345" y="523"/>
                  </a:lnTo>
                  <a:lnTo>
                    <a:pt x="1330" y="463"/>
                  </a:lnTo>
                  <a:lnTo>
                    <a:pt x="1285" y="433"/>
                  </a:lnTo>
                  <a:lnTo>
                    <a:pt x="1240" y="418"/>
                  </a:lnTo>
                  <a:lnTo>
                    <a:pt x="1031" y="418"/>
                  </a:lnTo>
                  <a:lnTo>
                    <a:pt x="926" y="388"/>
                  </a:lnTo>
                  <a:lnTo>
                    <a:pt x="777" y="359"/>
                  </a:lnTo>
                  <a:lnTo>
                    <a:pt x="613" y="284"/>
                  </a:lnTo>
                  <a:lnTo>
                    <a:pt x="418" y="179"/>
                  </a:lnTo>
                  <a:lnTo>
                    <a:pt x="209" y="30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4"/>
            <p:cNvSpPr/>
            <p:nvPr/>
          </p:nvSpPr>
          <p:spPr>
            <a:xfrm>
              <a:off x="6052599" y="2283054"/>
              <a:ext cx="42300" cy="19337"/>
            </a:xfrm>
            <a:custGeom>
              <a:avLst/>
              <a:gdLst/>
              <a:ahLst/>
              <a:cxnLst/>
              <a:rect l="l" t="t" r="r" b="b"/>
              <a:pathLst>
                <a:path w="1540" h="704" extrusionOk="0">
                  <a:moveTo>
                    <a:pt x="135" y="1"/>
                  </a:moveTo>
                  <a:lnTo>
                    <a:pt x="90" y="16"/>
                  </a:lnTo>
                  <a:lnTo>
                    <a:pt x="45" y="46"/>
                  </a:lnTo>
                  <a:lnTo>
                    <a:pt x="16" y="91"/>
                  </a:lnTo>
                  <a:lnTo>
                    <a:pt x="1" y="135"/>
                  </a:lnTo>
                  <a:lnTo>
                    <a:pt x="16" y="195"/>
                  </a:lnTo>
                  <a:lnTo>
                    <a:pt x="45" y="240"/>
                  </a:lnTo>
                  <a:lnTo>
                    <a:pt x="150" y="330"/>
                  </a:lnTo>
                  <a:lnTo>
                    <a:pt x="269" y="404"/>
                  </a:lnTo>
                  <a:lnTo>
                    <a:pt x="374" y="479"/>
                  </a:lnTo>
                  <a:lnTo>
                    <a:pt x="494" y="539"/>
                  </a:lnTo>
                  <a:lnTo>
                    <a:pt x="718" y="613"/>
                  </a:lnTo>
                  <a:lnTo>
                    <a:pt x="927" y="673"/>
                  </a:lnTo>
                  <a:lnTo>
                    <a:pt x="1121" y="688"/>
                  </a:lnTo>
                  <a:lnTo>
                    <a:pt x="1270" y="703"/>
                  </a:lnTo>
                  <a:lnTo>
                    <a:pt x="1420" y="688"/>
                  </a:lnTo>
                  <a:lnTo>
                    <a:pt x="1450" y="688"/>
                  </a:lnTo>
                  <a:lnTo>
                    <a:pt x="1495" y="658"/>
                  </a:lnTo>
                  <a:lnTo>
                    <a:pt x="1524" y="628"/>
                  </a:lnTo>
                  <a:lnTo>
                    <a:pt x="1539" y="584"/>
                  </a:lnTo>
                  <a:lnTo>
                    <a:pt x="1539" y="539"/>
                  </a:lnTo>
                  <a:lnTo>
                    <a:pt x="1524" y="494"/>
                  </a:lnTo>
                  <a:lnTo>
                    <a:pt x="1480" y="449"/>
                  </a:lnTo>
                  <a:lnTo>
                    <a:pt x="1435" y="434"/>
                  </a:lnTo>
                  <a:lnTo>
                    <a:pt x="1270" y="434"/>
                  </a:lnTo>
                  <a:lnTo>
                    <a:pt x="1136" y="419"/>
                  </a:lnTo>
                  <a:lnTo>
                    <a:pt x="987" y="404"/>
                  </a:lnTo>
                  <a:lnTo>
                    <a:pt x="807" y="359"/>
                  </a:lnTo>
                  <a:lnTo>
                    <a:pt x="613" y="300"/>
                  </a:lnTo>
                  <a:lnTo>
                    <a:pt x="509" y="255"/>
                  </a:lnTo>
                  <a:lnTo>
                    <a:pt x="419" y="195"/>
                  </a:lnTo>
                  <a:lnTo>
                    <a:pt x="314" y="120"/>
                  </a:lnTo>
                  <a:lnTo>
                    <a:pt x="225" y="46"/>
                  </a:lnTo>
                  <a:lnTo>
                    <a:pt x="180" y="16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4"/>
            <p:cNvSpPr/>
            <p:nvPr/>
          </p:nvSpPr>
          <p:spPr>
            <a:xfrm>
              <a:off x="6098963" y="2196891"/>
              <a:ext cx="61994" cy="50925"/>
            </a:xfrm>
            <a:custGeom>
              <a:avLst/>
              <a:gdLst/>
              <a:ahLst/>
              <a:cxnLst/>
              <a:rect l="l" t="t" r="r" b="b"/>
              <a:pathLst>
                <a:path w="2257" h="1854" extrusionOk="0">
                  <a:moveTo>
                    <a:pt x="464" y="1"/>
                  </a:moveTo>
                  <a:lnTo>
                    <a:pt x="404" y="120"/>
                  </a:lnTo>
                  <a:lnTo>
                    <a:pt x="389" y="210"/>
                  </a:lnTo>
                  <a:lnTo>
                    <a:pt x="374" y="299"/>
                  </a:lnTo>
                  <a:lnTo>
                    <a:pt x="165" y="180"/>
                  </a:lnTo>
                  <a:lnTo>
                    <a:pt x="31" y="987"/>
                  </a:lnTo>
                  <a:lnTo>
                    <a:pt x="16" y="1151"/>
                  </a:lnTo>
                  <a:lnTo>
                    <a:pt x="1" y="1270"/>
                  </a:lnTo>
                  <a:lnTo>
                    <a:pt x="1" y="1390"/>
                  </a:lnTo>
                  <a:lnTo>
                    <a:pt x="31" y="1509"/>
                  </a:lnTo>
                  <a:lnTo>
                    <a:pt x="61" y="1629"/>
                  </a:lnTo>
                  <a:lnTo>
                    <a:pt x="90" y="1674"/>
                  </a:lnTo>
                  <a:lnTo>
                    <a:pt x="135" y="1734"/>
                  </a:lnTo>
                  <a:lnTo>
                    <a:pt x="180" y="1763"/>
                  </a:lnTo>
                  <a:lnTo>
                    <a:pt x="225" y="1808"/>
                  </a:lnTo>
                  <a:lnTo>
                    <a:pt x="285" y="1823"/>
                  </a:lnTo>
                  <a:lnTo>
                    <a:pt x="359" y="1853"/>
                  </a:lnTo>
                  <a:lnTo>
                    <a:pt x="494" y="1853"/>
                  </a:lnTo>
                  <a:lnTo>
                    <a:pt x="658" y="1823"/>
                  </a:lnTo>
                  <a:lnTo>
                    <a:pt x="822" y="1763"/>
                  </a:lnTo>
                  <a:lnTo>
                    <a:pt x="1047" y="1659"/>
                  </a:lnTo>
                  <a:lnTo>
                    <a:pt x="1256" y="1524"/>
                  </a:lnTo>
                  <a:lnTo>
                    <a:pt x="1465" y="1390"/>
                  </a:lnTo>
                  <a:lnTo>
                    <a:pt x="1674" y="1241"/>
                  </a:lnTo>
                  <a:lnTo>
                    <a:pt x="2003" y="972"/>
                  </a:lnTo>
                  <a:lnTo>
                    <a:pt x="2212" y="777"/>
                  </a:lnTo>
                  <a:lnTo>
                    <a:pt x="2242" y="733"/>
                  </a:lnTo>
                  <a:lnTo>
                    <a:pt x="2257" y="688"/>
                  </a:lnTo>
                  <a:lnTo>
                    <a:pt x="2257" y="643"/>
                  </a:lnTo>
                  <a:lnTo>
                    <a:pt x="2227" y="598"/>
                  </a:lnTo>
                  <a:lnTo>
                    <a:pt x="2182" y="553"/>
                  </a:lnTo>
                  <a:lnTo>
                    <a:pt x="2077" y="553"/>
                  </a:lnTo>
                  <a:lnTo>
                    <a:pt x="2033" y="583"/>
                  </a:lnTo>
                  <a:lnTo>
                    <a:pt x="1823" y="777"/>
                  </a:lnTo>
                  <a:lnTo>
                    <a:pt x="1584" y="957"/>
                  </a:lnTo>
                  <a:lnTo>
                    <a:pt x="1345" y="1151"/>
                  </a:lnTo>
                  <a:lnTo>
                    <a:pt x="1106" y="1315"/>
                  </a:lnTo>
                  <a:lnTo>
                    <a:pt x="867" y="1450"/>
                  </a:lnTo>
                  <a:lnTo>
                    <a:pt x="658" y="1539"/>
                  </a:lnTo>
                  <a:lnTo>
                    <a:pt x="568" y="1569"/>
                  </a:lnTo>
                  <a:lnTo>
                    <a:pt x="479" y="1584"/>
                  </a:lnTo>
                  <a:lnTo>
                    <a:pt x="419" y="1584"/>
                  </a:lnTo>
                  <a:lnTo>
                    <a:pt x="359" y="1569"/>
                  </a:lnTo>
                  <a:lnTo>
                    <a:pt x="329" y="1539"/>
                  </a:lnTo>
                  <a:lnTo>
                    <a:pt x="300" y="1509"/>
                  </a:lnTo>
                  <a:lnTo>
                    <a:pt x="285" y="1450"/>
                  </a:lnTo>
                  <a:lnTo>
                    <a:pt x="270" y="1390"/>
                  </a:lnTo>
                  <a:lnTo>
                    <a:pt x="270" y="1226"/>
                  </a:lnTo>
                  <a:lnTo>
                    <a:pt x="300" y="1031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4"/>
            <p:cNvSpPr/>
            <p:nvPr/>
          </p:nvSpPr>
          <p:spPr>
            <a:xfrm>
              <a:off x="6073117" y="2228093"/>
              <a:ext cx="27934" cy="98498"/>
            </a:xfrm>
            <a:custGeom>
              <a:avLst/>
              <a:gdLst/>
              <a:ahLst/>
              <a:cxnLst/>
              <a:rect l="l" t="t" r="r" b="b"/>
              <a:pathLst>
                <a:path w="1017" h="3586" extrusionOk="0">
                  <a:moveTo>
                    <a:pt x="419" y="0"/>
                  </a:moveTo>
                  <a:lnTo>
                    <a:pt x="374" y="15"/>
                  </a:lnTo>
                  <a:lnTo>
                    <a:pt x="329" y="45"/>
                  </a:lnTo>
                  <a:lnTo>
                    <a:pt x="299" y="75"/>
                  </a:lnTo>
                  <a:lnTo>
                    <a:pt x="284" y="134"/>
                  </a:lnTo>
                  <a:lnTo>
                    <a:pt x="284" y="179"/>
                  </a:lnTo>
                  <a:lnTo>
                    <a:pt x="314" y="224"/>
                  </a:lnTo>
                  <a:lnTo>
                    <a:pt x="374" y="299"/>
                  </a:lnTo>
                  <a:lnTo>
                    <a:pt x="494" y="493"/>
                  </a:lnTo>
                  <a:lnTo>
                    <a:pt x="553" y="627"/>
                  </a:lnTo>
                  <a:lnTo>
                    <a:pt x="628" y="792"/>
                  </a:lnTo>
                  <a:lnTo>
                    <a:pt x="673" y="971"/>
                  </a:lnTo>
                  <a:lnTo>
                    <a:pt x="718" y="1165"/>
                  </a:lnTo>
                  <a:lnTo>
                    <a:pt x="748" y="1389"/>
                  </a:lnTo>
                  <a:lnTo>
                    <a:pt x="748" y="1643"/>
                  </a:lnTo>
                  <a:lnTo>
                    <a:pt x="733" y="1897"/>
                  </a:lnTo>
                  <a:lnTo>
                    <a:pt x="673" y="2181"/>
                  </a:lnTo>
                  <a:lnTo>
                    <a:pt x="568" y="2480"/>
                  </a:lnTo>
                  <a:lnTo>
                    <a:pt x="509" y="2644"/>
                  </a:lnTo>
                  <a:lnTo>
                    <a:pt x="434" y="2794"/>
                  </a:lnTo>
                  <a:lnTo>
                    <a:pt x="344" y="2958"/>
                  </a:lnTo>
                  <a:lnTo>
                    <a:pt x="240" y="3137"/>
                  </a:lnTo>
                  <a:lnTo>
                    <a:pt x="120" y="3302"/>
                  </a:lnTo>
                  <a:lnTo>
                    <a:pt x="1" y="3481"/>
                  </a:lnTo>
                  <a:lnTo>
                    <a:pt x="90" y="3466"/>
                  </a:lnTo>
                  <a:lnTo>
                    <a:pt x="240" y="3585"/>
                  </a:lnTo>
                  <a:lnTo>
                    <a:pt x="374" y="3391"/>
                  </a:lnTo>
                  <a:lnTo>
                    <a:pt x="509" y="3212"/>
                  </a:lnTo>
                  <a:lnTo>
                    <a:pt x="613" y="3033"/>
                  </a:lnTo>
                  <a:lnTo>
                    <a:pt x="703" y="2853"/>
                  </a:lnTo>
                  <a:lnTo>
                    <a:pt x="777" y="2674"/>
                  </a:lnTo>
                  <a:lnTo>
                    <a:pt x="837" y="2510"/>
                  </a:lnTo>
                  <a:lnTo>
                    <a:pt x="897" y="2346"/>
                  </a:lnTo>
                  <a:lnTo>
                    <a:pt x="942" y="2181"/>
                  </a:lnTo>
                  <a:lnTo>
                    <a:pt x="972" y="2017"/>
                  </a:lnTo>
                  <a:lnTo>
                    <a:pt x="987" y="1867"/>
                  </a:lnTo>
                  <a:lnTo>
                    <a:pt x="1016" y="1584"/>
                  </a:lnTo>
                  <a:lnTo>
                    <a:pt x="1002" y="1315"/>
                  </a:lnTo>
                  <a:lnTo>
                    <a:pt x="957" y="1061"/>
                  </a:lnTo>
                  <a:lnTo>
                    <a:pt x="912" y="837"/>
                  </a:lnTo>
                  <a:lnTo>
                    <a:pt x="837" y="642"/>
                  </a:lnTo>
                  <a:lnTo>
                    <a:pt x="762" y="463"/>
                  </a:lnTo>
                  <a:lnTo>
                    <a:pt x="703" y="329"/>
                  </a:lnTo>
                  <a:lnTo>
                    <a:pt x="568" y="120"/>
                  </a:lnTo>
                  <a:lnTo>
                    <a:pt x="523" y="45"/>
                  </a:lnTo>
                  <a:lnTo>
                    <a:pt x="479" y="15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4"/>
            <p:cNvSpPr/>
            <p:nvPr/>
          </p:nvSpPr>
          <p:spPr>
            <a:xfrm>
              <a:off x="6604103" y="2954365"/>
              <a:ext cx="406684" cy="1483877"/>
            </a:xfrm>
            <a:custGeom>
              <a:avLst/>
              <a:gdLst/>
              <a:ahLst/>
              <a:cxnLst/>
              <a:rect l="l" t="t" r="r" b="b"/>
              <a:pathLst>
                <a:path w="14806" h="54023" extrusionOk="0">
                  <a:moveTo>
                    <a:pt x="0" y="1"/>
                  </a:moveTo>
                  <a:lnTo>
                    <a:pt x="4647" y="28580"/>
                  </a:lnTo>
                  <a:lnTo>
                    <a:pt x="10115" y="53738"/>
                  </a:lnTo>
                  <a:lnTo>
                    <a:pt x="14806" y="54022"/>
                  </a:lnTo>
                  <a:lnTo>
                    <a:pt x="11952" y="10952"/>
                  </a:lnTo>
                  <a:lnTo>
                    <a:pt x="11011" y="37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6818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4"/>
            <p:cNvSpPr/>
            <p:nvPr/>
          </p:nvSpPr>
          <p:spPr>
            <a:xfrm>
              <a:off x="6893794" y="4421328"/>
              <a:ext cx="116984" cy="135854"/>
            </a:xfrm>
            <a:custGeom>
              <a:avLst/>
              <a:gdLst/>
              <a:ahLst/>
              <a:cxnLst/>
              <a:rect l="l" t="t" r="r" b="b"/>
              <a:pathLst>
                <a:path w="4259" h="4946" extrusionOk="0">
                  <a:moveTo>
                    <a:pt x="1" y="1"/>
                  </a:moveTo>
                  <a:lnTo>
                    <a:pt x="673" y="4841"/>
                  </a:lnTo>
                  <a:lnTo>
                    <a:pt x="1076" y="4901"/>
                  </a:lnTo>
                  <a:lnTo>
                    <a:pt x="1450" y="4931"/>
                  </a:lnTo>
                  <a:lnTo>
                    <a:pt x="1808" y="4946"/>
                  </a:lnTo>
                  <a:lnTo>
                    <a:pt x="2152" y="4931"/>
                  </a:lnTo>
                  <a:lnTo>
                    <a:pt x="2466" y="4916"/>
                  </a:lnTo>
                  <a:lnTo>
                    <a:pt x="2765" y="4871"/>
                  </a:lnTo>
                  <a:lnTo>
                    <a:pt x="3034" y="4826"/>
                  </a:lnTo>
                  <a:lnTo>
                    <a:pt x="3273" y="4766"/>
                  </a:lnTo>
                  <a:lnTo>
                    <a:pt x="3497" y="4707"/>
                  </a:lnTo>
                  <a:lnTo>
                    <a:pt x="3691" y="4647"/>
                  </a:lnTo>
                  <a:lnTo>
                    <a:pt x="4005" y="4527"/>
                  </a:lnTo>
                  <a:lnTo>
                    <a:pt x="4184" y="4438"/>
                  </a:lnTo>
                  <a:lnTo>
                    <a:pt x="4259" y="4408"/>
                  </a:lnTo>
                  <a:lnTo>
                    <a:pt x="3930" y="3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4"/>
            <p:cNvSpPr/>
            <p:nvPr/>
          </p:nvSpPr>
          <p:spPr>
            <a:xfrm>
              <a:off x="6861795" y="4400398"/>
              <a:ext cx="166618" cy="74712"/>
            </a:xfrm>
            <a:custGeom>
              <a:avLst/>
              <a:gdLst/>
              <a:ahLst/>
              <a:cxnLst/>
              <a:rect l="l" t="t" r="r" b="b"/>
              <a:pathLst>
                <a:path w="6066" h="2720" extrusionOk="0">
                  <a:moveTo>
                    <a:pt x="5976" y="1"/>
                  </a:moveTo>
                  <a:lnTo>
                    <a:pt x="120" y="210"/>
                  </a:lnTo>
                  <a:lnTo>
                    <a:pt x="45" y="539"/>
                  </a:lnTo>
                  <a:lnTo>
                    <a:pt x="15" y="852"/>
                  </a:lnTo>
                  <a:lnTo>
                    <a:pt x="1" y="1181"/>
                  </a:lnTo>
                  <a:lnTo>
                    <a:pt x="15" y="1495"/>
                  </a:lnTo>
                  <a:lnTo>
                    <a:pt x="60" y="1794"/>
                  </a:lnTo>
                  <a:lnTo>
                    <a:pt x="120" y="2107"/>
                  </a:lnTo>
                  <a:lnTo>
                    <a:pt x="210" y="2421"/>
                  </a:lnTo>
                  <a:lnTo>
                    <a:pt x="314" y="2720"/>
                  </a:lnTo>
                  <a:lnTo>
                    <a:pt x="5917" y="2466"/>
                  </a:lnTo>
                  <a:lnTo>
                    <a:pt x="5976" y="2152"/>
                  </a:lnTo>
                  <a:lnTo>
                    <a:pt x="6021" y="1838"/>
                  </a:lnTo>
                  <a:lnTo>
                    <a:pt x="6051" y="1540"/>
                  </a:lnTo>
                  <a:lnTo>
                    <a:pt x="6066" y="1226"/>
                  </a:lnTo>
                  <a:lnTo>
                    <a:pt x="6066" y="927"/>
                  </a:lnTo>
                  <a:lnTo>
                    <a:pt x="6051" y="613"/>
                  </a:lnTo>
                  <a:lnTo>
                    <a:pt x="6021" y="300"/>
                  </a:lnTo>
                  <a:lnTo>
                    <a:pt x="5976" y="1"/>
                  </a:lnTo>
                  <a:close/>
                </a:path>
              </a:pathLst>
            </a:custGeom>
            <a:solidFill>
              <a:srgbClr val="6818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4"/>
            <p:cNvSpPr/>
            <p:nvPr/>
          </p:nvSpPr>
          <p:spPr>
            <a:xfrm>
              <a:off x="6637749" y="4493977"/>
              <a:ext cx="386578" cy="185076"/>
            </a:xfrm>
            <a:custGeom>
              <a:avLst/>
              <a:gdLst/>
              <a:ahLst/>
              <a:cxnLst/>
              <a:rect l="l" t="t" r="r" b="b"/>
              <a:pathLst>
                <a:path w="14074" h="6738" extrusionOk="0">
                  <a:moveTo>
                    <a:pt x="8755" y="0"/>
                  </a:moveTo>
                  <a:lnTo>
                    <a:pt x="8636" y="30"/>
                  </a:lnTo>
                  <a:lnTo>
                    <a:pt x="8471" y="105"/>
                  </a:lnTo>
                  <a:lnTo>
                    <a:pt x="8247" y="224"/>
                  </a:lnTo>
                  <a:lnTo>
                    <a:pt x="7993" y="374"/>
                  </a:lnTo>
                  <a:lnTo>
                    <a:pt x="7366" y="762"/>
                  </a:lnTo>
                  <a:lnTo>
                    <a:pt x="6619" y="1240"/>
                  </a:lnTo>
                  <a:lnTo>
                    <a:pt x="6096" y="1599"/>
                  </a:lnTo>
                  <a:lnTo>
                    <a:pt x="5707" y="1838"/>
                  </a:lnTo>
                  <a:lnTo>
                    <a:pt x="5080" y="2256"/>
                  </a:lnTo>
                  <a:lnTo>
                    <a:pt x="4841" y="2405"/>
                  </a:lnTo>
                  <a:lnTo>
                    <a:pt x="4258" y="2779"/>
                  </a:lnTo>
                  <a:lnTo>
                    <a:pt x="3392" y="3302"/>
                  </a:lnTo>
                  <a:lnTo>
                    <a:pt x="2988" y="3526"/>
                  </a:lnTo>
                  <a:lnTo>
                    <a:pt x="2600" y="3735"/>
                  </a:lnTo>
                  <a:lnTo>
                    <a:pt x="2241" y="3914"/>
                  </a:lnTo>
                  <a:lnTo>
                    <a:pt x="1898" y="4064"/>
                  </a:lnTo>
                  <a:lnTo>
                    <a:pt x="1599" y="4168"/>
                  </a:lnTo>
                  <a:lnTo>
                    <a:pt x="1345" y="4243"/>
                  </a:lnTo>
                  <a:lnTo>
                    <a:pt x="1046" y="4303"/>
                  </a:lnTo>
                  <a:lnTo>
                    <a:pt x="792" y="4392"/>
                  </a:lnTo>
                  <a:lnTo>
                    <a:pt x="568" y="4497"/>
                  </a:lnTo>
                  <a:lnTo>
                    <a:pt x="404" y="4616"/>
                  </a:lnTo>
                  <a:lnTo>
                    <a:pt x="254" y="4751"/>
                  </a:lnTo>
                  <a:lnTo>
                    <a:pt x="150" y="4900"/>
                  </a:lnTo>
                  <a:lnTo>
                    <a:pt x="75" y="5065"/>
                  </a:lnTo>
                  <a:lnTo>
                    <a:pt x="30" y="5214"/>
                  </a:lnTo>
                  <a:lnTo>
                    <a:pt x="0" y="5378"/>
                  </a:lnTo>
                  <a:lnTo>
                    <a:pt x="0" y="5543"/>
                  </a:lnTo>
                  <a:lnTo>
                    <a:pt x="15" y="5722"/>
                  </a:lnTo>
                  <a:lnTo>
                    <a:pt x="45" y="5871"/>
                  </a:lnTo>
                  <a:lnTo>
                    <a:pt x="75" y="6036"/>
                  </a:lnTo>
                  <a:lnTo>
                    <a:pt x="135" y="6185"/>
                  </a:lnTo>
                  <a:lnTo>
                    <a:pt x="240" y="6454"/>
                  </a:lnTo>
                  <a:lnTo>
                    <a:pt x="269" y="6484"/>
                  </a:lnTo>
                  <a:lnTo>
                    <a:pt x="299" y="6514"/>
                  </a:lnTo>
                  <a:lnTo>
                    <a:pt x="449" y="6559"/>
                  </a:lnTo>
                  <a:lnTo>
                    <a:pt x="643" y="6603"/>
                  </a:lnTo>
                  <a:lnTo>
                    <a:pt x="912" y="6633"/>
                  </a:lnTo>
                  <a:lnTo>
                    <a:pt x="1240" y="6663"/>
                  </a:lnTo>
                  <a:lnTo>
                    <a:pt x="1614" y="6693"/>
                  </a:lnTo>
                  <a:lnTo>
                    <a:pt x="2495" y="6723"/>
                  </a:lnTo>
                  <a:lnTo>
                    <a:pt x="3541" y="6738"/>
                  </a:lnTo>
                  <a:lnTo>
                    <a:pt x="4692" y="6723"/>
                  </a:lnTo>
                  <a:lnTo>
                    <a:pt x="5917" y="6708"/>
                  </a:lnTo>
                  <a:lnTo>
                    <a:pt x="7171" y="6678"/>
                  </a:lnTo>
                  <a:lnTo>
                    <a:pt x="9651" y="6588"/>
                  </a:lnTo>
                  <a:lnTo>
                    <a:pt x="11803" y="6514"/>
                  </a:lnTo>
                  <a:lnTo>
                    <a:pt x="13894" y="6409"/>
                  </a:lnTo>
                  <a:lnTo>
                    <a:pt x="13954" y="5767"/>
                  </a:lnTo>
                  <a:lnTo>
                    <a:pt x="13999" y="5094"/>
                  </a:lnTo>
                  <a:lnTo>
                    <a:pt x="14044" y="4273"/>
                  </a:lnTo>
                  <a:lnTo>
                    <a:pt x="14074" y="3406"/>
                  </a:lnTo>
                  <a:lnTo>
                    <a:pt x="14074" y="2973"/>
                  </a:lnTo>
                  <a:lnTo>
                    <a:pt x="14074" y="2555"/>
                  </a:lnTo>
                  <a:lnTo>
                    <a:pt x="14044" y="2151"/>
                  </a:lnTo>
                  <a:lnTo>
                    <a:pt x="14014" y="1793"/>
                  </a:lnTo>
                  <a:lnTo>
                    <a:pt x="13969" y="1479"/>
                  </a:lnTo>
                  <a:lnTo>
                    <a:pt x="13894" y="1225"/>
                  </a:lnTo>
                  <a:lnTo>
                    <a:pt x="13849" y="1121"/>
                  </a:lnTo>
                  <a:lnTo>
                    <a:pt x="13805" y="1031"/>
                  </a:lnTo>
                  <a:lnTo>
                    <a:pt x="13745" y="941"/>
                  </a:lnTo>
                  <a:lnTo>
                    <a:pt x="13670" y="882"/>
                  </a:lnTo>
                  <a:lnTo>
                    <a:pt x="13596" y="822"/>
                  </a:lnTo>
                  <a:lnTo>
                    <a:pt x="13506" y="792"/>
                  </a:lnTo>
                  <a:lnTo>
                    <a:pt x="13416" y="747"/>
                  </a:lnTo>
                  <a:lnTo>
                    <a:pt x="13327" y="732"/>
                  </a:lnTo>
                  <a:lnTo>
                    <a:pt x="13117" y="717"/>
                  </a:lnTo>
                  <a:lnTo>
                    <a:pt x="12893" y="717"/>
                  </a:lnTo>
                  <a:lnTo>
                    <a:pt x="12654" y="762"/>
                  </a:lnTo>
                  <a:lnTo>
                    <a:pt x="12385" y="807"/>
                  </a:lnTo>
                  <a:lnTo>
                    <a:pt x="11848" y="926"/>
                  </a:lnTo>
                  <a:lnTo>
                    <a:pt x="11564" y="1001"/>
                  </a:lnTo>
                  <a:lnTo>
                    <a:pt x="11280" y="1046"/>
                  </a:lnTo>
                  <a:lnTo>
                    <a:pt x="10996" y="1091"/>
                  </a:lnTo>
                  <a:lnTo>
                    <a:pt x="10727" y="1121"/>
                  </a:lnTo>
                  <a:lnTo>
                    <a:pt x="10458" y="1106"/>
                  </a:lnTo>
                  <a:lnTo>
                    <a:pt x="10324" y="1091"/>
                  </a:lnTo>
                  <a:lnTo>
                    <a:pt x="10204" y="1076"/>
                  </a:lnTo>
                  <a:lnTo>
                    <a:pt x="10055" y="896"/>
                  </a:lnTo>
                  <a:lnTo>
                    <a:pt x="9905" y="717"/>
                  </a:lnTo>
                  <a:lnTo>
                    <a:pt x="9711" y="523"/>
                  </a:lnTo>
                  <a:lnTo>
                    <a:pt x="9487" y="329"/>
                  </a:lnTo>
                  <a:lnTo>
                    <a:pt x="9368" y="239"/>
                  </a:lnTo>
                  <a:lnTo>
                    <a:pt x="9248" y="149"/>
                  </a:lnTo>
                  <a:lnTo>
                    <a:pt x="9129" y="90"/>
                  </a:lnTo>
                  <a:lnTo>
                    <a:pt x="8994" y="30"/>
                  </a:lnTo>
                  <a:lnTo>
                    <a:pt x="8875" y="0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4"/>
            <p:cNvSpPr/>
            <p:nvPr/>
          </p:nvSpPr>
          <p:spPr>
            <a:xfrm>
              <a:off x="6777253" y="4544433"/>
              <a:ext cx="60758" cy="49689"/>
            </a:xfrm>
            <a:custGeom>
              <a:avLst/>
              <a:gdLst/>
              <a:ahLst/>
              <a:cxnLst/>
              <a:rect l="l" t="t" r="r" b="b"/>
              <a:pathLst>
                <a:path w="2212" h="1809" extrusionOk="0">
                  <a:moveTo>
                    <a:pt x="628" y="1"/>
                  </a:moveTo>
                  <a:lnTo>
                    <a:pt x="389" y="45"/>
                  </a:lnTo>
                  <a:lnTo>
                    <a:pt x="285" y="75"/>
                  </a:lnTo>
                  <a:lnTo>
                    <a:pt x="180" y="105"/>
                  </a:lnTo>
                  <a:lnTo>
                    <a:pt x="106" y="165"/>
                  </a:lnTo>
                  <a:lnTo>
                    <a:pt x="46" y="225"/>
                  </a:lnTo>
                  <a:lnTo>
                    <a:pt x="16" y="314"/>
                  </a:lnTo>
                  <a:lnTo>
                    <a:pt x="1" y="419"/>
                  </a:lnTo>
                  <a:lnTo>
                    <a:pt x="165" y="404"/>
                  </a:lnTo>
                  <a:lnTo>
                    <a:pt x="345" y="434"/>
                  </a:lnTo>
                  <a:lnTo>
                    <a:pt x="524" y="479"/>
                  </a:lnTo>
                  <a:lnTo>
                    <a:pt x="628" y="509"/>
                  </a:lnTo>
                  <a:lnTo>
                    <a:pt x="733" y="568"/>
                  </a:lnTo>
                  <a:lnTo>
                    <a:pt x="838" y="628"/>
                  </a:lnTo>
                  <a:lnTo>
                    <a:pt x="942" y="703"/>
                  </a:lnTo>
                  <a:lnTo>
                    <a:pt x="1136" y="867"/>
                  </a:lnTo>
                  <a:lnTo>
                    <a:pt x="1316" y="1046"/>
                  </a:lnTo>
                  <a:lnTo>
                    <a:pt x="1465" y="1226"/>
                  </a:lnTo>
                  <a:lnTo>
                    <a:pt x="1585" y="1405"/>
                  </a:lnTo>
                  <a:lnTo>
                    <a:pt x="1674" y="1554"/>
                  </a:lnTo>
                  <a:lnTo>
                    <a:pt x="1764" y="1689"/>
                  </a:lnTo>
                  <a:lnTo>
                    <a:pt x="1794" y="1719"/>
                  </a:lnTo>
                  <a:lnTo>
                    <a:pt x="1824" y="1764"/>
                  </a:lnTo>
                  <a:lnTo>
                    <a:pt x="1898" y="1793"/>
                  </a:lnTo>
                  <a:lnTo>
                    <a:pt x="1943" y="1808"/>
                  </a:lnTo>
                  <a:lnTo>
                    <a:pt x="2003" y="1808"/>
                  </a:lnTo>
                  <a:lnTo>
                    <a:pt x="2048" y="1793"/>
                  </a:lnTo>
                  <a:lnTo>
                    <a:pt x="2092" y="1778"/>
                  </a:lnTo>
                  <a:lnTo>
                    <a:pt x="2122" y="1749"/>
                  </a:lnTo>
                  <a:lnTo>
                    <a:pt x="2167" y="1719"/>
                  </a:lnTo>
                  <a:lnTo>
                    <a:pt x="2182" y="1674"/>
                  </a:lnTo>
                  <a:lnTo>
                    <a:pt x="2197" y="1644"/>
                  </a:lnTo>
                  <a:lnTo>
                    <a:pt x="2212" y="1599"/>
                  </a:lnTo>
                  <a:lnTo>
                    <a:pt x="2212" y="1539"/>
                  </a:lnTo>
                  <a:lnTo>
                    <a:pt x="2197" y="1495"/>
                  </a:lnTo>
                  <a:lnTo>
                    <a:pt x="2182" y="1450"/>
                  </a:lnTo>
                  <a:lnTo>
                    <a:pt x="2078" y="1285"/>
                  </a:lnTo>
                  <a:lnTo>
                    <a:pt x="1973" y="1121"/>
                  </a:lnTo>
                  <a:lnTo>
                    <a:pt x="1824" y="912"/>
                  </a:lnTo>
                  <a:lnTo>
                    <a:pt x="1644" y="703"/>
                  </a:lnTo>
                  <a:lnTo>
                    <a:pt x="1435" y="494"/>
                  </a:lnTo>
                  <a:lnTo>
                    <a:pt x="1331" y="389"/>
                  </a:lnTo>
                  <a:lnTo>
                    <a:pt x="1211" y="299"/>
                  </a:lnTo>
                  <a:lnTo>
                    <a:pt x="1077" y="210"/>
                  </a:lnTo>
                  <a:lnTo>
                    <a:pt x="957" y="135"/>
                  </a:lnTo>
                  <a:lnTo>
                    <a:pt x="793" y="60"/>
                  </a:lnTo>
                  <a:lnTo>
                    <a:pt x="6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4"/>
            <p:cNvSpPr/>
            <p:nvPr/>
          </p:nvSpPr>
          <p:spPr>
            <a:xfrm>
              <a:off x="6805159" y="4528036"/>
              <a:ext cx="52573" cy="48013"/>
            </a:xfrm>
            <a:custGeom>
              <a:avLst/>
              <a:gdLst/>
              <a:ahLst/>
              <a:cxnLst/>
              <a:rect l="l" t="t" r="r" b="b"/>
              <a:pathLst>
                <a:path w="1914" h="1748" extrusionOk="0">
                  <a:moveTo>
                    <a:pt x="524" y="0"/>
                  </a:moveTo>
                  <a:lnTo>
                    <a:pt x="359" y="15"/>
                  </a:lnTo>
                  <a:lnTo>
                    <a:pt x="270" y="30"/>
                  </a:lnTo>
                  <a:lnTo>
                    <a:pt x="195" y="60"/>
                  </a:lnTo>
                  <a:lnTo>
                    <a:pt x="135" y="105"/>
                  </a:lnTo>
                  <a:lnTo>
                    <a:pt x="76" y="164"/>
                  </a:lnTo>
                  <a:lnTo>
                    <a:pt x="31" y="239"/>
                  </a:lnTo>
                  <a:lnTo>
                    <a:pt x="1" y="359"/>
                  </a:lnTo>
                  <a:lnTo>
                    <a:pt x="105" y="374"/>
                  </a:lnTo>
                  <a:lnTo>
                    <a:pt x="210" y="403"/>
                  </a:lnTo>
                  <a:lnTo>
                    <a:pt x="330" y="433"/>
                  </a:lnTo>
                  <a:lnTo>
                    <a:pt x="434" y="493"/>
                  </a:lnTo>
                  <a:lnTo>
                    <a:pt x="554" y="553"/>
                  </a:lnTo>
                  <a:lnTo>
                    <a:pt x="643" y="628"/>
                  </a:lnTo>
                  <a:lnTo>
                    <a:pt x="837" y="792"/>
                  </a:lnTo>
                  <a:lnTo>
                    <a:pt x="1017" y="986"/>
                  </a:lnTo>
                  <a:lnTo>
                    <a:pt x="1166" y="1165"/>
                  </a:lnTo>
                  <a:lnTo>
                    <a:pt x="1301" y="1345"/>
                  </a:lnTo>
                  <a:lnTo>
                    <a:pt x="1390" y="1479"/>
                  </a:lnTo>
                  <a:lnTo>
                    <a:pt x="1465" y="1614"/>
                  </a:lnTo>
                  <a:lnTo>
                    <a:pt x="1495" y="1658"/>
                  </a:lnTo>
                  <a:lnTo>
                    <a:pt x="1525" y="1688"/>
                  </a:lnTo>
                  <a:lnTo>
                    <a:pt x="1614" y="1733"/>
                  </a:lnTo>
                  <a:lnTo>
                    <a:pt x="1659" y="1748"/>
                  </a:lnTo>
                  <a:lnTo>
                    <a:pt x="1704" y="1748"/>
                  </a:lnTo>
                  <a:lnTo>
                    <a:pt x="1749" y="1733"/>
                  </a:lnTo>
                  <a:lnTo>
                    <a:pt x="1794" y="1718"/>
                  </a:lnTo>
                  <a:lnTo>
                    <a:pt x="1838" y="1688"/>
                  </a:lnTo>
                  <a:lnTo>
                    <a:pt x="1868" y="1658"/>
                  </a:lnTo>
                  <a:lnTo>
                    <a:pt x="1898" y="1614"/>
                  </a:lnTo>
                  <a:lnTo>
                    <a:pt x="1913" y="1569"/>
                  </a:lnTo>
                  <a:lnTo>
                    <a:pt x="1913" y="1524"/>
                  </a:lnTo>
                  <a:lnTo>
                    <a:pt x="1913" y="1479"/>
                  </a:lnTo>
                  <a:lnTo>
                    <a:pt x="1913" y="1434"/>
                  </a:lnTo>
                  <a:lnTo>
                    <a:pt x="1898" y="1389"/>
                  </a:lnTo>
                  <a:lnTo>
                    <a:pt x="1794" y="1210"/>
                  </a:lnTo>
                  <a:lnTo>
                    <a:pt x="1674" y="1046"/>
                  </a:lnTo>
                  <a:lnTo>
                    <a:pt x="1525" y="852"/>
                  </a:lnTo>
                  <a:lnTo>
                    <a:pt x="1360" y="642"/>
                  </a:lnTo>
                  <a:lnTo>
                    <a:pt x="1151" y="418"/>
                  </a:lnTo>
                  <a:lnTo>
                    <a:pt x="1032" y="329"/>
                  </a:lnTo>
                  <a:lnTo>
                    <a:pt x="912" y="224"/>
                  </a:lnTo>
                  <a:lnTo>
                    <a:pt x="793" y="149"/>
                  </a:lnTo>
                  <a:lnTo>
                    <a:pt x="658" y="75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4"/>
            <p:cNvSpPr/>
            <p:nvPr/>
          </p:nvSpPr>
          <p:spPr>
            <a:xfrm>
              <a:off x="6754702" y="4560034"/>
              <a:ext cx="56638" cy="48865"/>
            </a:xfrm>
            <a:custGeom>
              <a:avLst/>
              <a:gdLst/>
              <a:ahLst/>
              <a:cxnLst/>
              <a:rect l="l" t="t" r="r" b="b"/>
              <a:pathLst>
                <a:path w="2062" h="1779" extrusionOk="0">
                  <a:moveTo>
                    <a:pt x="329" y="0"/>
                  </a:moveTo>
                  <a:lnTo>
                    <a:pt x="224" y="30"/>
                  </a:lnTo>
                  <a:lnTo>
                    <a:pt x="135" y="60"/>
                  </a:lnTo>
                  <a:lnTo>
                    <a:pt x="75" y="120"/>
                  </a:lnTo>
                  <a:lnTo>
                    <a:pt x="30" y="180"/>
                  </a:lnTo>
                  <a:lnTo>
                    <a:pt x="0" y="269"/>
                  </a:lnTo>
                  <a:lnTo>
                    <a:pt x="0" y="374"/>
                  </a:lnTo>
                  <a:lnTo>
                    <a:pt x="135" y="389"/>
                  </a:lnTo>
                  <a:lnTo>
                    <a:pt x="269" y="404"/>
                  </a:lnTo>
                  <a:lnTo>
                    <a:pt x="419" y="463"/>
                  </a:lnTo>
                  <a:lnTo>
                    <a:pt x="583" y="523"/>
                  </a:lnTo>
                  <a:lnTo>
                    <a:pt x="687" y="583"/>
                  </a:lnTo>
                  <a:lnTo>
                    <a:pt x="792" y="658"/>
                  </a:lnTo>
                  <a:lnTo>
                    <a:pt x="986" y="822"/>
                  </a:lnTo>
                  <a:lnTo>
                    <a:pt x="1151" y="1016"/>
                  </a:lnTo>
                  <a:lnTo>
                    <a:pt x="1300" y="1196"/>
                  </a:lnTo>
                  <a:lnTo>
                    <a:pt x="1434" y="1375"/>
                  </a:lnTo>
                  <a:lnTo>
                    <a:pt x="1524" y="1509"/>
                  </a:lnTo>
                  <a:lnTo>
                    <a:pt x="1614" y="1659"/>
                  </a:lnTo>
                  <a:lnTo>
                    <a:pt x="1629" y="1689"/>
                  </a:lnTo>
                  <a:lnTo>
                    <a:pt x="1674" y="1718"/>
                  </a:lnTo>
                  <a:lnTo>
                    <a:pt x="1748" y="1763"/>
                  </a:lnTo>
                  <a:lnTo>
                    <a:pt x="1793" y="1778"/>
                  </a:lnTo>
                  <a:lnTo>
                    <a:pt x="1838" y="1778"/>
                  </a:lnTo>
                  <a:lnTo>
                    <a:pt x="1883" y="1763"/>
                  </a:lnTo>
                  <a:lnTo>
                    <a:pt x="1927" y="1748"/>
                  </a:lnTo>
                  <a:lnTo>
                    <a:pt x="1972" y="1718"/>
                  </a:lnTo>
                  <a:lnTo>
                    <a:pt x="2002" y="1689"/>
                  </a:lnTo>
                  <a:lnTo>
                    <a:pt x="2047" y="1599"/>
                  </a:lnTo>
                  <a:lnTo>
                    <a:pt x="2062" y="1554"/>
                  </a:lnTo>
                  <a:lnTo>
                    <a:pt x="2062" y="1509"/>
                  </a:lnTo>
                  <a:lnTo>
                    <a:pt x="2047" y="1464"/>
                  </a:lnTo>
                  <a:lnTo>
                    <a:pt x="2032" y="1420"/>
                  </a:lnTo>
                  <a:lnTo>
                    <a:pt x="1927" y="1255"/>
                  </a:lnTo>
                  <a:lnTo>
                    <a:pt x="1808" y="1076"/>
                  </a:lnTo>
                  <a:lnTo>
                    <a:pt x="1674" y="882"/>
                  </a:lnTo>
                  <a:lnTo>
                    <a:pt x="1494" y="673"/>
                  </a:lnTo>
                  <a:lnTo>
                    <a:pt x="1285" y="463"/>
                  </a:lnTo>
                  <a:lnTo>
                    <a:pt x="1166" y="359"/>
                  </a:lnTo>
                  <a:lnTo>
                    <a:pt x="1046" y="269"/>
                  </a:lnTo>
                  <a:lnTo>
                    <a:pt x="927" y="180"/>
                  </a:lnTo>
                  <a:lnTo>
                    <a:pt x="807" y="105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4"/>
            <p:cNvSpPr/>
            <p:nvPr/>
          </p:nvSpPr>
          <p:spPr>
            <a:xfrm>
              <a:off x="6818288" y="2926898"/>
              <a:ext cx="463734" cy="1521178"/>
            </a:xfrm>
            <a:custGeom>
              <a:avLst/>
              <a:gdLst/>
              <a:ahLst/>
              <a:cxnLst/>
              <a:rect l="l" t="t" r="r" b="b"/>
              <a:pathLst>
                <a:path w="16883" h="55381" extrusionOk="0">
                  <a:moveTo>
                    <a:pt x="11878" y="0"/>
                  </a:moveTo>
                  <a:lnTo>
                    <a:pt x="10205" y="329"/>
                  </a:lnTo>
                  <a:lnTo>
                    <a:pt x="10190" y="329"/>
                  </a:lnTo>
                  <a:lnTo>
                    <a:pt x="9682" y="448"/>
                  </a:lnTo>
                  <a:lnTo>
                    <a:pt x="9592" y="478"/>
                  </a:lnTo>
                  <a:lnTo>
                    <a:pt x="1" y="1569"/>
                  </a:lnTo>
                  <a:lnTo>
                    <a:pt x="2048" y="30133"/>
                  </a:lnTo>
                  <a:lnTo>
                    <a:pt x="12729" y="55381"/>
                  </a:lnTo>
                  <a:lnTo>
                    <a:pt x="16883" y="55187"/>
                  </a:lnTo>
                  <a:lnTo>
                    <a:pt x="16524" y="53035"/>
                  </a:lnTo>
                  <a:lnTo>
                    <a:pt x="16121" y="50720"/>
                  </a:lnTo>
                  <a:lnTo>
                    <a:pt x="15628" y="47911"/>
                  </a:lnTo>
                  <a:lnTo>
                    <a:pt x="15060" y="44878"/>
                  </a:lnTo>
                  <a:lnTo>
                    <a:pt x="14761" y="43340"/>
                  </a:lnTo>
                  <a:lnTo>
                    <a:pt x="14462" y="41846"/>
                  </a:lnTo>
                  <a:lnTo>
                    <a:pt x="14149" y="40411"/>
                  </a:lnTo>
                  <a:lnTo>
                    <a:pt x="13850" y="39082"/>
                  </a:lnTo>
                  <a:lnTo>
                    <a:pt x="13566" y="37872"/>
                  </a:lnTo>
                  <a:lnTo>
                    <a:pt x="13297" y="36841"/>
                  </a:lnTo>
                  <a:lnTo>
                    <a:pt x="13013" y="35900"/>
                  </a:lnTo>
                  <a:lnTo>
                    <a:pt x="12744" y="34973"/>
                  </a:lnTo>
                  <a:lnTo>
                    <a:pt x="12461" y="34092"/>
                  </a:lnTo>
                  <a:lnTo>
                    <a:pt x="12192" y="33226"/>
                  </a:lnTo>
                  <a:lnTo>
                    <a:pt x="11639" y="31642"/>
                  </a:lnTo>
                  <a:lnTo>
                    <a:pt x="11146" y="30253"/>
                  </a:lnTo>
                  <a:lnTo>
                    <a:pt x="10713" y="29102"/>
                  </a:lnTo>
                  <a:lnTo>
                    <a:pt x="10384" y="28236"/>
                  </a:lnTo>
                  <a:lnTo>
                    <a:pt x="10070" y="27489"/>
                  </a:lnTo>
                  <a:lnTo>
                    <a:pt x="10249" y="24023"/>
                  </a:lnTo>
                  <a:lnTo>
                    <a:pt x="10459" y="20333"/>
                  </a:lnTo>
                  <a:lnTo>
                    <a:pt x="10713" y="15940"/>
                  </a:lnTo>
                  <a:lnTo>
                    <a:pt x="10996" y="11264"/>
                  </a:lnTo>
                  <a:lnTo>
                    <a:pt x="11295" y="6753"/>
                  </a:lnTo>
                  <a:lnTo>
                    <a:pt x="11445" y="4706"/>
                  </a:lnTo>
                  <a:lnTo>
                    <a:pt x="11594" y="2853"/>
                  </a:lnTo>
                  <a:lnTo>
                    <a:pt x="11729" y="1270"/>
                  </a:lnTo>
                  <a:lnTo>
                    <a:pt x="1187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4"/>
            <p:cNvSpPr/>
            <p:nvPr/>
          </p:nvSpPr>
          <p:spPr>
            <a:xfrm>
              <a:off x="7167911" y="4420092"/>
              <a:ext cx="131350" cy="137090"/>
            </a:xfrm>
            <a:custGeom>
              <a:avLst/>
              <a:gdLst/>
              <a:ahLst/>
              <a:cxnLst/>
              <a:rect l="l" t="t" r="r" b="b"/>
              <a:pathLst>
                <a:path w="4782" h="4991" extrusionOk="0">
                  <a:moveTo>
                    <a:pt x="0" y="1"/>
                  </a:moveTo>
                  <a:lnTo>
                    <a:pt x="1196" y="4886"/>
                  </a:lnTo>
                  <a:lnTo>
                    <a:pt x="1599" y="4946"/>
                  </a:lnTo>
                  <a:lnTo>
                    <a:pt x="1972" y="4976"/>
                  </a:lnTo>
                  <a:lnTo>
                    <a:pt x="2331" y="4991"/>
                  </a:lnTo>
                  <a:lnTo>
                    <a:pt x="2675" y="4976"/>
                  </a:lnTo>
                  <a:lnTo>
                    <a:pt x="2988" y="4961"/>
                  </a:lnTo>
                  <a:lnTo>
                    <a:pt x="3272" y="4916"/>
                  </a:lnTo>
                  <a:lnTo>
                    <a:pt x="3556" y="4871"/>
                  </a:lnTo>
                  <a:lnTo>
                    <a:pt x="3795" y="4811"/>
                  </a:lnTo>
                  <a:lnTo>
                    <a:pt x="4019" y="4752"/>
                  </a:lnTo>
                  <a:lnTo>
                    <a:pt x="4213" y="4692"/>
                  </a:lnTo>
                  <a:lnTo>
                    <a:pt x="4512" y="4572"/>
                  </a:lnTo>
                  <a:lnTo>
                    <a:pt x="4706" y="4483"/>
                  </a:lnTo>
                  <a:lnTo>
                    <a:pt x="4781" y="4453"/>
                  </a:lnTo>
                  <a:lnTo>
                    <a:pt x="3571" y="28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4"/>
            <p:cNvSpPr/>
            <p:nvPr/>
          </p:nvSpPr>
          <p:spPr>
            <a:xfrm>
              <a:off x="7133440" y="4405342"/>
              <a:ext cx="183455" cy="74712"/>
            </a:xfrm>
            <a:custGeom>
              <a:avLst/>
              <a:gdLst/>
              <a:ahLst/>
              <a:cxnLst/>
              <a:rect l="l" t="t" r="r" b="b"/>
              <a:pathLst>
                <a:path w="6679" h="2720" extrusionOk="0">
                  <a:moveTo>
                    <a:pt x="6380" y="0"/>
                  </a:moveTo>
                  <a:lnTo>
                    <a:pt x="105" y="374"/>
                  </a:lnTo>
                  <a:lnTo>
                    <a:pt x="45" y="732"/>
                  </a:lnTo>
                  <a:lnTo>
                    <a:pt x="15" y="1076"/>
                  </a:lnTo>
                  <a:lnTo>
                    <a:pt x="1" y="1240"/>
                  </a:lnTo>
                  <a:lnTo>
                    <a:pt x="15" y="1404"/>
                  </a:lnTo>
                  <a:lnTo>
                    <a:pt x="30" y="1554"/>
                  </a:lnTo>
                  <a:lnTo>
                    <a:pt x="45" y="1703"/>
                  </a:lnTo>
                  <a:lnTo>
                    <a:pt x="90" y="1838"/>
                  </a:lnTo>
                  <a:lnTo>
                    <a:pt x="135" y="1972"/>
                  </a:lnTo>
                  <a:lnTo>
                    <a:pt x="195" y="2107"/>
                  </a:lnTo>
                  <a:lnTo>
                    <a:pt x="269" y="2241"/>
                  </a:lnTo>
                  <a:lnTo>
                    <a:pt x="359" y="2376"/>
                  </a:lnTo>
                  <a:lnTo>
                    <a:pt x="464" y="2495"/>
                  </a:lnTo>
                  <a:lnTo>
                    <a:pt x="583" y="2615"/>
                  </a:lnTo>
                  <a:lnTo>
                    <a:pt x="718" y="2719"/>
                  </a:lnTo>
                  <a:lnTo>
                    <a:pt x="6589" y="2390"/>
                  </a:lnTo>
                  <a:lnTo>
                    <a:pt x="6634" y="2077"/>
                  </a:lnTo>
                  <a:lnTo>
                    <a:pt x="6679" y="1778"/>
                  </a:lnTo>
                  <a:lnTo>
                    <a:pt x="6679" y="1464"/>
                  </a:lnTo>
                  <a:lnTo>
                    <a:pt x="6664" y="1165"/>
                  </a:lnTo>
                  <a:lnTo>
                    <a:pt x="6634" y="867"/>
                  </a:lnTo>
                  <a:lnTo>
                    <a:pt x="6574" y="583"/>
                  </a:lnTo>
                  <a:lnTo>
                    <a:pt x="6484" y="284"/>
                  </a:lnTo>
                  <a:lnTo>
                    <a:pt x="6380" y="0"/>
                  </a:lnTo>
                  <a:close/>
                </a:path>
              </a:pathLst>
            </a:custGeom>
            <a:solidFill>
              <a:srgbClr val="6818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4"/>
            <p:cNvSpPr/>
            <p:nvPr/>
          </p:nvSpPr>
          <p:spPr>
            <a:xfrm>
              <a:off x="6933181" y="4493977"/>
              <a:ext cx="386605" cy="185076"/>
            </a:xfrm>
            <a:custGeom>
              <a:avLst/>
              <a:gdLst/>
              <a:ahLst/>
              <a:cxnLst/>
              <a:rect l="l" t="t" r="r" b="b"/>
              <a:pathLst>
                <a:path w="14075" h="6738" extrusionOk="0">
                  <a:moveTo>
                    <a:pt x="8756" y="0"/>
                  </a:moveTo>
                  <a:lnTo>
                    <a:pt x="8636" y="30"/>
                  </a:lnTo>
                  <a:lnTo>
                    <a:pt x="8472" y="105"/>
                  </a:lnTo>
                  <a:lnTo>
                    <a:pt x="8248" y="224"/>
                  </a:lnTo>
                  <a:lnTo>
                    <a:pt x="7994" y="374"/>
                  </a:lnTo>
                  <a:lnTo>
                    <a:pt x="7366" y="762"/>
                  </a:lnTo>
                  <a:lnTo>
                    <a:pt x="6619" y="1240"/>
                  </a:lnTo>
                  <a:lnTo>
                    <a:pt x="6096" y="1599"/>
                  </a:lnTo>
                  <a:lnTo>
                    <a:pt x="5723" y="1838"/>
                  </a:lnTo>
                  <a:lnTo>
                    <a:pt x="5080" y="2256"/>
                  </a:lnTo>
                  <a:lnTo>
                    <a:pt x="4841" y="2405"/>
                  </a:lnTo>
                  <a:lnTo>
                    <a:pt x="4259" y="2779"/>
                  </a:lnTo>
                  <a:lnTo>
                    <a:pt x="3407" y="3302"/>
                  </a:lnTo>
                  <a:lnTo>
                    <a:pt x="2989" y="3526"/>
                  </a:lnTo>
                  <a:lnTo>
                    <a:pt x="2600" y="3735"/>
                  </a:lnTo>
                  <a:lnTo>
                    <a:pt x="2242" y="3914"/>
                  </a:lnTo>
                  <a:lnTo>
                    <a:pt x="1898" y="4064"/>
                  </a:lnTo>
                  <a:lnTo>
                    <a:pt x="1600" y="4168"/>
                  </a:lnTo>
                  <a:lnTo>
                    <a:pt x="1346" y="4243"/>
                  </a:lnTo>
                  <a:lnTo>
                    <a:pt x="1047" y="4303"/>
                  </a:lnTo>
                  <a:lnTo>
                    <a:pt x="793" y="4392"/>
                  </a:lnTo>
                  <a:lnTo>
                    <a:pt x="584" y="4497"/>
                  </a:lnTo>
                  <a:lnTo>
                    <a:pt x="404" y="4616"/>
                  </a:lnTo>
                  <a:lnTo>
                    <a:pt x="270" y="4751"/>
                  </a:lnTo>
                  <a:lnTo>
                    <a:pt x="165" y="4900"/>
                  </a:lnTo>
                  <a:lnTo>
                    <a:pt x="91" y="5065"/>
                  </a:lnTo>
                  <a:lnTo>
                    <a:pt x="31" y="5214"/>
                  </a:lnTo>
                  <a:lnTo>
                    <a:pt x="16" y="5378"/>
                  </a:lnTo>
                  <a:lnTo>
                    <a:pt x="1" y="5543"/>
                  </a:lnTo>
                  <a:lnTo>
                    <a:pt x="16" y="5722"/>
                  </a:lnTo>
                  <a:lnTo>
                    <a:pt x="46" y="5871"/>
                  </a:lnTo>
                  <a:lnTo>
                    <a:pt x="91" y="6036"/>
                  </a:lnTo>
                  <a:lnTo>
                    <a:pt x="135" y="6185"/>
                  </a:lnTo>
                  <a:lnTo>
                    <a:pt x="240" y="6454"/>
                  </a:lnTo>
                  <a:lnTo>
                    <a:pt x="270" y="6484"/>
                  </a:lnTo>
                  <a:lnTo>
                    <a:pt x="315" y="6514"/>
                  </a:lnTo>
                  <a:lnTo>
                    <a:pt x="449" y="6559"/>
                  </a:lnTo>
                  <a:lnTo>
                    <a:pt x="658" y="6603"/>
                  </a:lnTo>
                  <a:lnTo>
                    <a:pt x="912" y="6633"/>
                  </a:lnTo>
                  <a:lnTo>
                    <a:pt x="1241" y="6663"/>
                  </a:lnTo>
                  <a:lnTo>
                    <a:pt x="1614" y="6693"/>
                  </a:lnTo>
                  <a:lnTo>
                    <a:pt x="2511" y="6723"/>
                  </a:lnTo>
                  <a:lnTo>
                    <a:pt x="3542" y="6738"/>
                  </a:lnTo>
                  <a:lnTo>
                    <a:pt x="4692" y="6723"/>
                  </a:lnTo>
                  <a:lnTo>
                    <a:pt x="5917" y="6708"/>
                  </a:lnTo>
                  <a:lnTo>
                    <a:pt x="7187" y="6678"/>
                  </a:lnTo>
                  <a:lnTo>
                    <a:pt x="9652" y="6588"/>
                  </a:lnTo>
                  <a:lnTo>
                    <a:pt x="11803" y="6514"/>
                  </a:lnTo>
                  <a:lnTo>
                    <a:pt x="13895" y="6409"/>
                  </a:lnTo>
                  <a:lnTo>
                    <a:pt x="13955" y="5767"/>
                  </a:lnTo>
                  <a:lnTo>
                    <a:pt x="13999" y="5094"/>
                  </a:lnTo>
                  <a:lnTo>
                    <a:pt x="14044" y="4273"/>
                  </a:lnTo>
                  <a:lnTo>
                    <a:pt x="14074" y="3406"/>
                  </a:lnTo>
                  <a:lnTo>
                    <a:pt x="14074" y="2973"/>
                  </a:lnTo>
                  <a:lnTo>
                    <a:pt x="14074" y="2555"/>
                  </a:lnTo>
                  <a:lnTo>
                    <a:pt x="14059" y="2151"/>
                  </a:lnTo>
                  <a:lnTo>
                    <a:pt x="14014" y="1793"/>
                  </a:lnTo>
                  <a:lnTo>
                    <a:pt x="13970" y="1479"/>
                  </a:lnTo>
                  <a:lnTo>
                    <a:pt x="13895" y="1225"/>
                  </a:lnTo>
                  <a:lnTo>
                    <a:pt x="13850" y="1121"/>
                  </a:lnTo>
                  <a:lnTo>
                    <a:pt x="13805" y="1031"/>
                  </a:lnTo>
                  <a:lnTo>
                    <a:pt x="13745" y="941"/>
                  </a:lnTo>
                  <a:lnTo>
                    <a:pt x="13671" y="882"/>
                  </a:lnTo>
                  <a:lnTo>
                    <a:pt x="13596" y="822"/>
                  </a:lnTo>
                  <a:lnTo>
                    <a:pt x="13521" y="792"/>
                  </a:lnTo>
                  <a:lnTo>
                    <a:pt x="13432" y="747"/>
                  </a:lnTo>
                  <a:lnTo>
                    <a:pt x="13327" y="732"/>
                  </a:lnTo>
                  <a:lnTo>
                    <a:pt x="13118" y="717"/>
                  </a:lnTo>
                  <a:lnTo>
                    <a:pt x="12894" y="717"/>
                  </a:lnTo>
                  <a:lnTo>
                    <a:pt x="12655" y="762"/>
                  </a:lnTo>
                  <a:lnTo>
                    <a:pt x="12386" y="807"/>
                  </a:lnTo>
                  <a:lnTo>
                    <a:pt x="11848" y="926"/>
                  </a:lnTo>
                  <a:lnTo>
                    <a:pt x="11564" y="1001"/>
                  </a:lnTo>
                  <a:lnTo>
                    <a:pt x="11280" y="1046"/>
                  </a:lnTo>
                  <a:lnTo>
                    <a:pt x="10997" y="1091"/>
                  </a:lnTo>
                  <a:lnTo>
                    <a:pt x="10728" y="1121"/>
                  </a:lnTo>
                  <a:lnTo>
                    <a:pt x="10459" y="1106"/>
                  </a:lnTo>
                  <a:lnTo>
                    <a:pt x="10324" y="1091"/>
                  </a:lnTo>
                  <a:lnTo>
                    <a:pt x="10205" y="1076"/>
                  </a:lnTo>
                  <a:lnTo>
                    <a:pt x="10070" y="896"/>
                  </a:lnTo>
                  <a:lnTo>
                    <a:pt x="9921" y="717"/>
                  </a:lnTo>
                  <a:lnTo>
                    <a:pt x="9727" y="523"/>
                  </a:lnTo>
                  <a:lnTo>
                    <a:pt x="9503" y="329"/>
                  </a:lnTo>
                  <a:lnTo>
                    <a:pt x="9383" y="239"/>
                  </a:lnTo>
                  <a:lnTo>
                    <a:pt x="9249" y="149"/>
                  </a:lnTo>
                  <a:lnTo>
                    <a:pt x="9129" y="90"/>
                  </a:lnTo>
                  <a:lnTo>
                    <a:pt x="8995" y="30"/>
                  </a:lnTo>
                  <a:lnTo>
                    <a:pt x="887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4"/>
            <p:cNvSpPr/>
            <p:nvPr/>
          </p:nvSpPr>
          <p:spPr>
            <a:xfrm>
              <a:off x="7072711" y="4544433"/>
              <a:ext cx="60758" cy="49689"/>
            </a:xfrm>
            <a:custGeom>
              <a:avLst/>
              <a:gdLst/>
              <a:ahLst/>
              <a:cxnLst/>
              <a:rect l="l" t="t" r="r" b="b"/>
              <a:pathLst>
                <a:path w="2212" h="1809" extrusionOk="0">
                  <a:moveTo>
                    <a:pt x="643" y="1"/>
                  </a:moveTo>
                  <a:lnTo>
                    <a:pt x="389" y="45"/>
                  </a:lnTo>
                  <a:lnTo>
                    <a:pt x="284" y="75"/>
                  </a:lnTo>
                  <a:lnTo>
                    <a:pt x="180" y="105"/>
                  </a:lnTo>
                  <a:lnTo>
                    <a:pt x="105" y="165"/>
                  </a:lnTo>
                  <a:lnTo>
                    <a:pt x="45" y="225"/>
                  </a:lnTo>
                  <a:lnTo>
                    <a:pt x="15" y="314"/>
                  </a:lnTo>
                  <a:lnTo>
                    <a:pt x="0" y="419"/>
                  </a:lnTo>
                  <a:lnTo>
                    <a:pt x="0" y="419"/>
                  </a:lnTo>
                  <a:lnTo>
                    <a:pt x="165" y="404"/>
                  </a:lnTo>
                  <a:lnTo>
                    <a:pt x="344" y="434"/>
                  </a:lnTo>
                  <a:lnTo>
                    <a:pt x="538" y="479"/>
                  </a:lnTo>
                  <a:lnTo>
                    <a:pt x="628" y="509"/>
                  </a:lnTo>
                  <a:lnTo>
                    <a:pt x="733" y="568"/>
                  </a:lnTo>
                  <a:lnTo>
                    <a:pt x="837" y="628"/>
                  </a:lnTo>
                  <a:lnTo>
                    <a:pt x="942" y="703"/>
                  </a:lnTo>
                  <a:lnTo>
                    <a:pt x="1136" y="867"/>
                  </a:lnTo>
                  <a:lnTo>
                    <a:pt x="1315" y="1046"/>
                  </a:lnTo>
                  <a:lnTo>
                    <a:pt x="1465" y="1226"/>
                  </a:lnTo>
                  <a:lnTo>
                    <a:pt x="1584" y="1405"/>
                  </a:lnTo>
                  <a:lnTo>
                    <a:pt x="1689" y="1554"/>
                  </a:lnTo>
                  <a:lnTo>
                    <a:pt x="1763" y="1689"/>
                  </a:lnTo>
                  <a:lnTo>
                    <a:pt x="1793" y="1719"/>
                  </a:lnTo>
                  <a:lnTo>
                    <a:pt x="1823" y="1764"/>
                  </a:lnTo>
                  <a:lnTo>
                    <a:pt x="1898" y="1793"/>
                  </a:lnTo>
                  <a:lnTo>
                    <a:pt x="1958" y="1808"/>
                  </a:lnTo>
                  <a:lnTo>
                    <a:pt x="2002" y="1808"/>
                  </a:lnTo>
                  <a:lnTo>
                    <a:pt x="2047" y="1793"/>
                  </a:lnTo>
                  <a:lnTo>
                    <a:pt x="2092" y="1778"/>
                  </a:lnTo>
                  <a:lnTo>
                    <a:pt x="2137" y="1749"/>
                  </a:lnTo>
                  <a:lnTo>
                    <a:pt x="2167" y="1719"/>
                  </a:lnTo>
                  <a:lnTo>
                    <a:pt x="2197" y="1674"/>
                  </a:lnTo>
                  <a:lnTo>
                    <a:pt x="2212" y="1644"/>
                  </a:lnTo>
                  <a:lnTo>
                    <a:pt x="2212" y="1599"/>
                  </a:lnTo>
                  <a:lnTo>
                    <a:pt x="2212" y="1539"/>
                  </a:lnTo>
                  <a:lnTo>
                    <a:pt x="2212" y="1495"/>
                  </a:lnTo>
                  <a:lnTo>
                    <a:pt x="2182" y="1450"/>
                  </a:lnTo>
                  <a:lnTo>
                    <a:pt x="2077" y="1285"/>
                  </a:lnTo>
                  <a:lnTo>
                    <a:pt x="1972" y="1121"/>
                  </a:lnTo>
                  <a:lnTo>
                    <a:pt x="1823" y="912"/>
                  </a:lnTo>
                  <a:lnTo>
                    <a:pt x="1644" y="703"/>
                  </a:lnTo>
                  <a:lnTo>
                    <a:pt x="1435" y="494"/>
                  </a:lnTo>
                  <a:lnTo>
                    <a:pt x="1330" y="389"/>
                  </a:lnTo>
                  <a:lnTo>
                    <a:pt x="1211" y="299"/>
                  </a:lnTo>
                  <a:lnTo>
                    <a:pt x="1091" y="210"/>
                  </a:lnTo>
                  <a:lnTo>
                    <a:pt x="957" y="135"/>
                  </a:lnTo>
                  <a:lnTo>
                    <a:pt x="792" y="60"/>
                  </a:lnTo>
                  <a:lnTo>
                    <a:pt x="6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4"/>
            <p:cNvSpPr/>
            <p:nvPr/>
          </p:nvSpPr>
          <p:spPr>
            <a:xfrm>
              <a:off x="7100618" y="4528036"/>
              <a:ext cx="52957" cy="48013"/>
            </a:xfrm>
            <a:custGeom>
              <a:avLst/>
              <a:gdLst/>
              <a:ahLst/>
              <a:cxnLst/>
              <a:rect l="l" t="t" r="r" b="b"/>
              <a:pathLst>
                <a:path w="1928" h="1748" extrusionOk="0">
                  <a:moveTo>
                    <a:pt x="523" y="0"/>
                  </a:moveTo>
                  <a:lnTo>
                    <a:pt x="359" y="15"/>
                  </a:lnTo>
                  <a:lnTo>
                    <a:pt x="284" y="30"/>
                  </a:lnTo>
                  <a:lnTo>
                    <a:pt x="195" y="60"/>
                  </a:lnTo>
                  <a:lnTo>
                    <a:pt x="135" y="105"/>
                  </a:lnTo>
                  <a:lnTo>
                    <a:pt x="75" y="164"/>
                  </a:lnTo>
                  <a:lnTo>
                    <a:pt x="30" y="239"/>
                  </a:lnTo>
                  <a:lnTo>
                    <a:pt x="0" y="359"/>
                  </a:lnTo>
                  <a:lnTo>
                    <a:pt x="105" y="374"/>
                  </a:lnTo>
                  <a:lnTo>
                    <a:pt x="210" y="403"/>
                  </a:lnTo>
                  <a:lnTo>
                    <a:pt x="329" y="433"/>
                  </a:lnTo>
                  <a:lnTo>
                    <a:pt x="449" y="493"/>
                  </a:lnTo>
                  <a:lnTo>
                    <a:pt x="553" y="553"/>
                  </a:lnTo>
                  <a:lnTo>
                    <a:pt x="658" y="628"/>
                  </a:lnTo>
                  <a:lnTo>
                    <a:pt x="852" y="792"/>
                  </a:lnTo>
                  <a:lnTo>
                    <a:pt x="1016" y="986"/>
                  </a:lnTo>
                  <a:lnTo>
                    <a:pt x="1166" y="1165"/>
                  </a:lnTo>
                  <a:lnTo>
                    <a:pt x="1300" y="1345"/>
                  </a:lnTo>
                  <a:lnTo>
                    <a:pt x="1390" y="1479"/>
                  </a:lnTo>
                  <a:lnTo>
                    <a:pt x="1479" y="1614"/>
                  </a:lnTo>
                  <a:lnTo>
                    <a:pt x="1494" y="1658"/>
                  </a:lnTo>
                  <a:lnTo>
                    <a:pt x="1539" y="1688"/>
                  </a:lnTo>
                  <a:lnTo>
                    <a:pt x="1614" y="1733"/>
                  </a:lnTo>
                  <a:lnTo>
                    <a:pt x="1659" y="1748"/>
                  </a:lnTo>
                  <a:lnTo>
                    <a:pt x="1703" y="1748"/>
                  </a:lnTo>
                  <a:lnTo>
                    <a:pt x="1748" y="1733"/>
                  </a:lnTo>
                  <a:lnTo>
                    <a:pt x="1793" y="1718"/>
                  </a:lnTo>
                  <a:lnTo>
                    <a:pt x="1838" y="1688"/>
                  </a:lnTo>
                  <a:lnTo>
                    <a:pt x="1868" y="1658"/>
                  </a:lnTo>
                  <a:lnTo>
                    <a:pt x="1898" y="1614"/>
                  </a:lnTo>
                  <a:lnTo>
                    <a:pt x="1913" y="1569"/>
                  </a:lnTo>
                  <a:lnTo>
                    <a:pt x="1928" y="1524"/>
                  </a:lnTo>
                  <a:lnTo>
                    <a:pt x="1928" y="1479"/>
                  </a:lnTo>
                  <a:lnTo>
                    <a:pt x="1913" y="1434"/>
                  </a:lnTo>
                  <a:lnTo>
                    <a:pt x="1898" y="1389"/>
                  </a:lnTo>
                  <a:lnTo>
                    <a:pt x="1793" y="1210"/>
                  </a:lnTo>
                  <a:lnTo>
                    <a:pt x="1674" y="1046"/>
                  </a:lnTo>
                  <a:lnTo>
                    <a:pt x="1539" y="852"/>
                  </a:lnTo>
                  <a:lnTo>
                    <a:pt x="1360" y="642"/>
                  </a:lnTo>
                  <a:lnTo>
                    <a:pt x="1151" y="418"/>
                  </a:lnTo>
                  <a:lnTo>
                    <a:pt x="1031" y="329"/>
                  </a:lnTo>
                  <a:lnTo>
                    <a:pt x="912" y="224"/>
                  </a:lnTo>
                  <a:lnTo>
                    <a:pt x="792" y="149"/>
                  </a:lnTo>
                  <a:lnTo>
                    <a:pt x="658" y="75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4"/>
            <p:cNvSpPr/>
            <p:nvPr/>
          </p:nvSpPr>
          <p:spPr>
            <a:xfrm>
              <a:off x="7050134" y="4560034"/>
              <a:ext cx="56665" cy="48865"/>
            </a:xfrm>
            <a:custGeom>
              <a:avLst/>
              <a:gdLst/>
              <a:ahLst/>
              <a:cxnLst/>
              <a:rect l="l" t="t" r="r" b="b"/>
              <a:pathLst>
                <a:path w="2063" h="1779" extrusionOk="0">
                  <a:moveTo>
                    <a:pt x="329" y="0"/>
                  </a:moveTo>
                  <a:lnTo>
                    <a:pt x="225" y="30"/>
                  </a:lnTo>
                  <a:lnTo>
                    <a:pt x="135" y="60"/>
                  </a:lnTo>
                  <a:lnTo>
                    <a:pt x="75" y="120"/>
                  </a:lnTo>
                  <a:lnTo>
                    <a:pt x="31" y="180"/>
                  </a:lnTo>
                  <a:lnTo>
                    <a:pt x="1" y="269"/>
                  </a:lnTo>
                  <a:lnTo>
                    <a:pt x="1" y="374"/>
                  </a:lnTo>
                  <a:lnTo>
                    <a:pt x="135" y="389"/>
                  </a:lnTo>
                  <a:lnTo>
                    <a:pt x="270" y="404"/>
                  </a:lnTo>
                  <a:lnTo>
                    <a:pt x="419" y="463"/>
                  </a:lnTo>
                  <a:lnTo>
                    <a:pt x="583" y="523"/>
                  </a:lnTo>
                  <a:lnTo>
                    <a:pt x="688" y="583"/>
                  </a:lnTo>
                  <a:lnTo>
                    <a:pt x="793" y="658"/>
                  </a:lnTo>
                  <a:lnTo>
                    <a:pt x="987" y="822"/>
                  </a:lnTo>
                  <a:lnTo>
                    <a:pt x="1151" y="1016"/>
                  </a:lnTo>
                  <a:lnTo>
                    <a:pt x="1315" y="1196"/>
                  </a:lnTo>
                  <a:lnTo>
                    <a:pt x="1435" y="1375"/>
                  </a:lnTo>
                  <a:lnTo>
                    <a:pt x="1525" y="1509"/>
                  </a:lnTo>
                  <a:lnTo>
                    <a:pt x="1614" y="1659"/>
                  </a:lnTo>
                  <a:lnTo>
                    <a:pt x="1644" y="1689"/>
                  </a:lnTo>
                  <a:lnTo>
                    <a:pt x="1674" y="1718"/>
                  </a:lnTo>
                  <a:lnTo>
                    <a:pt x="1749" y="1763"/>
                  </a:lnTo>
                  <a:lnTo>
                    <a:pt x="1794" y="1778"/>
                  </a:lnTo>
                  <a:lnTo>
                    <a:pt x="1838" y="1778"/>
                  </a:lnTo>
                  <a:lnTo>
                    <a:pt x="1898" y="1763"/>
                  </a:lnTo>
                  <a:lnTo>
                    <a:pt x="1943" y="1748"/>
                  </a:lnTo>
                  <a:lnTo>
                    <a:pt x="1973" y="1718"/>
                  </a:lnTo>
                  <a:lnTo>
                    <a:pt x="2018" y="1689"/>
                  </a:lnTo>
                  <a:lnTo>
                    <a:pt x="2048" y="1599"/>
                  </a:lnTo>
                  <a:lnTo>
                    <a:pt x="2062" y="1554"/>
                  </a:lnTo>
                  <a:lnTo>
                    <a:pt x="2062" y="1509"/>
                  </a:lnTo>
                  <a:lnTo>
                    <a:pt x="2048" y="1464"/>
                  </a:lnTo>
                  <a:lnTo>
                    <a:pt x="2033" y="1420"/>
                  </a:lnTo>
                  <a:lnTo>
                    <a:pt x="1928" y="1255"/>
                  </a:lnTo>
                  <a:lnTo>
                    <a:pt x="1823" y="1076"/>
                  </a:lnTo>
                  <a:lnTo>
                    <a:pt x="1674" y="882"/>
                  </a:lnTo>
                  <a:lnTo>
                    <a:pt x="1495" y="673"/>
                  </a:lnTo>
                  <a:lnTo>
                    <a:pt x="1286" y="463"/>
                  </a:lnTo>
                  <a:lnTo>
                    <a:pt x="1181" y="359"/>
                  </a:lnTo>
                  <a:lnTo>
                    <a:pt x="1062" y="269"/>
                  </a:lnTo>
                  <a:lnTo>
                    <a:pt x="927" y="180"/>
                  </a:lnTo>
                  <a:lnTo>
                    <a:pt x="808" y="105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4"/>
            <p:cNvSpPr/>
            <p:nvPr/>
          </p:nvSpPr>
          <p:spPr>
            <a:xfrm>
              <a:off x="6609019" y="1712683"/>
              <a:ext cx="127229" cy="219987"/>
            </a:xfrm>
            <a:custGeom>
              <a:avLst/>
              <a:gdLst/>
              <a:ahLst/>
              <a:cxnLst/>
              <a:rect l="l" t="t" r="r" b="b"/>
              <a:pathLst>
                <a:path w="4632" h="8009" extrusionOk="0">
                  <a:moveTo>
                    <a:pt x="299" y="1"/>
                  </a:moveTo>
                  <a:lnTo>
                    <a:pt x="180" y="16"/>
                  </a:lnTo>
                  <a:lnTo>
                    <a:pt x="75" y="31"/>
                  </a:lnTo>
                  <a:lnTo>
                    <a:pt x="150" y="180"/>
                  </a:lnTo>
                  <a:lnTo>
                    <a:pt x="329" y="599"/>
                  </a:lnTo>
                  <a:lnTo>
                    <a:pt x="449" y="897"/>
                  </a:lnTo>
                  <a:lnTo>
                    <a:pt x="568" y="1226"/>
                  </a:lnTo>
                  <a:lnTo>
                    <a:pt x="673" y="1614"/>
                  </a:lnTo>
                  <a:lnTo>
                    <a:pt x="778" y="2033"/>
                  </a:lnTo>
                  <a:lnTo>
                    <a:pt x="867" y="2466"/>
                  </a:lnTo>
                  <a:lnTo>
                    <a:pt x="942" y="2929"/>
                  </a:lnTo>
                  <a:lnTo>
                    <a:pt x="957" y="3168"/>
                  </a:lnTo>
                  <a:lnTo>
                    <a:pt x="972" y="3407"/>
                  </a:lnTo>
                  <a:lnTo>
                    <a:pt x="987" y="3646"/>
                  </a:lnTo>
                  <a:lnTo>
                    <a:pt x="972" y="3900"/>
                  </a:lnTo>
                  <a:lnTo>
                    <a:pt x="957" y="4139"/>
                  </a:lnTo>
                  <a:lnTo>
                    <a:pt x="927" y="4378"/>
                  </a:lnTo>
                  <a:lnTo>
                    <a:pt x="882" y="4632"/>
                  </a:lnTo>
                  <a:lnTo>
                    <a:pt x="822" y="4871"/>
                  </a:lnTo>
                  <a:lnTo>
                    <a:pt x="763" y="5110"/>
                  </a:lnTo>
                  <a:lnTo>
                    <a:pt x="673" y="5334"/>
                  </a:lnTo>
                  <a:lnTo>
                    <a:pt x="568" y="5573"/>
                  </a:lnTo>
                  <a:lnTo>
                    <a:pt x="449" y="5798"/>
                  </a:lnTo>
                  <a:lnTo>
                    <a:pt x="344" y="5992"/>
                  </a:lnTo>
                  <a:lnTo>
                    <a:pt x="240" y="6291"/>
                  </a:lnTo>
                  <a:lnTo>
                    <a:pt x="120" y="6664"/>
                  </a:lnTo>
                  <a:lnTo>
                    <a:pt x="1" y="7112"/>
                  </a:lnTo>
                  <a:lnTo>
                    <a:pt x="987" y="7336"/>
                  </a:lnTo>
                  <a:lnTo>
                    <a:pt x="1868" y="7530"/>
                  </a:lnTo>
                  <a:lnTo>
                    <a:pt x="2750" y="7695"/>
                  </a:lnTo>
                  <a:lnTo>
                    <a:pt x="3646" y="7859"/>
                  </a:lnTo>
                  <a:lnTo>
                    <a:pt x="4527" y="8009"/>
                  </a:lnTo>
                  <a:lnTo>
                    <a:pt x="4572" y="7545"/>
                  </a:lnTo>
                  <a:lnTo>
                    <a:pt x="4602" y="7112"/>
                  </a:lnTo>
                  <a:lnTo>
                    <a:pt x="4632" y="6679"/>
                  </a:lnTo>
                  <a:lnTo>
                    <a:pt x="4632" y="6276"/>
                  </a:lnTo>
                  <a:lnTo>
                    <a:pt x="4632" y="5872"/>
                  </a:lnTo>
                  <a:lnTo>
                    <a:pt x="4602" y="5499"/>
                  </a:lnTo>
                  <a:lnTo>
                    <a:pt x="4572" y="5155"/>
                  </a:lnTo>
                  <a:lnTo>
                    <a:pt x="4527" y="4811"/>
                  </a:lnTo>
                  <a:lnTo>
                    <a:pt x="4468" y="4498"/>
                  </a:lnTo>
                  <a:lnTo>
                    <a:pt x="4393" y="4199"/>
                  </a:lnTo>
                  <a:lnTo>
                    <a:pt x="4303" y="3900"/>
                  </a:lnTo>
                  <a:lnTo>
                    <a:pt x="4199" y="3616"/>
                  </a:lnTo>
                  <a:lnTo>
                    <a:pt x="4094" y="3332"/>
                  </a:lnTo>
                  <a:lnTo>
                    <a:pt x="3975" y="3079"/>
                  </a:lnTo>
                  <a:lnTo>
                    <a:pt x="3855" y="2825"/>
                  </a:lnTo>
                  <a:lnTo>
                    <a:pt x="3721" y="2571"/>
                  </a:lnTo>
                  <a:lnTo>
                    <a:pt x="3586" y="2346"/>
                  </a:lnTo>
                  <a:lnTo>
                    <a:pt x="3437" y="2122"/>
                  </a:lnTo>
                  <a:lnTo>
                    <a:pt x="3287" y="1913"/>
                  </a:lnTo>
                  <a:lnTo>
                    <a:pt x="3138" y="1719"/>
                  </a:lnTo>
                  <a:lnTo>
                    <a:pt x="2974" y="1525"/>
                  </a:lnTo>
                  <a:lnTo>
                    <a:pt x="2809" y="1346"/>
                  </a:lnTo>
                  <a:lnTo>
                    <a:pt x="2645" y="1181"/>
                  </a:lnTo>
                  <a:lnTo>
                    <a:pt x="2481" y="1017"/>
                  </a:lnTo>
                  <a:lnTo>
                    <a:pt x="2301" y="867"/>
                  </a:lnTo>
                  <a:lnTo>
                    <a:pt x="2137" y="733"/>
                  </a:lnTo>
                  <a:lnTo>
                    <a:pt x="1793" y="509"/>
                  </a:lnTo>
                  <a:lnTo>
                    <a:pt x="1465" y="315"/>
                  </a:lnTo>
                  <a:lnTo>
                    <a:pt x="1136" y="165"/>
                  </a:lnTo>
                  <a:lnTo>
                    <a:pt x="987" y="106"/>
                  </a:lnTo>
                  <a:lnTo>
                    <a:pt x="837" y="61"/>
                  </a:lnTo>
                  <a:lnTo>
                    <a:pt x="688" y="31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4"/>
            <p:cNvSpPr/>
            <p:nvPr/>
          </p:nvSpPr>
          <p:spPr>
            <a:xfrm>
              <a:off x="6587678" y="1823895"/>
              <a:ext cx="579042" cy="1208515"/>
            </a:xfrm>
            <a:custGeom>
              <a:avLst/>
              <a:gdLst/>
              <a:ahLst/>
              <a:cxnLst/>
              <a:rect l="l" t="t" r="r" b="b"/>
              <a:pathLst>
                <a:path w="21081" h="43998" extrusionOk="0">
                  <a:moveTo>
                    <a:pt x="8621" y="1"/>
                  </a:moveTo>
                  <a:lnTo>
                    <a:pt x="8292" y="16"/>
                  </a:lnTo>
                  <a:lnTo>
                    <a:pt x="7964" y="30"/>
                  </a:lnTo>
                  <a:lnTo>
                    <a:pt x="7635" y="60"/>
                  </a:lnTo>
                  <a:lnTo>
                    <a:pt x="7321" y="105"/>
                  </a:lnTo>
                  <a:lnTo>
                    <a:pt x="7097" y="150"/>
                  </a:lnTo>
                  <a:lnTo>
                    <a:pt x="6858" y="210"/>
                  </a:lnTo>
                  <a:lnTo>
                    <a:pt x="6634" y="299"/>
                  </a:lnTo>
                  <a:lnTo>
                    <a:pt x="6410" y="389"/>
                  </a:lnTo>
                  <a:lnTo>
                    <a:pt x="6186" y="509"/>
                  </a:lnTo>
                  <a:lnTo>
                    <a:pt x="5962" y="628"/>
                  </a:lnTo>
                  <a:lnTo>
                    <a:pt x="5723" y="762"/>
                  </a:lnTo>
                  <a:lnTo>
                    <a:pt x="5499" y="912"/>
                  </a:lnTo>
                  <a:lnTo>
                    <a:pt x="5275" y="1076"/>
                  </a:lnTo>
                  <a:lnTo>
                    <a:pt x="5065" y="1241"/>
                  </a:lnTo>
                  <a:lnTo>
                    <a:pt x="4632" y="1599"/>
                  </a:lnTo>
                  <a:lnTo>
                    <a:pt x="4199" y="1988"/>
                  </a:lnTo>
                  <a:lnTo>
                    <a:pt x="3810" y="2406"/>
                  </a:lnTo>
                  <a:lnTo>
                    <a:pt x="3422" y="2824"/>
                  </a:lnTo>
                  <a:lnTo>
                    <a:pt x="3078" y="3242"/>
                  </a:lnTo>
                  <a:lnTo>
                    <a:pt x="2765" y="3661"/>
                  </a:lnTo>
                  <a:lnTo>
                    <a:pt x="2466" y="4079"/>
                  </a:lnTo>
                  <a:lnTo>
                    <a:pt x="2227" y="4467"/>
                  </a:lnTo>
                  <a:lnTo>
                    <a:pt x="2018" y="4826"/>
                  </a:lnTo>
                  <a:lnTo>
                    <a:pt x="1868" y="5140"/>
                  </a:lnTo>
                  <a:lnTo>
                    <a:pt x="1764" y="5424"/>
                  </a:lnTo>
                  <a:lnTo>
                    <a:pt x="1659" y="5782"/>
                  </a:lnTo>
                  <a:lnTo>
                    <a:pt x="1555" y="6126"/>
                  </a:lnTo>
                  <a:lnTo>
                    <a:pt x="1480" y="6499"/>
                  </a:lnTo>
                  <a:lnTo>
                    <a:pt x="1405" y="6918"/>
                  </a:lnTo>
                  <a:lnTo>
                    <a:pt x="1360" y="7411"/>
                  </a:lnTo>
                  <a:lnTo>
                    <a:pt x="1316" y="7978"/>
                  </a:lnTo>
                  <a:lnTo>
                    <a:pt x="1271" y="8651"/>
                  </a:lnTo>
                  <a:lnTo>
                    <a:pt x="1256" y="9457"/>
                  </a:lnTo>
                  <a:lnTo>
                    <a:pt x="1226" y="11668"/>
                  </a:lnTo>
                  <a:lnTo>
                    <a:pt x="1226" y="12759"/>
                  </a:lnTo>
                  <a:lnTo>
                    <a:pt x="1241" y="13835"/>
                  </a:lnTo>
                  <a:lnTo>
                    <a:pt x="1286" y="14925"/>
                  </a:lnTo>
                  <a:lnTo>
                    <a:pt x="1360" y="16031"/>
                  </a:lnTo>
                  <a:lnTo>
                    <a:pt x="1405" y="16583"/>
                  </a:lnTo>
                  <a:lnTo>
                    <a:pt x="1465" y="17151"/>
                  </a:lnTo>
                  <a:lnTo>
                    <a:pt x="1540" y="17734"/>
                  </a:lnTo>
                  <a:lnTo>
                    <a:pt x="1614" y="18316"/>
                  </a:lnTo>
                  <a:lnTo>
                    <a:pt x="1659" y="18600"/>
                  </a:lnTo>
                  <a:lnTo>
                    <a:pt x="1704" y="18899"/>
                  </a:lnTo>
                  <a:lnTo>
                    <a:pt x="1734" y="19213"/>
                  </a:lnTo>
                  <a:lnTo>
                    <a:pt x="1779" y="19885"/>
                  </a:lnTo>
                  <a:lnTo>
                    <a:pt x="1809" y="20617"/>
                  </a:lnTo>
                  <a:lnTo>
                    <a:pt x="1809" y="21424"/>
                  </a:lnTo>
                  <a:lnTo>
                    <a:pt x="1779" y="22260"/>
                  </a:lnTo>
                  <a:lnTo>
                    <a:pt x="1734" y="23142"/>
                  </a:lnTo>
                  <a:lnTo>
                    <a:pt x="1689" y="24083"/>
                  </a:lnTo>
                  <a:lnTo>
                    <a:pt x="1614" y="25039"/>
                  </a:lnTo>
                  <a:lnTo>
                    <a:pt x="1584" y="25338"/>
                  </a:lnTo>
                  <a:lnTo>
                    <a:pt x="1570" y="25487"/>
                  </a:lnTo>
                  <a:lnTo>
                    <a:pt x="1540" y="25786"/>
                  </a:lnTo>
                  <a:lnTo>
                    <a:pt x="1435" y="26966"/>
                  </a:lnTo>
                  <a:lnTo>
                    <a:pt x="1301" y="28177"/>
                  </a:lnTo>
                  <a:lnTo>
                    <a:pt x="1271" y="28565"/>
                  </a:lnTo>
                  <a:lnTo>
                    <a:pt x="1256" y="28655"/>
                  </a:lnTo>
                  <a:lnTo>
                    <a:pt x="1151" y="29611"/>
                  </a:lnTo>
                  <a:lnTo>
                    <a:pt x="1062" y="30432"/>
                  </a:lnTo>
                  <a:lnTo>
                    <a:pt x="1002" y="30881"/>
                  </a:lnTo>
                  <a:lnTo>
                    <a:pt x="987" y="31000"/>
                  </a:lnTo>
                  <a:lnTo>
                    <a:pt x="867" y="32046"/>
                  </a:lnTo>
                  <a:lnTo>
                    <a:pt x="703" y="33420"/>
                  </a:lnTo>
                  <a:lnTo>
                    <a:pt x="583" y="34466"/>
                  </a:lnTo>
                  <a:lnTo>
                    <a:pt x="419" y="35915"/>
                  </a:lnTo>
                  <a:lnTo>
                    <a:pt x="270" y="37290"/>
                  </a:lnTo>
                  <a:lnTo>
                    <a:pt x="150" y="38559"/>
                  </a:lnTo>
                  <a:lnTo>
                    <a:pt x="61" y="39725"/>
                  </a:lnTo>
                  <a:lnTo>
                    <a:pt x="31" y="40248"/>
                  </a:lnTo>
                  <a:lnTo>
                    <a:pt x="16" y="40741"/>
                  </a:lnTo>
                  <a:lnTo>
                    <a:pt x="1" y="41189"/>
                  </a:lnTo>
                  <a:lnTo>
                    <a:pt x="16" y="41592"/>
                  </a:lnTo>
                  <a:lnTo>
                    <a:pt x="31" y="41966"/>
                  </a:lnTo>
                  <a:lnTo>
                    <a:pt x="76" y="42279"/>
                  </a:lnTo>
                  <a:lnTo>
                    <a:pt x="120" y="42548"/>
                  </a:lnTo>
                  <a:lnTo>
                    <a:pt x="180" y="42758"/>
                  </a:lnTo>
                  <a:lnTo>
                    <a:pt x="240" y="42892"/>
                  </a:lnTo>
                  <a:lnTo>
                    <a:pt x="300" y="42997"/>
                  </a:lnTo>
                  <a:lnTo>
                    <a:pt x="389" y="43116"/>
                  </a:lnTo>
                  <a:lnTo>
                    <a:pt x="479" y="43221"/>
                  </a:lnTo>
                  <a:lnTo>
                    <a:pt x="569" y="43325"/>
                  </a:lnTo>
                  <a:lnTo>
                    <a:pt x="688" y="43415"/>
                  </a:lnTo>
                  <a:lnTo>
                    <a:pt x="808" y="43504"/>
                  </a:lnTo>
                  <a:lnTo>
                    <a:pt x="942" y="43579"/>
                  </a:lnTo>
                  <a:lnTo>
                    <a:pt x="1091" y="43654"/>
                  </a:lnTo>
                  <a:lnTo>
                    <a:pt x="1256" y="43729"/>
                  </a:lnTo>
                  <a:lnTo>
                    <a:pt x="1420" y="43788"/>
                  </a:lnTo>
                  <a:lnTo>
                    <a:pt x="1599" y="43833"/>
                  </a:lnTo>
                  <a:lnTo>
                    <a:pt x="1794" y="43878"/>
                  </a:lnTo>
                  <a:lnTo>
                    <a:pt x="2003" y="43923"/>
                  </a:lnTo>
                  <a:lnTo>
                    <a:pt x="2212" y="43953"/>
                  </a:lnTo>
                  <a:lnTo>
                    <a:pt x="2451" y="43983"/>
                  </a:lnTo>
                  <a:lnTo>
                    <a:pt x="2929" y="43997"/>
                  </a:lnTo>
                  <a:lnTo>
                    <a:pt x="3452" y="43997"/>
                  </a:lnTo>
                  <a:lnTo>
                    <a:pt x="4035" y="43953"/>
                  </a:lnTo>
                  <a:lnTo>
                    <a:pt x="4647" y="43863"/>
                  </a:lnTo>
                  <a:lnTo>
                    <a:pt x="5304" y="43744"/>
                  </a:lnTo>
                  <a:lnTo>
                    <a:pt x="5992" y="43594"/>
                  </a:lnTo>
                  <a:lnTo>
                    <a:pt x="6739" y="43400"/>
                  </a:lnTo>
                  <a:lnTo>
                    <a:pt x="7515" y="43161"/>
                  </a:lnTo>
                  <a:lnTo>
                    <a:pt x="7919" y="43026"/>
                  </a:lnTo>
                  <a:lnTo>
                    <a:pt x="8352" y="42922"/>
                  </a:lnTo>
                  <a:lnTo>
                    <a:pt x="8785" y="42817"/>
                  </a:lnTo>
                  <a:lnTo>
                    <a:pt x="9234" y="42713"/>
                  </a:lnTo>
                  <a:lnTo>
                    <a:pt x="9682" y="42638"/>
                  </a:lnTo>
                  <a:lnTo>
                    <a:pt x="10145" y="42563"/>
                  </a:lnTo>
                  <a:lnTo>
                    <a:pt x="11101" y="42414"/>
                  </a:lnTo>
                  <a:lnTo>
                    <a:pt x="12057" y="42309"/>
                  </a:lnTo>
                  <a:lnTo>
                    <a:pt x="13028" y="42205"/>
                  </a:lnTo>
                  <a:lnTo>
                    <a:pt x="14911" y="42025"/>
                  </a:lnTo>
                  <a:lnTo>
                    <a:pt x="15822" y="41936"/>
                  </a:lnTo>
                  <a:lnTo>
                    <a:pt x="16673" y="41831"/>
                  </a:lnTo>
                  <a:lnTo>
                    <a:pt x="17480" y="41712"/>
                  </a:lnTo>
                  <a:lnTo>
                    <a:pt x="17854" y="41637"/>
                  </a:lnTo>
                  <a:lnTo>
                    <a:pt x="18212" y="41562"/>
                  </a:lnTo>
                  <a:lnTo>
                    <a:pt x="18541" y="41488"/>
                  </a:lnTo>
                  <a:lnTo>
                    <a:pt x="18855" y="41398"/>
                  </a:lnTo>
                  <a:lnTo>
                    <a:pt x="19153" y="41293"/>
                  </a:lnTo>
                  <a:lnTo>
                    <a:pt x="19422" y="41189"/>
                  </a:lnTo>
                  <a:lnTo>
                    <a:pt x="19661" y="41069"/>
                  </a:lnTo>
                  <a:lnTo>
                    <a:pt x="19871" y="40935"/>
                  </a:lnTo>
                  <a:lnTo>
                    <a:pt x="20065" y="40785"/>
                  </a:lnTo>
                  <a:lnTo>
                    <a:pt x="20214" y="40636"/>
                  </a:lnTo>
                  <a:lnTo>
                    <a:pt x="20378" y="40427"/>
                  </a:lnTo>
                  <a:lnTo>
                    <a:pt x="20513" y="40158"/>
                  </a:lnTo>
                  <a:lnTo>
                    <a:pt x="20647" y="39859"/>
                  </a:lnTo>
                  <a:lnTo>
                    <a:pt x="20767" y="39516"/>
                  </a:lnTo>
                  <a:lnTo>
                    <a:pt x="20871" y="39142"/>
                  </a:lnTo>
                  <a:lnTo>
                    <a:pt x="20961" y="38709"/>
                  </a:lnTo>
                  <a:lnTo>
                    <a:pt x="21021" y="38246"/>
                  </a:lnTo>
                  <a:lnTo>
                    <a:pt x="21066" y="37738"/>
                  </a:lnTo>
                  <a:lnTo>
                    <a:pt x="21081" y="37200"/>
                  </a:lnTo>
                  <a:lnTo>
                    <a:pt x="21066" y="36602"/>
                  </a:lnTo>
                  <a:lnTo>
                    <a:pt x="21036" y="35990"/>
                  </a:lnTo>
                  <a:lnTo>
                    <a:pt x="20976" y="35318"/>
                  </a:lnTo>
                  <a:lnTo>
                    <a:pt x="20886" y="34615"/>
                  </a:lnTo>
                  <a:lnTo>
                    <a:pt x="20767" y="33883"/>
                  </a:lnTo>
                  <a:lnTo>
                    <a:pt x="20618" y="33092"/>
                  </a:lnTo>
                  <a:lnTo>
                    <a:pt x="20423" y="32285"/>
                  </a:lnTo>
                  <a:lnTo>
                    <a:pt x="20169" y="31254"/>
                  </a:lnTo>
                  <a:lnTo>
                    <a:pt x="19841" y="29924"/>
                  </a:lnTo>
                  <a:lnTo>
                    <a:pt x="19602" y="28909"/>
                  </a:lnTo>
                  <a:lnTo>
                    <a:pt x="19273" y="27549"/>
                  </a:lnTo>
                  <a:lnTo>
                    <a:pt x="19124" y="26877"/>
                  </a:lnTo>
                  <a:lnTo>
                    <a:pt x="19049" y="26518"/>
                  </a:lnTo>
                  <a:lnTo>
                    <a:pt x="18944" y="26055"/>
                  </a:lnTo>
                  <a:lnTo>
                    <a:pt x="18810" y="25383"/>
                  </a:lnTo>
                  <a:lnTo>
                    <a:pt x="18675" y="24740"/>
                  </a:lnTo>
                  <a:lnTo>
                    <a:pt x="18571" y="24128"/>
                  </a:lnTo>
                  <a:lnTo>
                    <a:pt x="18481" y="23530"/>
                  </a:lnTo>
                  <a:lnTo>
                    <a:pt x="18377" y="22753"/>
                  </a:lnTo>
                  <a:lnTo>
                    <a:pt x="18317" y="21977"/>
                  </a:lnTo>
                  <a:lnTo>
                    <a:pt x="18287" y="21185"/>
                  </a:lnTo>
                  <a:lnTo>
                    <a:pt x="18272" y="20408"/>
                  </a:lnTo>
                  <a:lnTo>
                    <a:pt x="18272" y="19616"/>
                  </a:lnTo>
                  <a:lnTo>
                    <a:pt x="18287" y="18809"/>
                  </a:lnTo>
                  <a:lnTo>
                    <a:pt x="18332" y="18018"/>
                  </a:lnTo>
                  <a:lnTo>
                    <a:pt x="18377" y="17226"/>
                  </a:lnTo>
                  <a:lnTo>
                    <a:pt x="18511" y="15269"/>
                  </a:lnTo>
                  <a:lnTo>
                    <a:pt x="18571" y="14298"/>
                  </a:lnTo>
                  <a:lnTo>
                    <a:pt x="18631" y="13342"/>
                  </a:lnTo>
                  <a:lnTo>
                    <a:pt x="18660" y="12415"/>
                  </a:lnTo>
                  <a:lnTo>
                    <a:pt x="18690" y="11519"/>
                  </a:lnTo>
                  <a:lnTo>
                    <a:pt x="18675" y="10638"/>
                  </a:lnTo>
                  <a:lnTo>
                    <a:pt x="18660" y="10204"/>
                  </a:lnTo>
                  <a:lnTo>
                    <a:pt x="18631" y="9786"/>
                  </a:lnTo>
                  <a:lnTo>
                    <a:pt x="18586" y="9353"/>
                  </a:lnTo>
                  <a:lnTo>
                    <a:pt x="18526" y="8919"/>
                  </a:lnTo>
                  <a:lnTo>
                    <a:pt x="18466" y="8516"/>
                  </a:lnTo>
                  <a:lnTo>
                    <a:pt x="18377" y="8113"/>
                  </a:lnTo>
                  <a:lnTo>
                    <a:pt x="18272" y="7709"/>
                  </a:lnTo>
                  <a:lnTo>
                    <a:pt x="18167" y="7336"/>
                  </a:lnTo>
                  <a:lnTo>
                    <a:pt x="18033" y="6962"/>
                  </a:lnTo>
                  <a:lnTo>
                    <a:pt x="17869" y="6604"/>
                  </a:lnTo>
                  <a:lnTo>
                    <a:pt x="17645" y="6171"/>
                  </a:lnTo>
                  <a:lnTo>
                    <a:pt x="17391" y="5737"/>
                  </a:lnTo>
                  <a:lnTo>
                    <a:pt x="17107" y="5319"/>
                  </a:lnTo>
                  <a:lnTo>
                    <a:pt x="16808" y="4916"/>
                  </a:lnTo>
                  <a:lnTo>
                    <a:pt x="16479" y="4512"/>
                  </a:lnTo>
                  <a:lnTo>
                    <a:pt x="16136" y="4139"/>
                  </a:lnTo>
                  <a:lnTo>
                    <a:pt x="15762" y="3765"/>
                  </a:lnTo>
                  <a:lnTo>
                    <a:pt x="15389" y="3407"/>
                  </a:lnTo>
                  <a:lnTo>
                    <a:pt x="15015" y="3063"/>
                  </a:lnTo>
                  <a:lnTo>
                    <a:pt x="14627" y="2735"/>
                  </a:lnTo>
                  <a:lnTo>
                    <a:pt x="14223" y="2421"/>
                  </a:lnTo>
                  <a:lnTo>
                    <a:pt x="13835" y="2137"/>
                  </a:lnTo>
                  <a:lnTo>
                    <a:pt x="13446" y="1853"/>
                  </a:lnTo>
                  <a:lnTo>
                    <a:pt x="13058" y="1584"/>
                  </a:lnTo>
                  <a:lnTo>
                    <a:pt x="12311" y="1106"/>
                  </a:lnTo>
                  <a:lnTo>
                    <a:pt x="12027" y="927"/>
                  </a:lnTo>
                  <a:lnTo>
                    <a:pt x="11743" y="777"/>
                  </a:lnTo>
                  <a:lnTo>
                    <a:pt x="11445" y="643"/>
                  </a:lnTo>
                  <a:lnTo>
                    <a:pt x="11146" y="509"/>
                  </a:lnTo>
                  <a:lnTo>
                    <a:pt x="10847" y="404"/>
                  </a:lnTo>
                  <a:lnTo>
                    <a:pt x="10533" y="299"/>
                  </a:lnTo>
                  <a:lnTo>
                    <a:pt x="10220" y="210"/>
                  </a:lnTo>
                  <a:lnTo>
                    <a:pt x="9906" y="150"/>
                  </a:lnTo>
                  <a:lnTo>
                    <a:pt x="9592" y="90"/>
                  </a:lnTo>
                  <a:lnTo>
                    <a:pt x="9263" y="45"/>
                  </a:lnTo>
                  <a:lnTo>
                    <a:pt x="8935" y="16"/>
                  </a:lnTo>
                  <a:lnTo>
                    <a:pt x="86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4"/>
            <p:cNvSpPr/>
            <p:nvPr/>
          </p:nvSpPr>
          <p:spPr>
            <a:xfrm>
              <a:off x="6677549" y="1690133"/>
              <a:ext cx="206446" cy="238033"/>
            </a:xfrm>
            <a:custGeom>
              <a:avLst/>
              <a:gdLst/>
              <a:ahLst/>
              <a:cxnLst/>
              <a:rect l="l" t="t" r="r" b="b"/>
              <a:pathLst>
                <a:path w="7516" h="8666" extrusionOk="0">
                  <a:moveTo>
                    <a:pt x="5110" y="0"/>
                  </a:moveTo>
                  <a:lnTo>
                    <a:pt x="1" y="3392"/>
                  </a:lnTo>
                  <a:lnTo>
                    <a:pt x="314" y="4019"/>
                  </a:lnTo>
                  <a:lnTo>
                    <a:pt x="344" y="4094"/>
                  </a:lnTo>
                  <a:lnTo>
                    <a:pt x="359" y="4094"/>
                  </a:lnTo>
                  <a:lnTo>
                    <a:pt x="598" y="4557"/>
                  </a:lnTo>
                  <a:lnTo>
                    <a:pt x="897" y="5095"/>
                  </a:lnTo>
                  <a:lnTo>
                    <a:pt x="1151" y="5513"/>
                  </a:lnTo>
                  <a:lnTo>
                    <a:pt x="1390" y="5916"/>
                  </a:lnTo>
                  <a:lnTo>
                    <a:pt x="1853" y="6648"/>
                  </a:lnTo>
                  <a:lnTo>
                    <a:pt x="2107" y="7007"/>
                  </a:lnTo>
                  <a:lnTo>
                    <a:pt x="2361" y="7365"/>
                  </a:lnTo>
                  <a:lnTo>
                    <a:pt x="2630" y="7724"/>
                  </a:lnTo>
                  <a:lnTo>
                    <a:pt x="2899" y="8053"/>
                  </a:lnTo>
                  <a:lnTo>
                    <a:pt x="3168" y="8366"/>
                  </a:lnTo>
                  <a:lnTo>
                    <a:pt x="3437" y="8665"/>
                  </a:lnTo>
                  <a:lnTo>
                    <a:pt x="3825" y="8516"/>
                  </a:lnTo>
                  <a:lnTo>
                    <a:pt x="4199" y="8351"/>
                  </a:lnTo>
                  <a:lnTo>
                    <a:pt x="4557" y="8187"/>
                  </a:lnTo>
                  <a:lnTo>
                    <a:pt x="4901" y="8023"/>
                  </a:lnTo>
                  <a:lnTo>
                    <a:pt x="5229" y="7844"/>
                  </a:lnTo>
                  <a:lnTo>
                    <a:pt x="5528" y="7649"/>
                  </a:lnTo>
                  <a:lnTo>
                    <a:pt x="5812" y="7470"/>
                  </a:lnTo>
                  <a:lnTo>
                    <a:pt x="6081" y="7261"/>
                  </a:lnTo>
                  <a:lnTo>
                    <a:pt x="6335" y="7067"/>
                  </a:lnTo>
                  <a:lnTo>
                    <a:pt x="6559" y="6843"/>
                  </a:lnTo>
                  <a:lnTo>
                    <a:pt x="6768" y="6633"/>
                  </a:lnTo>
                  <a:lnTo>
                    <a:pt x="6962" y="6409"/>
                  </a:lnTo>
                  <a:lnTo>
                    <a:pt x="7127" y="6170"/>
                  </a:lnTo>
                  <a:lnTo>
                    <a:pt x="7276" y="5931"/>
                  </a:lnTo>
                  <a:lnTo>
                    <a:pt x="7411" y="5677"/>
                  </a:lnTo>
                  <a:lnTo>
                    <a:pt x="7515" y="5408"/>
                  </a:lnTo>
                  <a:lnTo>
                    <a:pt x="7411" y="5289"/>
                  </a:lnTo>
                  <a:lnTo>
                    <a:pt x="7142" y="4945"/>
                  </a:lnTo>
                  <a:lnTo>
                    <a:pt x="6768" y="4393"/>
                  </a:lnTo>
                  <a:lnTo>
                    <a:pt x="6559" y="4064"/>
                  </a:lnTo>
                  <a:lnTo>
                    <a:pt x="6350" y="3690"/>
                  </a:lnTo>
                  <a:lnTo>
                    <a:pt x="6126" y="3302"/>
                  </a:lnTo>
                  <a:lnTo>
                    <a:pt x="5917" y="2869"/>
                  </a:lnTo>
                  <a:lnTo>
                    <a:pt x="5708" y="2420"/>
                  </a:lnTo>
                  <a:lnTo>
                    <a:pt x="5528" y="1957"/>
                  </a:lnTo>
                  <a:lnTo>
                    <a:pt x="5364" y="1479"/>
                  </a:lnTo>
                  <a:lnTo>
                    <a:pt x="5304" y="1240"/>
                  </a:lnTo>
                  <a:lnTo>
                    <a:pt x="5244" y="986"/>
                  </a:lnTo>
                  <a:lnTo>
                    <a:pt x="5200" y="747"/>
                  </a:lnTo>
                  <a:lnTo>
                    <a:pt x="5155" y="493"/>
                  </a:lnTo>
                  <a:lnTo>
                    <a:pt x="5125" y="254"/>
                  </a:lnTo>
                  <a:lnTo>
                    <a:pt x="5110" y="0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4"/>
            <p:cNvSpPr/>
            <p:nvPr/>
          </p:nvSpPr>
          <p:spPr>
            <a:xfrm>
              <a:off x="6686173" y="1776707"/>
              <a:ext cx="49277" cy="75948"/>
            </a:xfrm>
            <a:custGeom>
              <a:avLst/>
              <a:gdLst/>
              <a:ahLst/>
              <a:cxnLst/>
              <a:rect l="l" t="t" r="r" b="b"/>
              <a:pathLst>
                <a:path w="1794" h="2765" extrusionOk="0">
                  <a:moveTo>
                    <a:pt x="1793" y="1"/>
                  </a:moveTo>
                  <a:lnTo>
                    <a:pt x="0" y="867"/>
                  </a:lnTo>
                  <a:lnTo>
                    <a:pt x="30" y="942"/>
                  </a:lnTo>
                  <a:lnTo>
                    <a:pt x="45" y="942"/>
                  </a:lnTo>
                  <a:lnTo>
                    <a:pt x="284" y="1405"/>
                  </a:lnTo>
                  <a:lnTo>
                    <a:pt x="583" y="1943"/>
                  </a:lnTo>
                  <a:lnTo>
                    <a:pt x="837" y="2361"/>
                  </a:lnTo>
                  <a:lnTo>
                    <a:pt x="1076" y="2764"/>
                  </a:lnTo>
                  <a:lnTo>
                    <a:pt x="1181" y="2570"/>
                  </a:lnTo>
                  <a:lnTo>
                    <a:pt x="1270" y="2346"/>
                  </a:lnTo>
                  <a:lnTo>
                    <a:pt x="1345" y="2122"/>
                  </a:lnTo>
                  <a:lnTo>
                    <a:pt x="1420" y="1898"/>
                  </a:lnTo>
                  <a:lnTo>
                    <a:pt x="1539" y="1435"/>
                  </a:lnTo>
                  <a:lnTo>
                    <a:pt x="1629" y="1001"/>
                  </a:lnTo>
                  <a:lnTo>
                    <a:pt x="1703" y="613"/>
                  </a:lnTo>
                  <a:lnTo>
                    <a:pt x="1748" y="299"/>
                  </a:lnTo>
                  <a:lnTo>
                    <a:pt x="1793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4"/>
            <p:cNvSpPr/>
            <p:nvPr/>
          </p:nvSpPr>
          <p:spPr>
            <a:xfrm>
              <a:off x="6551586" y="1523108"/>
              <a:ext cx="335268" cy="314778"/>
            </a:xfrm>
            <a:custGeom>
              <a:avLst/>
              <a:gdLst/>
              <a:ahLst/>
              <a:cxnLst/>
              <a:rect l="l" t="t" r="r" b="b"/>
              <a:pathLst>
                <a:path w="12206" h="11460" extrusionOk="0">
                  <a:moveTo>
                    <a:pt x="8665" y="1"/>
                  </a:moveTo>
                  <a:lnTo>
                    <a:pt x="8277" y="16"/>
                  </a:lnTo>
                  <a:lnTo>
                    <a:pt x="7873" y="46"/>
                  </a:lnTo>
                  <a:lnTo>
                    <a:pt x="7440" y="91"/>
                  </a:lnTo>
                  <a:lnTo>
                    <a:pt x="7007" y="150"/>
                  </a:lnTo>
                  <a:lnTo>
                    <a:pt x="6559" y="240"/>
                  </a:lnTo>
                  <a:lnTo>
                    <a:pt x="6110" y="330"/>
                  </a:lnTo>
                  <a:lnTo>
                    <a:pt x="5647" y="449"/>
                  </a:lnTo>
                  <a:lnTo>
                    <a:pt x="5199" y="554"/>
                  </a:lnTo>
                  <a:lnTo>
                    <a:pt x="4348" y="808"/>
                  </a:lnTo>
                  <a:lnTo>
                    <a:pt x="3541" y="1047"/>
                  </a:lnTo>
                  <a:lnTo>
                    <a:pt x="2854" y="1286"/>
                  </a:lnTo>
                  <a:lnTo>
                    <a:pt x="2704" y="1345"/>
                  </a:lnTo>
                  <a:lnTo>
                    <a:pt x="2555" y="1405"/>
                  </a:lnTo>
                  <a:lnTo>
                    <a:pt x="2420" y="1480"/>
                  </a:lnTo>
                  <a:lnTo>
                    <a:pt x="2286" y="1570"/>
                  </a:lnTo>
                  <a:lnTo>
                    <a:pt x="2151" y="1659"/>
                  </a:lnTo>
                  <a:lnTo>
                    <a:pt x="2032" y="1764"/>
                  </a:lnTo>
                  <a:lnTo>
                    <a:pt x="1912" y="1868"/>
                  </a:lnTo>
                  <a:lnTo>
                    <a:pt x="1808" y="1973"/>
                  </a:lnTo>
                  <a:lnTo>
                    <a:pt x="1703" y="2092"/>
                  </a:lnTo>
                  <a:lnTo>
                    <a:pt x="1614" y="2212"/>
                  </a:lnTo>
                  <a:lnTo>
                    <a:pt x="1524" y="2346"/>
                  </a:lnTo>
                  <a:lnTo>
                    <a:pt x="1449" y="2481"/>
                  </a:lnTo>
                  <a:lnTo>
                    <a:pt x="1375" y="2630"/>
                  </a:lnTo>
                  <a:lnTo>
                    <a:pt x="1315" y="2765"/>
                  </a:lnTo>
                  <a:lnTo>
                    <a:pt x="1255" y="2929"/>
                  </a:lnTo>
                  <a:lnTo>
                    <a:pt x="1210" y="3078"/>
                  </a:lnTo>
                  <a:lnTo>
                    <a:pt x="1151" y="3377"/>
                  </a:lnTo>
                  <a:lnTo>
                    <a:pt x="1091" y="3676"/>
                  </a:lnTo>
                  <a:lnTo>
                    <a:pt x="1046" y="3990"/>
                  </a:lnTo>
                  <a:lnTo>
                    <a:pt x="1001" y="4318"/>
                  </a:lnTo>
                  <a:lnTo>
                    <a:pt x="941" y="4991"/>
                  </a:lnTo>
                  <a:lnTo>
                    <a:pt x="897" y="5693"/>
                  </a:lnTo>
                  <a:lnTo>
                    <a:pt x="0" y="7262"/>
                  </a:lnTo>
                  <a:lnTo>
                    <a:pt x="0" y="7306"/>
                  </a:lnTo>
                  <a:lnTo>
                    <a:pt x="0" y="7336"/>
                  </a:lnTo>
                  <a:lnTo>
                    <a:pt x="15" y="7381"/>
                  </a:lnTo>
                  <a:lnTo>
                    <a:pt x="60" y="7411"/>
                  </a:lnTo>
                  <a:lnTo>
                    <a:pt x="164" y="7471"/>
                  </a:lnTo>
                  <a:lnTo>
                    <a:pt x="314" y="7530"/>
                  </a:lnTo>
                  <a:lnTo>
                    <a:pt x="478" y="7590"/>
                  </a:lnTo>
                  <a:lnTo>
                    <a:pt x="643" y="7635"/>
                  </a:lnTo>
                  <a:lnTo>
                    <a:pt x="941" y="7695"/>
                  </a:lnTo>
                  <a:lnTo>
                    <a:pt x="986" y="8128"/>
                  </a:lnTo>
                  <a:lnTo>
                    <a:pt x="1136" y="9353"/>
                  </a:lnTo>
                  <a:lnTo>
                    <a:pt x="1255" y="9936"/>
                  </a:lnTo>
                  <a:lnTo>
                    <a:pt x="1300" y="10145"/>
                  </a:lnTo>
                  <a:lnTo>
                    <a:pt x="1360" y="10339"/>
                  </a:lnTo>
                  <a:lnTo>
                    <a:pt x="1419" y="10518"/>
                  </a:lnTo>
                  <a:lnTo>
                    <a:pt x="1479" y="10683"/>
                  </a:lnTo>
                  <a:lnTo>
                    <a:pt x="1554" y="10832"/>
                  </a:lnTo>
                  <a:lnTo>
                    <a:pt x="1629" y="10967"/>
                  </a:lnTo>
                  <a:lnTo>
                    <a:pt x="1703" y="11071"/>
                  </a:lnTo>
                  <a:lnTo>
                    <a:pt x="1793" y="11176"/>
                  </a:lnTo>
                  <a:lnTo>
                    <a:pt x="1883" y="11250"/>
                  </a:lnTo>
                  <a:lnTo>
                    <a:pt x="1987" y="11325"/>
                  </a:lnTo>
                  <a:lnTo>
                    <a:pt x="2077" y="11385"/>
                  </a:lnTo>
                  <a:lnTo>
                    <a:pt x="2196" y="11415"/>
                  </a:lnTo>
                  <a:lnTo>
                    <a:pt x="2301" y="11445"/>
                  </a:lnTo>
                  <a:lnTo>
                    <a:pt x="2420" y="11460"/>
                  </a:lnTo>
                  <a:lnTo>
                    <a:pt x="2659" y="11460"/>
                  </a:lnTo>
                  <a:lnTo>
                    <a:pt x="2794" y="11430"/>
                  </a:lnTo>
                  <a:lnTo>
                    <a:pt x="2943" y="11385"/>
                  </a:lnTo>
                  <a:lnTo>
                    <a:pt x="3302" y="11265"/>
                  </a:lnTo>
                  <a:lnTo>
                    <a:pt x="3735" y="11086"/>
                  </a:lnTo>
                  <a:lnTo>
                    <a:pt x="4243" y="10862"/>
                  </a:lnTo>
                  <a:lnTo>
                    <a:pt x="4796" y="10578"/>
                  </a:lnTo>
                  <a:lnTo>
                    <a:pt x="5393" y="10264"/>
                  </a:lnTo>
                  <a:lnTo>
                    <a:pt x="6021" y="9921"/>
                  </a:lnTo>
                  <a:lnTo>
                    <a:pt x="6663" y="9532"/>
                  </a:lnTo>
                  <a:lnTo>
                    <a:pt x="7321" y="9144"/>
                  </a:lnTo>
                  <a:lnTo>
                    <a:pt x="7978" y="8726"/>
                  </a:lnTo>
                  <a:lnTo>
                    <a:pt x="8620" y="8292"/>
                  </a:lnTo>
                  <a:lnTo>
                    <a:pt x="9233" y="7859"/>
                  </a:lnTo>
                  <a:lnTo>
                    <a:pt x="9815" y="7426"/>
                  </a:lnTo>
                  <a:lnTo>
                    <a:pt x="10368" y="6993"/>
                  </a:lnTo>
                  <a:lnTo>
                    <a:pt x="10846" y="6574"/>
                  </a:lnTo>
                  <a:lnTo>
                    <a:pt x="11070" y="6365"/>
                  </a:lnTo>
                  <a:lnTo>
                    <a:pt x="11265" y="6171"/>
                  </a:lnTo>
                  <a:lnTo>
                    <a:pt x="11444" y="5977"/>
                  </a:lnTo>
                  <a:lnTo>
                    <a:pt x="11608" y="5768"/>
                  </a:lnTo>
                  <a:lnTo>
                    <a:pt x="11743" y="5543"/>
                  </a:lnTo>
                  <a:lnTo>
                    <a:pt x="11862" y="5334"/>
                  </a:lnTo>
                  <a:lnTo>
                    <a:pt x="11967" y="5095"/>
                  </a:lnTo>
                  <a:lnTo>
                    <a:pt x="12056" y="4871"/>
                  </a:lnTo>
                  <a:lnTo>
                    <a:pt x="12116" y="4632"/>
                  </a:lnTo>
                  <a:lnTo>
                    <a:pt x="12161" y="4408"/>
                  </a:lnTo>
                  <a:lnTo>
                    <a:pt x="12191" y="4169"/>
                  </a:lnTo>
                  <a:lnTo>
                    <a:pt x="12206" y="3930"/>
                  </a:lnTo>
                  <a:lnTo>
                    <a:pt x="12206" y="3691"/>
                  </a:lnTo>
                  <a:lnTo>
                    <a:pt x="12191" y="3452"/>
                  </a:lnTo>
                  <a:lnTo>
                    <a:pt x="12146" y="3213"/>
                  </a:lnTo>
                  <a:lnTo>
                    <a:pt x="12101" y="2974"/>
                  </a:lnTo>
                  <a:lnTo>
                    <a:pt x="12041" y="2750"/>
                  </a:lnTo>
                  <a:lnTo>
                    <a:pt x="11967" y="2511"/>
                  </a:lnTo>
                  <a:lnTo>
                    <a:pt x="11877" y="2287"/>
                  </a:lnTo>
                  <a:lnTo>
                    <a:pt x="11773" y="2077"/>
                  </a:lnTo>
                  <a:lnTo>
                    <a:pt x="11668" y="1868"/>
                  </a:lnTo>
                  <a:lnTo>
                    <a:pt x="11548" y="1659"/>
                  </a:lnTo>
                  <a:lnTo>
                    <a:pt x="11414" y="1465"/>
                  </a:lnTo>
                  <a:lnTo>
                    <a:pt x="11265" y="1271"/>
                  </a:lnTo>
                  <a:lnTo>
                    <a:pt x="11115" y="1091"/>
                  </a:lnTo>
                  <a:lnTo>
                    <a:pt x="10951" y="927"/>
                  </a:lnTo>
                  <a:lnTo>
                    <a:pt x="10772" y="778"/>
                  </a:lnTo>
                  <a:lnTo>
                    <a:pt x="10592" y="628"/>
                  </a:lnTo>
                  <a:lnTo>
                    <a:pt x="10398" y="509"/>
                  </a:lnTo>
                  <a:lnTo>
                    <a:pt x="10204" y="389"/>
                  </a:lnTo>
                  <a:lnTo>
                    <a:pt x="10010" y="285"/>
                  </a:lnTo>
                  <a:lnTo>
                    <a:pt x="9801" y="195"/>
                  </a:lnTo>
                  <a:lnTo>
                    <a:pt x="9576" y="120"/>
                  </a:lnTo>
                  <a:lnTo>
                    <a:pt x="9367" y="76"/>
                  </a:lnTo>
                  <a:lnTo>
                    <a:pt x="9024" y="31"/>
                  </a:lnTo>
                  <a:lnTo>
                    <a:pt x="8665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4"/>
            <p:cNvSpPr/>
            <p:nvPr/>
          </p:nvSpPr>
          <p:spPr>
            <a:xfrm>
              <a:off x="6587266" y="1750037"/>
              <a:ext cx="36559" cy="20546"/>
            </a:xfrm>
            <a:custGeom>
              <a:avLst/>
              <a:gdLst/>
              <a:ahLst/>
              <a:cxnLst/>
              <a:rect l="l" t="t" r="r" b="b"/>
              <a:pathLst>
                <a:path w="1331" h="748" extrusionOk="0">
                  <a:moveTo>
                    <a:pt x="1181" y="0"/>
                  </a:moveTo>
                  <a:lnTo>
                    <a:pt x="1136" y="15"/>
                  </a:lnTo>
                  <a:lnTo>
                    <a:pt x="1091" y="60"/>
                  </a:lnTo>
                  <a:lnTo>
                    <a:pt x="1017" y="150"/>
                  </a:lnTo>
                  <a:lnTo>
                    <a:pt x="942" y="225"/>
                  </a:lnTo>
                  <a:lnTo>
                    <a:pt x="838" y="314"/>
                  </a:lnTo>
                  <a:lnTo>
                    <a:pt x="703" y="389"/>
                  </a:lnTo>
                  <a:lnTo>
                    <a:pt x="539" y="449"/>
                  </a:lnTo>
                  <a:lnTo>
                    <a:pt x="449" y="479"/>
                  </a:lnTo>
                  <a:lnTo>
                    <a:pt x="359" y="493"/>
                  </a:lnTo>
                  <a:lnTo>
                    <a:pt x="255" y="493"/>
                  </a:lnTo>
                  <a:lnTo>
                    <a:pt x="150" y="479"/>
                  </a:lnTo>
                  <a:lnTo>
                    <a:pt x="105" y="479"/>
                  </a:lnTo>
                  <a:lnTo>
                    <a:pt x="61" y="493"/>
                  </a:lnTo>
                  <a:lnTo>
                    <a:pt x="31" y="538"/>
                  </a:lnTo>
                  <a:lnTo>
                    <a:pt x="1" y="583"/>
                  </a:lnTo>
                  <a:lnTo>
                    <a:pt x="1" y="628"/>
                  </a:lnTo>
                  <a:lnTo>
                    <a:pt x="31" y="673"/>
                  </a:lnTo>
                  <a:lnTo>
                    <a:pt x="61" y="718"/>
                  </a:lnTo>
                  <a:lnTo>
                    <a:pt x="105" y="732"/>
                  </a:lnTo>
                  <a:lnTo>
                    <a:pt x="210" y="747"/>
                  </a:lnTo>
                  <a:lnTo>
                    <a:pt x="419" y="747"/>
                  </a:lnTo>
                  <a:lnTo>
                    <a:pt x="524" y="732"/>
                  </a:lnTo>
                  <a:lnTo>
                    <a:pt x="628" y="703"/>
                  </a:lnTo>
                  <a:lnTo>
                    <a:pt x="733" y="673"/>
                  </a:lnTo>
                  <a:lnTo>
                    <a:pt x="897" y="583"/>
                  </a:lnTo>
                  <a:lnTo>
                    <a:pt x="1032" y="479"/>
                  </a:lnTo>
                  <a:lnTo>
                    <a:pt x="1151" y="389"/>
                  </a:lnTo>
                  <a:lnTo>
                    <a:pt x="1241" y="299"/>
                  </a:lnTo>
                  <a:lnTo>
                    <a:pt x="1316" y="195"/>
                  </a:lnTo>
                  <a:lnTo>
                    <a:pt x="1331" y="150"/>
                  </a:lnTo>
                  <a:lnTo>
                    <a:pt x="1331" y="105"/>
                  </a:lnTo>
                  <a:lnTo>
                    <a:pt x="1316" y="60"/>
                  </a:lnTo>
                  <a:lnTo>
                    <a:pt x="1271" y="15"/>
                  </a:lnTo>
                  <a:lnTo>
                    <a:pt x="1226" y="0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4"/>
            <p:cNvSpPr/>
            <p:nvPr/>
          </p:nvSpPr>
          <p:spPr>
            <a:xfrm>
              <a:off x="6620912" y="1703262"/>
              <a:ext cx="56665" cy="31615"/>
            </a:xfrm>
            <a:custGeom>
              <a:avLst/>
              <a:gdLst/>
              <a:ahLst/>
              <a:cxnLst/>
              <a:rect l="l" t="t" r="r" b="b"/>
              <a:pathLst>
                <a:path w="2063" h="1151" extrusionOk="0">
                  <a:moveTo>
                    <a:pt x="1316" y="0"/>
                  </a:moveTo>
                  <a:lnTo>
                    <a:pt x="1121" y="15"/>
                  </a:lnTo>
                  <a:lnTo>
                    <a:pt x="912" y="60"/>
                  </a:lnTo>
                  <a:lnTo>
                    <a:pt x="703" y="120"/>
                  </a:lnTo>
                  <a:lnTo>
                    <a:pt x="524" y="195"/>
                  </a:lnTo>
                  <a:lnTo>
                    <a:pt x="360" y="284"/>
                  </a:lnTo>
                  <a:lnTo>
                    <a:pt x="225" y="374"/>
                  </a:lnTo>
                  <a:lnTo>
                    <a:pt x="120" y="478"/>
                  </a:lnTo>
                  <a:lnTo>
                    <a:pt x="46" y="598"/>
                  </a:lnTo>
                  <a:lnTo>
                    <a:pt x="16" y="643"/>
                  </a:lnTo>
                  <a:lnTo>
                    <a:pt x="1" y="703"/>
                  </a:lnTo>
                  <a:lnTo>
                    <a:pt x="1" y="762"/>
                  </a:lnTo>
                  <a:lnTo>
                    <a:pt x="16" y="807"/>
                  </a:lnTo>
                  <a:lnTo>
                    <a:pt x="31" y="867"/>
                  </a:lnTo>
                  <a:lnTo>
                    <a:pt x="61" y="912"/>
                  </a:lnTo>
                  <a:lnTo>
                    <a:pt x="91" y="956"/>
                  </a:lnTo>
                  <a:lnTo>
                    <a:pt x="135" y="1001"/>
                  </a:lnTo>
                  <a:lnTo>
                    <a:pt x="255" y="1061"/>
                  </a:lnTo>
                  <a:lnTo>
                    <a:pt x="389" y="1106"/>
                  </a:lnTo>
                  <a:lnTo>
                    <a:pt x="554" y="1136"/>
                  </a:lnTo>
                  <a:lnTo>
                    <a:pt x="748" y="1151"/>
                  </a:lnTo>
                  <a:lnTo>
                    <a:pt x="942" y="1136"/>
                  </a:lnTo>
                  <a:lnTo>
                    <a:pt x="1151" y="1091"/>
                  </a:lnTo>
                  <a:lnTo>
                    <a:pt x="1360" y="1046"/>
                  </a:lnTo>
                  <a:lnTo>
                    <a:pt x="1540" y="971"/>
                  </a:lnTo>
                  <a:lnTo>
                    <a:pt x="1704" y="882"/>
                  </a:lnTo>
                  <a:lnTo>
                    <a:pt x="1839" y="777"/>
                  </a:lnTo>
                  <a:lnTo>
                    <a:pt x="1943" y="673"/>
                  </a:lnTo>
                  <a:lnTo>
                    <a:pt x="2018" y="568"/>
                  </a:lnTo>
                  <a:lnTo>
                    <a:pt x="2033" y="508"/>
                  </a:lnTo>
                  <a:lnTo>
                    <a:pt x="2048" y="449"/>
                  </a:lnTo>
                  <a:lnTo>
                    <a:pt x="2063" y="404"/>
                  </a:lnTo>
                  <a:lnTo>
                    <a:pt x="2048" y="344"/>
                  </a:lnTo>
                  <a:lnTo>
                    <a:pt x="2033" y="284"/>
                  </a:lnTo>
                  <a:lnTo>
                    <a:pt x="2003" y="239"/>
                  </a:lnTo>
                  <a:lnTo>
                    <a:pt x="1973" y="195"/>
                  </a:lnTo>
                  <a:lnTo>
                    <a:pt x="1928" y="165"/>
                  </a:lnTo>
                  <a:lnTo>
                    <a:pt x="1809" y="90"/>
                  </a:lnTo>
                  <a:lnTo>
                    <a:pt x="1659" y="45"/>
                  </a:lnTo>
                  <a:lnTo>
                    <a:pt x="1495" y="15"/>
                  </a:lnTo>
                  <a:lnTo>
                    <a:pt x="1316" y="0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4"/>
            <p:cNvSpPr/>
            <p:nvPr/>
          </p:nvSpPr>
          <p:spPr>
            <a:xfrm>
              <a:off x="6596302" y="1656898"/>
              <a:ext cx="13569" cy="23814"/>
            </a:xfrm>
            <a:custGeom>
              <a:avLst/>
              <a:gdLst/>
              <a:ahLst/>
              <a:cxnLst/>
              <a:rect l="l" t="t" r="r" b="b"/>
              <a:pathLst>
                <a:path w="494" h="867" extrusionOk="0">
                  <a:moveTo>
                    <a:pt x="299" y="0"/>
                  </a:moveTo>
                  <a:lnTo>
                    <a:pt x="255" y="15"/>
                  </a:lnTo>
                  <a:lnTo>
                    <a:pt x="195" y="30"/>
                  </a:lnTo>
                  <a:lnTo>
                    <a:pt x="150" y="60"/>
                  </a:lnTo>
                  <a:lnTo>
                    <a:pt x="120" y="120"/>
                  </a:lnTo>
                  <a:lnTo>
                    <a:pt x="75" y="179"/>
                  </a:lnTo>
                  <a:lnTo>
                    <a:pt x="45" y="239"/>
                  </a:lnTo>
                  <a:lnTo>
                    <a:pt x="30" y="329"/>
                  </a:lnTo>
                  <a:lnTo>
                    <a:pt x="16" y="404"/>
                  </a:lnTo>
                  <a:lnTo>
                    <a:pt x="1" y="493"/>
                  </a:lnTo>
                  <a:lnTo>
                    <a:pt x="16" y="583"/>
                  </a:lnTo>
                  <a:lnTo>
                    <a:pt x="30" y="658"/>
                  </a:lnTo>
                  <a:lnTo>
                    <a:pt x="45" y="717"/>
                  </a:lnTo>
                  <a:lnTo>
                    <a:pt x="75" y="777"/>
                  </a:lnTo>
                  <a:lnTo>
                    <a:pt x="120" y="822"/>
                  </a:lnTo>
                  <a:lnTo>
                    <a:pt x="150" y="852"/>
                  </a:lnTo>
                  <a:lnTo>
                    <a:pt x="195" y="867"/>
                  </a:lnTo>
                  <a:lnTo>
                    <a:pt x="255" y="867"/>
                  </a:lnTo>
                  <a:lnTo>
                    <a:pt x="299" y="837"/>
                  </a:lnTo>
                  <a:lnTo>
                    <a:pt x="344" y="807"/>
                  </a:lnTo>
                  <a:lnTo>
                    <a:pt x="389" y="762"/>
                  </a:lnTo>
                  <a:lnTo>
                    <a:pt x="419" y="702"/>
                  </a:lnTo>
                  <a:lnTo>
                    <a:pt x="449" y="628"/>
                  </a:lnTo>
                  <a:lnTo>
                    <a:pt x="479" y="553"/>
                  </a:lnTo>
                  <a:lnTo>
                    <a:pt x="479" y="463"/>
                  </a:lnTo>
                  <a:lnTo>
                    <a:pt x="494" y="374"/>
                  </a:lnTo>
                  <a:lnTo>
                    <a:pt x="479" y="299"/>
                  </a:lnTo>
                  <a:lnTo>
                    <a:pt x="479" y="224"/>
                  </a:lnTo>
                  <a:lnTo>
                    <a:pt x="449" y="150"/>
                  </a:lnTo>
                  <a:lnTo>
                    <a:pt x="419" y="90"/>
                  </a:lnTo>
                  <a:lnTo>
                    <a:pt x="389" y="45"/>
                  </a:lnTo>
                  <a:lnTo>
                    <a:pt x="344" y="15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rgbClr val="0020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4"/>
            <p:cNvSpPr/>
            <p:nvPr/>
          </p:nvSpPr>
          <p:spPr>
            <a:xfrm>
              <a:off x="6588914" y="1627344"/>
              <a:ext cx="49277" cy="29582"/>
            </a:xfrm>
            <a:custGeom>
              <a:avLst/>
              <a:gdLst/>
              <a:ahLst/>
              <a:cxnLst/>
              <a:rect l="l" t="t" r="r" b="b"/>
              <a:pathLst>
                <a:path w="1794" h="1077" extrusionOk="0">
                  <a:moveTo>
                    <a:pt x="464" y="1"/>
                  </a:moveTo>
                  <a:lnTo>
                    <a:pt x="314" y="15"/>
                  </a:lnTo>
                  <a:lnTo>
                    <a:pt x="165" y="60"/>
                  </a:lnTo>
                  <a:lnTo>
                    <a:pt x="90" y="90"/>
                  </a:lnTo>
                  <a:lnTo>
                    <a:pt x="31" y="150"/>
                  </a:lnTo>
                  <a:lnTo>
                    <a:pt x="1" y="225"/>
                  </a:lnTo>
                  <a:lnTo>
                    <a:pt x="16" y="299"/>
                  </a:lnTo>
                  <a:lnTo>
                    <a:pt x="45" y="374"/>
                  </a:lnTo>
                  <a:lnTo>
                    <a:pt x="105" y="434"/>
                  </a:lnTo>
                  <a:lnTo>
                    <a:pt x="180" y="464"/>
                  </a:lnTo>
                  <a:lnTo>
                    <a:pt x="270" y="449"/>
                  </a:lnTo>
                  <a:lnTo>
                    <a:pt x="404" y="419"/>
                  </a:lnTo>
                  <a:lnTo>
                    <a:pt x="643" y="419"/>
                  </a:lnTo>
                  <a:lnTo>
                    <a:pt x="763" y="449"/>
                  </a:lnTo>
                  <a:lnTo>
                    <a:pt x="852" y="479"/>
                  </a:lnTo>
                  <a:lnTo>
                    <a:pt x="957" y="523"/>
                  </a:lnTo>
                  <a:lnTo>
                    <a:pt x="1031" y="568"/>
                  </a:lnTo>
                  <a:lnTo>
                    <a:pt x="1106" y="628"/>
                  </a:lnTo>
                  <a:lnTo>
                    <a:pt x="1241" y="748"/>
                  </a:lnTo>
                  <a:lnTo>
                    <a:pt x="1330" y="852"/>
                  </a:lnTo>
                  <a:lnTo>
                    <a:pt x="1405" y="972"/>
                  </a:lnTo>
                  <a:lnTo>
                    <a:pt x="1450" y="1016"/>
                  </a:lnTo>
                  <a:lnTo>
                    <a:pt x="1495" y="1061"/>
                  </a:lnTo>
                  <a:lnTo>
                    <a:pt x="1539" y="1076"/>
                  </a:lnTo>
                  <a:lnTo>
                    <a:pt x="1644" y="1076"/>
                  </a:lnTo>
                  <a:lnTo>
                    <a:pt x="1689" y="1061"/>
                  </a:lnTo>
                  <a:lnTo>
                    <a:pt x="1749" y="1001"/>
                  </a:lnTo>
                  <a:lnTo>
                    <a:pt x="1793" y="942"/>
                  </a:lnTo>
                  <a:lnTo>
                    <a:pt x="1793" y="852"/>
                  </a:lnTo>
                  <a:lnTo>
                    <a:pt x="1778" y="777"/>
                  </a:lnTo>
                  <a:lnTo>
                    <a:pt x="1689" y="643"/>
                  </a:lnTo>
                  <a:lnTo>
                    <a:pt x="1554" y="479"/>
                  </a:lnTo>
                  <a:lnTo>
                    <a:pt x="1405" y="329"/>
                  </a:lnTo>
                  <a:lnTo>
                    <a:pt x="1315" y="269"/>
                  </a:lnTo>
                  <a:lnTo>
                    <a:pt x="1211" y="195"/>
                  </a:lnTo>
                  <a:lnTo>
                    <a:pt x="1106" y="135"/>
                  </a:lnTo>
                  <a:lnTo>
                    <a:pt x="987" y="90"/>
                  </a:lnTo>
                  <a:lnTo>
                    <a:pt x="867" y="45"/>
                  </a:lnTo>
                  <a:lnTo>
                    <a:pt x="748" y="15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0020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4"/>
            <p:cNvSpPr/>
            <p:nvPr/>
          </p:nvSpPr>
          <p:spPr>
            <a:xfrm>
              <a:off x="6717348" y="1644593"/>
              <a:ext cx="33263" cy="51309"/>
            </a:xfrm>
            <a:custGeom>
              <a:avLst/>
              <a:gdLst/>
              <a:ahLst/>
              <a:cxnLst/>
              <a:rect l="l" t="t" r="r" b="b"/>
              <a:pathLst>
                <a:path w="1211" h="1868" extrusionOk="0">
                  <a:moveTo>
                    <a:pt x="1032" y="0"/>
                  </a:moveTo>
                  <a:lnTo>
                    <a:pt x="987" y="30"/>
                  </a:lnTo>
                  <a:lnTo>
                    <a:pt x="837" y="149"/>
                  </a:lnTo>
                  <a:lnTo>
                    <a:pt x="703" y="284"/>
                  </a:lnTo>
                  <a:lnTo>
                    <a:pt x="539" y="463"/>
                  </a:lnTo>
                  <a:lnTo>
                    <a:pt x="374" y="702"/>
                  </a:lnTo>
                  <a:lnTo>
                    <a:pt x="300" y="837"/>
                  </a:lnTo>
                  <a:lnTo>
                    <a:pt x="225" y="986"/>
                  </a:lnTo>
                  <a:lnTo>
                    <a:pt x="150" y="1150"/>
                  </a:lnTo>
                  <a:lnTo>
                    <a:pt x="90" y="1330"/>
                  </a:lnTo>
                  <a:lnTo>
                    <a:pt x="46" y="1509"/>
                  </a:lnTo>
                  <a:lnTo>
                    <a:pt x="1" y="1703"/>
                  </a:lnTo>
                  <a:lnTo>
                    <a:pt x="1" y="1763"/>
                  </a:lnTo>
                  <a:lnTo>
                    <a:pt x="31" y="1808"/>
                  </a:lnTo>
                  <a:lnTo>
                    <a:pt x="75" y="1853"/>
                  </a:lnTo>
                  <a:lnTo>
                    <a:pt x="120" y="1867"/>
                  </a:lnTo>
                  <a:lnTo>
                    <a:pt x="150" y="1867"/>
                  </a:lnTo>
                  <a:lnTo>
                    <a:pt x="195" y="1853"/>
                  </a:lnTo>
                  <a:lnTo>
                    <a:pt x="240" y="1838"/>
                  </a:lnTo>
                  <a:lnTo>
                    <a:pt x="270" y="1793"/>
                  </a:lnTo>
                  <a:lnTo>
                    <a:pt x="285" y="1748"/>
                  </a:lnTo>
                  <a:lnTo>
                    <a:pt x="314" y="1569"/>
                  </a:lnTo>
                  <a:lnTo>
                    <a:pt x="359" y="1404"/>
                  </a:lnTo>
                  <a:lnTo>
                    <a:pt x="419" y="1255"/>
                  </a:lnTo>
                  <a:lnTo>
                    <a:pt x="479" y="1106"/>
                  </a:lnTo>
                  <a:lnTo>
                    <a:pt x="554" y="986"/>
                  </a:lnTo>
                  <a:lnTo>
                    <a:pt x="613" y="852"/>
                  </a:lnTo>
                  <a:lnTo>
                    <a:pt x="763" y="642"/>
                  </a:lnTo>
                  <a:lnTo>
                    <a:pt x="912" y="478"/>
                  </a:lnTo>
                  <a:lnTo>
                    <a:pt x="1032" y="359"/>
                  </a:lnTo>
                  <a:lnTo>
                    <a:pt x="1151" y="269"/>
                  </a:lnTo>
                  <a:lnTo>
                    <a:pt x="1181" y="224"/>
                  </a:lnTo>
                  <a:lnTo>
                    <a:pt x="1211" y="164"/>
                  </a:lnTo>
                  <a:lnTo>
                    <a:pt x="1211" y="120"/>
                  </a:lnTo>
                  <a:lnTo>
                    <a:pt x="1181" y="60"/>
                  </a:lnTo>
                  <a:lnTo>
                    <a:pt x="1136" y="30"/>
                  </a:lnTo>
                  <a:lnTo>
                    <a:pt x="1091" y="0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4"/>
            <p:cNvSpPr/>
            <p:nvPr/>
          </p:nvSpPr>
          <p:spPr>
            <a:xfrm>
              <a:off x="6725972" y="1663875"/>
              <a:ext cx="29170" cy="11921"/>
            </a:xfrm>
            <a:custGeom>
              <a:avLst/>
              <a:gdLst/>
              <a:ahLst/>
              <a:cxnLst/>
              <a:rect l="l" t="t" r="r" b="b"/>
              <a:pathLst>
                <a:path w="1062" h="434" extrusionOk="0">
                  <a:moveTo>
                    <a:pt x="254" y="0"/>
                  </a:moveTo>
                  <a:lnTo>
                    <a:pt x="105" y="15"/>
                  </a:lnTo>
                  <a:lnTo>
                    <a:pt x="60" y="30"/>
                  </a:lnTo>
                  <a:lnTo>
                    <a:pt x="15" y="75"/>
                  </a:lnTo>
                  <a:lnTo>
                    <a:pt x="0" y="120"/>
                  </a:lnTo>
                  <a:lnTo>
                    <a:pt x="0" y="179"/>
                  </a:lnTo>
                  <a:lnTo>
                    <a:pt x="15" y="239"/>
                  </a:lnTo>
                  <a:lnTo>
                    <a:pt x="60" y="269"/>
                  </a:lnTo>
                  <a:lnTo>
                    <a:pt x="120" y="299"/>
                  </a:lnTo>
                  <a:lnTo>
                    <a:pt x="165" y="284"/>
                  </a:lnTo>
                  <a:lnTo>
                    <a:pt x="359" y="284"/>
                  </a:lnTo>
                  <a:lnTo>
                    <a:pt x="553" y="314"/>
                  </a:lnTo>
                  <a:lnTo>
                    <a:pt x="733" y="374"/>
                  </a:lnTo>
                  <a:lnTo>
                    <a:pt x="852" y="418"/>
                  </a:lnTo>
                  <a:lnTo>
                    <a:pt x="882" y="433"/>
                  </a:lnTo>
                  <a:lnTo>
                    <a:pt x="957" y="433"/>
                  </a:lnTo>
                  <a:lnTo>
                    <a:pt x="987" y="418"/>
                  </a:lnTo>
                  <a:lnTo>
                    <a:pt x="1016" y="389"/>
                  </a:lnTo>
                  <a:lnTo>
                    <a:pt x="1046" y="359"/>
                  </a:lnTo>
                  <a:lnTo>
                    <a:pt x="1061" y="299"/>
                  </a:lnTo>
                  <a:lnTo>
                    <a:pt x="1046" y="254"/>
                  </a:lnTo>
                  <a:lnTo>
                    <a:pt x="1016" y="194"/>
                  </a:lnTo>
                  <a:lnTo>
                    <a:pt x="972" y="164"/>
                  </a:lnTo>
                  <a:lnTo>
                    <a:pt x="882" y="135"/>
                  </a:lnTo>
                  <a:lnTo>
                    <a:pt x="673" y="60"/>
                  </a:lnTo>
                  <a:lnTo>
                    <a:pt x="538" y="15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4"/>
            <p:cNvSpPr/>
            <p:nvPr/>
          </p:nvSpPr>
          <p:spPr>
            <a:xfrm>
              <a:off x="6582761" y="1455403"/>
              <a:ext cx="382897" cy="381249"/>
            </a:xfrm>
            <a:custGeom>
              <a:avLst/>
              <a:gdLst/>
              <a:ahLst/>
              <a:cxnLst/>
              <a:rect l="l" t="t" r="r" b="b"/>
              <a:pathLst>
                <a:path w="13940" h="13880" extrusionOk="0">
                  <a:moveTo>
                    <a:pt x="7829" y="1"/>
                  </a:moveTo>
                  <a:lnTo>
                    <a:pt x="7321" y="16"/>
                  </a:lnTo>
                  <a:lnTo>
                    <a:pt x="6783" y="61"/>
                  </a:lnTo>
                  <a:lnTo>
                    <a:pt x="6201" y="150"/>
                  </a:lnTo>
                  <a:lnTo>
                    <a:pt x="5603" y="270"/>
                  </a:lnTo>
                  <a:lnTo>
                    <a:pt x="4961" y="419"/>
                  </a:lnTo>
                  <a:lnTo>
                    <a:pt x="4348" y="613"/>
                  </a:lnTo>
                  <a:lnTo>
                    <a:pt x="3780" y="793"/>
                  </a:lnTo>
                  <a:lnTo>
                    <a:pt x="3257" y="972"/>
                  </a:lnTo>
                  <a:lnTo>
                    <a:pt x="2794" y="1166"/>
                  </a:lnTo>
                  <a:lnTo>
                    <a:pt x="2376" y="1360"/>
                  </a:lnTo>
                  <a:lnTo>
                    <a:pt x="2002" y="1555"/>
                  </a:lnTo>
                  <a:lnTo>
                    <a:pt x="1674" y="1749"/>
                  </a:lnTo>
                  <a:lnTo>
                    <a:pt x="1375" y="1943"/>
                  </a:lnTo>
                  <a:lnTo>
                    <a:pt x="1121" y="2137"/>
                  </a:lnTo>
                  <a:lnTo>
                    <a:pt x="897" y="2331"/>
                  </a:lnTo>
                  <a:lnTo>
                    <a:pt x="718" y="2526"/>
                  </a:lnTo>
                  <a:lnTo>
                    <a:pt x="553" y="2720"/>
                  </a:lnTo>
                  <a:lnTo>
                    <a:pt x="419" y="2899"/>
                  </a:lnTo>
                  <a:lnTo>
                    <a:pt x="314" y="3093"/>
                  </a:lnTo>
                  <a:lnTo>
                    <a:pt x="240" y="3273"/>
                  </a:lnTo>
                  <a:lnTo>
                    <a:pt x="165" y="3452"/>
                  </a:lnTo>
                  <a:lnTo>
                    <a:pt x="90" y="3751"/>
                  </a:lnTo>
                  <a:lnTo>
                    <a:pt x="30" y="4020"/>
                  </a:lnTo>
                  <a:lnTo>
                    <a:pt x="1" y="4259"/>
                  </a:lnTo>
                  <a:lnTo>
                    <a:pt x="1" y="4483"/>
                  </a:lnTo>
                  <a:lnTo>
                    <a:pt x="16" y="4677"/>
                  </a:lnTo>
                  <a:lnTo>
                    <a:pt x="75" y="4856"/>
                  </a:lnTo>
                  <a:lnTo>
                    <a:pt x="135" y="4991"/>
                  </a:lnTo>
                  <a:lnTo>
                    <a:pt x="225" y="5110"/>
                  </a:lnTo>
                  <a:lnTo>
                    <a:pt x="389" y="5260"/>
                  </a:lnTo>
                  <a:lnTo>
                    <a:pt x="568" y="5424"/>
                  </a:lnTo>
                  <a:lnTo>
                    <a:pt x="777" y="5573"/>
                  </a:lnTo>
                  <a:lnTo>
                    <a:pt x="987" y="5738"/>
                  </a:lnTo>
                  <a:lnTo>
                    <a:pt x="1226" y="5887"/>
                  </a:lnTo>
                  <a:lnTo>
                    <a:pt x="1465" y="6051"/>
                  </a:lnTo>
                  <a:lnTo>
                    <a:pt x="1719" y="6186"/>
                  </a:lnTo>
                  <a:lnTo>
                    <a:pt x="1988" y="6335"/>
                  </a:lnTo>
                  <a:lnTo>
                    <a:pt x="2256" y="6470"/>
                  </a:lnTo>
                  <a:lnTo>
                    <a:pt x="2540" y="6589"/>
                  </a:lnTo>
                  <a:lnTo>
                    <a:pt x="2824" y="6694"/>
                  </a:lnTo>
                  <a:lnTo>
                    <a:pt x="3108" y="6783"/>
                  </a:lnTo>
                  <a:lnTo>
                    <a:pt x="3392" y="6858"/>
                  </a:lnTo>
                  <a:lnTo>
                    <a:pt x="3676" y="6903"/>
                  </a:lnTo>
                  <a:lnTo>
                    <a:pt x="3960" y="6948"/>
                  </a:lnTo>
                  <a:lnTo>
                    <a:pt x="4228" y="6948"/>
                  </a:lnTo>
                  <a:lnTo>
                    <a:pt x="4288" y="6873"/>
                  </a:lnTo>
                  <a:lnTo>
                    <a:pt x="4423" y="6694"/>
                  </a:lnTo>
                  <a:lnTo>
                    <a:pt x="4527" y="6574"/>
                  </a:lnTo>
                  <a:lnTo>
                    <a:pt x="4662" y="6455"/>
                  </a:lnTo>
                  <a:lnTo>
                    <a:pt x="4796" y="6320"/>
                  </a:lnTo>
                  <a:lnTo>
                    <a:pt x="4961" y="6201"/>
                  </a:lnTo>
                  <a:lnTo>
                    <a:pt x="5140" y="6096"/>
                  </a:lnTo>
                  <a:lnTo>
                    <a:pt x="5334" y="6007"/>
                  </a:lnTo>
                  <a:lnTo>
                    <a:pt x="5543" y="5947"/>
                  </a:lnTo>
                  <a:lnTo>
                    <a:pt x="5663" y="5932"/>
                  </a:lnTo>
                  <a:lnTo>
                    <a:pt x="5767" y="5917"/>
                  </a:lnTo>
                  <a:lnTo>
                    <a:pt x="5887" y="5932"/>
                  </a:lnTo>
                  <a:lnTo>
                    <a:pt x="6006" y="5932"/>
                  </a:lnTo>
                  <a:lnTo>
                    <a:pt x="6126" y="5962"/>
                  </a:lnTo>
                  <a:lnTo>
                    <a:pt x="6260" y="6007"/>
                  </a:lnTo>
                  <a:lnTo>
                    <a:pt x="6380" y="6051"/>
                  </a:lnTo>
                  <a:lnTo>
                    <a:pt x="6514" y="6111"/>
                  </a:lnTo>
                  <a:lnTo>
                    <a:pt x="6649" y="6201"/>
                  </a:lnTo>
                  <a:lnTo>
                    <a:pt x="6783" y="6290"/>
                  </a:lnTo>
                  <a:lnTo>
                    <a:pt x="6903" y="6410"/>
                  </a:lnTo>
                  <a:lnTo>
                    <a:pt x="7022" y="6515"/>
                  </a:lnTo>
                  <a:lnTo>
                    <a:pt x="7112" y="6649"/>
                  </a:lnTo>
                  <a:lnTo>
                    <a:pt x="7172" y="6783"/>
                  </a:lnTo>
                  <a:lnTo>
                    <a:pt x="7231" y="6918"/>
                  </a:lnTo>
                  <a:lnTo>
                    <a:pt x="7276" y="7052"/>
                  </a:lnTo>
                  <a:lnTo>
                    <a:pt x="7291" y="7202"/>
                  </a:lnTo>
                  <a:lnTo>
                    <a:pt x="7306" y="7351"/>
                  </a:lnTo>
                  <a:lnTo>
                    <a:pt x="7291" y="7501"/>
                  </a:lnTo>
                  <a:lnTo>
                    <a:pt x="7276" y="7650"/>
                  </a:lnTo>
                  <a:lnTo>
                    <a:pt x="7246" y="7799"/>
                  </a:lnTo>
                  <a:lnTo>
                    <a:pt x="7201" y="7964"/>
                  </a:lnTo>
                  <a:lnTo>
                    <a:pt x="7142" y="8113"/>
                  </a:lnTo>
                  <a:lnTo>
                    <a:pt x="7082" y="8262"/>
                  </a:lnTo>
                  <a:lnTo>
                    <a:pt x="7007" y="8412"/>
                  </a:lnTo>
                  <a:lnTo>
                    <a:pt x="6918" y="8546"/>
                  </a:lnTo>
                  <a:lnTo>
                    <a:pt x="6828" y="8696"/>
                  </a:lnTo>
                  <a:lnTo>
                    <a:pt x="6723" y="8830"/>
                  </a:lnTo>
                  <a:lnTo>
                    <a:pt x="6604" y="8950"/>
                  </a:lnTo>
                  <a:lnTo>
                    <a:pt x="6499" y="9069"/>
                  </a:lnTo>
                  <a:lnTo>
                    <a:pt x="6365" y="9189"/>
                  </a:lnTo>
                  <a:lnTo>
                    <a:pt x="6245" y="9293"/>
                  </a:lnTo>
                  <a:lnTo>
                    <a:pt x="6111" y="9383"/>
                  </a:lnTo>
                  <a:lnTo>
                    <a:pt x="5976" y="9473"/>
                  </a:lnTo>
                  <a:lnTo>
                    <a:pt x="5827" y="9547"/>
                  </a:lnTo>
                  <a:lnTo>
                    <a:pt x="5693" y="9607"/>
                  </a:lnTo>
                  <a:lnTo>
                    <a:pt x="5543" y="9667"/>
                  </a:lnTo>
                  <a:lnTo>
                    <a:pt x="5394" y="9697"/>
                  </a:lnTo>
                  <a:lnTo>
                    <a:pt x="5244" y="9727"/>
                  </a:lnTo>
                  <a:lnTo>
                    <a:pt x="4946" y="9727"/>
                  </a:lnTo>
                  <a:lnTo>
                    <a:pt x="4811" y="9697"/>
                  </a:lnTo>
                  <a:lnTo>
                    <a:pt x="4781" y="9786"/>
                  </a:lnTo>
                  <a:lnTo>
                    <a:pt x="4736" y="10010"/>
                  </a:lnTo>
                  <a:lnTo>
                    <a:pt x="4721" y="10175"/>
                  </a:lnTo>
                  <a:lnTo>
                    <a:pt x="4707" y="10369"/>
                  </a:lnTo>
                  <a:lnTo>
                    <a:pt x="4707" y="10593"/>
                  </a:lnTo>
                  <a:lnTo>
                    <a:pt x="4707" y="10817"/>
                  </a:lnTo>
                  <a:lnTo>
                    <a:pt x="4736" y="11071"/>
                  </a:lnTo>
                  <a:lnTo>
                    <a:pt x="4781" y="11340"/>
                  </a:lnTo>
                  <a:lnTo>
                    <a:pt x="4841" y="11624"/>
                  </a:lnTo>
                  <a:lnTo>
                    <a:pt x="4931" y="11908"/>
                  </a:lnTo>
                  <a:lnTo>
                    <a:pt x="5065" y="12206"/>
                  </a:lnTo>
                  <a:lnTo>
                    <a:pt x="5214" y="12505"/>
                  </a:lnTo>
                  <a:lnTo>
                    <a:pt x="5409" y="12804"/>
                  </a:lnTo>
                  <a:lnTo>
                    <a:pt x="5528" y="12939"/>
                  </a:lnTo>
                  <a:lnTo>
                    <a:pt x="5648" y="13088"/>
                  </a:lnTo>
                  <a:lnTo>
                    <a:pt x="5991" y="13252"/>
                  </a:lnTo>
                  <a:lnTo>
                    <a:pt x="6350" y="13402"/>
                  </a:lnTo>
                  <a:lnTo>
                    <a:pt x="6694" y="13521"/>
                  </a:lnTo>
                  <a:lnTo>
                    <a:pt x="7052" y="13626"/>
                  </a:lnTo>
                  <a:lnTo>
                    <a:pt x="7411" y="13715"/>
                  </a:lnTo>
                  <a:lnTo>
                    <a:pt x="7754" y="13775"/>
                  </a:lnTo>
                  <a:lnTo>
                    <a:pt x="8113" y="13820"/>
                  </a:lnTo>
                  <a:lnTo>
                    <a:pt x="8471" y="13865"/>
                  </a:lnTo>
                  <a:lnTo>
                    <a:pt x="8815" y="13880"/>
                  </a:lnTo>
                  <a:lnTo>
                    <a:pt x="9502" y="13880"/>
                  </a:lnTo>
                  <a:lnTo>
                    <a:pt x="9846" y="13865"/>
                  </a:lnTo>
                  <a:lnTo>
                    <a:pt x="10174" y="13835"/>
                  </a:lnTo>
                  <a:lnTo>
                    <a:pt x="10488" y="13790"/>
                  </a:lnTo>
                  <a:lnTo>
                    <a:pt x="11101" y="13700"/>
                  </a:lnTo>
                  <a:lnTo>
                    <a:pt x="11668" y="13581"/>
                  </a:lnTo>
                  <a:lnTo>
                    <a:pt x="12191" y="13446"/>
                  </a:lnTo>
                  <a:lnTo>
                    <a:pt x="12654" y="13312"/>
                  </a:lnTo>
                  <a:lnTo>
                    <a:pt x="13058" y="13178"/>
                  </a:lnTo>
                  <a:lnTo>
                    <a:pt x="13372" y="13058"/>
                  </a:lnTo>
                  <a:lnTo>
                    <a:pt x="13611" y="12968"/>
                  </a:lnTo>
                  <a:lnTo>
                    <a:pt x="13820" y="12879"/>
                  </a:lnTo>
                  <a:lnTo>
                    <a:pt x="13879" y="12341"/>
                  </a:lnTo>
                  <a:lnTo>
                    <a:pt x="13909" y="11803"/>
                  </a:lnTo>
                  <a:lnTo>
                    <a:pt x="13939" y="11280"/>
                  </a:lnTo>
                  <a:lnTo>
                    <a:pt x="13939" y="10772"/>
                  </a:lnTo>
                  <a:lnTo>
                    <a:pt x="13939" y="10264"/>
                  </a:lnTo>
                  <a:lnTo>
                    <a:pt x="13909" y="9801"/>
                  </a:lnTo>
                  <a:lnTo>
                    <a:pt x="13879" y="9353"/>
                  </a:lnTo>
                  <a:lnTo>
                    <a:pt x="13850" y="8935"/>
                  </a:lnTo>
                  <a:lnTo>
                    <a:pt x="13760" y="8188"/>
                  </a:lnTo>
                  <a:lnTo>
                    <a:pt x="13670" y="7620"/>
                  </a:lnTo>
                  <a:lnTo>
                    <a:pt x="13611" y="7232"/>
                  </a:lnTo>
                  <a:lnTo>
                    <a:pt x="13566" y="7052"/>
                  </a:lnTo>
                  <a:lnTo>
                    <a:pt x="13491" y="6365"/>
                  </a:lnTo>
                  <a:lnTo>
                    <a:pt x="13372" y="5663"/>
                  </a:lnTo>
                  <a:lnTo>
                    <a:pt x="13312" y="5304"/>
                  </a:lnTo>
                  <a:lnTo>
                    <a:pt x="13222" y="4961"/>
                  </a:lnTo>
                  <a:lnTo>
                    <a:pt x="13147" y="4602"/>
                  </a:lnTo>
                  <a:lnTo>
                    <a:pt x="13043" y="4244"/>
                  </a:lnTo>
                  <a:lnTo>
                    <a:pt x="12923" y="3900"/>
                  </a:lnTo>
                  <a:lnTo>
                    <a:pt x="12804" y="3556"/>
                  </a:lnTo>
                  <a:lnTo>
                    <a:pt x="12669" y="3213"/>
                  </a:lnTo>
                  <a:lnTo>
                    <a:pt x="12520" y="2884"/>
                  </a:lnTo>
                  <a:lnTo>
                    <a:pt x="12341" y="2570"/>
                  </a:lnTo>
                  <a:lnTo>
                    <a:pt x="12161" y="2257"/>
                  </a:lnTo>
                  <a:lnTo>
                    <a:pt x="11952" y="1973"/>
                  </a:lnTo>
                  <a:lnTo>
                    <a:pt x="11728" y="1689"/>
                  </a:lnTo>
                  <a:lnTo>
                    <a:pt x="11489" y="1420"/>
                  </a:lnTo>
                  <a:lnTo>
                    <a:pt x="11235" y="1181"/>
                  </a:lnTo>
                  <a:lnTo>
                    <a:pt x="10951" y="942"/>
                  </a:lnTo>
                  <a:lnTo>
                    <a:pt x="10653" y="748"/>
                  </a:lnTo>
                  <a:lnTo>
                    <a:pt x="10324" y="554"/>
                  </a:lnTo>
                  <a:lnTo>
                    <a:pt x="9965" y="404"/>
                  </a:lnTo>
                  <a:lnTo>
                    <a:pt x="9592" y="255"/>
                  </a:lnTo>
                  <a:lnTo>
                    <a:pt x="9188" y="150"/>
                  </a:lnTo>
                  <a:lnTo>
                    <a:pt x="8770" y="76"/>
                  </a:lnTo>
                  <a:lnTo>
                    <a:pt x="8307" y="16"/>
                  </a:lnTo>
                  <a:lnTo>
                    <a:pt x="782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4"/>
            <p:cNvSpPr/>
            <p:nvPr/>
          </p:nvSpPr>
          <p:spPr>
            <a:xfrm>
              <a:off x="6708751" y="1555958"/>
              <a:ext cx="361527" cy="400531"/>
            </a:xfrm>
            <a:custGeom>
              <a:avLst/>
              <a:gdLst/>
              <a:ahLst/>
              <a:cxnLst/>
              <a:rect l="l" t="t" r="r" b="b"/>
              <a:pathLst>
                <a:path w="13162" h="14582" extrusionOk="0">
                  <a:moveTo>
                    <a:pt x="8262" y="0"/>
                  </a:moveTo>
                  <a:lnTo>
                    <a:pt x="8157" y="254"/>
                  </a:lnTo>
                  <a:lnTo>
                    <a:pt x="8023" y="553"/>
                  </a:lnTo>
                  <a:lnTo>
                    <a:pt x="7843" y="941"/>
                  </a:lnTo>
                  <a:lnTo>
                    <a:pt x="7589" y="1389"/>
                  </a:lnTo>
                  <a:lnTo>
                    <a:pt x="7276" y="1897"/>
                  </a:lnTo>
                  <a:lnTo>
                    <a:pt x="7096" y="2166"/>
                  </a:lnTo>
                  <a:lnTo>
                    <a:pt x="6902" y="2450"/>
                  </a:lnTo>
                  <a:lnTo>
                    <a:pt x="6693" y="2719"/>
                  </a:lnTo>
                  <a:lnTo>
                    <a:pt x="6469" y="3003"/>
                  </a:lnTo>
                  <a:lnTo>
                    <a:pt x="6215" y="3287"/>
                  </a:lnTo>
                  <a:lnTo>
                    <a:pt x="5946" y="3571"/>
                  </a:lnTo>
                  <a:lnTo>
                    <a:pt x="5677" y="3840"/>
                  </a:lnTo>
                  <a:lnTo>
                    <a:pt x="5363" y="4108"/>
                  </a:lnTo>
                  <a:lnTo>
                    <a:pt x="5050" y="4377"/>
                  </a:lnTo>
                  <a:lnTo>
                    <a:pt x="4706" y="4631"/>
                  </a:lnTo>
                  <a:lnTo>
                    <a:pt x="4347" y="4855"/>
                  </a:lnTo>
                  <a:lnTo>
                    <a:pt x="3974" y="5080"/>
                  </a:lnTo>
                  <a:lnTo>
                    <a:pt x="3586" y="5289"/>
                  </a:lnTo>
                  <a:lnTo>
                    <a:pt x="3167" y="5468"/>
                  </a:lnTo>
                  <a:lnTo>
                    <a:pt x="2719" y="5632"/>
                  </a:lnTo>
                  <a:lnTo>
                    <a:pt x="2271" y="5767"/>
                  </a:lnTo>
                  <a:lnTo>
                    <a:pt x="1793" y="5886"/>
                  </a:lnTo>
                  <a:lnTo>
                    <a:pt x="1285" y="5961"/>
                  </a:lnTo>
                  <a:lnTo>
                    <a:pt x="762" y="6021"/>
                  </a:lnTo>
                  <a:lnTo>
                    <a:pt x="224" y="6036"/>
                  </a:lnTo>
                  <a:lnTo>
                    <a:pt x="179" y="6155"/>
                  </a:lnTo>
                  <a:lnTo>
                    <a:pt x="105" y="6499"/>
                  </a:lnTo>
                  <a:lnTo>
                    <a:pt x="60" y="6723"/>
                  </a:lnTo>
                  <a:lnTo>
                    <a:pt x="30" y="6992"/>
                  </a:lnTo>
                  <a:lnTo>
                    <a:pt x="0" y="7291"/>
                  </a:lnTo>
                  <a:lnTo>
                    <a:pt x="0" y="7604"/>
                  </a:lnTo>
                  <a:lnTo>
                    <a:pt x="15" y="7933"/>
                  </a:lnTo>
                  <a:lnTo>
                    <a:pt x="75" y="8292"/>
                  </a:lnTo>
                  <a:lnTo>
                    <a:pt x="105" y="8456"/>
                  </a:lnTo>
                  <a:lnTo>
                    <a:pt x="149" y="8635"/>
                  </a:lnTo>
                  <a:lnTo>
                    <a:pt x="209" y="8814"/>
                  </a:lnTo>
                  <a:lnTo>
                    <a:pt x="269" y="8994"/>
                  </a:lnTo>
                  <a:lnTo>
                    <a:pt x="344" y="9158"/>
                  </a:lnTo>
                  <a:lnTo>
                    <a:pt x="433" y="9337"/>
                  </a:lnTo>
                  <a:lnTo>
                    <a:pt x="538" y="9502"/>
                  </a:lnTo>
                  <a:lnTo>
                    <a:pt x="657" y="9666"/>
                  </a:lnTo>
                  <a:lnTo>
                    <a:pt x="792" y="9830"/>
                  </a:lnTo>
                  <a:lnTo>
                    <a:pt x="926" y="9980"/>
                  </a:lnTo>
                  <a:lnTo>
                    <a:pt x="1091" y="10129"/>
                  </a:lnTo>
                  <a:lnTo>
                    <a:pt x="1270" y="10264"/>
                  </a:lnTo>
                  <a:lnTo>
                    <a:pt x="1927" y="10757"/>
                  </a:lnTo>
                  <a:lnTo>
                    <a:pt x="2540" y="11190"/>
                  </a:lnTo>
                  <a:lnTo>
                    <a:pt x="2824" y="11414"/>
                  </a:lnTo>
                  <a:lnTo>
                    <a:pt x="3078" y="11638"/>
                  </a:lnTo>
                  <a:lnTo>
                    <a:pt x="3332" y="11862"/>
                  </a:lnTo>
                  <a:lnTo>
                    <a:pt x="3541" y="12086"/>
                  </a:lnTo>
                  <a:lnTo>
                    <a:pt x="3750" y="12325"/>
                  </a:lnTo>
                  <a:lnTo>
                    <a:pt x="3914" y="12579"/>
                  </a:lnTo>
                  <a:lnTo>
                    <a:pt x="4064" y="12848"/>
                  </a:lnTo>
                  <a:lnTo>
                    <a:pt x="4183" y="13147"/>
                  </a:lnTo>
                  <a:lnTo>
                    <a:pt x="4243" y="13296"/>
                  </a:lnTo>
                  <a:lnTo>
                    <a:pt x="4273" y="13461"/>
                  </a:lnTo>
                  <a:lnTo>
                    <a:pt x="4318" y="13625"/>
                  </a:lnTo>
                  <a:lnTo>
                    <a:pt x="4333" y="13804"/>
                  </a:lnTo>
                  <a:lnTo>
                    <a:pt x="4347" y="13983"/>
                  </a:lnTo>
                  <a:lnTo>
                    <a:pt x="4362" y="14178"/>
                  </a:lnTo>
                  <a:lnTo>
                    <a:pt x="4347" y="14581"/>
                  </a:lnTo>
                  <a:lnTo>
                    <a:pt x="4347" y="14581"/>
                  </a:lnTo>
                  <a:lnTo>
                    <a:pt x="5020" y="14521"/>
                  </a:lnTo>
                  <a:lnTo>
                    <a:pt x="5662" y="14432"/>
                  </a:lnTo>
                  <a:lnTo>
                    <a:pt x="6319" y="14327"/>
                  </a:lnTo>
                  <a:lnTo>
                    <a:pt x="6947" y="14193"/>
                  </a:lnTo>
                  <a:lnTo>
                    <a:pt x="7574" y="14043"/>
                  </a:lnTo>
                  <a:lnTo>
                    <a:pt x="8187" y="13894"/>
                  </a:lnTo>
                  <a:lnTo>
                    <a:pt x="8770" y="13715"/>
                  </a:lnTo>
                  <a:lnTo>
                    <a:pt x="9352" y="13520"/>
                  </a:lnTo>
                  <a:lnTo>
                    <a:pt x="9905" y="13311"/>
                  </a:lnTo>
                  <a:lnTo>
                    <a:pt x="10443" y="13072"/>
                  </a:lnTo>
                  <a:lnTo>
                    <a:pt x="10966" y="12833"/>
                  </a:lnTo>
                  <a:lnTo>
                    <a:pt x="11459" y="12579"/>
                  </a:lnTo>
                  <a:lnTo>
                    <a:pt x="11922" y="12310"/>
                  </a:lnTo>
                  <a:lnTo>
                    <a:pt x="12370" y="12026"/>
                  </a:lnTo>
                  <a:lnTo>
                    <a:pt x="12773" y="11743"/>
                  </a:lnTo>
                  <a:lnTo>
                    <a:pt x="13162" y="11429"/>
                  </a:lnTo>
                  <a:lnTo>
                    <a:pt x="13132" y="11339"/>
                  </a:lnTo>
                  <a:lnTo>
                    <a:pt x="13072" y="11235"/>
                  </a:lnTo>
                  <a:lnTo>
                    <a:pt x="12923" y="11025"/>
                  </a:lnTo>
                  <a:lnTo>
                    <a:pt x="12729" y="10771"/>
                  </a:lnTo>
                  <a:lnTo>
                    <a:pt x="12490" y="10473"/>
                  </a:lnTo>
                  <a:lnTo>
                    <a:pt x="11892" y="9771"/>
                  </a:lnTo>
                  <a:lnTo>
                    <a:pt x="11563" y="9352"/>
                  </a:lnTo>
                  <a:lnTo>
                    <a:pt x="11220" y="8874"/>
                  </a:lnTo>
                  <a:lnTo>
                    <a:pt x="10981" y="8516"/>
                  </a:lnTo>
                  <a:lnTo>
                    <a:pt x="10771" y="8172"/>
                  </a:lnTo>
                  <a:lnTo>
                    <a:pt x="10562" y="7798"/>
                  </a:lnTo>
                  <a:lnTo>
                    <a:pt x="10368" y="7440"/>
                  </a:lnTo>
                  <a:lnTo>
                    <a:pt x="10174" y="7066"/>
                  </a:lnTo>
                  <a:lnTo>
                    <a:pt x="9995" y="6693"/>
                  </a:lnTo>
                  <a:lnTo>
                    <a:pt x="9830" y="6319"/>
                  </a:lnTo>
                  <a:lnTo>
                    <a:pt x="9681" y="5946"/>
                  </a:lnTo>
                  <a:lnTo>
                    <a:pt x="9412" y="5199"/>
                  </a:lnTo>
                  <a:lnTo>
                    <a:pt x="9173" y="4452"/>
                  </a:lnTo>
                  <a:lnTo>
                    <a:pt x="8964" y="3750"/>
                  </a:lnTo>
                  <a:lnTo>
                    <a:pt x="8785" y="3063"/>
                  </a:lnTo>
                  <a:lnTo>
                    <a:pt x="8650" y="2420"/>
                  </a:lnTo>
                  <a:lnTo>
                    <a:pt x="8531" y="1838"/>
                  </a:lnTo>
                  <a:lnTo>
                    <a:pt x="8441" y="1315"/>
                  </a:lnTo>
                  <a:lnTo>
                    <a:pt x="8366" y="867"/>
                  </a:lnTo>
                  <a:lnTo>
                    <a:pt x="8277" y="224"/>
                  </a:lnTo>
                  <a:lnTo>
                    <a:pt x="826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4"/>
            <p:cNvSpPr/>
            <p:nvPr/>
          </p:nvSpPr>
          <p:spPr>
            <a:xfrm>
              <a:off x="6711607" y="1706530"/>
              <a:ext cx="25050" cy="25078"/>
            </a:xfrm>
            <a:custGeom>
              <a:avLst/>
              <a:gdLst/>
              <a:ahLst/>
              <a:cxnLst/>
              <a:rect l="l" t="t" r="r" b="b"/>
              <a:pathLst>
                <a:path w="912" h="913" extrusionOk="0">
                  <a:moveTo>
                    <a:pt x="449" y="1"/>
                  </a:moveTo>
                  <a:lnTo>
                    <a:pt x="359" y="16"/>
                  </a:lnTo>
                  <a:lnTo>
                    <a:pt x="284" y="31"/>
                  </a:lnTo>
                  <a:lnTo>
                    <a:pt x="195" y="76"/>
                  </a:lnTo>
                  <a:lnTo>
                    <a:pt x="135" y="135"/>
                  </a:lnTo>
                  <a:lnTo>
                    <a:pt x="75" y="210"/>
                  </a:lnTo>
                  <a:lnTo>
                    <a:pt x="30" y="285"/>
                  </a:lnTo>
                  <a:lnTo>
                    <a:pt x="1" y="359"/>
                  </a:lnTo>
                  <a:lnTo>
                    <a:pt x="1" y="464"/>
                  </a:lnTo>
                  <a:lnTo>
                    <a:pt x="1" y="554"/>
                  </a:lnTo>
                  <a:lnTo>
                    <a:pt x="30" y="643"/>
                  </a:lnTo>
                  <a:lnTo>
                    <a:pt x="75" y="718"/>
                  </a:lnTo>
                  <a:lnTo>
                    <a:pt x="135" y="778"/>
                  </a:lnTo>
                  <a:lnTo>
                    <a:pt x="195" y="837"/>
                  </a:lnTo>
                  <a:lnTo>
                    <a:pt x="284" y="882"/>
                  </a:lnTo>
                  <a:lnTo>
                    <a:pt x="359" y="912"/>
                  </a:lnTo>
                  <a:lnTo>
                    <a:pt x="553" y="912"/>
                  </a:lnTo>
                  <a:lnTo>
                    <a:pt x="628" y="882"/>
                  </a:lnTo>
                  <a:lnTo>
                    <a:pt x="718" y="837"/>
                  </a:lnTo>
                  <a:lnTo>
                    <a:pt x="777" y="778"/>
                  </a:lnTo>
                  <a:lnTo>
                    <a:pt x="837" y="718"/>
                  </a:lnTo>
                  <a:lnTo>
                    <a:pt x="882" y="643"/>
                  </a:lnTo>
                  <a:lnTo>
                    <a:pt x="912" y="554"/>
                  </a:lnTo>
                  <a:lnTo>
                    <a:pt x="912" y="464"/>
                  </a:lnTo>
                  <a:lnTo>
                    <a:pt x="912" y="359"/>
                  </a:lnTo>
                  <a:lnTo>
                    <a:pt x="882" y="285"/>
                  </a:lnTo>
                  <a:lnTo>
                    <a:pt x="837" y="210"/>
                  </a:lnTo>
                  <a:lnTo>
                    <a:pt x="777" y="135"/>
                  </a:lnTo>
                  <a:lnTo>
                    <a:pt x="718" y="76"/>
                  </a:lnTo>
                  <a:lnTo>
                    <a:pt x="628" y="31"/>
                  </a:lnTo>
                  <a:lnTo>
                    <a:pt x="553" y="16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4"/>
            <p:cNvSpPr/>
            <p:nvPr/>
          </p:nvSpPr>
          <p:spPr>
            <a:xfrm>
              <a:off x="6385386" y="1930163"/>
              <a:ext cx="750989" cy="741952"/>
            </a:xfrm>
            <a:custGeom>
              <a:avLst/>
              <a:gdLst/>
              <a:ahLst/>
              <a:cxnLst/>
              <a:rect l="l" t="t" r="r" b="b"/>
              <a:pathLst>
                <a:path w="27341" h="27012" extrusionOk="0">
                  <a:moveTo>
                    <a:pt x="21140" y="1"/>
                  </a:moveTo>
                  <a:lnTo>
                    <a:pt x="20811" y="61"/>
                  </a:lnTo>
                  <a:lnTo>
                    <a:pt x="20483" y="135"/>
                  </a:lnTo>
                  <a:lnTo>
                    <a:pt x="20154" y="255"/>
                  </a:lnTo>
                  <a:lnTo>
                    <a:pt x="19840" y="404"/>
                  </a:lnTo>
                  <a:lnTo>
                    <a:pt x="19557" y="569"/>
                  </a:lnTo>
                  <a:lnTo>
                    <a:pt x="19288" y="778"/>
                  </a:lnTo>
                  <a:lnTo>
                    <a:pt x="19034" y="1002"/>
                  </a:lnTo>
                  <a:lnTo>
                    <a:pt x="18810" y="1241"/>
                  </a:lnTo>
                  <a:lnTo>
                    <a:pt x="18615" y="1510"/>
                  </a:lnTo>
                  <a:lnTo>
                    <a:pt x="18451" y="1779"/>
                  </a:lnTo>
                  <a:lnTo>
                    <a:pt x="18317" y="2078"/>
                  </a:lnTo>
                  <a:lnTo>
                    <a:pt x="18197" y="2391"/>
                  </a:lnTo>
                  <a:lnTo>
                    <a:pt x="18122" y="2705"/>
                  </a:lnTo>
                  <a:lnTo>
                    <a:pt x="18063" y="3019"/>
                  </a:lnTo>
                  <a:lnTo>
                    <a:pt x="18048" y="3347"/>
                  </a:lnTo>
                  <a:lnTo>
                    <a:pt x="18063" y="3691"/>
                  </a:lnTo>
                  <a:lnTo>
                    <a:pt x="18107" y="4020"/>
                  </a:lnTo>
                  <a:lnTo>
                    <a:pt x="18182" y="4348"/>
                  </a:lnTo>
                  <a:lnTo>
                    <a:pt x="18302" y="4677"/>
                  </a:lnTo>
                  <a:lnTo>
                    <a:pt x="18346" y="4782"/>
                  </a:lnTo>
                  <a:lnTo>
                    <a:pt x="18436" y="4991"/>
                  </a:lnTo>
                  <a:lnTo>
                    <a:pt x="18526" y="5245"/>
                  </a:lnTo>
                  <a:lnTo>
                    <a:pt x="18735" y="5783"/>
                  </a:lnTo>
                  <a:lnTo>
                    <a:pt x="18929" y="6335"/>
                  </a:lnTo>
                  <a:lnTo>
                    <a:pt x="19108" y="6903"/>
                  </a:lnTo>
                  <a:lnTo>
                    <a:pt x="19273" y="7471"/>
                  </a:lnTo>
                  <a:lnTo>
                    <a:pt x="19437" y="8038"/>
                  </a:lnTo>
                  <a:lnTo>
                    <a:pt x="19601" y="8606"/>
                  </a:lnTo>
                  <a:lnTo>
                    <a:pt x="19736" y="9174"/>
                  </a:lnTo>
                  <a:lnTo>
                    <a:pt x="19870" y="9741"/>
                  </a:lnTo>
                  <a:lnTo>
                    <a:pt x="19990" y="10324"/>
                  </a:lnTo>
                  <a:lnTo>
                    <a:pt x="20109" y="10892"/>
                  </a:lnTo>
                  <a:lnTo>
                    <a:pt x="20199" y="11474"/>
                  </a:lnTo>
                  <a:lnTo>
                    <a:pt x="20289" y="12042"/>
                  </a:lnTo>
                  <a:lnTo>
                    <a:pt x="20363" y="12625"/>
                  </a:lnTo>
                  <a:lnTo>
                    <a:pt x="20423" y="13193"/>
                  </a:lnTo>
                  <a:lnTo>
                    <a:pt x="20483" y="13760"/>
                  </a:lnTo>
                  <a:lnTo>
                    <a:pt x="20513" y="14328"/>
                  </a:lnTo>
                  <a:lnTo>
                    <a:pt x="20543" y="14896"/>
                  </a:lnTo>
                  <a:lnTo>
                    <a:pt x="20543" y="15448"/>
                  </a:lnTo>
                  <a:lnTo>
                    <a:pt x="20528" y="16001"/>
                  </a:lnTo>
                  <a:lnTo>
                    <a:pt x="20513" y="16554"/>
                  </a:lnTo>
                  <a:lnTo>
                    <a:pt x="20468" y="17107"/>
                  </a:lnTo>
                  <a:lnTo>
                    <a:pt x="20408" y="17644"/>
                  </a:lnTo>
                  <a:lnTo>
                    <a:pt x="20348" y="18167"/>
                  </a:lnTo>
                  <a:lnTo>
                    <a:pt x="20259" y="18660"/>
                  </a:lnTo>
                  <a:lnTo>
                    <a:pt x="20154" y="19138"/>
                  </a:lnTo>
                  <a:lnTo>
                    <a:pt x="20035" y="19617"/>
                  </a:lnTo>
                  <a:lnTo>
                    <a:pt x="19900" y="20080"/>
                  </a:lnTo>
                  <a:lnTo>
                    <a:pt x="19870" y="20199"/>
                  </a:lnTo>
                  <a:lnTo>
                    <a:pt x="19766" y="20513"/>
                  </a:lnTo>
                  <a:lnTo>
                    <a:pt x="19766" y="20528"/>
                  </a:lnTo>
                  <a:lnTo>
                    <a:pt x="16867" y="20916"/>
                  </a:lnTo>
                  <a:lnTo>
                    <a:pt x="14343" y="21230"/>
                  </a:lnTo>
                  <a:lnTo>
                    <a:pt x="11833" y="21559"/>
                  </a:lnTo>
                  <a:lnTo>
                    <a:pt x="9323" y="21857"/>
                  </a:lnTo>
                  <a:lnTo>
                    <a:pt x="6813" y="22156"/>
                  </a:lnTo>
                  <a:lnTo>
                    <a:pt x="4303" y="22425"/>
                  </a:lnTo>
                  <a:lnTo>
                    <a:pt x="1793" y="22679"/>
                  </a:lnTo>
                  <a:lnTo>
                    <a:pt x="1614" y="22709"/>
                  </a:lnTo>
                  <a:lnTo>
                    <a:pt x="1435" y="22754"/>
                  </a:lnTo>
                  <a:lnTo>
                    <a:pt x="1270" y="22814"/>
                  </a:lnTo>
                  <a:lnTo>
                    <a:pt x="1106" y="22873"/>
                  </a:lnTo>
                  <a:lnTo>
                    <a:pt x="957" y="22963"/>
                  </a:lnTo>
                  <a:lnTo>
                    <a:pt x="822" y="23053"/>
                  </a:lnTo>
                  <a:lnTo>
                    <a:pt x="688" y="23157"/>
                  </a:lnTo>
                  <a:lnTo>
                    <a:pt x="553" y="23277"/>
                  </a:lnTo>
                  <a:lnTo>
                    <a:pt x="449" y="23411"/>
                  </a:lnTo>
                  <a:lnTo>
                    <a:pt x="344" y="23546"/>
                  </a:lnTo>
                  <a:lnTo>
                    <a:pt x="255" y="23695"/>
                  </a:lnTo>
                  <a:lnTo>
                    <a:pt x="180" y="23859"/>
                  </a:lnTo>
                  <a:lnTo>
                    <a:pt x="105" y="24024"/>
                  </a:lnTo>
                  <a:lnTo>
                    <a:pt x="60" y="24188"/>
                  </a:lnTo>
                  <a:lnTo>
                    <a:pt x="30" y="24367"/>
                  </a:lnTo>
                  <a:lnTo>
                    <a:pt x="16" y="24547"/>
                  </a:lnTo>
                  <a:lnTo>
                    <a:pt x="1" y="24920"/>
                  </a:lnTo>
                  <a:lnTo>
                    <a:pt x="1" y="25219"/>
                  </a:lnTo>
                  <a:lnTo>
                    <a:pt x="30" y="25473"/>
                  </a:lnTo>
                  <a:lnTo>
                    <a:pt x="45" y="25562"/>
                  </a:lnTo>
                  <a:lnTo>
                    <a:pt x="75" y="25652"/>
                  </a:lnTo>
                  <a:lnTo>
                    <a:pt x="105" y="25727"/>
                  </a:lnTo>
                  <a:lnTo>
                    <a:pt x="150" y="25801"/>
                  </a:lnTo>
                  <a:lnTo>
                    <a:pt x="195" y="25846"/>
                  </a:lnTo>
                  <a:lnTo>
                    <a:pt x="255" y="25891"/>
                  </a:lnTo>
                  <a:lnTo>
                    <a:pt x="314" y="25936"/>
                  </a:lnTo>
                  <a:lnTo>
                    <a:pt x="389" y="25966"/>
                  </a:lnTo>
                  <a:lnTo>
                    <a:pt x="568" y="26011"/>
                  </a:lnTo>
                  <a:lnTo>
                    <a:pt x="1211" y="26041"/>
                  </a:lnTo>
                  <a:lnTo>
                    <a:pt x="1898" y="26085"/>
                  </a:lnTo>
                  <a:lnTo>
                    <a:pt x="3332" y="26205"/>
                  </a:lnTo>
                  <a:lnTo>
                    <a:pt x="4826" y="26339"/>
                  </a:lnTo>
                  <a:lnTo>
                    <a:pt x="6350" y="26489"/>
                  </a:lnTo>
                  <a:lnTo>
                    <a:pt x="7874" y="26638"/>
                  </a:lnTo>
                  <a:lnTo>
                    <a:pt x="9353" y="26758"/>
                  </a:lnTo>
                  <a:lnTo>
                    <a:pt x="10787" y="26847"/>
                  </a:lnTo>
                  <a:lnTo>
                    <a:pt x="11459" y="26877"/>
                  </a:lnTo>
                  <a:lnTo>
                    <a:pt x="12117" y="26907"/>
                  </a:lnTo>
                  <a:lnTo>
                    <a:pt x="14671" y="26937"/>
                  </a:lnTo>
                  <a:lnTo>
                    <a:pt x="17226" y="26967"/>
                  </a:lnTo>
                  <a:lnTo>
                    <a:pt x="19781" y="26997"/>
                  </a:lnTo>
                  <a:lnTo>
                    <a:pt x="22335" y="27012"/>
                  </a:lnTo>
                  <a:lnTo>
                    <a:pt x="22530" y="26997"/>
                  </a:lnTo>
                  <a:lnTo>
                    <a:pt x="22724" y="26982"/>
                  </a:lnTo>
                  <a:lnTo>
                    <a:pt x="22918" y="26952"/>
                  </a:lnTo>
                  <a:lnTo>
                    <a:pt x="23097" y="26907"/>
                  </a:lnTo>
                  <a:lnTo>
                    <a:pt x="23291" y="26847"/>
                  </a:lnTo>
                  <a:lnTo>
                    <a:pt x="23471" y="26787"/>
                  </a:lnTo>
                  <a:lnTo>
                    <a:pt x="23650" y="26713"/>
                  </a:lnTo>
                  <a:lnTo>
                    <a:pt x="23814" y="26623"/>
                  </a:lnTo>
                  <a:lnTo>
                    <a:pt x="23979" y="26519"/>
                  </a:lnTo>
                  <a:lnTo>
                    <a:pt x="24143" y="26399"/>
                  </a:lnTo>
                  <a:lnTo>
                    <a:pt x="24292" y="26280"/>
                  </a:lnTo>
                  <a:lnTo>
                    <a:pt x="24442" y="26145"/>
                  </a:lnTo>
                  <a:lnTo>
                    <a:pt x="24576" y="25996"/>
                  </a:lnTo>
                  <a:lnTo>
                    <a:pt x="24711" y="25846"/>
                  </a:lnTo>
                  <a:lnTo>
                    <a:pt x="24830" y="25682"/>
                  </a:lnTo>
                  <a:lnTo>
                    <a:pt x="24935" y="25503"/>
                  </a:lnTo>
                  <a:lnTo>
                    <a:pt x="25099" y="25219"/>
                  </a:lnTo>
                  <a:lnTo>
                    <a:pt x="25458" y="24487"/>
                  </a:lnTo>
                  <a:lnTo>
                    <a:pt x="25637" y="24113"/>
                  </a:lnTo>
                  <a:lnTo>
                    <a:pt x="25786" y="23755"/>
                  </a:lnTo>
                  <a:lnTo>
                    <a:pt x="26085" y="23008"/>
                  </a:lnTo>
                  <a:lnTo>
                    <a:pt x="26220" y="22634"/>
                  </a:lnTo>
                  <a:lnTo>
                    <a:pt x="26339" y="22246"/>
                  </a:lnTo>
                  <a:lnTo>
                    <a:pt x="26563" y="21499"/>
                  </a:lnTo>
                  <a:lnTo>
                    <a:pt x="26757" y="20737"/>
                  </a:lnTo>
                  <a:lnTo>
                    <a:pt x="26922" y="19975"/>
                  </a:lnTo>
                  <a:lnTo>
                    <a:pt x="27056" y="19213"/>
                  </a:lnTo>
                  <a:lnTo>
                    <a:pt x="27161" y="18451"/>
                  </a:lnTo>
                  <a:lnTo>
                    <a:pt x="27236" y="17704"/>
                  </a:lnTo>
                  <a:lnTo>
                    <a:pt x="27295" y="16957"/>
                  </a:lnTo>
                  <a:lnTo>
                    <a:pt x="27325" y="16195"/>
                  </a:lnTo>
                  <a:lnTo>
                    <a:pt x="27340" y="15463"/>
                  </a:lnTo>
                  <a:lnTo>
                    <a:pt x="27325" y="14716"/>
                  </a:lnTo>
                  <a:lnTo>
                    <a:pt x="27295" y="13984"/>
                  </a:lnTo>
                  <a:lnTo>
                    <a:pt x="27250" y="13252"/>
                  </a:lnTo>
                  <a:lnTo>
                    <a:pt x="27191" y="12535"/>
                  </a:lnTo>
                  <a:lnTo>
                    <a:pt x="27116" y="11803"/>
                  </a:lnTo>
                  <a:lnTo>
                    <a:pt x="27011" y="11086"/>
                  </a:lnTo>
                  <a:lnTo>
                    <a:pt x="26907" y="10384"/>
                  </a:lnTo>
                  <a:lnTo>
                    <a:pt x="26787" y="9682"/>
                  </a:lnTo>
                  <a:lnTo>
                    <a:pt x="26653" y="8980"/>
                  </a:lnTo>
                  <a:lnTo>
                    <a:pt x="26503" y="8277"/>
                  </a:lnTo>
                  <a:lnTo>
                    <a:pt x="26339" y="7590"/>
                  </a:lnTo>
                  <a:lnTo>
                    <a:pt x="26175" y="6888"/>
                  </a:lnTo>
                  <a:lnTo>
                    <a:pt x="25981" y="6216"/>
                  </a:lnTo>
                  <a:lnTo>
                    <a:pt x="25786" y="5529"/>
                  </a:lnTo>
                  <a:lnTo>
                    <a:pt x="25577" y="4856"/>
                  </a:lnTo>
                  <a:lnTo>
                    <a:pt x="25353" y="4169"/>
                  </a:lnTo>
                  <a:lnTo>
                    <a:pt x="25129" y="3497"/>
                  </a:lnTo>
                  <a:lnTo>
                    <a:pt x="24875" y="2810"/>
                  </a:lnTo>
                  <a:lnTo>
                    <a:pt x="24741" y="2466"/>
                  </a:lnTo>
                  <a:lnTo>
                    <a:pt x="24666" y="2287"/>
                  </a:lnTo>
                  <a:lnTo>
                    <a:pt x="24576" y="2078"/>
                  </a:lnTo>
                  <a:lnTo>
                    <a:pt x="24427" y="1764"/>
                  </a:lnTo>
                  <a:lnTo>
                    <a:pt x="24248" y="1480"/>
                  </a:lnTo>
                  <a:lnTo>
                    <a:pt x="24053" y="1211"/>
                  </a:lnTo>
                  <a:lnTo>
                    <a:pt x="23829" y="972"/>
                  </a:lnTo>
                  <a:lnTo>
                    <a:pt x="23575" y="748"/>
                  </a:lnTo>
                  <a:lnTo>
                    <a:pt x="23321" y="554"/>
                  </a:lnTo>
                  <a:lnTo>
                    <a:pt x="23037" y="389"/>
                  </a:lnTo>
                  <a:lnTo>
                    <a:pt x="22739" y="255"/>
                  </a:lnTo>
                  <a:lnTo>
                    <a:pt x="22440" y="150"/>
                  </a:lnTo>
                  <a:lnTo>
                    <a:pt x="22126" y="61"/>
                  </a:lnTo>
                  <a:lnTo>
                    <a:pt x="21798" y="16"/>
                  </a:lnTo>
                  <a:lnTo>
                    <a:pt x="214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4"/>
            <p:cNvSpPr/>
            <p:nvPr/>
          </p:nvSpPr>
          <p:spPr>
            <a:xfrm>
              <a:off x="5894611" y="2134515"/>
              <a:ext cx="681221" cy="451016"/>
            </a:xfrm>
            <a:custGeom>
              <a:avLst/>
              <a:gdLst/>
              <a:ahLst/>
              <a:cxnLst/>
              <a:rect l="l" t="t" r="r" b="b"/>
              <a:pathLst>
                <a:path w="24801" h="16420" extrusionOk="0">
                  <a:moveTo>
                    <a:pt x="1" y="1"/>
                  </a:moveTo>
                  <a:lnTo>
                    <a:pt x="6320" y="16419"/>
                  </a:lnTo>
                  <a:lnTo>
                    <a:pt x="24801" y="16419"/>
                  </a:lnTo>
                  <a:lnTo>
                    <a:pt x="24801" y="14761"/>
                  </a:lnTo>
                  <a:lnTo>
                    <a:pt x="7366" y="14761"/>
                  </a:lnTo>
                  <a:lnTo>
                    <a:pt x="165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4"/>
            <p:cNvSpPr/>
            <p:nvPr/>
          </p:nvSpPr>
          <p:spPr>
            <a:xfrm>
              <a:off x="6251211" y="2537477"/>
              <a:ext cx="261408" cy="111628"/>
            </a:xfrm>
            <a:custGeom>
              <a:avLst/>
              <a:gdLst/>
              <a:ahLst/>
              <a:cxnLst/>
              <a:rect l="l" t="t" r="r" b="b"/>
              <a:pathLst>
                <a:path w="9517" h="4064" extrusionOk="0">
                  <a:moveTo>
                    <a:pt x="8232" y="0"/>
                  </a:moveTo>
                  <a:lnTo>
                    <a:pt x="8157" y="30"/>
                  </a:lnTo>
                  <a:lnTo>
                    <a:pt x="8113" y="75"/>
                  </a:lnTo>
                  <a:lnTo>
                    <a:pt x="8068" y="135"/>
                  </a:lnTo>
                  <a:lnTo>
                    <a:pt x="8053" y="225"/>
                  </a:lnTo>
                  <a:lnTo>
                    <a:pt x="8038" y="314"/>
                  </a:lnTo>
                  <a:lnTo>
                    <a:pt x="8053" y="419"/>
                  </a:lnTo>
                  <a:lnTo>
                    <a:pt x="8083" y="882"/>
                  </a:lnTo>
                  <a:lnTo>
                    <a:pt x="8083" y="1001"/>
                  </a:lnTo>
                  <a:lnTo>
                    <a:pt x="8083" y="1106"/>
                  </a:lnTo>
                  <a:lnTo>
                    <a:pt x="8068" y="1196"/>
                  </a:lnTo>
                  <a:lnTo>
                    <a:pt x="8038" y="1270"/>
                  </a:lnTo>
                  <a:lnTo>
                    <a:pt x="8008" y="1300"/>
                  </a:lnTo>
                  <a:lnTo>
                    <a:pt x="7963" y="1330"/>
                  </a:lnTo>
                  <a:lnTo>
                    <a:pt x="7859" y="1390"/>
                  </a:lnTo>
                  <a:lnTo>
                    <a:pt x="7694" y="1435"/>
                  </a:lnTo>
                  <a:lnTo>
                    <a:pt x="7485" y="1494"/>
                  </a:lnTo>
                  <a:lnTo>
                    <a:pt x="7246" y="1539"/>
                  </a:lnTo>
                  <a:lnTo>
                    <a:pt x="6977" y="1569"/>
                  </a:lnTo>
                  <a:lnTo>
                    <a:pt x="6365" y="1629"/>
                  </a:lnTo>
                  <a:lnTo>
                    <a:pt x="5692" y="1659"/>
                  </a:lnTo>
                  <a:lnTo>
                    <a:pt x="5005" y="1659"/>
                  </a:lnTo>
                  <a:lnTo>
                    <a:pt x="4318" y="1644"/>
                  </a:lnTo>
                  <a:lnTo>
                    <a:pt x="3705" y="1599"/>
                  </a:lnTo>
                  <a:lnTo>
                    <a:pt x="3063" y="1539"/>
                  </a:lnTo>
                  <a:lnTo>
                    <a:pt x="2421" y="1524"/>
                  </a:lnTo>
                  <a:lnTo>
                    <a:pt x="1808" y="1524"/>
                  </a:lnTo>
                  <a:lnTo>
                    <a:pt x="1240" y="1539"/>
                  </a:lnTo>
                  <a:lnTo>
                    <a:pt x="927" y="1554"/>
                  </a:lnTo>
                  <a:lnTo>
                    <a:pt x="404" y="1584"/>
                  </a:lnTo>
                  <a:lnTo>
                    <a:pt x="344" y="1584"/>
                  </a:lnTo>
                  <a:lnTo>
                    <a:pt x="284" y="1614"/>
                  </a:lnTo>
                  <a:lnTo>
                    <a:pt x="180" y="1659"/>
                  </a:lnTo>
                  <a:lnTo>
                    <a:pt x="105" y="1733"/>
                  </a:lnTo>
                  <a:lnTo>
                    <a:pt x="45" y="1823"/>
                  </a:lnTo>
                  <a:lnTo>
                    <a:pt x="15" y="1883"/>
                  </a:lnTo>
                  <a:lnTo>
                    <a:pt x="0" y="1957"/>
                  </a:lnTo>
                  <a:lnTo>
                    <a:pt x="0" y="2017"/>
                  </a:lnTo>
                  <a:lnTo>
                    <a:pt x="0" y="2092"/>
                  </a:lnTo>
                  <a:lnTo>
                    <a:pt x="15" y="2152"/>
                  </a:lnTo>
                  <a:lnTo>
                    <a:pt x="45" y="2226"/>
                  </a:lnTo>
                  <a:lnTo>
                    <a:pt x="90" y="2286"/>
                  </a:lnTo>
                  <a:lnTo>
                    <a:pt x="150" y="2346"/>
                  </a:lnTo>
                  <a:lnTo>
                    <a:pt x="284" y="2450"/>
                  </a:lnTo>
                  <a:lnTo>
                    <a:pt x="449" y="2585"/>
                  </a:lnTo>
                  <a:lnTo>
                    <a:pt x="628" y="2704"/>
                  </a:lnTo>
                  <a:lnTo>
                    <a:pt x="837" y="2839"/>
                  </a:lnTo>
                  <a:lnTo>
                    <a:pt x="1300" y="3108"/>
                  </a:lnTo>
                  <a:lnTo>
                    <a:pt x="1569" y="3242"/>
                  </a:lnTo>
                  <a:lnTo>
                    <a:pt x="1838" y="3377"/>
                  </a:lnTo>
                  <a:lnTo>
                    <a:pt x="2137" y="3496"/>
                  </a:lnTo>
                  <a:lnTo>
                    <a:pt x="2436" y="3616"/>
                  </a:lnTo>
                  <a:lnTo>
                    <a:pt x="2764" y="3735"/>
                  </a:lnTo>
                  <a:lnTo>
                    <a:pt x="3093" y="3825"/>
                  </a:lnTo>
                  <a:lnTo>
                    <a:pt x="3436" y="3915"/>
                  </a:lnTo>
                  <a:lnTo>
                    <a:pt x="3810" y="3989"/>
                  </a:lnTo>
                  <a:lnTo>
                    <a:pt x="4169" y="4034"/>
                  </a:lnTo>
                  <a:lnTo>
                    <a:pt x="4557" y="4064"/>
                  </a:lnTo>
                  <a:lnTo>
                    <a:pt x="4945" y="4064"/>
                  </a:lnTo>
                  <a:lnTo>
                    <a:pt x="5334" y="4049"/>
                  </a:lnTo>
                  <a:lnTo>
                    <a:pt x="5737" y="4004"/>
                  </a:lnTo>
                  <a:lnTo>
                    <a:pt x="6155" y="3915"/>
                  </a:lnTo>
                  <a:lnTo>
                    <a:pt x="6544" y="3810"/>
                  </a:lnTo>
                  <a:lnTo>
                    <a:pt x="6917" y="3676"/>
                  </a:lnTo>
                  <a:lnTo>
                    <a:pt x="7276" y="3526"/>
                  </a:lnTo>
                  <a:lnTo>
                    <a:pt x="7605" y="3362"/>
                  </a:lnTo>
                  <a:lnTo>
                    <a:pt x="7903" y="3183"/>
                  </a:lnTo>
                  <a:lnTo>
                    <a:pt x="8172" y="3003"/>
                  </a:lnTo>
                  <a:lnTo>
                    <a:pt x="8426" y="2809"/>
                  </a:lnTo>
                  <a:lnTo>
                    <a:pt x="8650" y="2630"/>
                  </a:lnTo>
                  <a:lnTo>
                    <a:pt x="8860" y="2450"/>
                  </a:lnTo>
                  <a:lnTo>
                    <a:pt x="9024" y="2286"/>
                  </a:lnTo>
                  <a:lnTo>
                    <a:pt x="9293" y="2002"/>
                  </a:lnTo>
                  <a:lnTo>
                    <a:pt x="9457" y="1793"/>
                  </a:lnTo>
                  <a:lnTo>
                    <a:pt x="9517" y="1718"/>
                  </a:lnTo>
                  <a:lnTo>
                    <a:pt x="9472" y="1509"/>
                  </a:lnTo>
                  <a:lnTo>
                    <a:pt x="9397" y="1270"/>
                  </a:lnTo>
                  <a:lnTo>
                    <a:pt x="9293" y="1001"/>
                  </a:lnTo>
                  <a:lnTo>
                    <a:pt x="9233" y="852"/>
                  </a:lnTo>
                  <a:lnTo>
                    <a:pt x="9158" y="703"/>
                  </a:lnTo>
                  <a:lnTo>
                    <a:pt x="9069" y="568"/>
                  </a:lnTo>
                  <a:lnTo>
                    <a:pt x="8964" y="434"/>
                  </a:lnTo>
                  <a:lnTo>
                    <a:pt x="8860" y="314"/>
                  </a:lnTo>
                  <a:lnTo>
                    <a:pt x="8725" y="195"/>
                  </a:lnTo>
                  <a:lnTo>
                    <a:pt x="8591" y="105"/>
                  </a:lnTo>
                  <a:lnTo>
                    <a:pt x="8441" y="45"/>
                  </a:lnTo>
                  <a:lnTo>
                    <a:pt x="8322" y="0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4"/>
            <p:cNvSpPr/>
            <p:nvPr/>
          </p:nvSpPr>
          <p:spPr>
            <a:xfrm>
              <a:off x="6252447" y="2583017"/>
              <a:ext cx="66911" cy="39828"/>
            </a:xfrm>
            <a:custGeom>
              <a:avLst/>
              <a:gdLst/>
              <a:ahLst/>
              <a:cxnLst/>
              <a:rect l="l" t="t" r="r" b="b"/>
              <a:pathLst>
                <a:path w="2436" h="1450" extrusionOk="0">
                  <a:moveTo>
                    <a:pt x="135" y="1"/>
                  </a:moveTo>
                  <a:lnTo>
                    <a:pt x="60" y="75"/>
                  </a:lnTo>
                  <a:lnTo>
                    <a:pt x="0" y="165"/>
                  </a:lnTo>
                  <a:lnTo>
                    <a:pt x="135" y="285"/>
                  </a:lnTo>
                  <a:lnTo>
                    <a:pt x="299" y="434"/>
                  </a:lnTo>
                  <a:lnTo>
                    <a:pt x="508" y="598"/>
                  </a:lnTo>
                  <a:lnTo>
                    <a:pt x="762" y="763"/>
                  </a:lnTo>
                  <a:lnTo>
                    <a:pt x="1076" y="942"/>
                  </a:lnTo>
                  <a:lnTo>
                    <a:pt x="1419" y="1106"/>
                  </a:lnTo>
                  <a:lnTo>
                    <a:pt x="1838" y="1286"/>
                  </a:lnTo>
                  <a:lnTo>
                    <a:pt x="2301" y="1450"/>
                  </a:lnTo>
                  <a:lnTo>
                    <a:pt x="2361" y="1450"/>
                  </a:lnTo>
                  <a:lnTo>
                    <a:pt x="2391" y="1435"/>
                  </a:lnTo>
                  <a:lnTo>
                    <a:pt x="2405" y="1405"/>
                  </a:lnTo>
                  <a:lnTo>
                    <a:pt x="2420" y="1375"/>
                  </a:lnTo>
                  <a:lnTo>
                    <a:pt x="2435" y="1345"/>
                  </a:lnTo>
                  <a:lnTo>
                    <a:pt x="2420" y="1300"/>
                  </a:lnTo>
                  <a:lnTo>
                    <a:pt x="2391" y="1271"/>
                  </a:lnTo>
                  <a:lnTo>
                    <a:pt x="2361" y="1256"/>
                  </a:lnTo>
                  <a:lnTo>
                    <a:pt x="1898" y="1091"/>
                  </a:lnTo>
                  <a:lnTo>
                    <a:pt x="1509" y="927"/>
                  </a:lnTo>
                  <a:lnTo>
                    <a:pt x="1151" y="748"/>
                  </a:lnTo>
                  <a:lnTo>
                    <a:pt x="867" y="583"/>
                  </a:lnTo>
                  <a:lnTo>
                    <a:pt x="613" y="419"/>
                  </a:lnTo>
                  <a:lnTo>
                    <a:pt x="404" y="255"/>
                  </a:lnTo>
                  <a:lnTo>
                    <a:pt x="254" y="120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4"/>
            <p:cNvSpPr/>
            <p:nvPr/>
          </p:nvSpPr>
          <p:spPr>
            <a:xfrm>
              <a:off x="6276645" y="2579748"/>
              <a:ext cx="60758" cy="29967"/>
            </a:xfrm>
            <a:custGeom>
              <a:avLst/>
              <a:gdLst/>
              <a:ahLst/>
              <a:cxnLst/>
              <a:rect l="l" t="t" r="r" b="b"/>
              <a:pathLst>
                <a:path w="2212" h="1091" extrusionOk="0">
                  <a:moveTo>
                    <a:pt x="314" y="0"/>
                  </a:moveTo>
                  <a:lnTo>
                    <a:pt x="1" y="15"/>
                  </a:lnTo>
                  <a:lnTo>
                    <a:pt x="150" y="135"/>
                  </a:lnTo>
                  <a:lnTo>
                    <a:pt x="329" y="269"/>
                  </a:lnTo>
                  <a:lnTo>
                    <a:pt x="538" y="404"/>
                  </a:lnTo>
                  <a:lnTo>
                    <a:pt x="777" y="538"/>
                  </a:lnTo>
                  <a:lnTo>
                    <a:pt x="1046" y="687"/>
                  </a:lnTo>
                  <a:lnTo>
                    <a:pt x="1360" y="822"/>
                  </a:lnTo>
                  <a:lnTo>
                    <a:pt x="1704" y="956"/>
                  </a:lnTo>
                  <a:lnTo>
                    <a:pt x="2077" y="1091"/>
                  </a:lnTo>
                  <a:lnTo>
                    <a:pt x="2137" y="1091"/>
                  </a:lnTo>
                  <a:lnTo>
                    <a:pt x="2167" y="1076"/>
                  </a:lnTo>
                  <a:lnTo>
                    <a:pt x="2197" y="1061"/>
                  </a:lnTo>
                  <a:lnTo>
                    <a:pt x="2212" y="1031"/>
                  </a:lnTo>
                  <a:lnTo>
                    <a:pt x="2212" y="986"/>
                  </a:lnTo>
                  <a:lnTo>
                    <a:pt x="2197" y="956"/>
                  </a:lnTo>
                  <a:lnTo>
                    <a:pt x="2167" y="911"/>
                  </a:lnTo>
                  <a:lnTo>
                    <a:pt x="2137" y="897"/>
                  </a:lnTo>
                  <a:lnTo>
                    <a:pt x="1823" y="792"/>
                  </a:lnTo>
                  <a:lnTo>
                    <a:pt x="1539" y="687"/>
                  </a:lnTo>
                  <a:lnTo>
                    <a:pt x="1270" y="568"/>
                  </a:lnTo>
                  <a:lnTo>
                    <a:pt x="1031" y="448"/>
                  </a:lnTo>
                  <a:lnTo>
                    <a:pt x="822" y="329"/>
                  </a:lnTo>
                  <a:lnTo>
                    <a:pt x="628" y="224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35"/>
          <p:cNvSpPr/>
          <p:nvPr/>
        </p:nvSpPr>
        <p:spPr>
          <a:xfrm>
            <a:off x="4160625" y="2988113"/>
            <a:ext cx="824700" cy="82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0" name="Google Shape;1740;p35"/>
          <p:cNvSpPr/>
          <p:nvPr/>
        </p:nvSpPr>
        <p:spPr>
          <a:xfrm>
            <a:off x="4159638" y="1025963"/>
            <a:ext cx="824700" cy="824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1" name="Google Shape;1741;p35"/>
          <p:cNvSpPr/>
          <p:nvPr/>
        </p:nvSpPr>
        <p:spPr>
          <a:xfrm>
            <a:off x="7300975" y="2028313"/>
            <a:ext cx="824700" cy="8247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2" name="Google Shape;1742;p35"/>
          <p:cNvSpPr/>
          <p:nvPr/>
        </p:nvSpPr>
        <p:spPr>
          <a:xfrm>
            <a:off x="1019288" y="1025963"/>
            <a:ext cx="824700" cy="824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3" name="Google Shape;1743;p3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grpSp>
        <p:nvGrpSpPr>
          <p:cNvPr id="1744" name="Google Shape;1744;p35"/>
          <p:cNvGrpSpPr/>
          <p:nvPr/>
        </p:nvGrpSpPr>
        <p:grpSpPr>
          <a:xfrm>
            <a:off x="1251221" y="1291306"/>
            <a:ext cx="360818" cy="294030"/>
            <a:chOff x="7963196" y="2903752"/>
            <a:chExt cx="360818" cy="294030"/>
          </a:xfrm>
        </p:grpSpPr>
        <p:sp>
          <p:nvSpPr>
            <p:cNvPr id="1745" name="Google Shape;1745;p35"/>
            <p:cNvSpPr/>
            <p:nvPr/>
          </p:nvSpPr>
          <p:spPr>
            <a:xfrm>
              <a:off x="8022666" y="2987604"/>
              <a:ext cx="301348" cy="42405"/>
            </a:xfrm>
            <a:custGeom>
              <a:avLst/>
              <a:gdLst/>
              <a:ahLst/>
              <a:cxnLst/>
              <a:rect l="l" t="t" r="r" b="b"/>
              <a:pathLst>
                <a:path w="8812" h="1240" extrusionOk="0">
                  <a:moveTo>
                    <a:pt x="977" y="1"/>
                  </a:moveTo>
                  <a:cubicBezTo>
                    <a:pt x="500" y="1"/>
                    <a:pt x="96" y="358"/>
                    <a:pt x="48" y="834"/>
                  </a:cubicBezTo>
                  <a:lnTo>
                    <a:pt x="0" y="1239"/>
                  </a:lnTo>
                  <a:lnTo>
                    <a:pt x="8716" y="1239"/>
                  </a:lnTo>
                  <a:lnTo>
                    <a:pt x="8740" y="1025"/>
                  </a:lnTo>
                  <a:cubicBezTo>
                    <a:pt x="8812" y="477"/>
                    <a:pt x="8383" y="1"/>
                    <a:pt x="78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5"/>
            <p:cNvSpPr/>
            <p:nvPr/>
          </p:nvSpPr>
          <p:spPr>
            <a:xfrm>
              <a:off x="8003925" y="3051143"/>
              <a:ext cx="314412" cy="146639"/>
            </a:xfrm>
            <a:custGeom>
              <a:avLst/>
              <a:gdLst/>
              <a:ahLst/>
              <a:cxnLst/>
              <a:rect l="l" t="t" r="r" b="b"/>
              <a:pathLst>
                <a:path w="9194" h="4288" extrusionOk="0">
                  <a:moveTo>
                    <a:pt x="477" y="0"/>
                  </a:moveTo>
                  <a:lnTo>
                    <a:pt x="1" y="4287"/>
                  </a:lnTo>
                  <a:lnTo>
                    <a:pt x="7907" y="4287"/>
                  </a:lnTo>
                  <a:cubicBezTo>
                    <a:pt x="8002" y="4287"/>
                    <a:pt x="8121" y="4263"/>
                    <a:pt x="8240" y="4216"/>
                  </a:cubicBezTo>
                  <a:cubicBezTo>
                    <a:pt x="8550" y="4097"/>
                    <a:pt x="8764" y="3811"/>
                    <a:pt x="8812" y="3477"/>
                  </a:cubicBezTo>
                  <a:lnTo>
                    <a:pt x="919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5"/>
            <p:cNvSpPr/>
            <p:nvPr/>
          </p:nvSpPr>
          <p:spPr>
            <a:xfrm>
              <a:off x="7963196" y="2903752"/>
              <a:ext cx="338829" cy="291568"/>
            </a:xfrm>
            <a:custGeom>
              <a:avLst/>
              <a:gdLst/>
              <a:ahLst/>
              <a:cxnLst/>
              <a:rect l="l" t="t" r="r" b="b"/>
              <a:pathLst>
                <a:path w="9908" h="8526" extrusionOk="0">
                  <a:moveTo>
                    <a:pt x="930" y="0"/>
                  </a:moveTo>
                  <a:cubicBezTo>
                    <a:pt x="406" y="0"/>
                    <a:pt x="1" y="405"/>
                    <a:pt x="1" y="929"/>
                  </a:cubicBezTo>
                  <a:lnTo>
                    <a:pt x="1" y="7668"/>
                  </a:lnTo>
                  <a:cubicBezTo>
                    <a:pt x="1" y="8073"/>
                    <a:pt x="239" y="8407"/>
                    <a:pt x="596" y="8526"/>
                  </a:cubicBezTo>
                  <a:lnTo>
                    <a:pt x="1192" y="3215"/>
                  </a:lnTo>
                  <a:cubicBezTo>
                    <a:pt x="1285" y="2444"/>
                    <a:pt x="1905" y="1857"/>
                    <a:pt x="2670" y="1857"/>
                  </a:cubicBezTo>
                  <a:cubicBezTo>
                    <a:pt x="2685" y="1857"/>
                    <a:pt x="2701" y="1857"/>
                    <a:pt x="2716" y="1858"/>
                  </a:cubicBezTo>
                  <a:lnTo>
                    <a:pt x="9574" y="1858"/>
                  </a:lnTo>
                  <a:cubicBezTo>
                    <a:pt x="9693" y="1858"/>
                    <a:pt x="9812" y="1858"/>
                    <a:pt x="9908" y="1881"/>
                  </a:cubicBezTo>
                  <a:cubicBezTo>
                    <a:pt x="9789" y="1500"/>
                    <a:pt x="9431" y="1238"/>
                    <a:pt x="9027" y="1238"/>
                  </a:cubicBezTo>
                  <a:lnTo>
                    <a:pt x="4740" y="1238"/>
                  </a:lnTo>
                  <a:lnTo>
                    <a:pt x="3597" y="95"/>
                  </a:lnTo>
                  <a:cubicBezTo>
                    <a:pt x="3549" y="48"/>
                    <a:pt x="3454" y="0"/>
                    <a:pt x="33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8" name="Google Shape;1748;p35"/>
          <p:cNvGrpSpPr/>
          <p:nvPr/>
        </p:nvGrpSpPr>
        <p:grpSpPr>
          <a:xfrm>
            <a:off x="457201" y="1945230"/>
            <a:ext cx="1948882" cy="824600"/>
            <a:chOff x="457200" y="959300"/>
            <a:chExt cx="2061000" cy="824600"/>
          </a:xfrm>
        </p:grpSpPr>
        <p:sp>
          <p:nvSpPr>
            <p:cNvPr id="1749" name="Google Shape;1749;p35"/>
            <p:cNvSpPr txBox="1"/>
            <p:nvPr/>
          </p:nvSpPr>
          <p:spPr>
            <a:xfrm>
              <a:off x="457200" y="9593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Collect the data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750" name="Google Shape;1750;p35"/>
            <p:cNvSpPr txBox="1"/>
            <p:nvPr/>
          </p:nvSpPr>
          <p:spPr>
            <a:xfrm>
              <a:off x="457200" y="1300900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51" name="Google Shape;1751;p35"/>
          <p:cNvGrpSpPr/>
          <p:nvPr/>
        </p:nvGrpSpPr>
        <p:grpSpPr>
          <a:xfrm>
            <a:off x="4411141" y="1255456"/>
            <a:ext cx="321730" cy="365708"/>
            <a:chOff x="2440779" y="4628606"/>
            <a:chExt cx="321730" cy="365708"/>
          </a:xfrm>
        </p:grpSpPr>
        <p:sp>
          <p:nvSpPr>
            <p:cNvPr id="1752" name="Google Shape;1752;p35"/>
            <p:cNvSpPr/>
            <p:nvPr/>
          </p:nvSpPr>
          <p:spPr>
            <a:xfrm>
              <a:off x="2440779" y="4628606"/>
              <a:ext cx="276931" cy="320909"/>
            </a:xfrm>
            <a:custGeom>
              <a:avLst/>
              <a:gdLst/>
              <a:ahLst/>
              <a:cxnLst/>
              <a:rect l="l" t="t" r="r" b="b"/>
              <a:pathLst>
                <a:path w="8098" h="9384" extrusionOk="0">
                  <a:moveTo>
                    <a:pt x="953" y="1"/>
                  </a:moveTo>
                  <a:cubicBezTo>
                    <a:pt x="430" y="1"/>
                    <a:pt x="1" y="430"/>
                    <a:pt x="1" y="930"/>
                  </a:cubicBezTo>
                  <a:lnTo>
                    <a:pt x="1" y="8479"/>
                  </a:lnTo>
                  <a:cubicBezTo>
                    <a:pt x="1" y="8884"/>
                    <a:pt x="239" y="9241"/>
                    <a:pt x="620" y="9384"/>
                  </a:cubicBezTo>
                  <a:lnTo>
                    <a:pt x="620" y="3097"/>
                  </a:lnTo>
                  <a:cubicBezTo>
                    <a:pt x="620" y="2668"/>
                    <a:pt x="787" y="2263"/>
                    <a:pt x="1096" y="1978"/>
                  </a:cubicBezTo>
                  <a:lnTo>
                    <a:pt x="1978" y="1096"/>
                  </a:lnTo>
                  <a:cubicBezTo>
                    <a:pt x="2263" y="787"/>
                    <a:pt x="2668" y="620"/>
                    <a:pt x="3097" y="620"/>
                  </a:cubicBezTo>
                  <a:lnTo>
                    <a:pt x="8098" y="620"/>
                  </a:lnTo>
                  <a:cubicBezTo>
                    <a:pt x="7955" y="263"/>
                    <a:pt x="7598" y="1"/>
                    <a:pt x="7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5"/>
            <p:cNvSpPr/>
            <p:nvPr/>
          </p:nvSpPr>
          <p:spPr>
            <a:xfrm>
              <a:off x="2483970" y="4671797"/>
              <a:ext cx="278539" cy="322517"/>
            </a:xfrm>
            <a:custGeom>
              <a:avLst/>
              <a:gdLst/>
              <a:ahLst/>
              <a:cxnLst/>
              <a:rect l="l" t="t" r="r" b="b"/>
              <a:pathLst>
                <a:path w="8145" h="9431" extrusionOk="0">
                  <a:moveTo>
                    <a:pt x="6573" y="3167"/>
                  </a:moveTo>
                  <a:cubicBezTo>
                    <a:pt x="6978" y="3167"/>
                    <a:pt x="6978" y="3787"/>
                    <a:pt x="6573" y="3787"/>
                  </a:cubicBezTo>
                  <a:lnTo>
                    <a:pt x="1548" y="3787"/>
                  </a:lnTo>
                  <a:cubicBezTo>
                    <a:pt x="1143" y="3787"/>
                    <a:pt x="1143" y="3167"/>
                    <a:pt x="1548" y="3167"/>
                  </a:cubicBezTo>
                  <a:close/>
                  <a:moveTo>
                    <a:pt x="6573" y="4430"/>
                  </a:moveTo>
                  <a:cubicBezTo>
                    <a:pt x="6978" y="4430"/>
                    <a:pt x="6978" y="5049"/>
                    <a:pt x="6573" y="5049"/>
                  </a:cubicBezTo>
                  <a:lnTo>
                    <a:pt x="1548" y="5049"/>
                  </a:lnTo>
                  <a:cubicBezTo>
                    <a:pt x="1143" y="5049"/>
                    <a:pt x="1143" y="4430"/>
                    <a:pt x="1548" y="4430"/>
                  </a:cubicBezTo>
                  <a:close/>
                  <a:moveTo>
                    <a:pt x="6573" y="5668"/>
                  </a:moveTo>
                  <a:cubicBezTo>
                    <a:pt x="6978" y="5668"/>
                    <a:pt x="6978" y="6311"/>
                    <a:pt x="6573" y="6311"/>
                  </a:cubicBezTo>
                  <a:lnTo>
                    <a:pt x="1548" y="6311"/>
                  </a:lnTo>
                  <a:cubicBezTo>
                    <a:pt x="1143" y="6311"/>
                    <a:pt x="1143" y="5668"/>
                    <a:pt x="1548" y="5668"/>
                  </a:cubicBezTo>
                  <a:close/>
                  <a:moveTo>
                    <a:pt x="6573" y="6930"/>
                  </a:moveTo>
                  <a:cubicBezTo>
                    <a:pt x="6954" y="6954"/>
                    <a:pt x="6954" y="7525"/>
                    <a:pt x="6573" y="7549"/>
                  </a:cubicBezTo>
                  <a:lnTo>
                    <a:pt x="1548" y="7549"/>
                  </a:lnTo>
                  <a:cubicBezTo>
                    <a:pt x="1167" y="7525"/>
                    <a:pt x="1167" y="6954"/>
                    <a:pt x="1548" y="6930"/>
                  </a:cubicBezTo>
                  <a:close/>
                  <a:moveTo>
                    <a:pt x="2501" y="0"/>
                  </a:moveTo>
                  <a:lnTo>
                    <a:pt x="2501" y="2191"/>
                  </a:lnTo>
                  <a:cubicBezTo>
                    <a:pt x="2501" y="2358"/>
                    <a:pt x="2358" y="2501"/>
                    <a:pt x="2191" y="2501"/>
                  </a:cubicBezTo>
                  <a:lnTo>
                    <a:pt x="0" y="2501"/>
                  </a:lnTo>
                  <a:lnTo>
                    <a:pt x="0" y="8502"/>
                  </a:lnTo>
                  <a:cubicBezTo>
                    <a:pt x="0" y="9002"/>
                    <a:pt x="429" y="9431"/>
                    <a:pt x="953" y="9431"/>
                  </a:cubicBezTo>
                  <a:lnTo>
                    <a:pt x="7192" y="9431"/>
                  </a:lnTo>
                  <a:cubicBezTo>
                    <a:pt x="7716" y="9431"/>
                    <a:pt x="8145" y="9002"/>
                    <a:pt x="8121" y="8502"/>
                  </a:cubicBezTo>
                  <a:lnTo>
                    <a:pt x="8121" y="929"/>
                  </a:lnTo>
                  <a:cubicBezTo>
                    <a:pt x="8145" y="429"/>
                    <a:pt x="7716" y="0"/>
                    <a:pt x="71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5"/>
            <p:cNvSpPr/>
            <p:nvPr/>
          </p:nvSpPr>
          <p:spPr>
            <a:xfrm>
              <a:off x="2483149" y="4671797"/>
              <a:ext cx="64360" cy="6436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1834" y="0"/>
                  </a:moveTo>
                  <a:cubicBezTo>
                    <a:pt x="1596" y="0"/>
                    <a:pt x="1358" y="95"/>
                    <a:pt x="1167" y="286"/>
                  </a:cubicBezTo>
                  <a:lnTo>
                    <a:pt x="286" y="1167"/>
                  </a:lnTo>
                  <a:cubicBezTo>
                    <a:pt x="96" y="1357"/>
                    <a:pt x="0" y="1619"/>
                    <a:pt x="0" y="1881"/>
                  </a:cubicBezTo>
                  <a:lnTo>
                    <a:pt x="1882" y="1881"/>
                  </a:lnTo>
                  <a:lnTo>
                    <a:pt x="18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55" name="Google Shape;1755;p35"/>
          <p:cNvGrpSpPr/>
          <p:nvPr/>
        </p:nvGrpSpPr>
        <p:grpSpPr>
          <a:xfrm>
            <a:off x="3597551" y="1945230"/>
            <a:ext cx="1948882" cy="824600"/>
            <a:chOff x="457200" y="959300"/>
            <a:chExt cx="2061000" cy="824600"/>
          </a:xfrm>
        </p:grpSpPr>
        <p:sp>
          <p:nvSpPr>
            <p:cNvPr id="1756" name="Google Shape;1756;p35"/>
            <p:cNvSpPr txBox="1"/>
            <p:nvPr/>
          </p:nvSpPr>
          <p:spPr>
            <a:xfrm>
              <a:off x="457200" y="9593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Prepare the data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757" name="Google Shape;1757;p35"/>
            <p:cNvSpPr txBox="1"/>
            <p:nvPr/>
          </p:nvSpPr>
          <p:spPr>
            <a:xfrm>
              <a:off x="457200" y="1300900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The Earth is the third planet from the Sun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58" name="Google Shape;1758;p35"/>
          <p:cNvGrpSpPr/>
          <p:nvPr/>
        </p:nvGrpSpPr>
        <p:grpSpPr>
          <a:xfrm>
            <a:off x="7532914" y="2263025"/>
            <a:ext cx="360819" cy="355292"/>
            <a:chOff x="4781114" y="2878202"/>
            <a:chExt cx="360819" cy="355292"/>
          </a:xfrm>
        </p:grpSpPr>
        <p:sp>
          <p:nvSpPr>
            <p:cNvPr id="1759" name="Google Shape;1759;p35"/>
            <p:cNvSpPr/>
            <p:nvPr/>
          </p:nvSpPr>
          <p:spPr>
            <a:xfrm>
              <a:off x="4902990" y="2878202"/>
              <a:ext cx="116247" cy="110378"/>
            </a:xfrm>
            <a:custGeom>
              <a:avLst/>
              <a:gdLst/>
              <a:ahLst/>
              <a:cxnLst/>
              <a:rect l="l" t="t" r="r" b="b"/>
              <a:pathLst>
                <a:path w="3407" h="3235" extrusionOk="0">
                  <a:moveTo>
                    <a:pt x="1645" y="0"/>
                  </a:moveTo>
                  <a:cubicBezTo>
                    <a:pt x="811" y="0"/>
                    <a:pt x="1" y="641"/>
                    <a:pt x="1" y="1610"/>
                  </a:cubicBezTo>
                  <a:cubicBezTo>
                    <a:pt x="1" y="2591"/>
                    <a:pt x="804" y="3235"/>
                    <a:pt x="1634" y="3235"/>
                  </a:cubicBezTo>
                  <a:cubicBezTo>
                    <a:pt x="2033" y="3235"/>
                    <a:pt x="2438" y="3086"/>
                    <a:pt x="2763" y="2753"/>
                  </a:cubicBezTo>
                  <a:cubicBezTo>
                    <a:pt x="3406" y="2134"/>
                    <a:pt x="3406" y="1110"/>
                    <a:pt x="2763" y="467"/>
                  </a:cubicBezTo>
                  <a:cubicBezTo>
                    <a:pt x="2441" y="145"/>
                    <a:pt x="2041" y="0"/>
                    <a:pt x="16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5"/>
            <p:cNvSpPr/>
            <p:nvPr/>
          </p:nvSpPr>
          <p:spPr>
            <a:xfrm>
              <a:off x="4781114" y="3000522"/>
              <a:ext cx="115428" cy="110754"/>
            </a:xfrm>
            <a:custGeom>
              <a:avLst/>
              <a:gdLst/>
              <a:ahLst/>
              <a:cxnLst/>
              <a:rect l="l" t="t" r="r" b="b"/>
              <a:pathLst>
                <a:path w="3383" h="3246" extrusionOk="0">
                  <a:moveTo>
                    <a:pt x="1626" y="1"/>
                  </a:moveTo>
                  <a:cubicBezTo>
                    <a:pt x="800" y="1"/>
                    <a:pt x="1" y="652"/>
                    <a:pt x="1" y="1621"/>
                  </a:cubicBezTo>
                  <a:cubicBezTo>
                    <a:pt x="1" y="2602"/>
                    <a:pt x="793" y="3246"/>
                    <a:pt x="1616" y="3246"/>
                  </a:cubicBezTo>
                  <a:cubicBezTo>
                    <a:pt x="2012" y="3246"/>
                    <a:pt x="2414" y="3097"/>
                    <a:pt x="2739" y="2764"/>
                  </a:cubicBezTo>
                  <a:cubicBezTo>
                    <a:pt x="3382" y="2145"/>
                    <a:pt x="3382" y="1121"/>
                    <a:pt x="2739" y="478"/>
                  </a:cubicBezTo>
                  <a:cubicBezTo>
                    <a:pt x="2417" y="148"/>
                    <a:pt x="2019" y="1"/>
                    <a:pt x="16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5"/>
            <p:cNvSpPr/>
            <p:nvPr/>
          </p:nvSpPr>
          <p:spPr>
            <a:xfrm>
              <a:off x="5025686" y="3000522"/>
              <a:ext cx="116247" cy="110754"/>
            </a:xfrm>
            <a:custGeom>
              <a:avLst/>
              <a:gdLst/>
              <a:ahLst/>
              <a:cxnLst/>
              <a:rect l="l" t="t" r="r" b="b"/>
              <a:pathLst>
                <a:path w="3407" h="3246" extrusionOk="0">
                  <a:moveTo>
                    <a:pt x="1634" y="1"/>
                  </a:moveTo>
                  <a:cubicBezTo>
                    <a:pt x="800" y="1"/>
                    <a:pt x="1" y="652"/>
                    <a:pt x="1" y="1621"/>
                  </a:cubicBezTo>
                  <a:cubicBezTo>
                    <a:pt x="1" y="2602"/>
                    <a:pt x="793" y="3246"/>
                    <a:pt x="1623" y="3246"/>
                  </a:cubicBezTo>
                  <a:cubicBezTo>
                    <a:pt x="2023" y="3246"/>
                    <a:pt x="2431" y="3097"/>
                    <a:pt x="2763" y="2764"/>
                  </a:cubicBezTo>
                  <a:cubicBezTo>
                    <a:pt x="3406" y="2145"/>
                    <a:pt x="3406" y="1121"/>
                    <a:pt x="2763" y="478"/>
                  </a:cubicBezTo>
                  <a:cubicBezTo>
                    <a:pt x="2434" y="148"/>
                    <a:pt x="2030" y="1"/>
                    <a:pt x="16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5"/>
            <p:cNvSpPr/>
            <p:nvPr/>
          </p:nvSpPr>
          <p:spPr>
            <a:xfrm>
              <a:off x="4890707" y="3123081"/>
              <a:ext cx="122832" cy="110412"/>
            </a:xfrm>
            <a:custGeom>
              <a:avLst/>
              <a:gdLst/>
              <a:ahLst/>
              <a:cxnLst/>
              <a:rect l="l" t="t" r="r" b="b"/>
              <a:pathLst>
                <a:path w="3600" h="3236" extrusionOk="0">
                  <a:moveTo>
                    <a:pt x="2003" y="1"/>
                  </a:moveTo>
                  <a:cubicBezTo>
                    <a:pt x="964" y="1"/>
                    <a:pt x="1" y="1047"/>
                    <a:pt x="504" y="2244"/>
                  </a:cubicBezTo>
                  <a:cubicBezTo>
                    <a:pt x="784" y="2925"/>
                    <a:pt x="1376" y="3235"/>
                    <a:pt x="1968" y="3235"/>
                  </a:cubicBezTo>
                  <a:cubicBezTo>
                    <a:pt x="2784" y="3235"/>
                    <a:pt x="3600" y="2646"/>
                    <a:pt x="3600" y="1625"/>
                  </a:cubicBezTo>
                  <a:cubicBezTo>
                    <a:pt x="3600" y="1196"/>
                    <a:pt x="3433" y="791"/>
                    <a:pt x="3123" y="482"/>
                  </a:cubicBezTo>
                  <a:cubicBezTo>
                    <a:pt x="2787" y="146"/>
                    <a:pt x="2390" y="1"/>
                    <a:pt x="20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5"/>
            <p:cNvSpPr/>
            <p:nvPr/>
          </p:nvSpPr>
          <p:spPr>
            <a:xfrm>
              <a:off x="4837958" y="2939277"/>
              <a:ext cx="57765" cy="53022"/>
            </a:xfrm>
            <a:custGeom>
              <a:avLst/>
              <a:gdLst/>
              <a:ahLst/>
              <a:cxnLst/>
              <a:rect l="l" t="t" r="r" b="b"/>
              <a:pathLst>
                <a:path w="1693" h="1554" extrusionOk="0">
                  <a:moveTo>
                    <a:pt x="1354" y="1"/>
                  </a:moveTo>
                  <a:cubicBezTo>
                    <a:pt x="1291" y="1"/>
                    <a:pt x="1226" y="20"/>
                    <a:pt x="1169" y="58"/>
                  </a:cubicBezTo>
                  <a:cubicBezTo>
                    <a:pt x="788" y="344"/>
                    <a:pt x="430" y="677"/>
                    <a:pt x="168" y="1082"/>
                  </a:cubicBezTo>
                  <a:cubicBezTo>
                    <a:pt x="0" y="1318"/>
                    <a:pt x="201" y="1553"/>
                    <a:pt x="417" y="1553"/>
                  </a:cubicBezTo>
                  <a:cubicBezTo>
                    <a:pt x="507" y="1553"/>
                    <a:pt x="599" y="1513"/>
                    <a:pt x="669" y="1415"/>
                  </a:cubicBezTo>
                  <a:cubicBezTo>
                    <a:pt x="883" y="1082"/>
                    <a:pt x="1193" y="796"/>
                    <a:pt x="1526" y="558"/>
                  </a:cubicBezTo>
                  <a:cubicBezTo>
                    <a:pt x="1669" y="463"/>
                    <a:pt x="1693" y="272"/>
                    <a:pt x="1597" y="129"/>
                  </a:cubicBezTo>
                  <a:cubicBezTo>
                    <a:pt x="1540" y="44"/>
                    <a:pt x="1449" y="1"/>
                    <a:pt x="13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5"/>
            <p:cNvSpPr/>
            <p:nvPr/>
          </p:nvSpPr>
          <p:spPr>
            <a:xfrm>
              <a:off x="5020841" y="3119499"/>
              <a:ext cx="58652" cy="53227"/>
            </a:xfrm>
            <a:custGeom>
              <a:avLst/>
              <a:gdLst/>
              <a:ahLst/>
              <a:cxnLst/>
              <a:rect l="l" t="t" r="r" b="b"/>
              <a:pathLst>
                <a:path w="1719" h="1560" extrusionOk="0">
                  <a:moveTo>
                    <a:pt x="1290" y="1"/>
                  </a:moveTo>
                  <a:cubicBezTo>
                    <a:pt x="1203" y="1"/>
                    <a:pt x="1115" y="40"/>
                    <a:pt x="1048" y="134"/>
                  </a:cubicBezTo>
                  <a:cubicBezTo>
                    <a:pt x="810" y="468"/>
                    <a:pt x="524" y="777"/>
                    <a:pt x="191" y="992"/>
                  </a:cubicBezTo>
                  <a:cubicBezTo>
                    <a:pt x="48" y="1087"/>
                    <a:pt x="0" y="1277"/>
                    <a:pt x="119" y="1420"/>
                  </a:cubicBezTo>
                  <a:cubicBezTo>
                    <a:pt x="163" y="1507"/>
                    <a:pt x="260" y="1559"/>
                    <a:pt x="355" y="1559"/>
                  </a:cubicBezTo>
                  <a:cubicBezTo>
                    <a:pt x="417" y="1559"/>
                    <a:pt x="478" y="1538"/>
                    <a:pt x="524" y="1492"/>
                  </a:cubicBezTo>
                  <a:cubicBezTo>
                    <a:pt x="929" y="1230"/>
                    <a:pt x="1262" y="872"/>
                    <a:pt x="1548" y="491"/>
                  </a:cubicBezTo>
                  <a:cubicBezTo>
                    <a:pt x="1719" y="252"/>
                    <a:pt x="1510" y="1"/>
                    <a:pt x="12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>
              <a:off x="4837855" y="3119499"/>
              <a:ext cx="58686" cy="53227"/>
            </a:xfrm>
            <a:custGeom>
              <a:avLst/>
              <a:gdLst/>
              <a:ahLst/>
              <a:cxnLst/>
              <a:rect l="l" t="t" r="r" b="b"/>
              <a:pathLst>
                <a:path w="1720" h="1560" extrusionOk="0">
                  <a:moveTo>
                    <a:pt x="429" y="1"/>
                  </a:moveTo>
                  <a:cubicBezTo>
                    <a:pt x="210" y="1"/>
                    <a:pt x="1" y="252"/>
                    <a:pt x="171" y="491"/>
                  </a:cubicBezTo>
                  <a:cubicBezTo>
                    <a:pt x="457" y="872"/>
                    <a:pt x="791" y="1230"/>
                    <a:pt x="1196" y="1492"/>
                  </a:cubicBezTo>
                  <a:cubicBezTo>
                    <a:pt x="1242" y="1538"/>
                    <a:pt x="1303" y="1559"/>
                    <a:pt x="1365" y="1559"/>
                  </a:cubicBezTo>
                  <a:cubicBezTo>
                    <a:pt x="1464" y="1559"/>
                    <a:pt x="1566" y="1507"/>
                    <a:pt x="1624" y="1420"/>
                  </a:cubicBezTo>
                  <a:cubicBezTo>
                    <a:pt x="1719" y="1277"/>
                    <a:pt x="1672" y="1087"/>
                    <a:pt x="1529" y="992"/>
                  </a:cubicBezTo>
                  <a:cubicBezTo>
                    <a:pt x="1196" y="777"/>
                    <a:pt x="910" y="468"/>
                    <a:pt x="672" y="134"/>
                  </a:cubicBezTo>
                  <a:cubicBezTo>
                    <a:pt x="604" y="40"/>
                    <a:pt x="516" y="1"/>
                    <a:pt x="4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5"/>
            <p:cNvSpPr/>
            <p:nvPr/>
          </p:nvSpPr>
          <p:spPr>
            <a:xfrm>
              <a:off x="5020841" y="2939277"/>
              <a:ext cx="57765" cy="53022"/>
            </a:xfrm>
            <a:custGeom>
              <a:avLst/>
              <a:gdLst/>
              <a:ahLst/>
              <a:cxnLst/>
              <a:rect l="l" t="t" r="r" b="b"/>
              <a:pathLst>
                <a:path w="1693" h="1554" extrusionOk="0">
                  <a:moveTo>
                    <a:pt x="339" y="1"/>
                  </a:moveTo>
                  <a:cubicBezTo>
                    <a:pt x="244" y="1"/>
                    <a:pt x="152" y="44"/>
                    <a:pt x="95" y="129"/>
                  </a:cubicBezTo>
                  <a:cubicBezTo>
                    <a:pt x="0" y="272"/>
                    <a:pt x="24" y="463"/>
                    <a:pt x="167" y="558"/>
                  </a:cubicBezTo>
                  <a:cubicBezTo>
                    <a:pt x="500" y="796"/>
                    <a:pt x="810" y="1082"/>
                    <a:pt x="1024" y="1415"/>
                  </a:cubicBezTo>
                  <a:cubicBezTo>
                    <a:pt x="1094" y="1513"/>
                    <a:pt x="1186" y="1553"/>
                    <a:pt x="1276" y="1553"/>
                  </a:cubicBezTo>
                  <a:cubicBezTo>
                    <a:pt x="1492" y="1553"/>
                    <a:pt x="1693" y="1318"/>
                    <a:pt x="1524" y="1082"/>
                  </a:cubicBezTo>
                  <a:cubicBezTo>
                    <a:pt x="1262" y="677"/>
                    <a:pt x="905" y="344"/>
                    <a:pt x="524" y="58"/>
                  </a:cubicBezTo>
                  <a:cubicBezTo>
                    <a:pt x="467" y="20"/>
                    <a:pt x="402" y="1"/>
                    <a:pt x="3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7" name="Google Shape;1767;p35"/>
          <p:cNvGrpSpPr/>
          <p:nvPr/>
        </p:nvGrpSpPr>
        <p:grpSpPr>
          <a:xfrm>
            <a:off x="6738901" y="2929230"/>
            <a:ext cx="1948882" cy="824600"/>
            <a:chOff x="457200" y="959300"/>
            <a:chExt cx="2061000" cy="824600"/>
          </a:xfrm>
        </p:grpSpPr>
        <p:sp>
          <p:nvSpPr>
            <p:cNvPr id="1768" name="Google Shape;1768;p35"/>
            <p:cNvSpPr txBox="1"/>
            <p:nvPr/>
          </p:nvSpPr>
          <p:spPr>
            <a:xfrm>
              <a:off x="457200" y="9593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Train a model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769" name="Google Shape;1769;p35"/>
            <p:cNvSpPr txBox="1"/>
            <p:nvPr/>
          </p:nvSpPr>
          <p:spPr>
            <a:xfrm>
              <a:off x="457200" y="1300900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70" name="Google Shape;1770;p35"/>
          <p:cNvSpPr/>
          <p:nvPr/>
        </p:nvSpPr>
        <p:spPr>
          <a:xfrm>
            <a:off x="4377954" y="3217722"/>
            <a:ext cx="390060" cy="365493"/>
          </a:xfrm>
          <a:custGeom>
            <a:avLst/>
            <a:gdLst/>
            <a:ahLst/>
            <a:cxnLst/>
            <a:rect l="l" t="t" r="r" b="b"/>
            <a:pathLst>
              <a:path w="11432" h="10712" extrusionOk="0">
                <a:moveTo>
                  <a:pt x="6880" y="1261"/>
                </a:moveTo>
                <a:cubicBezTo>
                  <a:pt x="7296" y="1261"/>
                  <a:pt x="7296" y="1884"/>
                  <a:pt x="6880" y="1884"/>
                </a:cubicBezTo>
                <a:cubicBezTo>
                  <a:pt x="6865" y="1884"/>
                  <a:pt x="6850" y="1883"/>
                  <a:pt x="6835" y="1882"/>
                </a:cubicBezTo>
                <a:cubicBezTo>
                  <a:pt x="5716" y="1882"/>
                  <a:pt x="4811" y="2787"/>
                  <a:pt x="4811" y="3906"/>
                </a:cubicBezTo>
                <a:cubicBezTo>
                  <a:pt x="4799" y="4097"/>
                  <a:pt x="4656" y="4192"/>
                  <a:pt x="4510" y="4192"/>
                </a:cubicBezTo>
                <a:cubicBezTo>
                  <a:pt x="4364" y="4192"/>
                  <a:pt x="4215" y="4097"/>
                  <a:pt x="4191" y="3906"/>
                </a:cubicBezTo>
                <a:cubicBezTo>
                  <a:pt x="4191" y="2454"/>
                  <a:pt x="5382" y="1263"/>
                  <a:pt x="6835" y="1263"/>
                </a:cubicBezTo>
                <a:cubicBezTo>
                  <a:pt x="6850" y="1261"/>
                  <a:pt x="6865" y="1261"/>
                  <a:pt x="6880" y="1261"/>
                </a:cubicBezTo>
                <a:close/>
                <a:moveTo>
                  <a:pt x="6835" y="1"/>
                </a:moveTo>
                <a:cubicBezTo>
                  <a:pt x="3501" y="1"/>
                  <a:pt x="1691" y="3906"/>
                  <a:pt x="3858" y="6430"/>
                </a:cubicBezTo>
                <a:lnTo>
                  <a:pt x="3239" y="7050"/>
                </a:lnTo>
                <a:lnTo>
                  <a:pt x="3025" y="6835"/>
                </a:lnTo>
                <a:cubicBezTo>
                  <a:pt x="2965" y="6764"/>
                  <a:pt x="2882" y="6728"/>
                  <a:pt x="2798" y="6728"/>
                </a:cubicBezTo>
                <a:cubicBezTo>
                  <a:pt x="2715" y="6728"/>
                  <a:pt x="2632" y="6764"/>
                  <a:pt x="2572" y="6835"/>
                </a:cubicBezTo>
                <a:lnTo>
                  <a:pt x="119" y="9288"/>
                </a:lnTo>
                <a:cubicBezTo>
                  <a:pt x="0" y="9407"/>
                  <a:pt x="0" y="9622"/>
                  <a:pt x="119" y="9741"/>
                </a:cubicBezTo>
                <a:lnTo>
                  <a:pt x="1000" y="10622"/>
                </a:lnTo>
                <a:cubicBezTo>
                  <a:pt x="1060" y="10681"/>
                  <a:pt x="1143" y="10711"/>
                  <a:pt x="1227" y="10711"/>
                </a:cubicBezTo>
                <a:cubicBezTo>
                  <a:pt x="1310" y="10711"/>
                  <a:pt x="1393" y="10681"/>
                  <a:pt x="1453" y="10622"/>
                </a:cubicBezTo>
                <a:lnTo>
                  <a:pt x="3906" y="8169"/>
                </a:lnTo>
                <a:cubicBezTo>
                  <a:pt x="4049" y="8050"/>
                  <a:pt x="4049" y="7836"/>
                  <a:pt x="3906" y="7716"/>
                </a:cubicBezTo>
                <a:lnTo>
                  <a:pt x="3691" y="7502"/>
                </a:lnTo>
                <a:lnTo>
                  <a:pt x="4311" y="6883"/>
                </a:lnTo>
                <a:cubicBezTo>
                  <a:pt x="5055" y="7516"/>
                  <a:pt x="5944" y="7811"/>
                  <a:pt x="6820" y="7811"/>
                </a:cubicBezTo>
                <a:cubicBezTo>
                  <a:pt x="8383" y="7811"/>
                  <a:pt x="9907" y="6873"/>
                  <a:pt x="10502" y="5240"/>
                </a:cubicBezTo>
                <a:cubicBezTo>
                  <a:pt x="11431" y="2692"/>
                  <a:pt x="9550" y="1"/>
                  <a:pt x="68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1" name="Google Shape;1771;p35"/>
          <p:cNvSpPr/>
          <p:nvPr/>
        </p:nvSpPr>
        <p:spPr>
          <a:xfrm>
            <a:off x="1019288" y="2988113"/>
            <a:ext cx="824700" cy="824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72" name="Google Shape;1772;p35"/>
          <p:cNvGrpSpPr/>
          <p:nvPr/>
        </p:nvGrpSpPr>
        <p:grpSpPr>
          <a:xfrm>
            <a:off x="457201" y="3907380"/>
            <a:ext cx="1948882" cy="824600"/>
            <a:chOff x="457200" y="959300"/>
            <a:chExt cx="2061000" cy="824600"/>
          </a:xfrm>
        </p:grpSpPr>
        <p:sp>
          <p:nvSpPr>
            <p:cNvPr id="1773" name="Google Shape;1773;p35"/>
            <p:cNvSpPr txBox="1"/>
            <p:nvPr/>
          </p:nvSpPr>
          <p:spPr>
            <a:xfrm>
              <a:off x="457200" y="9593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Improve 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774" name="Google Shape;1774;p35"/>
            <p:cNvSpPr txBox="1"/>
            <p:nvPr/>
          </p:nvSpPr>
          <p:spPr>
            <a:xfrm>
              <a:off x="457200" y="1300900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  Pluto is considered a dwarf planet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75" name="Google Shape;1775;p35"/>
          <p:cNvGrpSpPr/>
          <p:nvPr/>
        </p:nvGrpSpPr>
        <p:grpSpPr>
          <a:xfrm>
            <a:off x="3598551" y="3907380"/>
            <a:ext cx="1948882" cy="824600"/>
            <a:chOff x="457200" y="959300"/>
            <a:chExt cx="2061000" cy="824600"/>
          </a:xfrm>
        </p:grpSpPr>
        <p:sp>
          <p:nvSpPr>
            <p:cNvPr id="1776" name="Google Shape;1776;p35"/>
            <p:cNvSpPr txBox="1"/>
            <p:nvPr/>
          </p:nvSpPr>
          <p:spPr>
            <a:xfrm>
              <a:off x="457200" y="9593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Evaluate the model</a:t>
              </a:r>
              <a:endParaRPr sz="1800"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777" name="Google Shape;1777;p35"/>
            <p:cNvSpPr txBox="1"/>
            <p:nvPr/>
          </p:nvSpPr>
          <p:spPr>
            <a:xfrm>
              <a:off x="457200" y="1300900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Jupiter is the biggest planet of them all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78" name="Google Shape;1778;p35"/>
          <p:cNvGrpSpPr/>
          <p:nvPr/>
        </p:nvGrpSpPr>
        <p:grpSpPr>
          <a:xfrm>
            <a:off x="1243322" y="3221070"/>
            <a:ext cx="376627" cy="358819"/>
            <a:chOff x="2430622" y="2290545"/>
            <a:chExt cx="376627" cy="358819"/>
          </a:xfrm>
        </p:grpSpPr>
        <p:sp>
          <p:nvSpPr>
            <p:cNvPr id="1779" name="Google Shape;1779;p35"/>
            <p:cNvSpPr/>
            <p:nvPr/>
          </p:nvSpPr>
          <p:spPr>
            <a:xfrm>
              <a:off x="2430622" y="2290545"/>
              <a:ext cx="269166" cy="327896"/>
            </a:xfrm>
            <a:custGeom>
              <a:avLst/>
              <a:gdLst/>
              <a:ahLst/>
              <a:cxnLst/>
              <a:rect l="l" t="t" r="r" b="b"/>
              <a:pathLst>
                <a:path w="7860" h="9575" extrusionOk="0">
                  <a:moveTo>
                    <a:pt x="6264" y="2025"/>
                  </a:moveTo>
                  <a:cubicBezTo>
                    <a:pt x="6669" y="2025"/>
                    <a:pt x="6669" y="2620"/>
                    <a:pt x="6264" y="2620"/>
                  </a:cubicBezTo>
                  <a:lnTo>
                    <a:pt x="4430" y="2620"/>
                  </a:lnTo>
                  <a:cubicBezTo>
                    <a:pt x="4025" y="2620"/>
                    <a:pt x="4025" y="2025"/>
                    <a:pt x="4430" y="2025"/>
                  </a:cubicBezTo>
                  <a:close/>
                  <a:moveTo>
                    <a:pt x="3406" y="2025"/>
                  </a:moveTo>
                  <a:cubicBezTo>
                    <a:pt x="3811" y="2025"/>
                    <a:pt x="3811" y="2644"/>
                    <a:pt x="3406" y="2644"/>
                  </a:cubicBezTo>
                  <a:lnTo>
                    <a:pt x="1572" y="2644"/>
                  </a:lnTo>
                  <a:cubicBezTo>
                    <a:pt x="1144" y="2644"/>
                    <a:pt x="1144" y="2025"/>
                    <a:pt x="1572" y="2025"/>
                  </a:cubicBezTo>
                  <a:close/>
                  <a:moveTo>
                    <a:pt x="3406" y="3239"/>
                  </a:moveTo>
                  <a:cubicBezTo>
                    <a:pt x="3811" y="3239"/>
                    <a:pt x="3811" y="3859"/>
                    <a:pt x="3406" y="3859"/>
                  </a:cubicBezTo>
                  <a:lnTo>
                    <a:pt x="1572" y="3859"/>
                  </a:lnTo>
                  <a:cubicBezTo>
                    <a:pt x="1144" y="3859"/>
                    <a:pt x="1144" y="3239"/>
                    <a:pt x="1572" y="3239"/>
                  </a:cubicBezTo>
                  <a:close/>
                  <a:moveTo>
                    <a:pt x="6264" y="3239"/>
                  </a:moveTo>
                  <a:cubicBezTo>
                    <a:pt x="6669" y="3239"/>
                    <a:pt x="6669" y="3859"/>
                    <a:pt x="6264" y="3859"/>
                  </a:cubicBezTo>
                  <a:lnTo>
                    <a:pt x="4430" y="3859"/>
                  </a:lnTo>
                  <a:cubicBezTo>
                    <a:pt x="4025" y="3859"/>
                    <a:pt x="4025" y="3239"/>
                    <a:pt x="4430" y="3239"/>
                  </a:cubicBezTo>
                  <a:close/>
                  <a:moveTo>
                    <a:pt x="3406" y="4478"/>
                  </a:moveTo>
                  <a:cubicBezTo>
                    <a:pt x="3811" y="4478"/>
                    <a:pt x="3811" y="5097"/>
                    <a:pt x="3406" y="5097"/>
                  </a:cubicBezTo>
                  <a:lnTo>
                    <a:pt x="1572" y="5097"/>
                  </a:lnTo>
                  <a:cubicBezTo>
                    <a:pt x="1144" y="5097"/>
                    <a:pt x="1144" y="4478"/>
                    <a:pt x="1572" y="4478"/>
                  </a:cubicBezTo>
                  <a:close/>
                  <a:moveTo>
                    <a:pt x="5311" y="4478"/>
                  </a:moveTo>
                  <a:cubicBezTo>
                    <a:pt x="5716" y="4478"/>
                    <a:pt x="5716" y="5097"/>
                    <a:pt x="5311" y="5097"/>
                  </a:cubicBezTo>
                  <a:lnTo>
                    <a:pt x="4406" y="5097"/>
                  </a:lnTo>
                  <a:cubicBezTo>
                    <a:pt x="4263" y="5097"/>
                    <a:pt x="4120" y="4954"/>
                    <a:pt x="4120" y="4811"/>
                  </a:cubicBezTo>
                  <a:lnTo>
                    <a:pt x="4120" y="4787"/>
                  </a:lnTo>
                  <a:cubicBezTo>
                    <a:pt x="4120" y="4621"/>
                    <a:pt x="4263" y="4478"/>
                    <a:pt x="4406" y="4478"/>
                  </a:cubicBezTo>
                  <a:close/>
                  <a:moveTo>
                    <a:pt x="3406" y="5716"/>
                  </a:moveTo>
                  <a:cubicBezTo>
                    <a:pt x="3811" y="5716"/>
                    <a:pt x="3811" y="6311"/>
                    <a:pt x="3406" y="6311"/>
                  </a:cubicBezTo>
                  <a:lnTo>
                    <a:pt x="1572" y="6311"/>
                  </a:lnTo>
                  <a:cubicBezTo>
                    <a:pt x="1144" y="6311"/>
                    <a:pt x="1144" y="5716"/>
                    <a:pt x="1572" y="5716"/>
                  </a:cubicBezTo>
                  <a:close/>
                  <a:moveTo>
                    <a:pt x="3406" y="6954"/>
                  </a:moveTo>
                  <a:cubicBezTo>
                    <a:pt x="3811" y="6954"/>
                    <a:pt x="3811" y="7574"/>
                    <a:pt x="3406" y="7574"/>
                  </a:cubicBezTo>
                  <a:lnTo>
                    <a:pt x="1572" y="7574"/>
                  </a:lnTo>
                  <a:cubicBezTo>
                    <a:pt x="1144" y="7574"/>
                    <a:pt x="1144" y="6954"/>
                    <a:pt x="1572" y="6954"/>
                  </a:cubicBezTo>
                  <a:close/>
                  <a:moveTo>
                    <a:pt x="1263" y="1"/>
                  </a:moveTo>
                  <a:cubicBezTo>
                    <a:pt x="572" y="1"/>
                    <a:pt x="1" y="548"/>
                    <a:pt x="1" y="1239"/>
                  </a:cubicBezTo>
                  <a:lnTo>
                    <a:pt x="1" y="8336"/>
                  </a:lnTo>
                  <a:cubicBezTo>
                    <a:pt x="1" y="9026"/>
                    <a:pt x="572" y="9574"/>
                    <a:pt x="1263" y="9574"/>
                  </a:cubicBezTo>
                  <a:lnTo>
                    <a:pt x="4835" y="9574"/>
                  </a:lnTo>
                  <a:cubicBezTo>
                    <a:pt x="3531" y="7488"/>
                    <a:pt x="5012" y="4787"/>
                    <a:pt x="7470" y="4787"/>
                  </a:cubicBezTo>
                  <a:cubicBezTo>
                    <a:pt x="7481" y="4787"/>
                    <a:pt x="7491" y="4787"/>
                    <a:pt x="7502" y="4787"/>
                  </a:cubicBezTo>
                  <a:lnTo>
                    <a:pt x="7550" y="4787"/>
                  </a:lnTo>
                  <a:cubicBezTo>
                    <a:pt x="7645" y="4787"/>
                    <a:pt x="7740" y="4787"/>
                    <a:pt x="7859" y="4811"/>
                  </a:cubicBezTo>
                  <a:lnTo>
                    <a:pt x="7859" y="1239"/>
                  </a:lnTo>
                  <a:cubicBezTo>
                    <a:pt x="7836" y="548"/>
                    <a:pt x="7288" y="1"/>
                    <a:pt x="66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5"/>
            <p:cNvSpPr/>
            <p:nvPr/>
          </p:nvSpPr>
          <p:spPr>
            <a:xfrm>
              <a:off x="2565993" y="2474852"/>
              <a:ext cx="241256" cy="174513"/>
            </a:xfrm>
            <a:custGeom>
              <a:avLst/>
              <a:gdLst/>
              <a:ahLst/>
              <a:cxnLst/>
              <a:rect l="l" t="t" r="r" b="b"/>
              <a:pathLst>
                <a:path w="7045" h="5096" extrusionOk="0">
                  <a:moveTo>
                    <a:pt x="4400" y="1625"/>
                  </a:moveTo>
                  <a:cubicBezTo>
                    <a:pt x="4628" y="1625"/>
                    <a:pt x="4838" y="1897"/>
                    <a:pt x="4645" y="2144"/>
                  </a:cubicBezTo>
                  <a:lnTo>
                    <a:pt x="3668" y="3359"/>
                  </a:lnTo>
                  <a:cubicBezTo>
                    <a:pt x="3613" y="3428"/>
                    <a:pt x="3525" y="3465"/>
                    <a:pt x="3438" y="3465"/>
                  </a:cubicBezTo>
                  <a:cubicBezTo>
                    <a:pt x="3375" y="3465"/>
                    <a:pt x="3313" y="3446"/>
                    <a:pt x="3263" y="3406"/>
                  </a:cubicBezTo>
                  <a:lnTo>
                    <a:pt x="2525" y="2882"/>
                  </a:lnTo>
                  <a:cubicBezTo>
                    <a:pt x="2382" y="2787"/>
                    <a:pt x="2358" y="2573"/>
                    <a:pt x="2454" y="2454"/>
                  </a:cubicBezTo>
                  <a:cubicBezTo>
                    <a:pt x="2512" y="2366"/>
                    <a:pt x="2605" y="2315"/>
                    <a:pt x="2702" y="2315"/>
                  </a:cubicBezTo>
                  <a:cubicBezTo>
                    <a:pt x="2764" y="2315"/>
                    <a:pt x="2827" y="2336"/>
                    <a:pt x="2882" y="2382"/>
                  </a:cubicBezTo>
                  <a:lnTo>
                    <a:pt x="3382" y="2739"/>
                  </a:lnTo>
                  <a:lnTo>
                    <a:pt x="4168" y="1739"/>
                  </a:lnTo>
                  <a:cubicBezTo>
                    <a:pt x="4237" y="1659"/>
                    <a:pt x="4319" y="1625"/>
                    <a:pt x="4400" y="1625"/>
                  </a:cubicBezTo>
                  <a:close/>
                  <a:moveTo>
                    <a:pt x="3525" y="1"/>
                  </a:moveTo>
                  <a:cubicBezTo>
                    <a:pt x="739" y="1"/>
                    <a:pt x="1" y="3835"/>
                    <a:pt x="2549" y="4883"/>
                  </a:cubicBezTo>
                  <a:cubicBezTo>
                    <a:pt x="2902" y="5030"/>
                    <a:pt x="3247" y="5096"/>
                    <a:pt x="3576" y="5096"/>
                  </a:cubicBezTo>
                  <a:cubicBezTo>
                    <a:pt x="5644" y="5096"/>
                    <a:pt x="7044" y="2468"/>
                    <a:pt x="5359" y="763"/>
                  </a:cubicBezTo>
                  <a:cubicBezTo>
                    <a:pt x="4883" y="263"/>
                    <a:pt x="4240" y="1"/>
                    <a:pt x="35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781" name="Google Shape;1781;p35"/>
          <p:cNvCxnSpPr>
            <a:stCxn id="1742" idx="6"/>
            <a:endCxn id="1740" idx="2"/>
          </p:cNvCxnSpPr>
          <p:nvPr/>
        </p:nvCxnSpPr>
        <p:spPr>
          <a:xfrm>
            <a:off x="1843988" y="1438313"/>
            <a:ext cx="2315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82" name="Google Shape;1782;p35"/>
          <p:cNvCxnSpPr>
            <a:stCxn id="1740" idx="6"/>
            <a:endCxn id="1741" idx="1"/>
          </p:cNvCxnSpPr>
          <p:nvPr/>
        </p:nvCxnSpPr>
        <p:spPr>
          <a:xfrm>
            <a:off x="4984338" y="1438313"/>
            <a:ext cx="2437500" cy="71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83" name="Google Shape;1783;p35"/>
          <p:cNvCxnSpPr>
            <a:stCxn id="1741" idx="3"/>
            <a:endCxn id="1739" idx="6"/>
          </p:cNvCxnSpPr>
          <p:nvPr/>
        </p:nvCxnSpPr>
        <p:spPr>
          <a:xfrm flipH="1">
            <a:off x="4985450" y="2732238"/>
            <a:ext cx="2436300" cy="66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84" name="Google Shape;1784;p35"/>
          <p:cNvCxnSpPr>
            <a:stCxn id="1739" idx="2"/>
            <a:endCxn id="1771" idx="6"/>
          </p:cNvCxnSpPr>
          <p:nvPr/>
        </p:nvCxnSpPr>
        <p:spPr>
          <a:xfrm rot="10800000">
            <a:off x="1844025" y="3400463"/>
            <a:ext cx="2316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9" name="Google Shape;1789;p36"/>
          <p:cNvGrpSpPr/>
          <p:nvPr/>
        </p:nvGrpSpPr>
        <p:grpSpPr>
          <a:xfrm>
            <a:off x="3296926" y="1035541"/>
            <a:ext cx="2550136" cy="3687818"/>
            <a:chOff x="3346589" y="1035541"/>
            <a:chExt cx="2550136" cy="3687818"/>
          </a:xfrm>
        </p:grpSpPr>
        <p:grpSp>
          <p:nvGrpSpPr>
            <p:cNvPr id="1790" name="Google Shape;1790;p36"/>
            <p:cNvGrpSpPr/>
            <p:nvPr/>
          </p:nvGrpSpPr>
          <p:grpSpPr>
            <a:xfrm>
              <a:off x="3346589" y="1035541"/>
              <a:ext cx="2450802" cy="3687818"/>
              <a:chOff x="3409938" y="1035450"/>
              <a:chExt cx="2324137" cy="3497219"/>
            </a:xfrm>
          </p:grpSpPr>
          <p:sp>
            <p:nvSpPr>
              <p:cNvPr id="1791" name="Google Shape;1791;p36"/>
              <p:cNvSpPr/>
              <p:nvPr/>
            </p:nvSpPr>
            <p:spPr>
              <a:xfrm>
                <a:off x="4164193" y="1113566"/>
                <a:ext cx="263849" cy="519204"/>
              </a:xfrm>
              <a:custGeom>
                <a:avLst/>
                <a:gdLst/>
                <a:ahLst/>
                <a:cxnLst/>
                <a:rect l="l" t="t" r="r" b="b"/>
                <a:pathLst>
                  <a:path w="5188" h="10209" extrusionOk="0">
                    <a:moveTo>
                      <a:pt x="731" y="1"/>
                    </a:moveTo>
                    <a:lnTo>
                      <a:pt x="590" y="14"/>
                    </a:lnTo>
                    <a:lnTo>
                      <a:pt x="449" y="52"/>
                    </a:lnTo>
                    <a:lnTo>
                      <a:pt x="321" y="116"/>
                    </a:lnTo>
                    <a:lnTo>
                      <a:pt x="218" y="206"/>
                    </a:lnTo>
                    <a:lnTo>
                      <a:pt x="129" y="321"/>
                    </a:lnTo>
                    <a:lnTo>
                      <a:pt x="65" y="436"/>
                    </a:lnTo>
                    <a:lnTo>
                      <a:pt x="13" y="577"/>
                    </a:lnTo>
                    <a:lnTo>
                      <a:pt x="1" y="731"/>
                    </a:lnTo>
                    <a:lnTo>
                      <a:pt x="1" y="4253"/>
                    </a:lnTo>
                    <a:lnTo>
                      <a:pt x="13" y="4394"/>
                    </a:lnTo>
                    <a:lnTo>
                      <a:pt x="65" y="4535"/>
                    </a:lnTo>
                    <a:lnTo>
                      <a:pt x="129" y="4650"/>
                    </a:lnTo>
                    <a:lnTo>
                      <a:pt x="218" y="4765"/>
                    </a:lnTo>
                    <a:lnTo>
                      <a:pt x="321" y="4855"/>
                    </a:lnTo>
                    <a:lnTo>
                      <a:pt x="449" y="4919"/>
                    </a:lnTo>
                    <a:lnTo>
                      <a:pt x="590" y="4958"/>
                    </a:lnTo>
                    <a:lnTo>
                      <a:pt x="731" y="4970"/>
                    </a:lnTo>
                    <a:lnTo>
                      <a:pt x="3728" y="4970"/>
                    </a:lnTo>
                    <a:lnTo>
                      <a:pt x="3728" y="9479"/>
                    </a:lnTo>
                    <a:lnTo>
                      <a:pt x="3740" y="9632"/>
                    </a:lnTo>
                    <a:lnTo>
                      <a:pt x="3792" y="9761"/>
                    </a:lnTo>
                    <a:lnTo>
                      <a:pt x="3856" y="9889"/>
                    </a:lnTo>
                    <a:lnTo>
                      <a:pt x="3945" y="10004"/>
                    </a:lnTo>
                    <a:lnTo>
                      <a:pt x="4048" y="10081"/>
                    </a:lnTo>
                    <a:lnTo>
                      <a:pt x="4176" y="10158"/>
                    </a:lnTo>
                    <a:lnTo>
                      <a:pt x="4317" y="10196"/>
                    </a:lnTo>
                    <a:lnTo>
                      <a:pt x="4458" y="10209"/>
                    </a:lnTo>
                    <a:lnTo>
                      <a:pt x="4611" y="10196"/>
                    </a:lnTo>
                    <a:lnTo>
                      <a:pt x="4739" y="10158"/>
                    </a:lnTo>
                    <a:lnTo>
                      <a:pt x="4868" y="10081"/>
                    </a:lnTo>
                    <a:lnTo>
                      <a:pt x="4970" y="10004"/>
                    </a:lnTo>
                    <a:lnTo>
                      <a:pt x="5060" y="9889"/>
                    </a:lnTo>
                    <a:lnTo>
                      <a:pt x="5137" y="9761"/>
                    </a:lnTo>
                    <a:lnTo>
                      <a:pt x="5175" y="9632"/>
                    </a:lnTo>
                    <a:lnTo>
                      <a:pt x="5188" y="9479"/>
                    </a:lnTo>
                    <a:lnTo>
                      <a:pt x="5188" y="4253"/>
                    </a:lnTo>
                    <a:lnTo>
                      <a:pt x="5175" y="4099"/>
                    </a:lnTo>
                    <a:lnTo>
                      <a:pt x="5137" y="3959"/>
                    </a:lnTo>
                    <a:lnTo>
                      <a:pt x="5060" y="3843"/>
                    </a:lnTo>
                    <a:lnTo>
                      <a:pt x="4970" y="3728"/>
                    </a:lnTo>
                    <a:lnTo>
                      <a:pt x="4868" y="3638"/>
                    </a:lnTo>
                    <a:lnTo>
                      <a:pt x="4739" y="3574"/>
                    </a:lnTo>
                    <a:lnTo>
                      <a:pt x="4611" y="3536"/>
                    </a:lnTo>
                    <a:lnTo>
                      <a:pt x="4458" y="3523"/>
                    </a:lnTo>
                    <a:lnTo>
                      <a:pt x="1461" y="3523"/>
                    </a:lnTo>
                    <a:lnTo>
                      <a:pt x="1461" y="731"/>
                    </a:lnTo>
                    <a:lnTo>
                      <a:pt x="1448" y="577"/>
                    </a:lnTo>
                    <a:lnTo>
                      <a:pt x="1409" y="436"/>
                    </a:lnTo>
                    <a:lnTo>
                      <a:pt x="1333" y="321"/>
                    </a:lnTo>
                    <a:lnTo>
                      <a:pt x="1243" y="206"/>
                    </a:lnTo>
                    <a:lnTo>
                      <a:pt x="1140" y="116"/>
                    </a:lnTo>
                    <a:lnTo>
                      <a:pt x="1012" y="52"/>
                    </a:lnTo>
                    <a:lnTo>
                      <a:pt x="884" y="14"/>
                    </a:lnTo>
                    <a:lnTo>
                      <a:pt x="7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36"/>
              <p:cNvSpPr/>
              <p:nvPr/>
            </p:nvSpPr>
            <p:spPr>
              <a:xfrm>
                <a:off x="4535497" y="1224993"/>
                <a:ext cx="73642" cy="407775"/>
              </a:xfrm>
              <a:custGeom>
                <a:avLst/>
                <a:gdLst/>
                <a:ahLst/>
                <a:cxnLst/>
                <a:rect l="l" t="t" r="r" b="b"/>
                <a:pathLst>
                  <a:path w="1448" h="8018" extrusionOk="0">
                    <a:moveTo>
                      <a:pt x="717" y="0"/>
                    </a:moveTo>
                    <a:lnTo>
                      <a:pt x="576" y="13"/>
                    </a:lnTo>
                    <a:lnTo>
                      <a:pt x="436" y="51"/>
                    </a:lnTo>
                    <a:lnTo>
                      <a:pt x="320" y="115"/>
                    </a:lnTo>
                    <a:lnTo>
                      <a:pt x="205" y="205"/>
                    </a:lnTo>
                    <a:lnTo>
                      <a:pt x="115" y="320"/>
                    </a:lnTo>
                    <a:lnTo>
                      <a:pt x="51" y="436"/>
                    </a:lnTo>
                    <a:lnTo>
                      <a:pt x="13" y="576"/>
                    </a:lnTo>
                    <a:lnTo>
                      <a:pt x="0" y="717"/>
                    </a:lnTo>
                    <a:lnTo>
                      <a:pt x="0" y="7288"/>
                    </a:lnTo>
                    <a:lnTo>
                      <a:pt x="13" y="7441"/>
                    </a:lnTo>
                    <a:lnTo>
                      <a:pt x="51" y="7570"/>
                    </a:lnTo>
                    <a:lnTo>
                      <a:pt x="115" y="7698"/>
                    </a:lnTo>
                    <a:lnTo>
                      <a:pt x="205" y="7813"/>
                    </a:lnTo>
                    <a:lnTo>
                      <a:pt x="320" y="7890"/>
                    </a:lnTo>
                    <a:lnTo>
                      <a:pt x="436" y="7967"/>
                    </a:lnTo>
                    <a:lnTo>
                      <a:pt x="576" y="8005"/>
                    </a:lnTo>
                    <a:lnTo>
                      <a:pt x="717" y="8018"/>
                    </a:lnTo>
                    <a:lnTo>
                      <a:pt x="871" y="8005"/>
                    </a:lnTo>
                    <a:lnTo>
                      <a:pt x="1012" y="7967"/>
                    </a:lnTo>
                    <a:lnTo>
                      <a:pt x="1127" y="7890"/>
                    </a:lnTo>
                    <a:lnTo>
                      <a:pt x="1242" y="7813"/>
                    </a:lnTo>
                    <a:lnTo>
                      <a:pt x="1332" y="7698"/>
                    </a:lnTo>
                    <a:lnTo>
                      <a:pt x="1396" y="7570"/>
                    </a:lnTo>
                    <a:lnTo>
                      <a:pt x="1435" y="7441"/>
                    </a:lnTo>
                    <a:lnTo>
                      <a:pt x="1447" y="7288"/>
                    </a:lnTo>
                    <a:lnTo>
                      <a:pt x="1447" y="717"/>
                    </a:lnTo>
                    <a:lnTo>
                      <a:pt x="1435" y="576"/>
                    </a:lnTo>
                    <a:lnTo>
                      <a:pt x="1396" y="436"/>
                    </a:lnTo>
                    <a:lnTo>
                      <a:pt x="1332" y="320"/>
                    </a:lnTo>
                    <a:lnTo>
                      <a:pt x="1242" y="205"/>
                    </a:lnTo>
                    <a:lnTo>
                      <a:pt x="1127" y="115"/>
                    </a:lnTo>
                    <a:lnTo>
                      <a:pt x="1012" y="51"/>
                    </a:lnTo>
                    <a:lnTo>
                      <a:pt x="871" y="13"/>
                    </a:lnTo>
                    <a:lnTo>
                      <a:pt x="7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36"/>
              <p:cNvSpPr/>
              <p:nvPr/>
            </p:nvSpPr>
            <p:spPr>
              <a:xfrm>
                <a:off x="4707443" y="1069931"/>
                <a:ext cx="216297" cy="562840"/>
              </a:xfrm>
              <a:custGeom>
                <a:avLst/>
                <a:gdLst/>
                <a:ahLst/>
                <a:cxnLst/>
                <a:rect l="l" t="t" r="r" b="b"/>
                <a:pathLst>
                  <a:path w="4253" h="11067" extrusionOk="0">
                    <a:moveTo>
                      <a:pt x="3522" y="1"/>
                    </a:moveTo>
                    <a:lnTo>
                      <a:pt x="3369" y="14"/>
                    </a:lnTo>
                    <a:lnTo>
                      <a:pt x="3241" y="52"/>
                    </a:lnTo>
                    <a:lnTo>
                      <a:pt x="3113" y="116"/>
                    </a:lnTo>
                    <a:lnTo>
                      <a:pt x="3010" y="206"/>
                    </a:lnTo>
                    <a:lnTo>
                      <a:pt x="2921" y="321"/>
                    </a:lnTo>
                    <a:lnTo>
                      <a:pt x="2856" y="436"/>
                    </a:lnTo>
                    <a:lnTo>
                      <a:pt x="2805" y="577"/>
                    </a:lnTo>
                    <a:lnTo>
                      <a:pt x="2792" y="731"/>
                    </a:lnTo>
                    <a:lnTo>
                      <a:pt x="2792" y="6200"/>
                    </a:lnTo>
                    <a:lnTo>
                      <a:pt x="128" y="9914"/>
                    </a:lnTo>
                    <a:lnTo>
                      <a:pt x="64" y="10042"/>
                    </a:lnTo>
                    <a:lnTo>
                      <a:pt x="13" y="10183"/>
                    </a:lnTo>
                    <a:lnTo>
                      <a:pt x="0" y="10324"/>
                    </a:lnTo>
                    <a:lnTo>
                      <a:pt x="13" y="10465"/>
                    </a:lnTo>
                    <a:lnTo>
                      <a:pt x="39" y="10593"/>
                    </a:lnTo>
                    <a:lnTo>
                      <a:pt x="103" y="10721"/>
                    </a:lnTo>
                    <a:lnTo>
                      <a:pt x="192" y="10836"/>
                    </a:lnTo>
                    <a:lnTo>
                      <a:pt x="308" y="10939"/>
                    </a:lnTo>
                    <a:lnTo>
                      <a:pt x="397" y="10990"/>
                    </a:lnTo>
                    <a:lnTo>
                      <a:pt x="513" y="11041"/>
                    </a:lnTo>
                    <a:lnTo>
                      <a:pt x="615" y="11067"/>
                    </a:lnTo>
                    <a:lnTo>
                      <a:pt x="807" y="11067"/>
                    </a:lnTo>
                    <a:lnTo>
                      <a:pt x="897" y="11054"/>
                    </a:lnTo>
                    <a:lnTo>
                      <a:pt x="974" y="11028"/>
                    </a:lnTo>
                    <a:lnTo>
                      <a:pt x="1051" y="10990"/>
                    </a:lnTo>
                    <a:lnTo>
                      <a:pt x="1127" y="10952"/>
                    </a:lnTo>
                    <a:lnTo>
                      <a:pt x="1204" y="10900"/>
                    </a:lnTo>
                    <a:lnTo>
                      <a:pt x="1268" y="10836"/>
                    </a:lnTo>
                    <a:lnTo>
                      <a:pt x="1320" y="10759"/>
                    </a:lnTo>
                    <a:lnTo>
                      <a:pt x="4112" y="6866"/>
                    </a:lnTo>
                    <a:lnTo>
                      <a:pt x="4176" y="6763"/>
                    </a:lnTo>
                    <a:lnTo>
                      <a:pt x="4214" y="6661"/>
                    </a:lnTo>
                    <a:lnTo>
                      <a:pt x="4240" y="6546"/>
                    </a:lnTo>
                    <a:lnTo>
                      <a:pt x="4253" y="6443"/>
                    </a:lnTo>
                    <a:lnTo>
                      <a:pt x="4253" y="731"/>
                    </a:lnTo>
                    <a:lnTo>
                      <a:pt x="4240" y="577"/>
                    </a:lnTo>
                    <a:lnTo>
                      <a:pt x="4189" y="436"/>
                    </a:lnTo>
                    <a:lnTo>
                      <a:pt x="4124" y="321"/>
                    </a:lnTo>
                    <a:lnTo>
                      <a:pt x="4035" y="206"/>
                    </a:lnTo>
                    <a:lnTo>
                      <a:pt x="3932" y="116"/>
                    </a:lnTo>
                    <a:lnTo>
                      <a:pt x="3804" y="52"/>
                    </a:lnTo>
                    <a:lnTo>
                      <a:pt x="3663" y="14"/>
                    </a:lnTo>
                    <a:lnTo>
                      <a:pt x="352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36"/>
              <p:cNvSpPr/>
              <p:nvPr/>
            </p:nvSpPr>
            <p:spPr>
              <a:xfrm>
                <a:off x="4620784" y="3791379"/>
                <a:ext cx="1030526" cy="508117"/>
              </a:xfrm>
              <a:custGeom>
                <a:avLst/>
                <a:gdLst/>
                <a:ahLst/>
                <a:cxnLst/>
                <a:rect l="l" t="t" r="r" b="b"/>
                <a:pathLst>
                  <a:path w="20263" h="9991" extrusionOk="0">
                    <a:moveTo>
                      <a:pt x="731" y="0"/>
                    </a:moveTo>
                    <a:lnTo>
                      <a:pt x="590" y="13"/>
                    </a:lnTo>
                    <a:lnTo>
                      <a:pt x="449" y="51"/>
                    </a:lnTo>
                    <a:lnTo>
                      <a:pt x="321" y="128"/>
                    </a:lnTo>
                    <a:lnTo>
                      <a:pt x="219" y="218"/>
                    </a:lnTo>
                    <a:lnTo>
                      <a:pt x="129" y="320"/>
                    </a:lnTo>
                    <a:lnTo>
                      <a:pt x="65" y="448"/>
                    </a:lnTo>
                    <a:lnTo>
                      <a:pt x="14" y="577"/>
                    </a:lnTo>
                    <a:lnTo>
                      <a:pt x="1" y="730"/>
                    </a:lnTo>
                    <a:lnTo>
                      <a:pt x="1" y="9260"/>
                    </a:lnTo>
                    <a:lnTo>
                      <a:pt x="14" y="9401"/>
                    </a:lnTo>
                    <a:lnTo>
                      <a:pt x="65" y="9542"/>
                    </a:lnTo>
                    <a:lnTo>
                      <a:pt x="129" y="9670"/>
                    </a:lnTo>
                    <a:lnTo>
                      <a:pt x="219" y="9773"/>
                    </a:lnTo>
                    <a:lnTo>
                      <a:pt x="321" y="9862"/>
                    </a:lnTo>
                    <a:lnTo>
                      <a:pt x="449" y="9926"/>
                    </a:lnTo>
                    <a:lnTo>
                      <a:pt x="590" y="9978"/>
                    </a:lnTo>
                    <a:lnTo>
                      <a:pt x="731" y="9990"/>
                    </a:lnTo>
                    <a:lnTo>
                      <a:pt x="19533" y="9990"/>
                    </a:lnTo>
                    <a:lnTo>
                      <a:pt x="19674" y="9978"/>
                    </a:lnTo>
                    <a:lnTo>
                      <a:pt x="19815" y="9926"/>
                    </a:lnTo>
                    <a:lnTo>
                      <a:pt x="19943" y="9862"/>
                    </a:lnTo>
                    <a:lnTo>
                      <a:pt x="20045" y="9773"/>
                    </a:lnTo>
                    <a:lnTo>
                      <a:pt x="20135" y="9670"/>
                    </a:lnTo>
                    <a:lnTo>
                      <a:pt x="20199" y="9542"/>
                    </a:lnTo>
                    <a:lnTo>
                      <a:pt x="20237" y="9401"/>
                    </a:lnTo>
                    <a:lnTo>
                      <a:pt x="20263" y="9260"/>
                    </a:lnTo>
                    <a:lnTo>
                      <a:pt x="20237" y="9107"/>
                    </a:lnTo>
                    <a:lnTo>
                      <a:pt x="20199" y="8979"/>
                    </a:lnTo>
                    <a:lnTo>
                      <a:pt x="20135" y="8850"/>
                    </a:lnTo>
                    <a:lnTo>
                      <a:pt x="20045" y="8748"/>
                    </a:lnTo>
                    <a:lnTo>
                      <a:pt x="19943" y="8658"/>
                    </a:lnTo>
                    <a:lnTo>
                      <a:pt x="19815" y="8582"/>
                    </a:lnTo>
                    <a:lnTo>
                      <a:pt x="19674" y="8543"/>
                    </a:lnTo>
                    <a:lnTo>
                      <a:pt x="19533" y="8530"/>
                    </a:lnTo>
                    <a:lnTo>
                      <a:pt x="1461" y="8530"/>
                    </a:lnTo>
                    <a:lnTo>
                      <a:pt x="1461" y="730"/>
                    </a:lnTo>
                    <a:lnTo>
                      <a:pt x="1448" y="577"/>
                    </a:lnTo>
                    <a:lnTo>
                      <a:pt x="1410" y="448"/>
                    </a:lnTo>
                    <a:lnTo>
                      <a:pt x="1333" y="320"/>
                    </a:lnTo>
                    <a:lnTo>
                      <a:pt x="1243" y="218"/>
                    </a:lnTo>
                    <a:lnTo>
                      <a:pt x="1141" y="128"/>
                    </a:lnTo>
                    <a:lnTo>
                      <a:pt x="1013" y="51"/>
                    </a:lnTo>
                    <a:lnTo>
                      <a:pt x="885" y="13"/>
                    </a:lnTo>
                    <a:lnTo>
                      <a:pt x="7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36"/>
              <p:cNvSpPr/>
              <p:nvPr/>
            </p:nvSpPr>
            <p:spPr>
              <a:xfrm>
                <a:off x="4449498" y="3807653"/>
                <a:ext cx="1201814" cy="691153"/>
              </a:xfrm>
              <a:custGeom>
                <a:avLst/>
                <a:gdLst/>
                <a:ahLst/>
                <a:cxnLst/>
                <a:rect l="l" t="t" r="r" b="b"/>
                <a:pathLst>
                  <a:path w="23631" h="13590" extrusionOk="0">
                    <a:moveTo>
                      <a:pt x="730" y="0"/>
                    </a:moveTo>
                    <a:lnTo>
                      <a:pt x="577" y="13"/>
                    </a:lnTo>
                    <a:lnTo>
                      <a:pt x="449" y="52"/>
                    </a:lnTo>
                    <a:lnTo>
                      <a:pt x="321" y="128"/>
                    </a:lnTo>
                    <a:lnTo>
                      <a:pt x="205" y="218"/>
                    </a:lnTo>
                    <a:lnTo>
                      <a:pt x="129" y="321"/>
                    </a:lnTo>
                    <a:lnTo>
                      <a:pt x="52" y="449"/>
                    </a:lnTo>
                    <a:lnTo>
                      <a:pt x="13" y="577"/>
                    </a:lnTo>
                    <a:lnTo>
                      <a:pt x="0" y="730"/>
                    </a:lnTo>
                    <a:lnTo>
                      <a:pt x="0" y="12860"/>
                    </a:lnTo>
                    <a:lnTo>
                      <a:pt x="13" y="13000"/>
                    </a:lnTo>
                    <a:lnTo>
                      <a:pt x="52" y="13141"/>
                    </a:lnTo>
                    <a:lnTo>
                      <a:pt x="129" y="13269"/>
                    </a:lnTo>
                    <a:lnTo>
                      <a:pt x="205" y="13372"/>
                    </a:lnTo>
                    <a:lnTo>
                      <a:pt x="321" y="13462"/>
                    </a:lnTo>
                    <a:lnTo>
                      <a:pt x="449" y="13526"/>
                    </a:lnTo>
                    <a:lnTo>
                      <a:pt x="577" y="13577"/>
                    </a:lnTo>
                    <a:lnTo>
                      <a:pt x="730" y="13590"/>
                    </a:lnTo>
                    <a:lnTo>
                      <a:pt x="22901" y="13590"/>
                    </a:lnTo>
                    <a:lnTo>
                      <a:pt x="23042" y="13577"/>
                    </a:lnTo>
                    <a:lnTo>
                      <a:pt x="23183" y="13526"/>
                    </a:lnTo>
                    <a:lnTo>
                      <a:pt x="23311" y="13462"/>
                    </a:lnTo>
                    <a:lnTo>
                      <a:pt x="23413" y="13372"/>
                    </a:lnTo>
                    <a:lnTo>
                      <a:pt x="23503" y="13269"/>
                    </a:lnTo>
                    <a:lnTo>
                      <a:pt x="23567" y="13141"/>
                    </a:lnTo>
                    <a:lnTo>
                      <a:pt x="23605" y="13000"/>
                    </a:lnTo>
                    <a:lnTo>
                      <a:pt x="23631" y="12860"/>
                    </a:lnTo>
                    <a:lnTo>
                      <a:pt x="23605" y="12706"/>
                    </a:lnTo>
                    <a:lnTo>
                      <a:pt x="23567" y="12578"/>
                    </a:lnTo>
                    <a:lnTo>
                      <a:pt x="23503" y="12450"/>
                    </a:lnTo>
                    <a:lnTo>
                      <a:pt x="23413" y="12347"/>
                    </a:lnTo>
                    <a:lnTo>
                      <a:pt x="23311" y="12258"/>
                    </a:lnTo>
                    <a:lnTo>
                      <a:pt x="23183" y="12181"/>
                    </a:lnTo>
                    <a:lnTo>
                      <a:pt x="23042" y="12142"/>
                    </a:lnTo>
                    <a:lnTo>
                      <a:pt x="22901" y="12129"/>
                    </a:lnTo>
                    <a:lnTo>
                      <a:pt x="1461" y="12129"/>
                    </a:lnTo>
                    <a:lnTo>
                      <a:pt x="1461" y="730"/>
                    </a:lnTo>
                    <a:lnTo>
                      <a:pt x="1435" y="577"/>
                    </a:lnTo>
                    <a:lnTo>
                      <a:pt x="1396" y="449"/>
                    </a:lnTo>
                    <a:lnTo>
                      <a:pt x="1332" y="321"/>
                    </a:lnTo>
                    <a:lnTo>
                      <a:pt x="1243" y="218"/>
                    </a:lnTo>
                    <a:lnTo>
                      <a:pt x="1128" y="128"/>
                    </a:lnTo>
                    <a:lnTo>
                      <a:pt x="1012" y="52"/>
                    </a:lnTo>
                    <a:lnTo>
                      <a:pt x="871" y="13"/>
                    </a:lnTo>
                    <a:lnTo>
                      <a:pt x="73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36"/>
              <p:cNvSpPr/>
              <p:nvPr/>
            </p:nvSpPr>
            <p:spPr>
              <a:xfrm>
                <a:off x="4792781" y="3791379"/>
                <a:ext cx="858525" cy="308807"/>
              </a:xfrm>
              <a:custGeom>
                <a:avLst/>
                <a:gdLst/>
                <a:ahLst/>
                <a:cxnLst/>
                <a:rect l="l" t="t" r="r" b="b"/>
                <a:pathLst>
                  <a:path w="16881" h="6072" extrusionOk="0">
                    <a:moveTo>
                      <a:pt x="730" y="0"/>
                    </a:moveTo>
                    <a:lnTo>
                      <a:pt x="577" y="26"/>
                    </a:lnTo>
                    <a:lnTo>
                      <a:pt x="436" y="64"/>
                    </a:lnTo>
                    <a:lnTo>
                      <a:pt x="320" y="128"/>
                    </a:lnTo>
                    <a:lnTo>
                      <a:pt x="205" y="218"/>
                    </a:lnTo>
                    <a:lnTo>
                      <a:pt x="115" y="333"/>
                    </a:lnTo>
                    <a:lnTo>
                      <a:pt x="51" y="448"/>
                    </a:lnTo>
                    <a:lnTo>
                      <a:pt x="13" y="589"/>
                    </a:lnTo>
                    <a:lnTo>
                      <a:pt x="0" y="730"/>
                    </a:lnTo>
                    <a:lnTo>
                      <a:pt x="0" y="5341"/>
                    </a:lnTo>
                    <a:lnTo>
                      <a:pt x="13" y="5482"/>
                    </a:lnTo>
                    <a:lnTo>
                      <a:pt x="51" y="5623"/>
                    </a:lnTo>
                    <a:lnTo>
                      <a:pt x="115" y="5751"/>
                    </a:lnTo>
                    <a:lnTo>
                      <a:pt x="205" y="5853"/>
                    </a:lnTo>
                    <a:lnTo>
                      <a:pt x="320" y="5943"/>
                    </a:lnTo>
                    <a:lnTo>
                      <a:pt x="436" y="6007"/>
                    </a:lnTo>
                    <a:lnTo>
                      <a:pt x="577" y="6058"/>
                    </a:lnTo>
                    <a:lnTo>
                      <a:pt x="730" y="6071"/>
                    </a:lnTo>
                    <a:lnTo>
                      <a:pt x="16151" y="6071"/>
                    </a:lnTo>
                    <a:lnTo>
                      <a:pt x="16292" y="6058"/>
                    </a:lnTo>
                    <a:lnTo>
                      <a:pt x="16433" y="6007"/>
                    </a:lnTo>
                    <a:lnTo>
                      <a:pt x="16561" y="5943"/>
                    </a:lnTo>
                    <a:lnTo>
                      <a:pt x="16663" y="5853"/>
                    </a:lnTo>
                    <a:lnTo>
                      <a:pt x="16753" y="5751"/>
                    </a:lnTo>
                    <a:lnTo>
                      <a:pt x="16817" y="5623"/>
                    </a:lnTo>
                    <a:lnTo>
                      <a:pt x="16855" y="5482"/>
                    </a:lnTo>
                    <a:lnTo>
                      <a:pt x="16881" y="5341"/>
                    </a:lnTo>
                    <a:lnTo>
                      <a:pt x="16855" y="5187"/>
                    </a:lnTo>
                    <a:lnTo>
                      <a:pt x="16817" y="5059"/>
                    </a:lnTo>
                    <a:lnTo>
                      <a:pt x="16753" y="4931"/>
                    </a:lnTo>
                    <a:lnTo>
                      <a:pt x="16663" y="4829"/>
                    </a:lnTo>
                    <a:lnTo>
                      <a:pt x="16561" y="4739"/>
                    </a:lnTo>
                    <a:lnTo>
                      <a:pt x="16433" y="4662"/>
                    </a:lnTo>
                    <a:lnTo>
                      <a:pt x="16292" y="4624"/>
                    </a:lnTo>
                    <a:lnTo>
                      <a:pt x="16151" y="4611"/>
                    </a:lnTo>
                    <a:lnTo>
                      <a:pt x="1460" y="4611"/>
                    </a:lnTo>
                    <a:lnTo>
                      <a:pt x="1460" y="730"/>
                    </a:lnTo>
                    <a:lnTo>
                      <a:pt x="1435" y="589"/>
                    </a:lnTo>
                    <a:lnTo>
                      <a:pt x="1396" y="448"/>
                    </a:lnTo>
                    <a:lnTo>
                      <a:pt x="1332" y="333"/>
                    </a:lnTo>
                    <a:lnTo>
                      <a:pt x="1243" y="218"/>
                    </a:lnTo>
                    <a:lnTo>
                      <a:pt x="1127" y="128"/>
                    </a:lnTo>
                    <a:lnTo>
                      <a:pt x="1012" y="64"/>
                    </a:lnTo>
                    <a:lnTo>
                      <a:pt x="871" y="26"/>
                    </a:lnTo>
                    <a:lnTo>
                      <a:pt x="73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36"/>
              <p:cNvSpPr/>
              <p:nvPr/>
            </p:nvSpPr>
            <p:spPr>
              <a:xfrm>
                <a:off x="3409938" y="1689417"/>
                <a:ext cx="2324137" cy="1839516"/>
              </a:xfrm>
              <a:custGeom>
                <a:avLst/>
                <a:gdLst/>
                <a:ahLst/>
                <a:cxnLst/>
                <a:rect l="l" t="t" r="r" b="b"/>
                <a:pathLst>
                  <a:path w="45699" h="36170" extrusionOk="0">
                    <a:moveTo>
                      <a:pt x="0" y="0"/>
                    </a:moveTo>
                    <a:lnTo>
                      <a:pt x="0" y="36170"/>
                    </a:lnTo>
                    <a:lnTo>
                      <a:pt x="45699" y="36170"/>
                    </a:lnTo>
                    <a:lnTo>
                      <a:pt x="4569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36"/>
              <p:cNvSpPr/>
              <p:nvPr/>
            </p:nvSpPr>
            <p:spPr>
              <a:xfrm>
                <a:off x="3604007" y="1882876"/>
                <a:ext cx="1936603" cy="1452592"/>
              </a:xfrm>
              <a:custGeom>
                <a:avLst/>
                <a:gdLst/>
                <a:ahLst/>
                <a:cxnLst/>
                <a:rect l="l" t="t" r="r" b="b"/>
                <a:pathLst>
                  <a:path w="38079" h="28562" extrusionOk="0">
                    <a:moveTo>
                      <a:pt x="1" y="0"/>
                    </a:moveTo>
                    <a:lnTo>
                      <a:pt x="1" y="28562"/>
                    </a:lnTo>
                    <a:lnTo>
                      <a:pt x="38079" y="28562"/>
                    </a:lnTo>
                    <a:lnTo>
                      <a:pt x="3807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1799;p36"/>
              <p:cNvSpPr/>
              <p:nvPr/>
            </p:nvSpPr>
            <p:spPr>
              <a:xfrm>
                <a:off x="3681512" y="1936276"/>
                <a:ext cx="1781589" cy="1345791"/>
              </a:xfrm>
              <a:custGeom>
                <a:avLst/>
                <a:gdLst/>
                <a:ahLst/>
                <a:cxnLst/>
                <a:rect l="l" t="t" r="r" b="b"/>
                <a:pathLst>
                  <a:path w="35031" h="26462" extrusionOk="0">
                    <a:moveTo>
                      <a:pt x="1" y="0"/>
                    </a:moveTo>
                    <a:lnTo>
                      <a:pt x="1" y="26461"/>
                    </a:lnTo>
                    <a:lnTo>
                      <a:pt x="35030" y="26461"/>
                    </a:lnTo>
                    <a:lnTo>
                      <a:pt x="3503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36"/>
              <p:cNvSpPr/>
              <p:nvPr/>
            </p:nvSpPr>
            <p:spPr>
              <a:xfrm>
                <a:off x="4155750" y="3528856"/>
                <a:ext cx="833148" cy="89306"/>
              </a:xfrm>
              <a:custGeom>
                <a:avLst/>
                <a:gdLst/>
                <a:ahLst/>
                <a:cxnLst/>
                <a:rect l="l" t="t" r="r" b="b"/>
                <a:pathLst>
                  <a:path w="16382" h="1756" extrusionOk="0">
                    <a:moveTo>
                      <a:pt x="0" y="1"/>
                    </a:moveTo>
                    <a:lnTo>
                      <a:pt x="3433" y="1755"/>
                    </a:lnTo>
                    <a:lnTo>
                      <a:pt x="12949" y="1755"/>
                    </a:lnTo>
                    <a:lnTo>
                      <a:pt x="1638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36"/>
              <p:cNvSpPr/>
              <p:nvPr/>
            </p:nvSpPr>
            <p:spPr>
              <a:xfrm>
                <a:off x="4233256" y="3699531"/>
                <a:ext cx="678134" cy="89255"/>
              </a:xfrm>
              <a:custGeom>
                <a:avLst/>
                <a:gdLst/>
                <a:ahLst/>
                <a:cxnLst/>
                <a:rect l="l" t="t" r="r" b="b"/>
                <a:pathLst>
                  <a:path w="13334" h="1755" extrusionOk="0">
                    <a:moveTo>
                      <a:pt x="1909" y="0"/>
                    </a:moveTo>
                    <a:lnTo>
                      <a:pt x="0" y="1755"/>
                    </a:lnTo>
                    <a:lnTo>
                      <a:pt x="13333" y="1755"/>
                    </a:lnTo>
                    <a:lnTo>
                      <a:pt x="114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36"/>
              <p:cNvSpPr/>
              <p:nvPr/>
            </p:nvSpPr>
            <p:spPr>
              <a:xfrm>
                <a:off x="4330290" y="3618110"/>
                <a:ext cx="483401" cy="81474"/>
              </a:xfrm>
              <a:custGeom>
                <a:avLst/>
                <a:gdLst/>
                <a:ahLst/>
                <a:cxnLst/>
                <a:rect l="l" t="t" r="r" b="b"/>
                <a:pathLst>
                  <a:path w="9505" h="1602" extrusionOk="0">
                    <a:moveTo>
                      <a:pt x="1" y="0"/>
                    </a:moveTo>
                    <a:lnTo>
                      <a:pt x="1" y="1601"/>
                    </a:lnTo>
                    <a:lnTo>
                      <a:pt x="9504" y="1601"/>
                    </a:lnTo>
                    <a:lnTo>
                      <a:pt x="950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1803;p36"/>
              <p:cNvSpPr/>
              <p:nvPr/>
            </p:nvSpPr>
            <p:spPr>
              <a:xfrm>
                <a:off x="4255379" y="1595587"/>
                <a:ext cx="633837" cy="93883"/>
              </a:xfrm>
              <a:custGeom>
                <a:avLst/>
                <a:gdLst/>
                <a:ahLst/>
                <a:cxnLst/>
                <a:rect l="l" t="t" r="r" b="b"/>
                <a:pathLst>
                  <a:path w="12463" h="1846" extrusionOk="0">
                    <a:moveTo>
                      <a:pt x="1704" y="1"/>
                    </a:moveTo>
                    <a:lnTo>
                      <a:pt x="1538" y="14"/>
                    </a:lnTo>
                    <a:lnTo>
                      <a:pt x="1358" y="39"/>
                    </a:lnTo>
                    <a:lnTo>
                      <a:pt x="1205" y="78"/>
                    </a:lnTo>
                    <a:lnTo>
                      <a:pt x="1038" y="142"/>
                    </a:lnTo>
                    <a:lnTo>
                      <a:pt x="897" y="206"/>
                    </a:lnTo>
                    <a:lnTo>
                      <a:pt x="756" y="295"/>
                    </a:lnTo>
                    <a:lnTo>
                      <a:pt x="615" y="398"/>
                    </a:lnTo>
                    <a:lnTo>
                      <a:pt x="500" y="500"/>
                    </a:lnTo>
                    <a:lnTo>
                      <a:pt x="385" y="628"/>
                    </a:lnTo>
                    <a:lnTo>
                      <a:pt x="295" y="756"/>
                    </a:lnTo>
                    <a:lnTo>
                      <a:pt x="206" y="897"/>
                    </a:lnTo>
                    <a:lnTo>
                      <a:pt x="129" y="1051"/>
                    </a:lnTo>
                    <a:lnTo>
                      <a:pt x="78" y="1205"/>
                    </a:lnTo>
                    <a:lnTo>
                      <a:pt x="39" y="1371"/>
                    </a:lnTo>
                    <a:lnTo>
                      <a:pt x="13" y="1538"/>
                    </a:lnTo>
                    <a:lnTo>
                      <a:pt x="1" y="1717"/>
                    </a:lnTo>
                    <a:lnTo>
                      <a:pt x="1" y="1845"/>
                    </a:lnTo>
                    <a:lnTo>
                      <a:pt x="12463" y="1845"/>
                    </a:lnTo>
                    <a:lnTo>
                      <a:pt x="12463" y="1717"/>
                    </a:lnTo>
                    <a:lnTo>
                      <a:pt x="12450" y="1538"/>
                    </a:lnTo>
                    <a:lnTo>
                      <a:pt x="12424" y="1371"/>
                    </a:lnTo>
                    <a:lnTo>
                      <a:pt x="12386" y="1205"/>
                    </a:lnTo>
                    <a:lnTo>
                      <a:pt x="12322" y="1051"/>
                    </a:lnTo>
                    <a:lnTo>
                      <a:pt x="12258" y="897"/>
                    </a:lnTo>
                    <a:lnTo>
                      <a:pt x="12168" y="756"/>
                    </a:lnTo>
                    <a:lnTo>
                      <a:pt x="12066" y="628"/>
                    </a:lnTo>
                    <a:lnTo>
                      <a:pt x="11963" y="500"/>
                    </a:lnTo>
                    <a:lnTo>
                      <a:pt x="11835" y="398"/>
                    </a:lnTo>
                    <a:lnTo>
                      <a:pt x="11707" y="295"/>
                    </a:lnTo>
                    <a:lnTo>
                      <a:pt x="11566" y="206"/>
                    </a:lnTo>
                    <a:lnTo>
                      <a:pt x="11412" y="142"/>
                    </a:lnTo>
                    <a:lnTo>
                      <a:pt x="11259" y="78"/>
                    </a:lnTo>
                    <a:lnTo>
                      <a:pt x="11092" y="39"/>
                    </a:lnTo>
                    <a:lnTo>
                      <a:pt x="10926" y="14"/>
                    </a:lnTo>
                    <a:lnTo>
                      <a:pt x="1074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1804;p36"/>
              <p:cNvSpPr/>
              <p:nvPr/>
            </p:nvSpPr>
            <p:spPr>
              <a:xfrm>
                <a:off x="4714614" y="2808470"/>
                <a:ext cx="323759" cy="233232"/>
              </a:xfrm>
              <a:custGeom>
                <a:avLst/>
                <a:gdLst/>
                <a:ahLst/>
                <a:cxnLst/>
                <a:rect l="l" t="t" r="r" b="b"/>
                <a:pathLst>
                  <a:path w="6366" h="4586" extrusionOk="0">
                    <a:moveTo>
                      <a:pt x="487" y="0"/>
                    </a:moveTo>
                    <a:lnTo>
                      <a:pt x="384" y="13"/>
                    </a:lnTo>
                    <a:lnTo>
                      <a:pt x="295" y="39"/>
                    </a:lnTo>
                    <a:lnTo>
                      <a:pt x="218" y="90"/>
                    </a:lnTo>
                    <a:lnTo>
                      <a:pt x="141" y="141"/>
                    </a:lnTo>
                    <a:lnTo>
                      <a:pt x="90" y="218"/>
                    </a:lnTo>
                    <a:lnTo>
                      <a:pt x="39" y="295"/>
                    </a:lnTo>
                    <a:lnTo>
                      <a:pt x="13" y="397"/>
                    </a:lnTo>
                    <a:lnTo>
                      <a:pt x="0" y="487"/>
                    </a:lnTo>
                    <a:lnTo>
                      <a:pt x="0" y="4099"/>
                    </a:lnTo>
                    <a:lnTo>
                      <a:pt x="13" y="4201"/>
                    </a:lnTo>
                    <a:lnTo>
                      <a:pt x="39" y="4291"/>
                    </a:lnTo>
                    <a:lnTo>
                      <a:pt x="90" y="4368"/>
                    </a:lnTo>
                    <a:lnTo>
                      <a:pt x="141" y="4444"/>
                    </a:lnTo>
                    <a:lnTo>
                      <a:pt x="218" y="4496"/>
                    </a:lnTo>
                    <a:lnTo>
                      <a:pt x="295" y="4547"/>
                    </a:lnTo>
                    <a:lnTo>
                      <a:pt x="384" y="4573"/>
                    </a:lnTo>
                    <a:lnTo>
                      <a:pt x="487" y="4585"/>
                    </a:lnTo>
                    <a:lnTo>
                      <a:pt x="5879" y="4585"/>
                    </a:lnTo>
                    <a:lnTo>
                      <a:pt x="5981" y="4573"/>
                    </a:lnTo>
                    <a:lnTo>
                      <a:pt x="6071" y="4547"/>
                    </a:lnTo>
                    <a:lnTo>
                      <a:pt x="6148" y="4496"/>
                    </a:lnTo>
                    <a:lnTo>
                      <a:pt x="6225" y="4444"/>
                    </a:lnTo>
                    <a:lnTo>
                      <a:pt x="6289" y="4368"/>
                    </a:lnTo>
                    <a:lnTo>
                      <a:pt x="6327" y="4291"/>
                    </a:lnTo>
                    <a:lnTo>
                      <a:pt x="6353" y="4201"/>
                    </a:lnTo>
                    <a:lnTo>
                      <a:pt x="6366" y="4099"/>
                    </a:lnTo>
                    <a:lnTo>
                      <a:pt x="6353" y="3996"/>
                    </a:lnTo>
                    <a:lnTo>
                      <a:pt x="6327" y="3907"/>
                    </a:lnTo>
                    <a:lnTo>
                      <a:pt x="6289" y="3830"/>
                    </a:lnTo>
                    <a:lnTo>
                      <a:pt x="6225" y="3753"/>
                    </a:lnTo>
                    <a:lnTo>
                      <a:pt x="6148" y="3689"/>
                    </a:lnTo>
                    <a:lnTo>
                      <a:pt x="6071" y="3650"/>
                    </a:lnTo>
                    <a:lnTo>
                      <a:pt x="5981" y="3625"/>
                    </a:lnTo>
                    <a:lnTo>
                      <a:pt x="5879" y="3612"/>
                    </a:lnTo>
                    <a:lnTo>
                      <a:pt x="974" y="3612"/>
                    </a:lnTo>
                    <a:lnTo>
                      <a:pt x="974" y="487"/>
                    </a:lnTo>
                    <a:lnTo>
                      <a:pt x="961" y="397"/>
                    </a:lnTo>
                    <a:lnTo>
                      <a:pt x="935" y="295"/>
                    </a:lnTo>
                    <a:lnTo>
                      <a:pt x="897" y="218"/>
                    </a:lnTo>
                    <a:lnTo>
                      <a:pt x="833" y="141"/>
                    </a:lnTo>
                    <a:lnTo>
                      <a:pt x="756" y="90"/>
                    </a:lnTo>
                    <a:lnTo>
                      <a:pt x="679" y="39"/>
                    </a:lnTo>
                    <a:lnTo>
                      <a:pt x="589" y="13"/>
                    </a:lnTo>
                    <a:lnTo>
                      <a:pt x="48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1805;p36"/>
              <p:cNvSpPr/>
              <p:nvPr/>
            </p:nvSpPr>
            <p:spPr>
              <a:xfrm>
                <a:off x="4691169" y="2173370"/>
                <a:ext cx="356359" cy="147232"/>
              </a:xfrm>
              <a:custGeom>
                <a:avLst/>
                <a:gdLst/>
                <a:ahLst/>
                <a:cxnLst/>
                <a:rect l="l" t="t" r="r" b="b"/>
                <a:pathLst>
                  <a:path w="7007" h="2895" extrusionOk="0">
                    <a:moveTo>
                      <a:pt x="2318" y="0"/>
                    </a:moveTo>
                    <a:lnTo>
                      <a:pt x="2229" y="26"/>
                    </a:lnTo>
                    <a:lnTo>
                      <a:pt x="2139" y="77"/>
                    </a:lnTo>
                    <a:lnTo>
                      <a:pt x="2075" y="141"/>
                    </a:lnTo>
                    <a:lnTo>
                      <a:pt x="141" y="2062"/>
                    </a:lnTo>
                    <a:lnTo>
                      <a:pt x="77" y="2139"/>
                    </a:lnTo>
                    <a:lnTo>
                      <a:pt x="39" y="2229"/>
                    </a:lnTo>
                    <a:lnTo>
                      <a:pt x="0" y="2319"/>
                    </a:lnTo>
                    <a:lnTo>
                      <a:pt x="0" y="2408"/>
                    </a:lnTo>
                    <a:lnTo>
                      <a:pt x="0" y="2498"/>
                    </a:lnTo>
                    <a:lnTo>
                      <a:pt x="39" y="2588"/>
                    </a:lnTo>
                    <a:lnTo>
                      <a:pt x="77" y="2677"/>
                    </a:lnTo>
                    <a:lnTo>
                      <a:pt x="141" y="2754"/>
                    </a:lnTo>
                    <a:lnTo>
                      <a:pt x="218" y="2818"/>
                    </a:lnTo>
                    <a:lnTo>
                      <a:pt x="295" y="2857"/>
                    </a:lnTo>
                    <a:lnTo>
                      <a:pt x="384" y="2882"/>
                    </a:lnTo>
                    <a:lnTo>
                      <a:pt x="487" y="2895"/>
                    </a:lnTo>
                    <a:lnTo>
                      <a:pt x="576" y="2882"/>
                    </a:lnTo>
                    <a:lnTo>
                      <a:pt x="666" y="2857"/>
                    </a:lnTo>
                    <a:lnTo>
                      <a:pt x="743" y="2818"/>
                    </a:lnTo>
                    <a:lnTo>
                      <a:pt x="820" y="2754"/>
                    </a:lnTo>
                    <a:lnTo>
                      <a:pt x="2613" y="961"/>
                    </a:lnTo>
                    <a:lnTo>
                      <a:pt x="6609" y="961"/>
                    </a:lnTo>
                    <a:lnTo>
                      <a:pt x="6699" y="923"/>
                    </a:lnTo>
                    <a:lnTo>
                      <a:pt x="6788" y="884"/>
                    </a:lnTo>
                    <a:lnTo>
                      <a:pt x="6852" y="820"/>
                    </a:lnTo>
                    <a:lnTo>
                      <a:pt x="6916" y="756"/>
                    </a:lnTo>
                    <a:lnTo>
                      <a:pt x="6968" y="666"/>
                    </a:lnTo>
                    <a:lnTo>
                      <a:pt x="6993" y="577"/>
                    </a:lnTo>
                    <a:lnTo>
                      <a:pt x="7006" y="487"/>
                    </a:lnTo>
                    <a:lnTo>
                      <a:pt x="6993" y="385"/>
                    </a:lnTo>
                    <a:lnTo>
                      <a:pt x="6968" y="295"/>
                    </a:lnTo>
                    <a:lnTo>
                      <a:pt x="6916" y="205"/>
                    </a:lnTo>
                    <a:lnTo>
                      <a:pt x="6852" y="141"/>
                    </a:lnTo>
                    <a:lnTo>
                      <a:pt x="6788" y="77"/>
                    </a:lnTo>
                    <a:lnTo>
                      <a:pt x="6699" y="39"/>
                    </a:lnTo>
                    <a:lnTo>
                      <a:pt x="66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Google Shape;1806;p36"/>
              <p:cNvSpPr/>
              <p:nvPr/>
            </p:nvSpPr>
            <p:spPr>
              <a:xfrm>
                <a:off x="3827420" y="2347911"/>
                <a:ext cx="323810" cy="313384"/>
              </a:xfrm>
              <a:custGeom>
                <a:avLst/>
                <a:gdLst/>
                <a:ahLst/>
                <a:cxnLst/>
                <a:rect l="l" t="t" r="r" b="b"/>
                <a:pathLst>
                  <a:path w="6367" h="6162" extrusionOk="0">
                    <a:moveTo>
                      <a:pt x="3088" y="1"/>
                    </a:moveTo>
                    <a:lnTo>
                      <a:pt x="2985" y="14"/>
                    </a:lnTo>
                    <a:lnTo>
                      <a:pt x="2896" y="39"/>
                    </a:lnTo>
                    <a:lnTo>
                      <a:pt x="2819" y="91"/>
                    </a:lnTo>
                    <a:lnTo>
                      <a:pt x="2742" y="155"/>
                    </a:lnTo>
                    <a:lnTo>
                      <a:pt x="2678" y="219"/>
                    </a:lnTo>
                    <a:lnTo>
                      <a:pt x="2639" y="308"/>
                    </a:lnTo>
                    <a:lnTo>
                      <a:pt x="2614" y="398"/>
                    </a:lnTo>
                    <a:lnTo>
                      <a:pt x="2601" y="488"/>
                    </a:lnTo>
                    <a:lnTo>
                      <a:pt x="2601" y="1320"/>
                    </a:lnTo>
                    <a:lnTo>
                      <a:pt x="488" y="1320"/>
                    </a:lnTo>
                    <a:lnTo>
                      <a:pt x="385" y="1333"/>
                    </a:lnTo>
                    <a:lnTo>
                      <a:pt x="296" y="1359"/>
                    </a:lnTo>
                    <a:lnTo>
                      <a:pt x="206" y="1410"/>
                    </a:lnTo>
                    <a:lnTo>
                      <a:pt x="142" y="1461"/>
                    </a:lnTo>
                    <a:lnTo>
                      <a:pt x="78" y="1538"/>
                    </a:lnTo>
                    <a:lnTo>
                      <a:pt x="39" y="1615"/>
                    </a:lnTo>
                    <a:lnTo>
                      <a:pt x="1" y="1717"/>
                    </a:lnTo>
                    <a:lnTo>
                      <a:pt x="1" y="1807"/>
                    </a:lnTo>
                    <a:lnTo>
                      <a:pt x="1" y="4163"/>
                    </a:lnTo>
                    <a:lnTo>
                      <a:pt x="1" y="4253"/>
                    </a:lnTo>
                    <a:lnTo>
                      <a:pt x="39" y="4343"/>
                    </a:lnTo>
                    <a:lnTo>
                      <a:pt x="78" y="4432"/>
                    </a:lnTo>
                    <a:lnTo>
                      <a:pt x="142" y="4496"/>
                    </a:lnTo>
                    <a:lnTo>
                      <a:pt x="206" y="4561"/>
                    </a:lnTo>
                    <a:lnTo>
                      <a:pt x="296" y="4599"/>
                    </a:lnTo>
                    <a:lnTo>
                      <a:pt x="385" y="4637"/>
                    </a:lnTo>
                    <a:lnTo>
                      <a:pt x="1141" y="4637"/>
                    </a:lnTo>
                    <a:lnTo>
                      <a:pt x="1141" y="5675"/>
                    </a:lnTo>
                    <a:lnTo>
                      <a:pt x="1154" y="5777"/>
                    </a:lnTo>
                    <a:lnTo>
                      <a:pt x="1179" y="5867"/>
                    </a:lnTo>
                    <a:lnTo>
                      <a:pt x="1218" y="5957"/>
                    </a:lnTo>
                    <a:lnTo>
                      <a:pt x="1282" y="6021"/>
                    </a:lnTo>
                    <a:lnTo>
                      <a:pt x="1359" y="6085"/>
                    </a:lnTo>
                    <a:lnTo>
                      <a:pt x="1435" y="6123"/>
                    </a:lnTo>
                    <a:lnTo>
                      <a:pt x="1525" y="6162"/>
                    </a:lnTo>
                    <a:lnTo>
                      <a:pt x="5982" y="6162"/>
                    </a:lnTo>
                    <a:lnTo>
                      <a:pt x="6072" y="6123"/>
                    </a:lnTo>
                    <a:lnTo>
                      <a:pt x="6162" y="6085"/>
                    </a:lnTo>
                    <a:lnTo>
                      <a:pt x="6226" y="6021"/>
                    </a:lnTo>
                    <a:lnTo>
                      <a:pt x="6290" y="5957"/>
                    </a:lnTo>
                    <a:lnTo>
                      <a:pt x="6328" y="5867"/>
                    </a:lnTo>
                    <a:lnTo>
                      <a:pt x="6354" y="5777"/>
                    </a:lnTo>
                    <a:lnTo>
                      <a:pt x="6366" y="5675"/>
                    </a:lnTo>
                    <a:lnTo>
                      <a:pt x="6354" y="5585"/>
                    </a:lnTo>
                    <a:lnTo>
                      <a:pt x="6328" y="5496"/>
                    </a:lnTo>
                    <a:lnTo>
                      <a:pt x="6290" y="5406"/>
                    </a:lnTo>
                    <a:lnTo>
                      <a:pt x="6226" y="5342"/>
                    </a:lnTo>
                    <a:lnTo>
                      <a:pt x="6162" y="5278"/>
                    </a:lnTo>
                    <a:lnTo>
                      <a:pt x="6072" y="5239"/>
                    </a:lnTo>
                    <a:lnTo>
                      <a:pt x="5982" y="5201"/>
                    </a:lnTo>
                    <a:lnTo>
                      <a:pt x="2114" y="5201"/>
                    </a:lnTo>
                    <a:lnTo>
                      <a:pt x="2114" y="4163"/>
                    </a:lnTo>
                    <a:lnTo>
                      <a:pt x="2101" y="4061"/>
                    </a:lnTo>
                    <a:lnTo>
                      <a:pt x="2076" y="3971"/>
                    </a:lnTo>
                    <a:lnTo>
                      <a:pt x="2025" y="3882"/>
                    </a:lnTo>
                    <a:lnTo>
                      <a:pt x="1973" y="3818"/>
                    </a:lnTo>
                    <a:lnTo>
                      <a:pt x="1896" y="3754"/>
                    </a:lnTo>
                    <a:lnTo>
                      <a:pt x="1820" y="3715"/>
                    </a:lnTo>
                    <a:lnTo>
                      <a:pt x="1717" y="3677"/>
                    </a:lnTo>
                    <a:lnTo>
                      <a:pt x="962" y="3677"/>
                    </a:lnTo>
                    <a:lnTo>
                      <a:pt x="962" y="2294"/>
                    </a:lnTo>
                    <a:lnTo>
                      <a:pt x="3088" y="2294"/>
                    </a:lnTo>
                    <a:lnTo>
                      <a:pt x="3177" y="2281"/>
                    </a:lnTo>
                    <a:lnTo>
                      <a:pt x="3280" y="2255"/>
                    </a:lnTo>
                    <a:lnTo>
                      <a:pt x="3357" y="2217"/>
                    </a:lnTo>
                    <a:lnTo>
                      <a:pt x="3433" y="2153"/>
                    </a:lnTo>
                    <a:lnTo>
                      <a:pt x="3485" y="2076"/>
                    </a:lnTo>
                    <a:lnTo>
                      <a:pt x="3536" y="1999"/>
                    </a:lnTo>
                    <a:lnTo>
                      <a:pt x="3562" y="1909"/>
                    </a:lnTo>
                    <a:lnTo>
                      <a:pt x="3574" y="1807"/>
                    </a:lnTo>
                    <a:lnTo>
                      <a:pt x="3574" y="488"/>
                    </a:lnTo>
                    <a:lnTo>
                      <a:pt x="3562" y="398"/>
                    </a:lnTo>
                    <a:lnTo>
                      <a:pt x="3536" y="308"/>
                    </a:lnTo>
                    <a:lnTo>
                      <a:pt x="3485" y="219"/>
                    </a:lnTo>
                    <a:lnTo>
                      <a:pt x="3433" y="155"/>
                    </a:lnTo>
                    <a:lnTo>
                      <a:pt x="3357" y="91"/>
                    </a:lnTo>
                    <a:lnTo>
                      <a:pt x="3280" y="39"/>
                    </a:lnTo>
                    <a:lnTo>
                      <a:pt x="3177" y="14"/>
                    </a:lnTo>
                    <a:lnTo>
                      <a:pt x="308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1807;p36"/>
              <p:cNvSpPr/>
              <p:nvPr/>
            </p:nvSpPr>
            <p:spPr>
              <a:xfrm>
                <a:off x="4130322" y="1079085"/>
                <a:ext cx="142045" cy="142706"/>
              </a:xfrm>
              <a:custGeom>
                <a:avLst/>
                <a:gdLst/>
                <a:ahLst/>
                <a:cxnLst/>
                <a:rect l="l" t="t" r="r" b="b"/>
                <a:pathLst>
                  <a:path w="2793" h="2806" extrusionOk="0">
                    <a:moveTo>
                      <a:pt x="1397" y="0"/>
                    </a:moveTo>
                    <a:lnTo>
                      <a:pt x="1256" y="13"/>
                    </a:lnTo>
                    <a:lnTo>
                      <a:pt x="1115" y="26"/>
                    </a:lnTo>
                    <a:lnTo>
                      <a:pt x="987" y="64"/>
                    </a:lnTo>
                    <a:lnTo>
                      <a:pt x="859" y="115"/>
                    </a:lnTo>
                    <a:lnTo>
                      <a:pt x="731" y="167"/>
                    </a:lnTo>
                    <a:lnTo>
                      <a:pt x="615" y="243"/>
                    </a:lnTo>
                    <a:lnTo>
                      <a:pt x="513" y="320"/>
                    </a:lnTo>
                    <a:lnTo>
                      <a:pt x="410" y="410"/>
                    </a:lnTo>
                    <a:lnTo>
                      <a:pt x="321" y="512"/>
                    </a:lnTo>
                    <a:lnTo>
                      <a:pt x="231" y="615"/>
                    </a:lnTo>
                    <a:lnTo>
                      <a:pt x="167" y="730"/>
                    </a:lnTo>
                    <a:lnTo>
                      <a:pt x="103" y="858"/>
                    </a:lnTo>
                    <a:lnTo>
                      <a:pt x="65" y="986"/>
                    </a:lnTo>
                    <a:lnTo>
                      <a:pt x="26" y="1114"/>
                    </a:lnTo>
                    <a:lnTo>
                      <a:pt x="1" y="1255"/>
                    </a:lnTo>
                    <a:lnTo>
                      <a:pt x="1" y="1409"/>
                    </a:lnTo>
                    <a:lnTo>
                      <a:pt x="1" y="1550"/>
                    </a:lnTo>
                    <a:lnTo>
                      <a:pt x="26" y="1691"/>
                    </a:lnTo>
                    <a:lnTo>
                      <a:pt x="65" y="1819"/>
                    </a:lnTo>
                    <a:lnTo>
                      <a:pt x="103" y="1947"/>
                    </a:lnTo>
                    <a:lnTo>
                      <a:pt x="167" y="2075"/>
                    </a:lnTo>
                    <a:lnTo>
                      <a:pt x="231" y="2190"/>
                    </a:lnTo>
                    <a:lnTo>
                      <a:pt x="321" y="2293"/>
                    </a:lnTo>
                    <a:lnTo>
                      <a:pt x="410" y="2395"/>
                    </a:lnTo>
                    <a:lnTo>
                      <a:pt x="513" y="2485"/>
                    </a:lnTo>
                    <a:lnTo>
                      <a:pt x="615" y="2562"/>
                    </a:lnTo>
                    <a:lnTo>
                      <a:pt x="731" y="2639"/>
                    </a:lnTo>
                    <a:lnTo>
                      <a:pt x="859" y="2690"/>
                    </a:lnTo>
                    <a:lnTo>
                      <a:pt x="987" y="2741"/>
                    </a:lnTo>
                    <a:lnTo>
                      <a:pt x="1115" y="2779"/>
                    </a:lnTo>
                    <a:lnTo>
                      <a:pt x="1256" y="2792"/>
                    </a:lnTo>
                    <a:lnTo>
                      <a:pt x="1397" y="2805"/>
                    </a:lnTo>
                    <a:lnTo>
                      <a:pt x="1538" y="2792"/>
                    </a:lnTo>
                    <a:lnTo>
                      <a:pt x="1678" y="2779"/>
                    </a:lnTo>
                    <a:lnTo>
                      <a:pt x="1819" y="2741"/>
                    </a:lnTo>
                    <a:lnTo>
                      <a:pt x="1947" y="2690"/>
                    </a:lnTo>
                    <a:lnTo>
                      <a:pt x="2063" y="2639"/>
                    </a:lnTo>
                    <a:lnTo>
                      <a:pt x="2178" y="2562"/>
                    </a:lnTo>
                    <a:lnTo>
                      <a:pt x="2293" y="2485"/>
                    </a:lnTo>
                    <a:lnTo>
                      <a:pt x="2383" y="2395"/>
                    </a:lnTo>
                    <a:lnTo>
                      <a:pt x="2472" y="2293"/>
                    </a:lnTo>
                    <a:lnTo>
                      <a:pt x="2562" y="2190"/>
                    </a:lnTo>
                    <a:lnTo>
                      <a:pt x="2626" y="2075"/>
                    </a:lnTo>
                    <a:lnTo>
                      <a:pt x="2690" y="1947"/>
                    </a:lnTo>
                    <a:lnTo>
                      <a:pt x="2741" y="1819"/>
                    </a:lnTo>
                    <a:lnTo>
                      <a:pt x="2767" y="1691"/>
                    </a:lnTo>
                    <a:lnTo>
                      <a:pt x="2793" y="1550"/>
                    </a:lnTo>
                    <a:lnTo>
                      <a:pt x="2793" y="1409"/>
                    </a:lnTo>
                    <a:lnTo>
                      <a:pt x="2793" y="1255"/>
                    </a:lnTo>
                    <a:lnTo>
                      <a:pt x="2767" y="1114"/>
                    </a:lnTo>
                    <a:lnTo>
                      <a:pt x="2741" y="986"/>
                    </a:lnTo>
                    <a:lnTo>
                      <a:pt x="2690" y="858"/>
                    </a:lnTo>
                    <a:lnTo>
                      <a:pt x="2626" y="730"/>
                    </a:lnTo>
                    <a:lnTo>
                      <a:pt x="2562" y="615"/>
                    </a:lnTo>
                    <a:lnTo>
                      <a:pt x="2472" y="512"/>
                    </a:lnTo>
                    <a:lnTo>
                      <a:pt x="2383" y="410"/>
                    </a:lnTo>
                    <a:lnTo>
                      <a:pt x="2293" y="320"/>
                    </a:lnTo>
                    <a:lnTo>
                      <a:pt x="2178" y="243"/>
                    </a:lnTo>
                    <a:lnTo>
                      <a:pt x="2063" y="167"/>
                    </a:lnTo>
                    <a:lnTo>
                      <a:pt x="1947" y="115"/>
                    </a:lnTo>
                    <a:lnTo>
                      <a:pt x="1819" y="64"/>
                    </a:lnTo>
                    <a:lnTo>
                      <a:pt x="1678" y="26"/>
                    </a:lnTo>
                    <a:lnTo>
                      <a:pt x="1538" y="13"/>
                    </a:lnTo>
                    <a:lnTo>
                      <a:pt x="139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36"/>
              <p:cNvSpPr/>
              <p:nvPr/>
            </p:nvSpPr>
            <p:spPr>
              <a:xfrm>
                <a:off x="4500965" y="1190461"/>
                <a:ext cx="142706" cy="142706"/>
              </a:xfrm>
              <a:custGeom>
                <a:avLst/>
                <a:gdLst/>
                <a:ahLst/>
                <a:cxnLst/>
                <a:rect l="l" t="t" r="r" b="b"/>
                <a:pathLst>
                  <a:path w="2806" h="2806" extrusionOk="0">
                    <a:moveTo>
                      <a:pt x="1396" y="0"/>
                    </a:moveTo>
                    <a:lnTo>
                      <a:pt x="1255" y="13"/>
                    </a:lnTo>
                    <a:lnTo>
                      <a:pt x="1115" y="26"/>
                    </a:lnTo>
                    <a:lnTo>
                      <a:pt x="986" y="64"/>
                    </a:lnTo>
                    <a:lnTo>
                      <a:pt x="858" y="116"/>
                    </a:lnTo>
                    <a:lnTo>
                      <a:pt x="730" y="167"/>
                    </a:lnTo>
                    <a:lnTo>
                      <a:pt x="615" y="244"/>
                    </a:lnTo>
                    <a:lnTo>
                      <a:pt x="513" y="320"/>
                    </a:lnTo>
                    <a:lnTo>
                      <a:pt x="410" y="410"/>
                    </a:lnTo>
                    <a:lnTo>
                      <a:pt x="320" y="513"/>
                    </a:lnTo>
                    <a:lnTo>
                      <a:pt x="244" y="615"/>
                    </a:lnTo>
                    <a:lnTo>
                      <a:pt x="167" y="730"/>
                    </a:lnTo>
                    <a:lnTo>
                      <a:pt x="116" y="858"/>
                    </a:lnTo>
                    <a:lnTo>
                      <a:pt x="64" y="986"/>
                    </a:lnTo>
                    <a:lnTo>
                      <a:pt x="26" y="1115"/>
                    </a:lnTo>
                    <a:lnTo>
                      <a:pt x="13" y="1255"/>
                    </a:lnTo>
                    <a:lnTo>
                      <a:pt x="0" y="1396"/>
                    </a:lnTo>
                    <a:lnTo>
                      <a:pt x="13" y="1550"/>
                    </a:lnTo>
                    <a:lnTo>
                      <a:pt x="26" y="1691"/>
                    </a:lnTo>
                    <a:lnTo>
                      <a:pt x="64" y="1819"/>
                    </a:lnTo>
                    <a:lnTo>
                      <a:pt x="116" y="1947"/>
                    </a:lnTo>
                    <a:lnTo>
                      <a:pt x="167" y="2075"/>
                    </a:lnTo>
                    <a:lnTo>
                      <a:pt x="244" y="2190"/>
                    </a:lnTo>
                    <a:lnTo>
                      <a:pt x="320" y="2293"/>
                    </a:lnTo>
                    <a:lnTo>
                      <a:pt x="410" y="2395"/>
                    </a:lnTo>
                    <a:lnTo>
                      <a:pt x="513" y="2485"/>
                    </a:lnTo>
                    <a:lnTo>
                      <a:pt x="615" y="2562"/>
                    </a:lnTo>
                    <a:lnTo>
                      <a:pt x="730" y="2639"/>
                    </a:lnTo>
                    <a:lnTo>
                      <a:pt x="858" y="2690"/>
                    </a:lnTo>
                    <a:lnTo>
                      <a:pt x="986" y="2741"/>
                    </a:lnTo>
                    <a:lnTo>
                      <a:pt x="1115" y="2780"/>
                    </a:lnTo>
                    <a:lnTo>
                      <a:pt x="1255" y="2792"/>
                    </a:lnTo>
                    <a:lnTo>
                      <a:pt x="1396" y="2805"/>
                    </a:lnTo>
                    <a:lnTo>
                      <a:pt x="1550" y="2792"/>
                    </a:lnTo>
                    <a:lnTo>
                      <a:pt x="1678" y="2780"/>
                    </a:lnTo>
                    <a:lnTo>
                      <a:pt x="1819" y="2741"/>
                    </a:lnTo>
                    <a:lnTo>
                      <a:pt x="1947" y="2690"/>
                    </a:lnTo>
                    <a:lnTo>
                      <a:pt x="2075" y="2639"/>
                    </a:lnTo>
                    <a:lnTo>
                      <a:pt x="2190" y="2562"/>
                    </a:lnTo>
                    <a:lnTo>
                      <a:pt x="2293" y="2485"/>
                    </a:lnTo>
                    <a:lnTo>
                      <a:pt x="2395" y="2395"/>
                    </a:lnTo>
                    <a:lnTo>
                      <a:pt x="2485" y="2293"/>
                    </a:lnTo>
                    <a:lnTo>
                      <a:pt x="2562" y="2190"/>
                    </a:lnTo>
                    <a:lnTo>
                      <a:pt x="2639" y="2075"/>
                    </a:lnTo>
                    <a:lnTo>
                      <a:pt x="2690" y="1947"/>
                    </a:lnTo>
                    <a:lnTo>
                      <a:pt x="2741" y="1819"/>
                    </a:lnTo>
                    <a:lnTo>
                      <a:pt x="2780" y="1691"/>
                    </a:lnTo>
                    <a:lnTo>
                      <a:pt x="2792" y="1550"/>
                    </a:lnTo>
                    <a:lnTo>
                      <a:pt x="2805" y="1396"/>
                    </a:lnTo>
                    <a:lnTo>
                      <a:pt x="2792" y="1255"/>
                    </a:lnTo>
                    <a:lnTo>
                      <a:pt x="2780" y="1115"/>
                    </a:lnTo>
                    <a:lnTo>
                      <a:pt x="2741" y="986"/>
                    </a:lnTo>
                    <a:lnTo>
                      <a:pt x="2690" y="858"/>
                    </a:lnTo>
                    <a:lnTo>
                      <a:pt x="2639" y="730"/>
                    </a:lnTo>
                    <a:lnTo>
                      <a:pt x="2562" y="615"/>
                    </a:lnTo>
                    <a:lnTo>
                      <a:pt x="2485" y="513"/>
                    </a:lnTo>
                    <a:lnTo>
                      <a:pt x="2395" y="410"/>
                    </a:lnTo>
                    <a:lnTo>
                      <a:pt x="2293" y="320"/>
                    </a:lnTo>
                    <a:lnTo>
                      <a:pt x="2190" y="244"/>
                    </a:lnTo>
                    <a:lnTo>
                      <a:pt x="2075" y="167"/>
                    </a:lnTo>
                    <a:lnTo>
                      <a:pt x="1947" y="116"/>
                    </a:lnTo>
                    <a:lnTo>
                      <a:pt x="1819" y="64"/>
                    </a:lnTo>
                    <a:lnTo>
                      <a:pt x="1678" y="26"/>
                    </a:lnTo>
                    <a:lnTo>
                      <a:pt x="1550" y="13"/>
                    </a:lnTo>
                    <a:lnTo>
                      <a:pt x="139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Google Shape;1809;p36"/>
              <p:cNvSpPr/>
              <p:nvPr/>
            </p:nvSpPr>
            <p:spPr>
              <a:xfrm>
                <a:off x="4818158" y="1035450"/>
                <a:ext cx="142045" cy="142655"/>
              </a:xfrm>
              <a:custGeom>
                <a:avLst/>
                <a:gdLst/>
                <a:ahLst/>
                <a:cxnLst/>
                <a:rect l="l" t="t" r="r" b="b"/>
                <a:pathLst>
                  <a:path w="2793" h="2805" extrusionOk="0">
                    <a:moveTo>
                      <a:pt x="1397" y="0"/>
                    </a:moveTo>
                    <a:lnTo>
                      <a:pt x="1256" y="13"/>
                    </a:lnTo>
                    <a:lnTo>
                      <a:pt x="1115" y="26"/>
                    </a:lnTo>
                    <a:lnTo>
                      <a:pt x="974" y="64"/>
                    </a:lnTo>
                    <a:lnTo>
                      <a:pt x="846" y="115"/>
                    </a:lnTo>
                    <a:lnTo>
                      <a:pt x="731" y="167"/>
                    </a:lnTo>
                    <a:lnTo>
                      <a:pt x="615" y="243"/>
                    </a:lnTo>
                    <a:lnTo>
                      <a:pt x="500" y="320"/>
                    </a:lnTo>
                    <a:lnTo>
                      <a:pt x="411" y="410"/>
                    </a:lnTo>
                    <a:lnTo>
                      <a:pt x="321" y="512"/>
                    </a:lnTo>
                    <a:lnTo>
                      <a:pt x="231" y="615"/>
                    </a:lnTo>
                    <a:lnTo>
                      <a:pt x="167" y="730"/>
                    </a:lnTo>
                    <a:lnTo>
                      <a:pt x="103" y="858"/>
                    </a:lnTo>
                    <a:lnTo>
                      <a:pt x="65" y="986"/>
                    </a:lnTo>
                    <a:lnTo>
                      <a:pt x="26" y="1127"/>
                    </a:lnTo>
                    <a:lnTo>
                      <a:pt x="1" y="1255"/>
                    </a:lnTo>
                    <a:lnTo>
                      <a:pt x="1" y="1409"/>
                    </a:lnTo>
                    <a:lnTo>
                      <a:pt x="1" y="1550"/>
                    </a:lnTo>
                    <a:lnTo>
                      <a:pt x="26" y="1691"/>
                    </a:lnTo>
                    <a:lnTo>
                      <a:pt x="65" y="1819"/>
                    </a:lnTo>
                    <a:lnTo>
                      <a:pt x="103" y="1947"/>
                    </a:lnTo>
                    <a:lnTo>
                      <a:pt x="167" y="2075"/>
                    </a:lnTo>
                    <a:lnTo>
                      <a:pt x="231" y="2190"/>
                    </a:lnTo>
                    <a:lnTo>
                      <a:pt x="321" y="2293"/>
                    </a:lnTo>
                    <a:lnTo>
                      <a:pt x="411" y="2395"/>
                    </a:lnTo>
                    <a:lnTo>
                      <a:pt x="500" y="2485"/>
                    </a:lnTo>
                    <a:lnTo>
                      <a:pt x="615" y="2562"/>
                    </a:lnTo>
                    <a:lnTo>
                      <a:pt x="731" y="2638"/>
                    </a:lnTo>
                    <a:lnTo>
                      <a:pt x="846" y="2690"/>
                    </a:lnTo>
                    <a:lnTo>
                      <a:pt x="974" y="2741"/>
                    </a:lnTo>
                    <a:lnTo>
                      <a:pt x="1115" y="2779"/>
                    </a:lnTo>
                    <a:lnTo>
                      <a:pt x="1256" y="2792"/>
                    </a:lnTo>
                    <a:lnTo>
                      <a:pt x="1397" y="2805"/>
                    </a:lnTo>
                    <a:lnTo>
                      <a:pt x="1538" y="2792"/>
                    </a:lnTo>
                    <a:lnTo>
                      <a:pt x="1678" y="2779"/>
                    </a:lnTo>
                    <a:lnTo>
                      <a:pt x="1807" y="2741"/>
                    </a:lnTo>
                    <a:lnTo>
                      <a:pt x="1947" y="2690"/>
                    </a:lnTo>
                    <a:lnTo>
                      <a:pt x="2063" y="2638"/>
                    </a:lnTo>
                    <a:lnTo>
                      <a:pt x="2178" y="2562"/>
                    </a:lnTo>
                    <a:lnTo>
                      <a:pt x="2293" y="2485"/>
                    </a:lnTo>
                    <a:lnTo>
                      <a:pt x="2383" y="2395"/>
                    </a:lnTo>
                    <a:lnTo>
                      <a:pt x="2473" y="2293"/>
                    </a:lnTo>
                    <a:lnTo>
                      <a:pt x="2562" y="2190"/>
                    </a:lnTo>
                    <a:lnTo>
                      <a:pt x="2626" y="2075"/>
                    </a:lnTo>
                    <a:lnTo>
                      <a:pt x="2690" y="1947"/>
                    </a:lnTo>
                    <a:lnTo>
                      <a:pt x="2729" y="1819"/>
                    </a:lnTo>
                    <a:lnTo>
                      <a:pt x="2767" y="1691"/>
                    </a:lnTo>
                    <a:lnTo>
                      <a:pt x="2793" y="1550"/>
                    </a:lnTo>
                    <a:lnTo>
                      <a:pt x="2793" y="1409"/>
                    </a:lnTo>
                    <a:lnTo>
                      <a:pt x="2793" y="1255"/>
                    </a:lnTo>
                    <a:lnTo>
                      <a:pt x="2767" y="1127"/>
                    </a:lnTo>
                    <a:lnTo>
                      <a:pt x="2729" y="986"/>
                    </a:lnTo>
                    <a:lnTo>
                      <a:pt x="2690" y="858"/>
                    </a:lnTo>
                    <a:lnTo>
                      <a:pt x="2626" y="730"/>
                    </a:lnTo>
                    <a:lnTo>
                      <a:pt x="2562" y="615"/>
                    </a:lnTo>
                    <a:lnTo>
                      <a:pt x="2473" y="512"/>
                    </a:lnTo>
                    <a:lnTo>
                      <a:pt x="2383" y="410"/>
                    </a:lnTo>
                    <a:lnTo>
                      <a:pt x="2293" y="320"/>
                    </a:lnTo>
                    <a:lnTo>
                      <a:pt x="2178" y="243"/>
                    </a:lnTo>
                    <a:lnTo>
                      <a:pt x="2063" y="167"/>
                    </a:lnTo>
                    <a:lnTo>
                      <a:pt x="1947" y="115"/>
                    </a:lnTo>
                    <a:lnTo>
                      <a:pt x="1807" y="64"/>
                    </a:lnTo>
                    <a:lnTo>
                      <a:pt x="1678" y="26"/>
                    </a:lnTo>
                    <a:lnTo>
                      <a:pt x="1538" y="13"/>
                    </a:lnTo>
                    <a:lnTo>
                      <a:pt x="139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36"/>
              <p:cNvSpPr/>
              <p:nvPr/>
            </p:nvSpPr>
            <p:spPr>
              <a:xfrm>
                <a:off x="5542510" y="3991348"/>
                <a:ext cx="142655" cy="142706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806" extrusionOk="0">
                    <a:moveTo>
                      <a:pt x="1409" y="0"/>
                    </a:moveTo>
                    <a:lnTo>
                      <a:pt x="1268" y="13"/>
                    </a:lnTo>
                    <a:lnTo>
                      <a:pt x="1127" y="39"/>
                    </a:lnTo>
                    <a:lnTo>
                      <a:pt x="986" y="64"/>
                    </a:lnTo>
                    <a:lnTo>
                      <a:pt x="858" y="116"/>
                    </a:lnTo>
                    <a:lnTo>
                      <a:pt x="743" y="180"/>
                    </a:lnTo>
                    <a:lnTo>
                      <a:pt x="628" y="244"/>
                    </a:lnTo>
                    <a:lnTo>
                      <a:pt x="512" y="320"/>
                    </a:lnTo>
                    <a:lnTo>
                      <a:pt x="410" y="423"/>
                    </a:lnTo>
                    <a:lnTo>
                      <a:pt x="320" y="513"/>
                    </a:lnTo>
                    <a:lnTo>
                      <a:pt x="243" y="628"/>
                    </a:lnTo>
                    <a:lnTo>
                      <a:pt x="179" y="743"/>
                    </a:lnTo>
                    <a:lnTo>
                      <a:pt x="115" y="858"/>
                    </a:lnTo>
                    <a:lnTo>
                      <a:pt x="64" y="986"/>
                    </a:lnTo>
                    <a:lnTo>
                      <a:pt x="38" y="1127"/>
                    </a:lnTo>
                    <a:lnTo>
                      <a:pt x="13" y="1268"/>
                    </a:lnTo>
                    <a:lnTo>
                      <a:pt x="0" y="1409"/>
                    </a:lnTo>
                    <a:lnTo>
                      <a:pt x="13" y="1550"/>
                    </a:lnTo>
                    <a:lnTo>
                      <a:pt x="38" y="1691"/>
                    </a:lnTo>
                    <a:lnTo>
                      <a:pt x="64" y="1819"/>
                    </a:lnTo>
                    <a:lnTo>
                      <a:pt x="115" y="1947"/>
                    </a:lnTo>
                    <a:lnTo>
                      <a:pt x="179" y="2075"/>
                    </a:lnTo>
                    <a:lnTo>
                      <a:pt x="243" y="2190"/>
                    </a:lnTo>
                    <a:lnTo>
                      <a:pt x="320" y="2293"/>
                    </a:lnTo>
                    <a:lnTo>
                      <a:pt x="410" y="2395"/>
                    </a:lnTo>
                    <a:lnTo>
                      <a:pt x="512" y="2485"/>
                    </a:lnTo>
                    <a:lnTo>
                      <a:pt x="628" y="2575"/>
                    </a:lnTo>
                    <a:lnTo>
                      <a:pt x="743" y="2639"/>
                    </a:lnTo>
                    <a:lnTo>
                      <a:pt x="858" y="2703"/>
                    </a:lnTo>
                    <a:lnTo>
                      <a:pt x="986" y="2741"/>
                    </a:lnTo>
                    <a:lnTo>
                      <a:pt x="1127" y="2780"/>
                    </a:lnTo>
                    <a:lnTo>
                      <a:pt x="1268" y="2805"/>
                    </a:lnTo>
                    <a:lnTo>
                      <a:pt x="1550" y="2805"/>
                    </a:lnTo>
                    <a:lnTo>
                      <a:pt x="1691" y="2780"/>
                    </a:lnTo>
                    <a:lnTo>
                      <a:pt x="1819" y="2741"/>
                    </a:lnTo>
                    <a:lnTo>
                      <a:pt x="1947" y="2703"/>
                    </a:lnTo>
                    <a:lnTo>
                      <a:pt x="2075" y="2639"/>
                    </a:lnTo>
                    <a:lnTo>
                      <a:pt x="2190" y="2575"/>
                    </a:lnTo>
                    <a:lnTo>
                      <a:pt x="2293" y="2485"/>
                    </a:lnTo>
                    <a:lnTo>
                      <a:pt x="2395" y="2395"/>
                    </a:lnTo>
                    <a:lnTo>
                      <a:pt x="2485" y="2293"/>
                    </a:lnTo>
                    <a:lnTo>
                      <a:pt x="2562" y="2190"/>
                    </a:lnTo>
                    <a:lnTo>
                      <a:pt x="2638" y="2075"/>
                    </a:lnTo>
                    <a:lnTo>
                      <a:pt x="2702" y="1947"/>
                    </a:lnTo>
                    <a:lnTo>
                      <a:pt x="2741" y="1819"/>
                    </a:lnTo>
                    <a:lnTo>
                      <a:pt x="2779" y="1691"/>
                    </a:lnTo>
                    <a:lnTo>
                      <a:pt x="2805" y="1550"/>
                    </a:lnTo>
                    <a:lnTo>
                      <a:pt x="2805" y="1409"/>
                    </a:lnTo>
                    <a:lnTo>
                      <a:pt x="2805" y="1268"/>
                    </a:lnTo>
                    <a:lnTo>
                      <a:pt x="2779" y="1127"/>
                    </a:lnTo>
                    <a:lnTo>
                      <a:pt x="2741" y="986"/>
                    </a:lnTo>
                    <a:lnTo>
                      <a:pt x="2702" y="858"/>
                    </a:lnTo>
                    <a:lnTo>
                      <a:pt x="2638" y="743"/>
                    </a:lnTo>
                    <a:lnTo>
                      <a:pt x="2562" y="628"/>
                    </a:lnTo>
                    <a:lnTo>
                      <a:pt x="2485" y="513"/>
                    </a:lnTo>
                    <a:lnTo>
                      <a:pt x="2395" y="423"/>
                    </a:lnTo>
                    <a:lnTo>
                      <a:pt x="2293" y="320"/>
                    </a:lnTo>
                    <a:lnTo>
                      <a:pt x="2190" y="244"/>
                    </a:lnTo>
                    <a:lnTo>
                      <a:pt x="2075" y="180"/>
                    </a:lnTo>
                    <a:lnTo>
                      <a:pt x="1947" y="116"/>
                    </a:lnTo>
                    <a:lnTo>
                      <a:pt x="1819" y="64"/>
                    </a:lnTo>
                    <a:lnTo>
                      <a:pt x="1691" y="39"/>
                    </a:lnTo>
                    <a:lnTo>
                      <a:pt x="1550" y="13"/>
                    </a:lnTo>
                    <a:lnTo>
                      <a:pt x="14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Google Shape;1811;p36"/>
              <p:cNvSpPr/>
              <p:nvPr/>
            </p:nvSpPr>
            <p:spPr>
              <a:xfrm>
                <a:off x="5542510" y="4191317"/>
                <a:ext cx="142655" cy="142045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793" extrusionOk="0">
                    <a:moveTo>
                      <a:pt x="1268" y="0"/>
                    </a:moveTo>
                    <a:lnTo>
                      <a:pt x="1127" y="26"/>
                    </a:lnTo>
                    <a:lnTo>
                      <a:pt x="986" y="51"/>
                    </a:lnTo>
                    <a:lnTo>
                      <a:pt x="858" y="103"/>
                    </a:lnTo>
                    <a:lnTo>
                      <a:pt x="743" y="167"/>
                    </a:lnTo>
                    <a:lnTo>
                      <a:pt x="628" y="231"/>
                    </a:lnTo>
                    <a:lnTo>
                      <a:pt x="512" y="308"/>
                    </a:lnTo>
                    <a:lnTo>
                      <a:pt x="410" y="410"/>
                    </a:lnTo>
                    <a:lnTo>
                      <a:pt x="320" y="500"/>
                    </a:lnTo>
                    <a:lnTo>
                      <a:pt x="243" y="615"/>
                    </a:lnTo>
                    <a:lnTo>
                      <a:pt x="179" y="730"/>
                    </a:lnTo>
                    <a:lnTo>
                      <a:pt x="115" y="846"/>
                    </a:lnTo>
                    <a:lnTo>
                      <a:pt x="64" y="974"/>
                    </a:lnTo>
                    <a:lnTo>
                      <a:pt x="38" y="1115"/>
                    </a:lnTo>
                    <a:lnTo>
                      <a:pt x="13" y="1255"/>
                    </a:lnTo>
                    <a:lnTo>
                      <a:pt x="0" y="1396"/>
                    </a:lnTo>
                    <a:lnTo>
                      <a:pt x="13" y="1537"/>
                    </a:lnTo>
                    <a:lnTo>
                      <a:pt x="38" y="1678"/>
                    </a:lnTo>
                    <a:lnTo>
                      <a:pt x="64" y="1806"/>
                    </a:lnTo>
                    <a:lnTo>
                      <a:pt x="115" y="1934"/>
                    </a:lnTo>
                    <a:lnTo>
                      <a:pt x="179" y="2062"/>
                    </a:lnTo>
                    <a:lnTo>
                      <a:pt x="243" y="2178"/>
                    </a:lnTo>
                    <a:lnTo>
                      <a:pt x="320" y="2280"/>
                    </a:lnTo>
                    <a:lnTo>
                      <a:pt x="410" y="2383"/>
                    </a:lnTo>
                    <a:lnTo>
                      <a:pt x="512" y="2472"/>
                    </a:lnTo>
                    <a:lnTo>
                      <a:pt x="628" y="2562"/>
                    </a:lnTo>
                    <a:lnTo>
                      <a:pt x="743" y="2626"/>
                    </a:lnTo>
                    <a:lnTo>
                      <a:pt x="858" y="2690"/>
                    </a:lnTo>
                    <a:lnTo>
                      <a:pt x="986" y="2728"/>
                    </a:lnTo>
                    <a:lnTo>
                      <a:pt x="1127" y="2767"/>
                    </a:lnTo>
                    <a:lnTo>
                      <a:pt x="1268" y="2792"/>
                    </a:lnTo>
                    <a:lnTo>
                      <a:pt x="1550" y="2792"/>
                    </a:lnTo>
                    <a:lnTo>
                      <a:pt x="1691" y="2767"/>
                    </a:lnTo>
                    <a:lnTo>
                      <a:pt x="1819" y="2728"/>
                    </a:lnTo>
                    <a:lnTo>
                      <a:pt x="1947" y="2690"/>
                    </a:lnTo>
                    <a:lnTo>
                      <a:pt x="2075" y="2626"/>
                    </a:lnTo>
                    <a:lnTo>
                      <a:pt x="2190" y="2562"/>
                    </a:lnTo>
                    <a:lnTo>
                      <a:pt x="2293" y="2472"/>
                    </a:lnTo>
                    <a:lnTo>
                      <a:pt x="2395" y="2383"/>
                    </a:lnTo>
                    <a:lnTo>
                      <a:pt x="2485" y="2280"/>
                    </a:lnTo>
                    <a:lnTo>
                      <a:pt x="2562" y="2178"/>
                    </a:lnTo>
                    <a:lnTo>
                      <a:pt x="2638" y="2062"/>
                    </a:lnTo>
                    <a:lnTo>
                      <a:pt x="2702" y="1934"/>
                    </a:lnTo>
                    <a:lnTo>
                      <a:pt x="2741" y="1806"/>
                    </a:lnTo>
                    <a:lnTo>
                      <a:pt x="2779" y="1678"/>
                    </a:lnTo>
                    <a:lnTo>
                      <a:pt x="2805" y="1537"/>
                    </a:lnTo>
                    <a:lnTo>
                      <a:pt x="2805" y="1396"/>
                    </a:lnTo>
                    <a:lnTo>
                      <a:pt x="2805" y="1255"/>
                    </a:lnTo>
                    <a:lnTo>
                      <a:pt x="2779" y="1115"/>
                    </a:lnTo>
                    <a:lnTo>
                      <a:pt x="2741" y="974"/>
                    </a:lnTo>
                    <a:lnTo>
                      <a:pt x="2702" y="846"/>
                    </a:lnTo>
                    <a:lnTo>
                      <a:pt x="2638" y="730"/>
                    </a:lnTo>
                    <a:lnTo>
                      <a:pt x="2562" y="615"/>
                    </a:lnTo>
                    <a:lnTo>
                      <a:pt x="2485" y="500"/>
                    </a:lnTo>
                    <a:lnTo>
                      <a:pt x="2395" y="410"/>
                    </a:lnTo>
                    <a:lnTo>
                      <a:pt x="2293" y="308"/>
                    </a:lnTo>
                    <a:lnTo>
                      <a:pt x="2190" y="231"/>
                    </a:lnTo>
                    <a:lnTo>
                      <a:pt x="2075" y="167"/>
                    </a:lnTo>
                    <a:lnTo>
                      <a:pt x="1947" y="103"/>
                    </a:lnTo>
                    <a:lnTo>
                      <a:pt x="1819" y="51"/>
                    </a:lnTo>
                    <a:lnTo>
                      <a:pt x="1691" y="26"/>
                    </a:lnTo>
                    <a:lnTo>
                      <a:pt x="155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1812;p36"/>
              <p:cNvSpPr/>
              <p:nvPr/>
            </p:nvSpPr>
            <p:spPr>
              <a:xfrm>
                <a:off x="5542510" y="4390624"/>
                <a:ext cx="142655" cy="142045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793" extrusionOk="0">
                    <a:moveTo>
                      <a:pt x="1268" y="0"/>
                    </a:moveTo>
                    <a:lnTo>
                      <a:pt x="1127" y="26"/>
                    </a:lnTo>
                    <a:lnTo>
                      <a:pt x="986" y="52"/>
                    </a:lnTo>
                    <a:lnTo>
                      <a:pt x="858" y="103"/>
                    </a:lnTo>
                    <a:lnTo>
                      <a:pt x="743" y="167"/>
                    </a:lnTo>
                    <a:lnTo>
                      <a:pt x="628" y="231"/>
                    </a:lnTo>
                    <a:lnTo>
                      <a:pt x="512" y="308"/>
                    </a:lnTo>
                    <a:lnTo>
                      <a:pt x="410" y="410"/>
                    </a:lnTo>
                    <a:lnTo>
                      <a:pt x="320" y="500"/>
                    </a:lnTo>
                    <a:lnTo>
                      <a:pt x="243" y="615"/>
                    </a:lnTo>
                    <a:lnTo>
                      <a:pt x="179" y="731"/>
                    </a:lnTo>
                    <a:lnTo>
                      <a:pt x="115" y="846"/>
                    </a:lnTo>
                    <a:lnTo>
                      <a:pt x="64" y="974"/>
                    </a:lnTo>
                    <a:lnTo>
                      <a:pt x="38" y="1115"/>
                    </a:lnTo>
                    <a:lnTo>
                      <a:pt x="13" y="1256"/>
                    </a:lnTo>
                    <a:lnTo>
                      <a:pt x="0" y="1397"/>
                    </a:lnTo>
                    <a:lnTo>
                      <a:pt x="13" y="1537"/>
                    </a:lnTo>
                    <a:lnTo>
                      <a:pt x="38" y="1678"/>
                    </a:lnTo>
                    <a:lnTo>
                      <a:pt x="64" y="1806"/>
                    </a:lnTo>
                    <a:lnTo>
                      <a:pt x="115" y="1934"/>
                    </a:lnTo>
                    <a:lnTo>
                      <a:pt x="179" y="2063"/>
                    </a:lnTo>
                    <a:lnTo>
                      <a:pt x="243" y="2178"/>
                    </a:lnTo>
                    <a:lnTo>
                      <a:pt x="320" y="2280"/>
                    </a:lnTo>
                    <a:lnTo>
                      <a:pt x="410" y="2383"/>
                    </a:lnTo>
                    <a:lnTo>
                      <a:pt x="512" y="2472"/>
                    </a:lnTo>
                    <a:lnTo>
                      <a:pt x="628" y="2562"/>
                    </a:lnTo>
                    <a:lnTo>
                      <a:pt x="743" y="2626"/>
                    </a:lnTo>
                    <a:lnTo>
                      <a:pt x="858" y="2690"/>
                    </a:lnTo>
                    <a:lnTo>
                      <a:pt x="986" y="2729"/>
                    </a:lnTo>
                    <a:lnTo>
                      <a:pt x="1127" y="2767"/>
                    </a:lnTo>
                    <a:lnTo>
                      <a:pt x="1268" y="2793"/>
                    </a:lnTo>
                    <a:lnTo>
                      <a:pt x="1550" y="2793"/>
                    </a:lnTo>
                    <a:lnTo>
                      <a:pt x="1691" y="2767"/>
                    </a:lnTo>
                    <a:lnTo>
                      <a:pt x="1819" y="2729"/>
                    </a:lnTo>
                    <a:lnTo>
                      <a:pt x="1947" y="2690"/>
                    </a:lnTo>
                    <a:lnTo>
                      <a:pt x="2075" y="2626"/>
                    </a:lnTo>
                    <a:lnTo>
                      <a:pt x="2190" y="2562"/>
                    </a:lnTo>
                    <a:lnTo>
                      <a:pt x="2293" y="2472"/>
                    </a:lnTo>
                    <a:lnTo>
                      <a:pt x="2395" y="2383"/>
                    </a:lnTo>
                    <a:lnTo>
                      <a:pt x="2485" y="2280"/>
                    </a:lnTo>
                    <a:lnTo>
                      <a:pt x="2562" y="2178"/>
                    </a:lnTo>
                    <a:lnTo>
                      <a:pt x="2638" y="2063"/>
                    </a:lnTo>
                    <a:lnTo>
                      <a:pt x="2702" y="1934"/>
                    </a:lnTo>
                    <a:lnTo>
                      <a:pt x="2741" y="1806"/>
                    </a:lnTo>
                    <a:lnTo>
                      <a:pt x="2779" y="1678"/>
                    </a:lnTo>
                    <a:lnTo>
                      <a:pt x="2805" y="1537"/>
                    </a:lnTo>
                    <a:lnTo>
                      <a:pt x="2805" y="1397"/>
                    </a:lnTo>
                    <a:lnTo>
                      <a:pt x="2805" y="1256"/>
                    </a:lnTo>
                    <a:lnTo>
                      <a:pt x="2779" y="1115"/>
                    </a:lnTo>
                    <a:lnTo>
                      <a:pt x="2741" y="974"/>
                    </a:lnTo>
                    <a:lnTo>
                      <a:pt x="2702" y="846"/>
                    </a:lnTo>
                    <a:lnTo>
                      <a:pt x="2638" y="731"/>
                    </a:lnTo>
                    <a:lnTo>
                      <a:pt x="2562" y="615"/>
                    </a:lnTo>
                    <a:lnTo>
                      <a:pt x="2485" y="500"/>
                    </a:lnTo>
                    <a:lnTo>
                      <a:pt x="2395" y="410"/>
                    </a:lnTo>
                    <a:lnTo>
                      <a:pt x="2293" y="308"/>
                    </a:lnTo>
                    <a:lnTo>
                      <a:pt x="2190" y="231"/>
                    </a:lnTo>
                    <a:lnTo>
                      <a:pt x="2075" y="167"/>
                    </a:lnTo>
                    <a:lnTo>
                      <a:pt x="1947" y="103"/>
                    </a:lnTo>
                    <a:lnTo>
                      <a:pt x="1819" y="52"/>
                    </a:lnTo>
                    <a:lnTo>
                      <a:pt x="1691" y="26"/>
                    </a:lnTo>
                    <a:lnTo>
                      <a:pt x="155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36"/>
              <p:cNvSpPr/>
              <p:nvPr/>
            </p:nvSpPr>
            <p:spPr>
              <a:xfrm>
                <a:off x="3805297" y="2157096"/>
                <a:ext cx="282768" cy="215636"/>
              </a:xfrm>
              <a:custGeom>
                <a:avLst/>
                <a:gdLst/>
                <a:ahLst/>
                <a:cxnLst/>
                <a:rect l="l" t="t" r="r" b="b"/>
                <a:pathLst>
                  <a:path w="5560" h="4240" extrusionOk="0">
                    <a:moveTo>
                      <a:pt x="0" y="0"/>
                    </a:moveTo>
                    <a:lnTo>
                      <a:pt x="0" y="4240"/>
                    </a:lnTo>
                    <a:lnTo>
                      <a:pt x="5559" y="4240"/>
                    </a:lnTo>
                    <a:lnTo>
                      <a:pt x="5559" y="0"/>
                    </a:lnTo>
                    <a:close/>
                  </a:path>
                </a:pathLst>
              </a:custGeom>
              <a:solidFill>
                <a:srgbClr val="70FF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Google Shape;1814;p36"/>
              <p:cNvSpPr/>
              <p:nvPr/>
            </p:nvSpPr>
            <p:spPr>
              <a:xfrm>
                <a:off x="4126406" y="2230686"/>
                <a:ext cx="891125" cy="756963"/>
              </a:xfrm>
              <a:custGeom>
                <a:avLst/>
                <a:gdLst/>
                <a:ahLst/>
                <a:cxnLst/>
                <a:rect l="l" t="t" r="r" b="b"/>
                <a:pathLst>
                  <a:path w="17522" h="14884" extrusionOk="0">
                    <a:moveTo>
                      <a:pt x="8684" y="0"/>
                    </a:moveTo>
                    <a:lnTo>
                      <a:pt x="8377" y="13"/>
                    </a:lnTo>
                    <a:lnTo>
                      <a:pt x="8082" y="52"/>
                    </a:lnTo>
                    <a:lnTo>
                      <a:pt x="7788" y="103"/>
                    </a:lnTo>
                    <a:lnTo>
                      <a:pt x="7506" y="180"/>
                    </a:lnTo>
                    <a:lnTo>
                      <a:pt x="7224" y="282"/>
                    </a:lnTo>
                    <a:lnTo>
                      <a:pt x="6955" y="398"/>
                    </a:lnTo>
                    <a:lnTo>
                      <a:pt x="6712" y="538"/>
                    </a:lnTo>
                    <a:lnTo>
                      <a:pt x="6469" y="692"/>
                    </a:lnTo>
                    <a:lnTo>
                      <a:pt x="6238" y="859"/>
                    </a:lnTo>
                    <a:lnTo>
                      <a:pt x="6020" y="1038"/>
                    </a:lnTo>
                    <a:lnTo>
                      <a:pt x="5815" y="1243"/>
                    </a:lnTo>
                    <a:lnTo>
                      <a:pt x="5623" y="1461"/>
                    </a:lnTo>
                    <a:lnTo>
                      <a:pt x="5444" y="1691"/>
                    </a:lnTo>
                    <a:lnTo>
                      <a:pt x="5290" y="1934"/>
                    </a:lnTo>
                    <a:lnTo>
                      <a:pt x="5149" y="2178"/>
                    </a:lnTo>
                    <a:lnTo>
                      <a:pt x="5034" y="2447"/>
                    </a:lnTo>
                    <a:lnTo>
                      <a:pt x="4906" y="2370"/>
                    </a:lnTo>
                    <a:lnTo>
                      <a:pt x="4778" y="2293"/>
                    </a:lnTo>
                    <a:lnTo>
                      <a:pt x="4637" y="2229"/>
                    </a:lnTo>
                    <a:lnTo>
                      <a:pt x="4483" y="2178"/>
                    </a:lnTo>
                    <a:lnTo>
                      <a:pt x="4343" y="2139"/>
                    </a:lnTo>
                    <a:lnTo>
                      <a:pt x="4189" y="2101"/>
                    </a:lnTo>
                    <a:lnTo>
                      <a:pt x="4022" y="2088"/>
                    </a:lnTo>
                    <a:lnTo>
                      <a:pt x="3869" y="2075"/>
                    </a:lnTo>
                    <a:lnTo>
                      <a:pt x="3651" y="2088"/>
                    </a:lnTo>
                    <a:lnTo>
                      <a:pt x="3446" y="2127"/>
                    </a:lnTo>
                    <a:lnTo>
                      <a:pt x="3254" y="2178"/>
                    </a:lnTo>
                    <a:lnTo>
                      <a:pt x="3062" y="2242"/>
                    </a:lnTo>
                    <a:lnTo>
                      <a:pt x="2882" y="2332"/>
                    </a:lnTo>
                    <a:lnTo>
                      <a:pt x="2716" y="2434"/>
                    </a:lnTo>
                    <a:lnTo>
                      <a:pt x="2562" y="2549"/>
                    </a:lnTo>
                    <a:lnTo>
                      <a:pt x="2409" y="2690"/>
                    </a:lnTo>
                    <a:lnTo>
                      <a:pt x="2281" y="2831"/>
                    </a:lnTo>
                    <a:lnTo>
                      <a:pt x="2165" y="2985"/>
                    </a:lnTo>
                    <a:lnTo>
                      <a:pt x="2050" y="3164"/>
                    </a:lnTo>
                    <a:lnTo>
                      <a:pt x="1973" y="3343"/>
                    </a:lnTo>
                    <a:lnTo>
                      <a:pt x="1896" y="3523"/>
                    </a:lnTo>
                    <a:lnTo>
                      <a:pt x="1845" y="3728"/>
                    </a:lnTo>
                    <a:lnTo>
                      <a:pt x="1819" y="3933"/>
                    </a:lnTo>
                    <a:lnTo>
                      <a:pt x="1807" y="4137"/>
                    </a:lnTo>
                    <a:lnTo>
                      <a:pt x="1819" y="4317"/>
                    </a:lnTo>
                    <a:lnTo>
                      <a:pt x="1845" y="4483"/>
                    </a:lnTo>
                    <a:lnTo>
                      <a:pt x="1883" y="4650"/>
                    </a:lnTo>
                    <a:lnTo>
                      <a:pt x="1922" y="4803"/>
                    </a:lnTo>
                    <a:lnTo>
                      <a:pt x="1717" y="4893"/>
                    </a:lnTo>
                    <a:lnTo>
                      <a:pt x="1525" y="5008"/>
                    </a:lnTo>
                    <a:lnTo>
                      <a:pt x="1333" y="5136"/>
                    </a:lnTo>
                    <a:lnTo>
                      <a:pt x="1153" y="5265"/>
                    </a:lnTo>
                    <a:lnTo>
                      <a:pt x="987" y="5418"/>
                    </a:lnTo>
                    <a:lnTo>
                      <a:pt x="820" y="5572"/>
                    </a:lnTo>
                    <a:lnTo>
                      <a:pt x="680" y="5751"/>
                    </a:lnTo>
                    <a:lnTo>
                      <a:pt x="539" y="5931"/>
                    </a:lnTo>
                    <a:lnTo>
                      <a:pt x="423" y="6123"/>
                    </a:lnTo>
                    <a:lnTo>
                      <a:pt x="321" y="6328"/>
                    </a:lnTo>
                    <a:lnTo>
                      <a:pt x="218" y="6533"/>
                    </a:lnTo>
                    <a:lnTo>
                      <a:pt x="142" y="6750"/>
                    </a:lnTo>
                    <a:lnTo>
                      <a:pt x="90" y="6981"/>
                    </a:lnTo>
                    <a:lnTo>
                      <a:pt x="39" y="7211"/>
                    </a:lnTo>
                    <a:lnTo>
                      <a:pt x="14" y="7442"/>
                    </a:lnTo>
                    <a:lnTo>
                      <a:pt x="1" y="7685"/>
                    </a:lnTo>
                    <a:lnTo>
                      <a:pt x="14" y="7916"/>
                    </a:lnTo>
                    <a:lnTo>
                      <a:pt x="39" y="8159"/>
                    </a:lnTo>
                    <a:lnTo>
                      <a:pt x="78" y="8377"/>
                    </a:lnTo>
                    <a:lnTo>
                      <a:pt x="142" y="8607"/>
                    </a:lnTo>
                    <a:lnTo>
                      <a:pt x="218" y="8812"/>
                    </a:lnTo>
                    <a:lnTo>
                      <a:pt x="308" y="9030"/>
                    </a:lnTo>
                    <a:lnTo>
                      <a:pt x="411" y="9222"/>
                    </a:lnTo>
                    <a:lnTo>
                      <a:pt x="526" y="9414"/>
                    </a:lnTo>
                    <a:lnTo>
                      <a:pt x="667" y="9594"/>
                    </a:lnTo>
                    <a:lnTo>
                      <a:pt x="808" y="9760"/>
                    </a:lnTo>
                    <a:lnTo>
                      <a:pt x="961" y="9927"/>
                    </a:lnTo>
                    <a:lnTo>
                      <a:pt x="1128" y="10080"/>
                    </a:lnTo>
                    <a:lnTo>
                      <a:pt x="1307" y="10208"/>
                    </a:lnTo>
                    <a:lnTo>
                      <a:pt x="1486" y="10336"/>
                    </a:lnTo>
                    <a:lnTo>
                      <a:pt x="1679" y="10452"/>
                    </a:lnTo>
                    <a:lnTo>
                      <a:pt x="1883" y="10541"/>
                    </a:lnTo>
                    <a:lnTo>
                      <a:pt x="1858" y="10669"/>
                    </a:lnTo>
                    <a:lnTo>
                      <a:pt x="1832" y="10810"/>
                    </a:lnTo>
                    <a:lnTo>
                      <a:pt x="1819" y="10938"/>
                    </a:lnTo>
                    <a:lnTo>
                      <a:pt x="1807" y="11079"/>
                    </a:lnTo>
                    <a:lnTo>
                      <a:pt x="1819" y="11284"/>
                    </a:lnTo>
                    <a:lnTo>
                      <a:pt x="1845" y="11489"/>
                    </a:lnTo>
                    <a:lnTo>
                      <a:pt x="1896" y="11694"/>
                    </a:lnTo>
                    <a:lnTo>
                      <a:pt x="1973" y="11873"/>
                    </a:lnTo>
                    <a:lnTo>
                      <a:pt x="2050" y="12066"/>
                    </a:lnTo>
                    <a:lnTo>
                      <a:pt x="2165" y="12232"/>
                    </a:lnTo>
                    <a:lnTo>
                      <a:pt x="2281" y="12386"/>
                    </a:lnTo>
                    <a:lnTo>
                      <a:pt x="2409" y="12539"/>
                    </a:lnTo>
                    <a:lnTo>
                      <a:pt x="2562" y="12668"/>
                    </a:lnTo>
                    <a:lnTo>
                      <a:pt x="2716" y="12783"/>
                    </a:lnTo>
                    <a:lnTo>
                      <a:pt x="2882" y="12885"/>
                    </a:lnTo>
                    <a:lnTo>
                      <a:pt x="3062" y="12975"/>
                    </a:lnTo>
                    <a:lnTo>
                      <a:pt x="3254" y="13039"/>
                    </a:lnTo>
                    <a:lnTo>
                      <a:pt x="3446" y="13090"/>
                    </a:lnTo>
                    <a:lnTo>
                      <a:pt x="3651" y="13129"/>
                    </a:lnTo>
                    <a:lnTo>
                      <a:pt x="3869" y="13141"/>
                    </a:lnTo>
                    <a:lnTo>
                      <a:pt x="4022" y="13129"/>
                    </a:lnTo>
                    <a:lnTo>
                      <a:pt x="4176" y="13103"/>
                    </a:lnTo>
                    <a:lnTo>
                      <a:pt x="4330" y="13077"/>
                    </a:lnTo>
                    <a:lnTo>
                      <a:pt x="4471" y="13039"/>
                    </a:lnTo>
                    <a:lnTo>
                      <a:pt x="4548" y="13231"/>
                    </a:lnTo>
                    <a:lnTo>
                      <a:pt x="4637" y="13423"/>
                    </a:lnTo>
                    <a:lnTo>
                      <a:pt x="4752" y="13602"/>
                    </a:lnTo>
                    <a:lnTo>
                      <a:pt x="4868" y="13782"/>
                    </a:lnTo>
                    <a:lnTo>
                      <a:pt x="4996" y="13935"/>
                    </a:lnTo>
                    <a:lnTo>
                      <a:pt x="5137" y="14089"/>
                    </a:lnTo>
                    <a:lnTo>
                      <a:pt x="5290" y="14230"/>
                    </a:lnTo>
                    <a:lnTo>
                      <a:pt x="5457" y="14358"/>
                    </a:lnTo>
                    <a:lnTo>
                      <a:pt x="5623" y="14473"/>
                    </a:lnTo>
                    <a:lnTo>
                      <a:pt x="5815" y="14576"/>
                    </a:lnTo>
                    <a:lnTo>
                      <a:pt x="6008" y="14666"/>
                    </a:lnTo>
                    <a:lnTo>
                      <a:pt x="6200" y="14742"/>
                    </a:lnTo>
                    <a:lnTo>
                      <a:pt x="6405" y="14806"/>
                    </a:lnTo>
                    <a:lnTo>
                      <a:pt x="6622" y="14845"/>
                    </a:lnTo>
                    <a:lnTo>
                      <a:pt x="6840" y="14870"/>
                    </a:lnTo>
                    <a:lnTo>
                      <a:pt x="7058" y="14883"/>
                    </a:lnTo>
                    <a:lnTo>
                      <a:pt x="7327" y="14870"/>
                    </a:lnTo>
                    <a:lnTo>
                      <a:pt x="7596" y="14832"/>
                    </a:lnTo>
                    <a:lnTo>
                      <a:pt x="7852" y="14768"/>
                    </a:lnTo>
                    <a:lnTo>
                      <a:pt x="8108" y="14678"/>
                    </a:lnTo>
                    <a:lnTo>
                      <a:pt x="8339" y="14563"/>
                    </a:lnTo>
                    <a:lnTo>
                      <a:pt x="8556" y="14435"/>
                    </a:lnTo>
                    <a:lnTo>
                      <a:pt x="8761" y="14281"/>
                    </a:lnTo>
                    <a:lnTo>
                      <a:pt x="8966" y="14102"/>
                    </a:lnTo>
                    <a:lnTo>
                      <a:pt x="9133" y="13923"/>
                    </a:lnTo>
                    <a:lnTo>
                      <a:pt x="9299" y="13718"/>
                    </a:lnTo>
                    <a:lnTo>
                      <a:pt x="9427" y="13500"/>
                    </a:lnTo>
                    <a:lnTo>
                      <a:pt x="9543" y="13269"/>
                    </a:lnTo>
                    <a:lnTo>
                      <a:pt x="9645" y="13026"/>
                    </a:lnTo>
                    <a:lnTo>
                      <a:pt x="9722" y="12770"/>
                    </a:lnTo>
                    <a:lnTo>
                      <a:pt x="9760" y="12501"/>
                    </a:lnTo>
                    <a:lnTo>
                      <a:pt x="9786" y="12232"/>
                    </a:lnTo>
                    <a:lnTo>
                      <a:pt x="9888" y="12296"/>
                    </a:lnTo>
                    <a:lnTo>
                      <a:pt x="9991" y="12347"/>
                    </a:lnTo>
                    <a:lnTo>
                      <a:pt x="10106" y="12386"/>
                    </a:lnTo>
                    <a:lnTo>
                      <a:pt x="10221" y="12424"/>
                    </a:lnTo>
                    <a:lnTo>
                      <a:pt x="10337" y="12463"/>
                    </a:lnTo>
                    <a:lnTo>
                      <a:pt x="10452" y="12488"/>
                    </a:lnTo>
                    <a:lnTo>
                      <a:pt x="10580" y="12501"/>
                    </a:lnTo>
                    <a:lnTo>
                      <a:pt x="10708" y="12501"/>
                    </a:lnTo>
                    <a:lnTo>
                      <a:pt x="10913" y="12488"/>
                    </a:lnTo>
                    <a:lnTo>
                      <a:pt x="11105" y="12450"/>
                    </a:lnTo>
                    <a:lnTo>
                      <a:pt x="11284" y="12399"/>
                    </a:lnTo>
                    <a:lnTo>
                      <a:pt x="11464" y="12322"/>
                    </a:lnTo>
                    <a:lnTo>
                      <a:pt x="11630" y="12232"/>
                    </a:lnTo>
                    <a:lnTo>
                      <a:pt x="11784" y="12117"/>
                    </a:lnTo>
                    <a:lnTo>
                      <a:pt x="11925" y="11989"/>
                    </a:lnTo>
                    <a:lnTo>
                      <a:pt x="12053" y="11848"/>
                    </a:lnTo>
                    <a:lnTo>
                      <a:pt x="12168" y="11950"/>
                    </a:lnTo>
                    <a:lnTo>
                      <a:pt x="12283" y="12027"/>
                    </a:lnTo>
                    <a:lnTo>
                      <a:pt x="12412" y="12104"/>
                    </a:lnTo>
                    <a:lnTo>
                      <a:pt x="12552" y="12168"/>
                    </a:lnTo>
                    <a:lnTo>
                      <a:pt x="12693" y="12206"/>
                    </a:lnTo>
                    <a:lnTo>
                      <a:pt x="12834" y="12245"/>
                    </a:lnTo>
                    <a:lnTo>
                      <a:pt x="12988" y="12270"/>
                    </a:lnTo>
                    <a:lnTo>
                      <a:pt x="13308" y="12270"/>
                    </a:lnTo>
                    <a:lnTo>
                      <a:pt x="13462" y="12245"/>
                    </a:lnTo>
                    <a:lnTo>
                      <a:pt x="13603" y="12206"/>
                    </a:lnTo>
                    <a:lnTo>
                      <a:pt x="13744" y="12155"/>
                    </a:lnTo>
                    <a:lnTo>
                      <a:pt x="13884" y="12104"/>
                    </a:lnTo>
                    <a:lnTo>
                      <a:pt x="14013" y="12027"/>
                    </a:lnTo>
                    <a:lnTo>
                      <a:pt x="14128" y="11937"/>
                    </a:lnTo>
                    <a:lnTo>
                      <a:pt x="14243" y="11848"/>
                    </a:lnTo>
                    <a:lnTo>
                      <a:pt x="14346" y="11733"/>
                    </a:lnTo>
                    <a:lnTo>
                      <a:pt x="14448" y="11617"/>
                    </a:lnTo>
                    <a:lnTo>
                      <a:pt x="14525" y="11502"/>
                    </a:lnTo>
                    <a:lnTo>
                      <a:pt x="14602" y="11361"/>
                    </a:lnTo>
                    <a:lnTo>
                      <a:pt x="14653" y="11233"/>
                    </a:lnTo>
                    <a:lnTo>
                      <a:pt x="14704" y="11079"/>
                    </a:lnTo>
                    <a:lnTo>
                      <a:pt x="14743" y="10938"/>
                    </a:lnTo>
                    <a:lnTo>
                      <a:pt x="14755" y="10785"/>
                    </a:lnTo>
                    <a:lnTo>
                      <a:pt x="15050" y="10734"/>
                    </a:lnTo>
                    <a:lnTo>
                      <a:pt x="15319" y="10657"/>
                    </a:lnTo>
                    <a:lnTo>
                      <a:pt x="15588" y="10567"/>
                    </a:lnTo>
                    <a:lnTo>
                      <a:pt x="15844" y="10452"/>
                    </a:lnTo>
                    <a:lnTo>
                      <a:pt x="16087" y="10311"/>
                    </a:lnTo>
                    <a:lnTo>
                      <a:pt x="16318" y="10144"/>
                    </a:lnTo>
                    <a:lnTo>
                      <a:pt x="16536" y="9965"/>
                    </a:lnTo>
                    <a:lnTo>
                      <a:pt x="16728" y="9773"/>
                    </a:lnTo>
                    <a:lnTo>
                      <a:pt x="16907" y="9555"/>
                    </a:lnTo>
                    <a:lnTo>
                      <a:pt x="17061" y="9325"/>
                    </a:lnTo>
                    <a:lnTo>
                      <a:pt x="17202" y="9081"/>
                    </a:lnTo>
                    <a:lnTo>
                      <a:pt x="17317" y="8812"/>
                    </a:lnTo>
                    <a:lnTo>
                      <a:pt x="17407" y="8543"/>
                    </a:lnTo>
                    <a:lnTo>
                      <a:pt x="17471" y="8274"/>
                    </a:lnTo>
                    <a:lnTo>
                      <a:pt x="17509" y="7980"/>
                    </a:lnTo>
                    <a:lnTo>
                      <a:pt x="17522" y="7685"/>
                    </a:lnTo>
                    <a:lnTo>
                      <a:pt x="17522" y="7429"/>
                    </a:lnTo>
                    <a:lnTo>
                      <a:pt x="17483" y="7186"/>
                    </a:lnTo>
                    <a:lnTo>
                      <a:pt x="17445" y="6955"/>
                    </a:lnTo>
                    <a:lnTo>
                      <a:pt x="17381" y="6725"/>
                    </a:lnTo>
                    <a:lnTo>
                      <a:pt x="17291" y="6494"/>
                    </a:lnTo>
                    <a:lnTo>
                      <a:pt x="17202" y="6289"/>
                    </a:lnTo>
                    <a:lnTo>
                      <a:pt x="17086" y="6084"/>
                    </a:lnTo>
                    <a:lnTo>
                      <a:pt x="16958" y="5879"/>
                    </a:lnTo>
                    <a:lnTo>
                      <a:pt x="16817" y="5700"/>
                    </a:lnTo>
                    <a:lnTo>
                      <a:pt x="16664" y="5521"/>
                    </a:lnTo>
                    <a:lnTo>
                      <a:pt x="16497" y="5367"/>
                    </a:lnTo>
                    <a:lnTo>
                      <a:pt x="16318" y="5213"/>
                    </a:lnTo>
                    <a:lnTo>
                      <a:pt x="16126" y="5085"/>
                    </a:lnTo>
                    <a:lnTo>
                      <a:pt x="15921" y="4957"/>
                    </a:lnTo>
                    <a:lnTo>
                      <a:pt x="15716" y="4855"/>
                    </a:lnTo>
                    <a:lnTo>
                      <a:pt x="15498" y="4765"/>
                    </a:lnTo>
                    <a:lnTo>
                      <a:pt x="15549" y="4509"/>
                    </a:lnTo>
                    <a:lnTo>
                      <a:pt x="15562" y="4368"/>
                    </a:lnTo>
                    <a:lnTo>
                      <a:pt x="15575" y="4240"/>
                    </a:lnTo>
                    <a:lnTo>
                      <a:pt x="15562" y="4022"/>
                    </a:lnTo>
                    <a:lnTo>
                      <a:pt x="15524" y="3817"/>
                    </a:lnTo>
                    <a:lnTo>
                      <a:pt x="15473" y="3625"/>
                    </a:lnTo>
                    <a:lnTo>
                      <a:pt x="15409" y="3433"/>
                    </a:lnTo>
                    <a:lnTo>
                      <a:pt x="15319" y="3254"/>
                    </a:lnTo>
                    <a:lnTo>
                      <a:pt x="15216" y="3087"/>
                    </a:lnTo>
                    <a:lnTo>
                      <a:pt x="15101" y="2921"/>
                    </a:lnTo>
                    <a:lnTo>
                      <a:pt x="14973" y="2780"/>
                    </a:lnTo>
                    <a:lnTo>
                      <a:pt x="14819" y="2652"/>
                    </a:lnTo>
                    <a:lnTo>
                      <a:pt x="14666" y="2524"/>
                    </a:lnTo>
                    <a:lnTo>
                      <a:pt x="14499" y="2421"/>
                    </a:lnTo>
                    <a:lnTo>
                      <a:pt x="14307" y="2332"/>
                    </a:lnTo>
                    <a:lnTo>
                      <a:pt x="14128" y="2267"/>
                    </a:lnTo>
                    <a:lnTo>
                      <a:pt x="13923" y="2216"/>
                    </a:lnTo>
                    <a:lnTo>
                      <a:pt x="13718" y="2191"/>
                    </a:lnTo>
                    <a:lnTo>
                      <a:pt x="13513" y="2178"/>
                    </a:lnTo>
                    <a:lnTo>
                      <a:pt x="13359" y="2178"/>
                    </a:lnTo>
                    <a:lnTo>
                      <a:pt x="13193" y="2203"/>
                    </a:lnTo>
                    <a:lnTo>
                      <a:pt x="13052" y="2229"/>
                    </a:lnTo>
                    <a:lnTo>
                      <a:pt x="12898" y="2267"/>
                    </a:lnTo>
                    <a:lnTo>
                      <a:pt x="12757" y="2319"/>
                    </a:lnTo>
                    <a:lnTo>
                      <a:pt x="12616" y="2383"/>
                    </a:lnTo>
                    <a:lnTo>
                      <a:pt x="12488" y="2447"/>
                    </a:lnTo>
                    <a:lnTo>
                      <a:pt x="12360" y="2524"/>
                    </a:lnTo>
                    <a:lnTo>
                      <a:pt x="12245" y="2255"/>
                    </a:lnTo>
                    <a:lnTo>
                      <a:pt x="12104" y="1999"/>
                    </a:lnTo>
                    <a:lnTo>
                      <a:pt x="11950" y="1742"/>
                    </a:lnTo>
                    <a:lnTo>
                      <a:pt x="11784" y="1512"/>
                    </a:lnTo>
                    <a:lnTo>
                      <a:pt x="11592" y="1281"/>
                    </a:lnTo>
                    <a:lnTo>
                      <a:pt x="11387" y="1076"/>
                    </a:lnTo>
                    <a:lnTo>
                      <a:pt x="11169" y="884"/>
                    </a:lnTo>
                    <a:lnTo>
                      <a:pt x="10939" y="705"/>
                    </a:lnTo>
                    <a:lnTo>
                      <a:pt x="10695" y="551"/>
                    </a:lnTo>
                    <a:lnTo>
                      <a:pt x="10439" y="410"/>
                    </a:lnTo>
                    <a:lnTo>
                      <a:pt x="10170" y="295"/>
                    </a:lnTo>
                    <a:lnTo>
                      <a:pt x="9888" y="193"/>
                    </a:lnTo>
                    <a:lnTo>
                      <a:pt x="9594" y="103"/>
                    </a:lnTo>
                    <a:lnTo>
                      <a:pt x="9299" y="52"/>
                    </a:lnTo>
                    <a:lnTo>
                      <a:pt x="8992" y="13"/>
                    </a:lnTo>
                    <a:lnTo>
                      <a:pt x="8684" y="0"/>
                    </a:lnTo>
                    <a:close/>
                  </a:path>
                </a:pathLst>
              </a:custGeom>
              <a:solidFill>
                <a:srgbClr val="EA4827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Google Shape;1815;p36"/>
              <p:cNvSpPr/>
              <p:nvPr/>
            </p:nvSpPr>
            <p:spPr>
              <a:xfrm>
                <a:off x="5022704" y="2108884"/>
                <a:ext cx="341356" cy="237149"/>
              </a:xfrm>
              <a:custGeom>
                <a:avLst/>
                <a:gdLst/>
                <a:ahLst/>
                <a:cxnLst/>
                <a:rect l="l" t="t" r="r" b="b"/>
                <a:pathLst>
                  <a:path w="6712" h="4663" extrusionOk="0">
                    <a:moveTo>
                      <a:pt x="0" y="0"/>
                    </a:moveTo>
                    <a:lnTo>
                      <a:pt x="0" y="4662"/>
                    </a:lnTo>
                    <a:lnTo>
                      <a:pt x="6712" y="4662"/>
                    </a:lnTo>
                    <a:lnTo>
                      <a:pt x="6712" y="0"/>
                    </a:lnTo>
                    <a:close/>
                  </a:path>
                </a:pathLst>
              </a:custGeom>
              <a:solidFill>
                <a:srgbClr val="FFA5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36"/>
              <p:cNvSpPr/>
              <p:nvPr/>
            </p:nvSpPr>
            <p:spPr>
              <a:xfrm>
                <a:off x="5022704" y="2108884"/>
                <a:ext cx="341356" cy="58028"/>
              </a:xfrm>
              <a:custGeom>
                <a:avLst/>
                <a:gdLst/>
                <a:ahLst/>
                <a:cxnLst/>
                <a:rect l="l" t="t" r="r" b="b"/>
                <a:pathLst>
                  <a:path w="6712" h="1141" extrusionOk="0">
                    <a:moveTo>
                      <a:pt x="0" y="0"/>
                    </a:moveTo>
                    <a:lnTo>
                      <a:pt x="0" y="1140"/>
                    </a:lnTo>
                    <a:lnTo>
                      <a:pt x="6712" y="1140"/>
                    </a:lnTo>
                    <a:lnTo>
                      <a:pt x="671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Google Shape;1817;p36"/>
              <p:cNvSpPr/>
              <p:nvPr/>
            </p:nvSpPr>
            <p:spPr>
              <a:xfrm>
                <a:off x="5013601" y="2917863"/>
                <a:ext cx="308146" cy="198090"/>
              </a:xfrm>
              <a:custGeom>
                <a:avLst/>
                <a:gdLst/>
                <a:ahLst/>
                <a:cxnLst/>
                <a:rect l="l" t="t" r="r" b="b"/>
                <a:pathLst>
                  <a:path w="6059" h="3895" extrusionOk="0">
                    <a:moveTo>
                      <a:pt x="0" y="1"/>
                    </a:moveTo>
                    <a:lnTo>
                      <a:pt x="0" y="3894"/>
                    </a:lnTo>
                    <a:lnTo>
                      <a:pt x="6058" y="3894"/>
                    </a:lnTo>
                    <a:lnTo>
                      <a:pt x="6058" y="1"/>
                    </a:lnTo>
                    <a:close/>
                  </a:path>
                </a:pathLst>
              </a:custGeom>
              <a:solidFill>
                <a:srgbClr val="C99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Google Shape;1818;p36"/>
              <p:cNvSpPr/>
              <p:nvPr/>
            </p:nvSpPr>
            <p:spPr>
              <a:xfrm>
                <a:off x="5013601" y="2917863"/>
                <a:ext cx="308146" cy="69776"/>
              </a:xfrm>
              <a:custGeom>
                <a:avLst/>
                <a:gdLst/>
                <a:ahLst/>
                <a:cxnLst/>
                <a:rect l="l" t="t" r="r" b="b"/>
                <a:pathLst>
                  <a:path w="6059" h="1372" extrusionOk="0">
                    <a:moveTo>
                      <a:pt x="0" y="1"/>
                    </a:moveTo>
                    <a:lnTo>
                      <a:pt x="0" y="1371"/>
                    </a:lnTo>
                    <a:lnTo>
                      <a:pt x="6058" y="1371"/>
                    </a:lnTo>
                    <a:lnTo>
                      <a:pt x="605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Google Shape;1819;p36"/>
              <p:cNvSpPr/>
              <p:nvPr/>
            </p:nvSpPr>
            <p:spPr>
              <a:xfrm>
                <a:off x="4490540" y="2398717"/>
                <a:ext cx="148555" cy="53502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1052" extrusionOk="0">
                    <a:moveTo>
                      <a:pt x="1460" y="1"/>
                    </a:moveTo>
                    <a:lnTo>
                      <a:pt x="1268" y="14"/>
                    </a:lnTo>
                    <a:lnTo>
                      <a:pt x="1076" y="52"/>
                    </a:lnTo>
                    <a:lnTo>
                      <a:pt x="884" y="116"/>
                    </a:lnTo>
                    <a:lnTo>
                      <a:pt x="705" y="206"/>
                    </a:lnTo>
                    <a:lnTo>
                      <a:pt x="525" y="308"/>
                    </a:lnTo>
                    <a:lnTo>
                      <a:pt x="359" y="436"/>
                    </a:lnTo>
                    <a:lnTo>
                      <a:pt x="192" y="590"/>
                    </a:lnTo>
                    <a:lnTo>
                      <a:pt x="39" y="757"/>
                    </a:lnTo>
                    <a:lnTo>
                      <a:pt x="13" y="821"/>
                    </a:lnTo>
                    <a:lnTo>
                      <a:pt x="0" y="897"/>
                    </a:lnTo>
                    <a:lnTo>
                      <a:pt x="26" y="962"/>
                    </a:lnTo>
                    <a:lnTo>
                      <a:pt x="77" y="1013"/>
                    </a:lnTo>
                    <a:lnTo>
                      <a:pt x="141" y="1051"/>
                    </a:lnTo>
                    <a:lnTo>
                      <a:pt x="205" y="1051"/>
                    </a:lnTo>
                    <a:lnTo>
                      <a:pt x="269" y="1038"/>
                    </a:lnTo>
                    <a:lnTo>
                      <a:pt x="333" y="987"/>
                    </a:lnTo>
                    <a:lnTo>
                      <a:pt x="449" y="846"/>
                    </a:lnTo>
                    <a:lnTo>
                      <a:pt x="577" y="731"/>
                    </a:lnTo>
                    <a:lnTo>
                      <a:pt x="718" y="629"/>
                    </a:lnTo>
                    <a:lnTo>
                      <a:pt x="858" y="539"/>
                    </a:lnTo>
                    <a:lnTo>
                      <a:pt x="1012" y="475"/>
                    </a:lnTo>
                    <a:lnTo>
                      <a:pt x="1153" y="424"/>
                    </a:lnTo>
                    <a:lnTo>
                      <a:pt x="1307" y="398"/>
                    </a:lnTo>
                    <a:lnTo>
                      <a:pt x="1460" y="385"/>
                    </a:lnTo>
                    <a:lnTo>
                      <a:pt x="1614" y="398"/>
                    </a:lnTo>
                    <a:lnTo>
                      <a:pt x="1768" y="424"/>
                    </a:lnTo>
                    <a:lnTo>
                      <a:pt x="1921" y="475"/>
                    </a:lnTo>
                    <a:lnTo>
                      <a:pt x="2062" y="539"/>
                    </a:lnTo>
                    <a:lnTo>
                      <a:pt x="2203" y="629"/>
                    </a:lnTo>
                    <a:lnTo>
                      <a:pt x="2344" y="731"/>
                    </a:lnTo>
                    <a:lnTo>
                      <a:pt x="2472" y="846"/>
                    </a:lnTo>
                    <a:lnTo>
                      <a:pt x="2588" y="987"/>
                    </a:lnTo>
                    <a:lnTo>
                      <a:pt x="2626" y="1013"/>
                    </a:lnTo>
                    <a:lnTo>
                      <a:pt x="2664" y="1038"/>
                    </a:lnTo>
                    <a:lnTo>
                      <a:pt x="2690" y="1051"/>
                    </a:lnTo>
                    <a:lnTo>
                      <a:pt x="2792" y="1051"/>
                    </a:lnTo>
                    <a:lnTo>
                      <a:pt x="2844" y="1013"/>
                    </a:lnTo>
                    <a:lnTo>
                      <a:pt x="2895" y="962"/>
                    </a:lnTo>
                    <a:lnTo>
                      <a:pt x="2921" y="897"/>
                    </a:lnTo>
                    <a:lnTo>
                      <a:pt x="2908" y="821"/>
                    </a:lnTo>
                    <a:lnTo>
                      <a:pt x="2882" y="757"/>
                    </a:lnTo>
                    <a:lnTo>
                      <a:pt x="2728" y="590"/>
                    </a:lnTo>
                    <a:lnTo>
                      <a:pt x="2575" y="436"/>
                    </a:lnTo>
                    <a:lnTo>
                      <a:pt x="2395" y="308"/>
                    </a:lnTo>
                    <a:lnTo>
                      <a:pt x="2229" y="206"/>
                    </a:lnTo>
                    <a:lnTo>
                      <a:pt x="2037" y="116"/>
                    </a:lnTo>
                    <a:lnTo>
                      <a:pt x="1857" y="52"/>
                    </a:lnTo>
                    <a:lnTo>
                      <a:pt x="1653" y="14"/>
                    </a:lnTo>
                    <a:lnTo>
                      <a:pt x="146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Google Shape;1820;p36"/>
              <p:cNvSpPr/>
              <p:nvPr/>
            </p:nvSpPr>
            <p:spPr>
              <a:xfrm>
                <a:off x="4670318" y="2510144"/>
                <a:ext cx="147894" cy="53451"/>
              </a:xfrm>
              <a:custGeom>
                <a:avLst/>
                <a:gdLst/>
                <a:ahLst/>
                <a:cxnLst/>
                <a:rect l="l" t="t" r="r" b="b"/>
                <a:pathLst>
                  <a:path w="2908" h="1051" extrusionOk="0">
                    <a:moveTo>
                      <a:pt x="1460" y="0"/>
                    </a:moveTo>
                    <a:lnTo>
                      <a:pt x="1255" y="13"/>
                    </a:lnTo>
                    <a:lnTo>
                      <a:pt x="1063" y="51"/>
                    </a:lnTo>
                    <a:lnTo>
                      <a:pt x="884" y="115"/>
                    </a:lnTo>
                    <a:lnTo>
                      <a:pt x="692" y="192"/>
                    </a:lnTo>
                    <a:lnTo>
                      <a:pt x="513" y="307"/>
                    </a:lnTo>
                    <a:lnTo>
                      <a:pt x="346" y="436"/>
                    </a:lnTo>
                    <a:lnTo>
                      <a:pt x="192" y="589"/>
                    </a:lnTo>
                    <a:lnTo>
                      <a:pt x="39" y="756"/>
                    </a:lnTo>
                    <a:lnTo>
                      <a:pt x="0" y="820"/>
                    </a:lnTo>
                    <a:lnTo>
                      <a:pt x="0" y="884"/>
                    </a:lnTo>
                    <a:lnTo>
                      <a:pt x="26" y="961"/>
                    </a:lnTo>
                    <a:lnTo>
                      <a:pt x="64" y="1012"/>
                    </a:lnTo>
                    <a:lnTo>
                      <a:pt x="128" y="1050"/>
                    </a:lnTo>
                    <a:lnTo>
                      <a:pt x="205" y="1050"/>
                    </a:lnTo>
                    <a:lnTo>
                      <a:pt x="269" y="1025"/>
                    </a:lnTo>
                    <a:lnTo>
                      <a:pt x="320" y="986"/>
                    </a:lnTo>
                    <a:lnTo>
                      <a:pt x="449" y="845"/>
                    </a:lnTo>
                    <a:lnTo>
                      <a:pt x="577" y="717"/>
                    </a:lnTo>
                    <a:lnTo>
                      <a:pt x="718" y="615"/>
                    </a:lnTo>
                    <a:lnTo>
                      <a:pt x="858" y="538"/>
                    </a:lnTo>
                    <a:lnTo>
                      <a:pt x="999" y="474"/>
                    </a:lnTo>
                    <a:lnTo>
                      <a:pt x="1153" y="423"/>
                    </a:lnTo>
                    <a:lnTo>
                      <a:pt x="1307" y="397"/>
                    </a:lnTo>
                    <a:lnTo>
                      <a:pt x="1460" y="384"/>
                    </a:lnTo>
                    <a:lnTo>
                      <a:pt x="1614" y="397"/>
                    </a:lnTo>
                    <a:lnTo>
                      <a:pt x="1768" y="423"/>
                    </a:lnTo>
                    <a:lnTo>
                      <a:pt x="1909" y="474"/>
                    </a:lnTo>
                    <a:lnTo>
                      <a:pt x="2062" y="538"/>
                    </a:lnTo>
                    <a:lnTo>
                      <a:pt x="2203" y="615"/>
                    </a:lnTo>
                    <a:lnTo>
                      <a:pt x="2331" y="717"/>
                    </a:lnTo>
                    <a:lnTo>
                      <a:pt x="2472" y="845"/>
                    </a:lnTo>
                    <a:lnTo>
                      <a:pt x="2587" y="986"/>
                    </a:lnTo>
                    <a:lnTo>
                      <a:pt x="2613" y="1012"/>
                    </a:lnTo>
                    <a:lnTo>
                      <a:pt x="2652" y="1038"/>
                    </a:lnTo>
                    <a:lnTo>
                      <a:pt x="2690" y="1050"/>
                    </a:lnTo>
                    <a:lnTo>
                      <a:pt x="2728" y="1050"/>
                    </a:lnTo>
                    <a:lnTo>
                      <a:pt x="2792" y="1038"/>
                    </a:lnTo>
                    <a:lnTo>
                      <a:pt x="2844" y="1012"/>
                    </a:lnTo>
                    <a:lnTo>
                      <a:pt x="2895" y="961"/>
                    </a:lnTo>
                    <a:lnTo>
                      <a:pt x="2908" y="884"/>
                    </a:lnTo>
                    <a:lnTo>
                      <a:pt x="2908" y="820"/>
                    </a:lnTo>
                    <a:lnTo>
                      <a:pt x="2869" y="756"/>
                    </a:lnTo>
                    <a:lnTo>
                      <a:pt x="2728" y="589"/>
                    </a:lnTo>
                    <a:lnTo>
                      <a:pt x="2562" y="436"/>
                    </a:lnTo>
                    <a:lnTo>
                      <a:pt x="2395" y="307"/>
                    </a:lnTo>
                    <a:lnTo>
                      <a:pt x="2216" y="192"/>
                    </a:lnTo>
                    <a:lnTo>
                      <a:pt x="2037" y="115"/>
                    </a:lnTo>
                    <a:lnTo>
                      <a:pt x="1845" y="51"/>
                    </a:lnTo>
                    <a:lnTo>
                      <a:pt x="1653" y="13"/>
                    </a:lnTo>
                    <a:lnTo>
                      <a:pt x="146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Google Shape;1821;p36"/>
              <p:cNvSpPr/>
              <p:nvPr/>
            </p:nvSpPr>
            <p:spPr>
              <a:xfrm>
                <a:off x="4280146" y="2495802"/>
                <a:ext cx="147894" cy="53451"/>
              </a:xfrm>
              <a:custGeom>
                <a:avLst/>
                <a:gdLst/>
                <a:ahLst/>
                <a:cxnLst/>
                <a:rect l="l" t="t" r="r" b="b"/>
                <a:pathLst>
                  <a:path w="2908" h="1051" extrusionOk="0">
                    <a:moveTo>
                      <a:pt x="1448" y="0"/>
                    </a:moveTo>
                    <a:lnTo>
                      <a:pt x="1256" y="13"/>
                    </a:lnTo>
                    <a:lnTo>
                      <a:pt x="1063" y="52"/>
                    </a:lnTo>
                    <a:lnTo>
                      <a:pt x="871" y="116"/>
                    </a:lnTo>
                    <a:lnTo>
                      <a:pt x="692" y="192"/>
                    </a:lnTo>
                    <a:lnTo>
                      <a:pt x="513" y="308"/>
                    </a:lnTo>
                    <a:lnTo>
                      <a:pt x="346" y="436"/>
                    </a:lnTo>
                    <a:lnTo>
                      <a:pt x="180" y="589"/>
                    </a:lnTo>
                    <a:lnTo>
                      <a:pt x="39" y="756"/>
                    </a:lnTo>
                    <a:lnTo>
                      <a:pt x="0" y="820"/>
                    </a:lnTo>
                    <a:lnTo>
                      <a:pt x="0" y="897"/>
                    </a:lnTo>
                    <a:lnTo>
                      <a:pt x="13" y="961"/>
                    </a:lnTo>
                    <a:lnTo>
                      <a:pt x="64" y="1012"/>
                    </a:lnTo>
                    <a:lnTo>
                      <a:pt x="128" y="1051"/>
                    </a:lnTo>
                    <a:lnTo>
                      <a:pt x="193" y="1051"/>
                    </a:lnTo>
                    <a:lnTo>
                      <a:pt x="269" y="1025"/>
                    </a:lnTo>
                    <a:lnTo>
                      <a:pt x="321" y="987"/>
                    </a:lnTo>
                    <a:lnTo>
                      <a:pt x="436" y="846"/>
                    </a:lnTo>
                    <a:lnTo>
                      <a:pt x="577" y="718"/>
                    </a:lnTo>
                    <a:lnTo>
                      <a:pt x="705" y="615"/>
                    </a:lnTo>
                    <a:lnTo>
                      <a:pt x="846" y="538"/>
                    </a:lnTo>
                    <a:lnTo>
                      <a:pt x="999" y="474"/>
                    </a:lnTo>
                    <a:lnTo>
                      <a:pt x="1140" y="423"/>
                    </a:lnTo>
                    <a:lnTo>
                      <a:pt x="1294" y="397"/>
                    </a:lnTo>
                    <a:lnTo>
                      <a:pt x="1448" y="385"/>
                    </a:lnTo>
                    <a:lnTo>
                      <a:pt x="1601" y="397"/>
                    </a:lnTo>
                    <a:lnTo>
                      <a:pt x="1755" y="423"/>
                    </a:lnTo>
                    <a:lnTo>
                      <a:pt x="1909" y="474"/>
                    </a:lnTo>
                    <a:lnTo>
                      <a:pt x="2050" y="538"/>
                    </a:lnTo>
                    <a:lnTo>
                      <a:pt x="2191" y="615"/>
                    </a:lnTo>
                    <a:lnTo>
                      <a:pt x="2331" y="718"/>
                    </a:lnTo>
                    <a:lnTo>
                      <a:pt x="2459" y="846"/>
                    </a:lnTo>
                    <a:lnTo>
                      <a:pt x="2588" y="987"/>
                    </a:lnTo>
                    <a:lnTo>
                      <a:pt x="2613" y="1012"/>
                    </a:lnTo>
                    <a:lnTo>
                      <a:pt x="2652" y="1038"/>
                    </a:lnTo>
                    <a:lnTo>
                      <a:pt x="2690" y="1051"/>
                    </a:lnTo>
                    <a:lnTo>
                      <a:pt x="2728" y="1051"/>
                    </a:lnTo>
                    <a:lnTo>
                      <a:pt x="2780" y="1038"/>
                    </a:lnTo>
                    <a:lnTo>
                      <a:pt x="2844" y="1012"/>
                    </a:lnTo>
                    <a:lnTo>
                      <a:pt x="2882" y="961"/>
                    </a:lnTo>
                    <a:lnTo>
                      <a:pt x="2908" y="897"/>
                    </a:lnTo>
                    <a:lnTo>
                      <a:pt x="2908" y="820"/>
                    </a:lnTo>
                    <a:lnTo>
                      <a:pt x="2869" y="756"/>
                    </a:lnTo>
                    <a:lnTo>
                      <a:pt x="2716" y="589"/>
                    </a:lnTo>
                    <a:lnTo>
                      <a:pt x="2562" y="436"/>
                    </a:lnTo>
                    <a:lnTo>
                      <a:pt x="2395" y="308"/>
                    </a:lnTo>
                    <a:lnTo>
                      <a:pt x="2216" y="192"/>
                    </a:lnTo>
                    <a:lnTo>
                      <a:pt x="2024" y="116"/>
                    </a:lnTo>
                    <a:lnTo>
                      <a:pt x="1845" y="52"/>
                    </a:lnTo>
                    <a:lnTo>
                      <a:pt x="1653" y="13"/>
                    </a:lnTo>
                    <a:lnTo>
                      <a:pt x="144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Google Shape;1822;p36"/>
              <p:cNvSpPr/>
              <p:nvPr/>
            </p:nvSpPr>
            <p:spPr>
              <a:xfrm>
                <a:off x="4353735" y="2661239"/>
                <a:ext cx="148555" cy="53451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1051" extrusionOk="0">
                    <a:moveTo>
                      <a:pt x="1461" y="1"/>
                    </a:moveTo>
                    <a:lnTo>
                      <a:pt x="1269" y="13"/>
                    </a:lnTo>
                    <a:lnTo>
                      <a:pt x="1077" y="52"/>
                    </a:lnTo>
                    <a:lnTo>
                      <a:pt x="884" y="116"/>
                    </a:lnTo>
                    <a:lnTo>
                      <a:pt x="705" y="205"/>
                    </a:lnTo>
                    <a:lnTo>
                      <a:pt x="526" y="308"/>
                    </a:lnTo>
                    <a:lnTo>
                      <a:pt x="359" y="436"/>
                    </a:lnTo>
                    <a:lnTo>
                      <a:pt x="193" y="590"/>
                    </a:lnTo>
                    <a:lnTo>
                      <a:pt x="39" y="756"/>
                    </a:lnTo>
                    <a:lnTo>
                      <a:pt x="13" y="820"/>
                    </a:lnTo>
                    <a:lnTo>
                      <a:pt x="1" y="897"/>
                    </a:lnTo>
                    <a:lnTo>
                      <a:pt x="26" y="961"/>
                    </a:lnTo>
                    <a:lnTo>
                      <a:pt x="78" y="1012"/>
                    </a:lnTo>
                    <a:lnTo>
                      <a:pt x="142" y="1051"/>
                    </a:lnTo>
                    <a:lnTo>
                      <a:pt x="206" y="1051"/>
                    </a:lnTo>
                    <a:lnTo>
                      <a:pt x="270" y="1038"/>
                    </a:lnTo>
                    <a:lnTo>
                      <a:pt x="334" y="987"/>
                    </a:lnTo>
                    <a:lnTo>
                      <a:pt x="449" y="846"/>
                    </a:lnTo>
                    <a:lnTo>
                      <a:pt x="577" y="731"/>
                    </a:lnTo>
                    <a:lnTo>
                      <a:pt x="718" y="628"/>
                    </a:lnTo>
                    <a:lnTo>
                      <a:pt x="859" y="538"/>
                    </a:lnTo>
                    <a:lnTo>
                      <a:pt x="1012" y="474"/>
                    </a:lnTo>
                    <a:lnTo>
                      <a:pt x="1153" y="423"/>
                    </a:lnTo>
                    <a:lnTo>
                      <a:pt x="1307" y="398"/>
                    </a:lnTo>
                    <a:lnTo>
                      <a:pt x="1461" y="385"/>
                    </a:lnTo>
                    <a:lnTo>
                      <a:pt x="1614" y="398"/>
                    </a:lnTo>
                    <a:lnTo>
                      <a:pt x="1768" y="423"/>
                    </a:lnTo>
                    <a:lnTo>
                      <a:pt x="1922" y="474"/>
                    </a:lnTo>
                    <a:lnTo>
                      <a:pt x="2063" y="538"/>
                    </a:lnTo>
                    <a:lnTo>
                      <a:pt x="2204" y="628"/>
                    </a:lnTo>
                    <a:lnTo>
                      <a:pt x="2345" y="731"/>
                    </a:lnTo>
                    <a:lnTo>
                      <a:pt x="2473" y="846"/>
                    </a:lnTo>
                    <a:lnTo>
                      <a:pt x="2588" y="987"/>
                    </a:lnTo>
                    <a:lnTo>
                      <a:pt x="2626" y="1012"/>
                    </a:lnTo>
                    <a:lnTo>
                      <a:pt x="2652" y="1038"/>
                    </a:lnTo>
                    <a:lnTo>
                      <a:pt x="2690" y="1051"/>
                    </a:lnTo>
                    <a:lnTo>
                      <a:pt x="2793" y="1051"/>
                    </a:lnTo>
                    <a:lnTo>
                      <a:pt x="2844" y="1012"/>
                    </a:lnTo>
                    <a:lnTo>
                      <a:pt x="2895" y="961"/>
                    </a:lnTo>
                    <a:lnTo>
                      <a:pt x="2921" y="897"/>
                    </a:lnTo>
                    <a:lnTo>
                      <a:pt x="2908" y="820"/>
                    </a:lnTo>
                    <a:lnTo>
                      <a:pt x="2882" y="756"/>
                    </a:lnTo>
                    <a:lnTo>
                      <a:pt x="2729" y="590"/>
                    </a:lnTo>
                    <a:lnTo>
                      <a:pt x="2562" y="436"/>
                    </a:lnTo>
                    <a:lnTo>
                      <a:pt x="2396" y="308"/>
                    </a:lnTo>
                    <a:lnTo>
                      <a:pt x="2229" y="205"/>
                    </a:lnTo>
                    <a:lnTo>
                      <a:pt x="2037" y="116"/>
                    </a:lnTo>
                    <a:lnTo>
                      <a:pt x="1845" y="52"/>
                    </a:lnTo>
                    <a:lnTo>
                      <a:pt x="1653" y="13"/>
                    </a:lnTo>
                    <a:lnTo>
                      <a:pt x="146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Google Shape;1823;p36"/>
              <p:cNvSpPr/>
              <p:nvPr/>
            </p:nvSpPr>
            <p:spPr>
              <a:xfrm>
                <a:off x="4596067" y="2661239"/>
                <a:ext cx="148555" cy="53451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1051" extrusionOk="0">
                    <a:moveTo>
                      <a:pt x="1460" y="1"/>
                    </a:moveTo>
                    <a:lnTo>
                      <a:pt x="1268" y="13"/>
                    </a:lnTo>
                    <a:lnTo>
                      <a:pt x="1076" y="52"/>
                    </a:lnTo>
                    <a:lnTo>
                      <a:pt x="884" y="116"/>
                    </a:lnTo>
                    <a:lnTo>
                      <a:pt x="692" y="205"/>
                    </a:lnTo>
                    <a:lnTo>
                      <a:pt x="525" y="308"/>
                    </a:lnTo>
                    <a:lnTo>
                      <a:pt x="346" y="436"/>
                    </a:lnTo>
                    <a:lnTo>
                      <a:pt x="192" y="590"/>
                    </a:lnTo>
                    <a:lnTo>
                      <a:pt x="39" y="756"/>
                    </a:lnTo>
                    <a:lnTo>
                      <a:pt x="13" y="820"/>
                    </a:lnTo>
                    <a:lnTo>
                      <a:pt x="0" y="897"/>
                    </a:lnTo>
                    <a:lnTo>
                      <a:pt x="26" y="961"/>
                    </a:lnTo>
                    <a:lnTo>
                      <a:pt x="77" y="1012"/>
                    </a:lnTo>
                    <a:lnTo>
                      <a:pt x="141" y="1051"/>
                    </a:lnTo>
                    <a:lnTo>
                      <a:pt x="205" y="1051"/>
                    </a:lnTo>
                    <a:lnTo>
                      <a:pt x="269" y="1038"/>
                    </a:lnTo>
                    <a:lnTo>
                      <a:pt x="333" y="987"/>
                    </a:lnTo>
                    <a:lnTo>
                      <a:pt x="448" y="846"/>
                    </a:lnTo>
                    <a:lnTo>
                      <a:pt x="577" y="731"/>
                    </a:lnTo>
                    <a:lnTo>
                      <a:pt x="717" y="628"/>
                    </a:lnTo>
                    <a:lnTo>
                      <a:pt x="858" y="538"/>
                    </a:lnTo>
                    <a:lnTo>
                      <a:pt x="999" y="474"/>
                    </a:lnTo>
                    <a:lnTo>
                      <a:pt x="1153" y="423"/>
                    </a:lnTo>
                    <a:lnTo>
                      <a:pt x="1307" y="398"/>
                    </a:lnTo>
                    <a:lnTo>
                      <a:pt x="1460" y="385"/>
                    </a:lnTo>
                    <a:lnTo>
                      <a:pt x="1614" y="398"/>
                    </a:lnTo>
                    <a:lnTo>
                      <a:pt x="1768" y="423"/>
                    </a:lnTo>
                    <a:lnTo>
                      <a:pt x="1909" y="474"/>
                    </a:lnTo>
                    <a:lnTo>
                      <a:pt x="2062" y="538"/>
                    </a:lnTo>
                    <a:lnTo>
                      <a:pt x="2203" y="628"/>
                    </a:lnTo>
                    <a:lnTo>
                      <a:pt x="2344" y="731"/>
                    </a:lnTo>
                    <a:lnTo>
                      <a:pt x="2472" y="846"/>
                    </a:lnTo>
                    <a:lnTo>
                      <a:pt x="2587" y="987"/>
                    </a:lnTo>
                    <a:lnTo>
                      <a:pt x="2626" y="1012"/>
                    </a:lnTo>
                    <a:lnTo>
                      <a:pt x="2651" y="1038"/>
                    </a:lnTo>
                    <a:lnTo>
                      <a:pt x="2690" y="1051"/>
                    </a:lnTo>
                    <a:lnTo>
                      <a:pt x="2792" y="1051"/>
                    </a:lnTo>
                    <a:lnTo>
                      <a:pt x="2844" y="1012"/>
                    </a:lnTo>
                    <a:lnTo>
                      <a:pt x="2895" y="961"/>
                    </a:lnTo>
                    <a:lnTo>
                      <a:pt x="2920" y="897"/>
                    </a:lnTo>
                    <a:lnTo>
                      <a:pt x="2908" y="820"/>
                    </a:lnTo>
                    <a:lnTo>
                      <a:pt x="2882" y="756"/>
                    </a:lnTo>
                    <a:lnTo>
                      <a:pt x="2728" y="590"/>
                    </a:lnTo>
                    <a:lnTo>
                      <a:pt x="2562" y="436"/>
                    </a:lnTo>
                    <a:lnTo>
                      <a:pt x="2395" y="308"/>
                    </a:lnTo>
                    <a:lnTo>
                      <a:pt x="2216" y="205"/>
                    </a:lnTo>
                    <a:lnTo>
                      <a:pt x="2037" y="116"/>
                    </a:lnTo>
                    <a:lnTo>
                      <a:pt x="1845" y="52"/>
                    </a:lnTo>
                    <a:lnTo>
                      <a:pt x="1652" y="13"/>
                    </a:lnTo>
                    <a:lnTo>
                      <a:pt x="146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Google Shape;1824;p36"/>
              <p:cNvSpPr/>
              <p:nvPr/>
            </p:nvSpPr>
            <p:spPr>
              <a:xfrm>
                <a:off x="3805297" y="2135584"/>
                <a:ext cx="282768" cy="62606"/>
              </a:xfrm>
              <a:custGeom>
                <a:avLst/>
                <a:gdLst/>
                <a:ahLst/>
                <a:cxnLst/>
                <a:rect l="l" t="t" r="r" b="b"/>
                <a:pathLst>
                  <a:path w="5560" h="1231" extrusionOk="0">
                    <a:moveTo>
                      <a:pt x="0" y="1"/>
                    </a:moveTo>
                    <a:lnTo>
                      <a:pt x="0" y="1230"/>
                    </a:lnTo>
                    <a:lnTo>
                      <a:pt x="5559" y="1230"/>
                    </a:lnTo>
                    <a:lnTo>
                      <a:pt x="55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Google Shape;1825;p36"/>
              <p:cNvSpPr/>
              <p:nvPr/>
            </p:nvSpPr>
            <p:spPr>
              <a:xfrm>
                <a:off x="3976582" y="3788734"/>
                <a:ext cx="1190778" cy="100393"/>
              </a:xfrm>
              <a:custGeom>
                <a:avLst/>
                <a:gdLst/>
                <a:ahLst/>
                <a:cxnLst/>
                <a:rect l="l" t="t" r="r" b="b"/>
                <a:pathLst>
                  <a:path w="23414" h="1974" extrusionOk="0">
                    <a:moveTo>
                      <a:pt x="1551" y="1"/>
                    </a:moveTo>
                    <a:lnTo>
                      <a:pt x="1371" y="27"/>
                    </a:lnTo>
                    <a:lnTo>
                      <a:pt x="1218" y="78"/>
                    </a:lnTo>
                    <a:lnTo>
                      <a:pt x="1051" y="129"/>
                    </a:lnTo>
                    <a:lnTo>
                      <a:pt x="910" y="206"/>
                    </a:lnTo>
                    <a:lnTo>
                      <a:pt x="769" y="296"/>
                    </a:lnTo>
                    <a:lnTo>
                      <a:pt x="629" y="385"/>
                    </a:lnTo>
                    <a:lnTo>
                      <a:pt x="513" y="500"/>
                    </a:lnTo>
                    <a:lnTo>
                      <a:pt x="398" y="616"/>
                    </a:lnTo>
                    <a:lnTo>
                      <a:pt x="296" y="757"/>
                    </a:lnTo>
                    <a:lnTo>
                      <a:pt x="219" y="898"/>
                    </a:lnTo>
                    <a:lnTo>
                      <a:pt x="142" y="1038"/>
                    </a:lnTo>
                    <a:lnTo>
                      <a:pt x="78" y="1205"/>
                    </a:lnTo>
                    <a:lnTo>
                      <a:pt x="39" y="1371"/>
                    </a:lnTo>
                    <a:lnTo>
                      <a:pt x="14" y="1538"/>
                    </a:lnTo>
                    <a:lnTo>
                      <a:pt x="1" y="1717"/>
                    </a:lnTo>
                    <a:lnTo>
                      <a:pt x="1" y="1973"/>
                    </a:lnTo>
                    <a:lnTo>
                      <a:pt x="23414" y="1973"/>
                    </a:lnTo>
                    <a:lnTo>
                      <a:pt x="23414" y="1717"/>
                    </a:lnTo>
                    <a:lnTo>
                      <a:pt x="23414" y="1538"/>
                    </a:lnTo>
                    <a:lnTo>
                      <a:pt x="23388" y="1371"/>
                    </a:lnTo>
                    <a:lnTo>
                      <a:pt x="23337" y="1205"/>
                    </a:lnTo>
                    <a:lnTo>
                      <a:pt x="23286" y="1038"/>
                    </a:lnTo>
                    <a:lnTo>
                      <a:pt x="23209" y="898"/>
                    </a:lnTo>
                    <a:lnTo>
                      <a:pt x="23119" y="757"/>
                    </a:lnTo>
                    <a:lnTo>
                      <a:pt x="23029" y="616"/>
                    </a:lnTo>
                    <a:lnTo>
                      <a:pt x="22914" y="500"/>
                    </a:lnTo>
                    <a:lnTo>
                      <a:pt x="22799" y="385"/>
                    </a:lnTo>
                    <a:lnTo>
                      <a:pt x="22658" y="296"/>
                    </a:lnTo>
                    <a:lnTo>
                      <a:pt x="22517" y="206"/>
                    </a:lnTo>
                    <a:lnTo>
                      <a:pt x="22376" y="129"/>
                    </a:lnTo>
                    <a:lnTo>
                      <a:pt x="22210" y="78"/>
                    </a:lnTo>
                    <a:lnTo>
                      <a:pt x="22043" y="27"/>
                    </a:lnTo>
                    <a:lnTo>
                      <a:pt x="2187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26" name="Google Shape;1826;p36"/>
            <p:cNvSpPr/>
            <p:nvPr/>
          </p:nvSpPr>
          <p:spPr>
            <a:xfrm>
              <a:off x="3954300" y="2808350"/>
              <a:ext cx="142200" cy="1422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6"/>
            <p:cNvSpPr/>
            <p:nvPr/>
          </p:nvSpPr>
          <p:spPr>
            <a:xfrm>
              <a:off x="5754525" y="4370450"/>
              <a:ext cx="142200" cy="1422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28" name="Google Shape;1828;p36"/>
          <p:cNvSpPr/>
          <p:nvPr/>
        </p:nvSpPr>
        <p:spPr>
          <a:xfrm>
            <a:off x="457200" y="2628875"/>
            <a:ext cx="2061000" cy="1503600"/>
          </a:xfrm>
          <a:prstGeom prst="roundRect">
            <a:avLst>
              <a:gd name="adj" fmla="val 16667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9" name="Google Shape;1829;p3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grpSp>
        <p:nvGrpSpPr>
          <p:cNvPr id="1830" name="Google Shape;1830;p36"/>
          <p:cNvGrpSpPr/>
          <p:nvPr/>
        </p:nvGrpSpPr>
        <p:grpSpPr>
          <a:xfrm>
            <a:off x="457200" y="1333163"/>
            <a:ext cx="2061000" cy="824600"/>
            <a:chOff x="457200" y="959300"/>
            <a:chExt cx="2061000" cy="824600"/>
          </a:xfrm>
        </p:grpSpPr>
        <p:sp>
          <p:nvSpPr>
            <p:cNvPr id="1831" name="Google Shape;1831;p36"/>
            <p:cNvSpPr txBox="1"/>
            <p:nvPr/>
          </p:nvSpPr>
          <p:spPr>
            <a:xfrm>
              <a:off x="457200" y="9593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Inputs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832" name="Google Shape;1832;p36"/>
            <p:cNvSpPr txBox="1"/>
            <p:nvPr/>
          </p:nvSpPr>
          <p:spPr>
            <a:xfrm>
              <a:off x="457200" y="1300900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33" name="Google Shape;1833;p36"/>
          <p:cNvGrpSpPr/>
          <p:nvPr/>
        </p:nvGrpSpPr>
        <p:grpSpPr>
          <a:xfrm>
            <a:off x="6625800" y="1333175"/>
            <a:ext cx="2061000" cy="824600"/>
            <a:chOff x="457200" y="2087425"/>
            <a:chExt cx="2061000" cy="824600"/>
          </a:xfrm>
        </p:grpSpPr>
        <p:sp>
          <p:nvSpPr>
            <p:cNvPr id="1834" name="Google Shape;1834;p36"/>
            <p:cNvSpPr txBox="1"/>
            <p:nvPr/>
          </p:nvSpPr>
          <p:spPr>
            <a:xfrm>
              <a:off x="457200" y="2087425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Outputs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835" name="Google Shape;1835;p36"/>
            <p:cNvSpPr txBox="1"/>
            <p:nvPr/>
          </p:nvSpPr>
          <p:spPr>
            <a:xfrm>
              <a:off x="457200" y="2429025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836" name="Google Shape;1836;p36"/>
          <p:cNvSpPr/>
          <p:nvPr/>
        </p:nvSpPr>
        <p:spPr>
          <a:xfrm>
            <a:off x="928950" y="2855300"/>
            <a:ext cx="142200" cy="142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7" name="Google Shape;1837;p36"/>
          <p:cNvSpPr txBox="1"/>
          <p:nvPr/>
        </p:nvSpPr>
        <p:spPr>
          <a:xfrm>
            <a:off x="1071150" y="2760500"/>
            <a:ext cx="10305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Input 1</a:t>
            </a:r>
            <a:endParaRPr sz="18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38" name="Google Shape;1838;p36"/>
          <p:cNvSpPr/>
          <p:nvPr/>
        </p:nvSpPr>
        <p:spPr>
          <a:xfrm>
            <a:off x="928950" y="3296725"/>
            <a:ext cx="142200" cy="142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9" name="Google Shape;1839;p36"/>
          <p:cNvSpPr txBox="1"/>
          <p:nvPr/>
        </p:nvSpPr>
        <p:spPr>
          <a:xfrm>
            <a:off x="1071150" y="3201925"/>
            <a:ext cx="10305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Input 2</a:t>
            </a:r>
            <a:endParaRPr sz="18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40" name="Google Shape;1840;p36"/>
          <p:cNvSpPr/>
          <p:nvPr/>
        </p:nvSpPr>
        <p:spPr>
          <a:xfrm>
            <a:off x="928950" y="3738150"/>
            <a:ext cx="142200" cy="142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1" name="Google Shape;1841;p36"/>
          <p:cNvSpPr txBox="1"/>
          <p:nvPr/>
        </p:nvSpPr>
        <p:spPr>
          <a:xfrm>
            <a:off x="1071150" y="3643350"/>
            <a:ext cx="10305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Input 3</a:t>
            </a:r>
            <a:endParaRPr sz="18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42" name="Google Shape;1842;p36"/>
          <p:cNvSpPr/>
          <p:nvPr/>
        </p:nvSpPr>
        <p:spPr>
          <a:xfrm>
            <a:off x="6625800" y="2628875"/>
            <a:ext cx="2061000" cy="1503600"/>
          </a:xfrm>
          <a:prstGeom prst="roundRect">
            <a:avLst>
              <a:gd name="adj" fmla="val 16667"/>
            </a:avLst>
          </a:prstGeom>
          <a:solidFill>
            <a:srgbClr val="E99B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3" name="Google Shape;1843;p36"/>
          <p:cNvSpPr/>
          <p:nvPr/>
        </p:nvSpPr>
        <p:spPr>
          <a:xfrm>
            <a:off x="7097550" y="2855300"/>
            <a:ext cx="142200" cy="142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4" name="Google Shape;1844;p36"/>
          <p:cNvSpPr txBox="1"/>
          <p:nvPr/>
        </p:nvSpPr>
        <p:spPr>
          <a:xfrm>
            <a:off x="7239750" y="2760500"/>
            <a:ext cx="10305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Output 1</a:t>
            </a:r>
            <a:endParaRPr sz="18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45" name="Google Shape;1845;p36"/>
          <p:cNvSpPr/>
          <p:nvPr/>
        </p:nvSpPr>
        <p:spPr>
          <a:xfrm>
            <a:off x="7097550" y="3296725"/>
            <a:ext cx="142200" cy="142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6" name="Google Shape;1846;p36"/>
          <p:cNvSpPr txBox="1"/>
          <p:nvPr/>
        </p:nvSpPr>
        <p:spPr>
          <a:xfrm>
            <a:off x="7239750" y="3201925"/>
            <a:ext cx="10305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Output 2</a:t>
            </a:r>
            <a:endParaRPr sz="18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47" name="Google Shape;1847;p36"/>
          <p:cNvSpPr/>
          <p:nvPr/>
        </p:nvSpPr>
        <p:spPr>
          <a:xfrm>
            <a:off x="7097550" y="3738150"/>
            <a:ext cx="142200" cy="142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8" name="Google Shape;1848;p36"/>
          <p:cNvSpPr txBox="1"/>
          <p:nvPr/>
        </p:nvSpPr>
        <p:spPr>
          <a:xfrm>
            <a:off x="7239750" y="3643350"/>
            <a:ext cx="10305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Output 3</a:t>
            </a:r>
            <a:endParaRPr sz="18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849" name="Google Shape;1849;p36"/>
          <p:cNvCxnSpPr>
            <a:stCxn id="1828" idx="3"/>
            <a:endCxn id="1826" idx="2"/>
          </p:cNvCxnSpPr>
          <p:nvPr/>
        </p:nvCxnSpPr>
        <p:spPr>
          <a:xfrm rot="10800000" flipH="1">
            <a:off x="2518200" y="2879375"/>
            <a:ext cx="1386300" cy="501300"/>
          </a:xfrm>
          <a:prstGeom prst="curvedConnector3">
            <a:avLst>
              <a:gd name="adj1" fmla="val 5000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850" name="Google Shape;1850;p36"/>
          <p:cNvCxnSpPr>
            <a:stCxn id="1842" idx="2"/>
            <a:endCxn id="1827" idx="6"/>
          </p:cNvCxnSpPr>
          <p:nvPr/>
        </p:nvCxnSpPr>
        <p:spPr>
          <a:xfrm rot="5400000">
            <a:off x="6597150" y="3382325"/>
            <a:ext cx="309000" cy="1809300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p37"/>
          <p:cNvSpPr/>
          <p:nvPr/>
        </p:nvSpPr>
        <p:spPr>
          <a:xfrm>
            <a:off x="6012650" y="1417275"/>
            <a:ext cx="2668500" cy="3200400"/>
          </a:xfrm>
          <a:prstGeom prst="rect">
            <a:avLst/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6" name="Google Shape;1856;p37"/>
          <p:cNvSpPr/>
          <p:nvPr/>
        </p:nvSpPr>
        <p:spPr>
          <a:xfrm>
            <a:off x="3243725" y="1417275"/>
            <a:ext cx="2668500" cy="3200400"/>
          </a:xfrm>
          <a:prstGeom prst="rect">
            <a:avLst/>
          </a:prstGeom>
          <a:solidFill>
            <a:srgbClr val="E99B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7" name="Google Shape;1857;p37"/>
          <p:cNvSpPr/>
          <p:nvPr/>
        </p:nvSpPr>
        <p:spPr>
          <a:xfrm>
            <a:off x="474800" y="1417275"/>
            <a:ext cx="2668500" cy="3200400"/>
          </a:xfrm>
          <a:prstGeom prst="rect">
            <a:avLst/>
          </a:prstGeom>
          <a:solidFill>
            <a:srgbClr val="E4EA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8" name="Google Shape;1858;p37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sp>
        <p:nvSpPr>
          <p:cNvPr id="1859" name="Google Shape;1859;p37"/>
          <p:cNvSpPr/>
          <p:nvPr/>
        </p:nvSpPr>
        <p:spPr>
          <a:xfrm>
            <a:off x="474800" y="1147800"/>
            <a:ext cx="2668500" cy="5607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0" name="Google Shape;1860;p37"/>
          <p:cNvSpPr/>
          <p:nvPr/>
        </p:nvSpPr>
        <p:spPr>
          <a:xfrm>
            <a:off x="3243713" y="1147800"/>
            <a:ext cx="2668500" cy="5607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1" name="Google Shape;1861;p37"/>
          <p:cNvSpPr/>
          <p:nvPr/>
        </p:nvSpPr>
        <p:spPr>
          <a:xfrm>
            <a:off x="6012638" y="1147800"/>
            <a:ext cx="2668500" cy="5607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62" name="Google Shape;1862;p37"/>
          <p:cNvGrpSpPr/>
          <p:nvPr/>
        </p:nvGrpSpPr>
        <p:grpSpPr>
          <a:xfrm>
            <a:off x="688824" y="1262175"/>
            <a:ext cx="2240451" cy="3153525"/>
            <a:chOff x="688824" y="1376475"/>
            <a:chExt cx="2240451" cy="3153525"/>
          </a:xfrm>
        </p:grpSpPr>
        <p:sp>
          <p:nvSpPr>
            <p:cNvPr id="1863" name="Google Shape;1863;p37"/>
            <p:cNvSpPr txBox="1"/>
            <p:nvPr/>
          </p:nvSpPr>
          <p:spPr>
            <a:xfrm>
              <a:off x="688824" y="1376475"/>
              <a:ext cx="2240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Supervised learning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1864" name="Google Shape;1864;p37"/>
            <p:cNvGrpSpPr/>
            <p:nvPr/>
          </p:nvGrpSpPr>
          <p:grpSpPr>
            <a:xfrm>
              <a:off x="688834" y="1973951"/>
              <a:ext cx="2240441" cy="1488799"/>
              <a:chOff x="695359" y="2302076"/>
              <a:chExt cx="2240441" cy="1488799"/>
            </a:xfrm>
          </p:grpSpPr>
          <p:sp>
            <p:nvSpPr>
              <p:cNvPr id="1865" name="Google Shape;1865;p37"/>
              <p:cNvSpPr txBox="1"/>
              <p:nvPr/>
            </p:nvSpPr>
            <p:spPr>
              <a:xfrm>
                <a:off x="695359" y="2302076"/>
                <a:ext cx="2114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Classification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866" name="Google Shape;1866;p37"/>
              <p:cNvSpPr txBox="1"/>
              <p:nvPr/>
            </p:nvSpPr>
            <p:spPr>
              <a:xfrm>
                <a:off x="695400" y="2657475"/>
                <a:ext cx="2240400" cy="11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320040" lvl="0" indent="-317500" algn="l" rtl="0"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Roboto"/>
                  <a:buChar char="●"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Fraud detection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320040" lvl="0" indent="-317500" algn="l" rtl="0"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Roboto"/>
                  <a:buChar char="●"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Email spam detection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320040" lvl="0" indent="-317500" algn="l" rtl="0"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Roboto"/>
                  <a:buChar char="●"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Diagnostics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320040" lvl="0" indent="-317500" algn="l" rtl="0"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Roboto"/>
                  <a:buChar char="●"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Image classification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867" name="Google Shape;1867;p37"/>
            <p:cNvGrpSpPr/>
            <p:nvPr/>
          </p:nvGrpSpPr>
          <p:grpSpPr>
            <a:xfrm>
              <a:off x="688834" y="3613901"/>
              <a:ext cx="2240441" cy="916099"/>
              <a:chOff x="695359" y="2302076"/>
              <a:chExt cx="2240441" cy="916099"/>
            </a:xfrm>
          </p:grpSpPr>
          <p:sp>
            <p:nvSpPr>
              <p:cNvPr id="1868" name="Google Shape;1868;p37"/>
              <p:cNvSpPr txBox="1"/>
              <p:nvPr/>
            </p:nvSpPr>
            <p:spPr>
              <a:xfrm>
                <a:off x="695359" y="2302076"/>
                <a:ext cx="2114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Regression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869" name="Google Shape;1869;p37"/>
              <p:cNvSpPr txBox="1"/>
              <p:nvPr/>
            </p:nvSpPr>
            <p:spPr>
              <a:xfrm>
                <a:off x="695400" y="2657475"/>
                <a:ext cx="2240400" cy="56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320040" lvl="0" indent="-317500" algn="l" rtl="0"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Roboto"/>
                  <a:buChar char="●"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Risk assessment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320040" lvl="0" indent="-317500" algn="l" rtl="0"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Roboto"/>
                  <a:buChar char="●"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Score prediction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870" name="Google Shape;1870;p37"/>
          <p:cNvGrpSpPr/>
          <p:nvPr/>
        </p:nvGrpSpPr>
        <p:grpSpPr>
          <a:xfrm>
            <a:off x="3451784" y="1262175"/>
            <a:ext cx="2246353" cy="3153525"/>
            <a:chOff x="3451784" y="1376475"/>
            <a:chExt cx="2246353" cy="3153525"/>
          </a:xfrm>
        </p:grpSpPr>
        <p:sp>
          <p:nvSpPr>
            <p:cNvPr id="1871" name="Google Shape;1871;p37"/>
            <p:cNvSpPr txBox="1"/>
            <p:nvPr/>
          </p:nvSpPr>
          <p:spPr>
            <a:xfrm>
              <a:off x="3457736" y="1376475"/>
              <a:ext cx="2240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Unsupervised learning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1872" name="Google Shape;1872;p37"/>
            <p:cNvGrpSpPr/>
            <p:nvPr/>
          </p:nvGrpSpPr>
          <p:grpSpPr>
            <a:xfrm>
              <a:off x="3451784" y="1973951"/>
              <a:ext cx="2240441" cy="1488799"/>
              <a:chOff x="695359" y="2302076"/>
              <a:chExt cx="2240441" cy="1488799"/>
            </a:xfrm>
          </p:grpSpPr>
          <p:sp>
            <p:nvSpPr>
              <p:cNvPr id="1873" name="Google Shape;1873;p37"/>
              <p:cNvSpPr txBox="1"/>
              <p:nvPr/>
            </p:nvSpPr>
            <p:spPr>
              <a:xfrm>
                <a:off x="695359" y="2302076"/>
                <a:ext cx="2114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Reduction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874" name="Google Shape;1874;p37"/>
              <p:cNvSpPr txBox="1"/>
              <p:nvPr/>
            </p:nvSpPr>
            <p:spPr>
              <a:xfrm>
                <a:off x="695400" y="2657475"/>
                <a:ext cx="2240400" cy="11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320040" lvl="0" indent="-317500" algn="l" rtl="0"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Roboto"/>
                  <a:buChar char="●"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Text mining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320040" lvl="0" indent="-317500" algn="l" rtl="0"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Roboto"/>
                  <a:buChar char="●"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Data visualization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320040" lvl="0" indent="-317500" algn="l" rtl="0"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Roboto"/>
                  <a:buChar char="●"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Face detection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320040" lvl="0" indent="-317500" algn="l" rtl="0"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Roboto"/>
                  <a:buChar char="●"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Voice detection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875" name="Google Shape;1875;p37"/>
            <p:cNvGrpSpPr/>
            <p:nvPr/>
          </p:nvGrpSpPr>
          <p:grpSpPr>
            <a:xfrm>
              <a:off x="3451784" y="3613901"/>
              <a:ext cx="2240441" cy="916099"/>
              <a:chOff x="695359" y="2302076"/>
              <a:chExt cx="2240441" cy="916099"/>
            </a:xfrm>
          </p:grpSpPr>
          <p:sp>
            <p:nvSpPr>
              <p:cNvPr id="1876" name="Google Shape;1876;p37"/>
              <p:cNvSpPr txBox="1"/>
              <p:nvPr/>
            </p:nvSpPr>
            <p:spPr>
              <a:xfrm>
                <a:off x="695359" y="2302076"/>
                <a:ext cx="2114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Regression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877" name="Google Shape;1877;p37"/>
              <p:cNvSpPr txBox="1"/>
              <p:nvPr/>
            </p:nvSpPr>
            <p:spPr>
              <a:xfrm>
                <a:off x="695400" y="2657475"/>
                <a:ext cx="2240400" cy="56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320040" lvl="0" indent="-317500" algn="l" rtl="0"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Roboto"/>
                  <a:buChar char="●"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City planning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320040" lvl="0" indent="-317500" algn="l" rtl="0"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Roboto"/>
                  <a:buChar char="●"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Targeted marketing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878" name="Google Shape;1878;p37"/>
          <p:cNvGrpSpPr/>
          <p:nvPr/>
        </p:nvGrpSpPr>
        <p:grpSpPr>
          <a:xfrm>
            <a:off x="7286200" y="3428188"/>
            <a:ext cx="1188925" cy="1058925"/>
            <a:chOff x="1188850" y="432475"/>
            <a:chExt cx="1188925" cy="1058925"/>
          </a:xfrm>
        </p:grpSpPr>
        <p:sp>
          <p:nvSpPr>
            <p:cNvPr id="1879" name="Google Shape;1879;p37"/>
            <p:cNvSpPr/>
            <p:nvPr/>
          </p:nvSpPr>
          <p:spPr>
            <a:xfrm>
              <a:off x="1746975" y="1078000"/>
              <a:ext cx="458525" cy="413400"/>
            </a:xfrm>
            <a:custGeom>
              <a:avLst/>
              <a:gdLst/>
              <a:ahLst/>
              <a:cxnLst/>
              <a:rect l="l" t="t" r="r" b="b"/>
              <a:pathLst>
                <a:path w="18341" h="16536" extrusionOk="0">
                  <a:moveTo>
                    <a:pt x="0" y="0"/>
                  </a:moveTo>
                  <a:lnTo>
                    <a:pt x="13845" y="15959"/>
                  </a:lnTo>
                  <a:lnTo>
                    <a:pt x="14025" y="16087"/>
                  </a:lnTo>
                  <a:lnTo>
                    <a:pt x="14204" y="16189"/>
                  </a:lnTo>
                  <a:lnTo>
                    <a:pt x="14383" y="16279"/>
                  </a:lnTo>
                  <a:lnTo>
                    <a:pt x="14575" y="16369"/>
                  </a:lnTo>
                  <a:lnTo>
                    <a:pt x="14755" y="16433"/>
                  </a:lnTo>
                  <a:lnTo>
                    <a:pt x="14947" y="16471"/>
                  </a:lnTo>
                  <a:lnTo>
                    <a:pt x="15139" y="16509"/>
                  </a:lnTo>
                  <a:lnTo>
                    <a:pt x="15331" y="16535"/>
                  </a:lnTo>
                  <a:lnTo>
                    <a:pt x="15702" y="16535"/>
                  </a:lnTo>
                  <a:lnTo>
                    <a:pt x="15895" y="16522"/>
                  </a:lnTo>
                  <a:lnTo>
                    <a:pt x="16074" y="16484"/>
                  </a:lnTo>
                  <a:lnTo>
                    <a:pt x="16266" y="16445"/>
                  </a:lnTo>
                  <a:lnTo>
                    <a:pt x="16445" y="16394"/>
                  </a:lnTo>
                  <a:lnTo>
                    <a:pt x="16612" y="16330"/>
                  </a:lnTo>
                  <a:lnTo>
                    <a:pt x="16791" y="16241"/>
                  </a:lnTo>
                  <a:lnTo>
                    <a:pt x="16958" y="16164"/>
                  </a:lnTo>
                  <a:lnTo>
                    <a:pt x="17111" y="16061"/>
                  </a:lnTo>
                  <a:lnTo>
                    <a:pt x="17265" y="15946"/>
                  </a:lnTo>
                  <a:lnTo>
                    <a:pt x="17406" y="15831"/>
                  </a:lnTo>
                  <a:lnTo>
                    <a:pt x="17547" y="15703"/>
                  </a:lnTo>
                  <a:lnTo>
                    <a:pt x="17675" y="15562"/>
                  </a:lnTo>
                  <a:lnTo>
                    <a:pt x="17790" y="15421"/>
                  </a:lnTo>
                  <a:lnTo>
                    <a:pt x="17905" y="15267"/>
                  </a:lnTo>
                  <a:lnTo>
                    <a:pt x="17995" y="15101"/>
                  </a:lnTo>
                  <a:lnTo>
                    <a:pt x="18085" y="14921"/>
                  </a:lnTo>
                  <a:lnTo>
                    <a:pt x="18162" y="14742"/>
                  </a:lnTo>
                  <a:lnTo>
                    <a:pt x="18226" y="14563"/>
                  </a:lnTo>
                  <a:lnTo>
                    <a:pt x="18277" y="14371"/>
                  </a:lnTo>
                  <a:lnTo>
                    <a:pt x="18315" y="14166"/>
                  </a:lnTo>
                  <a:lnTo>
                    <a:pt x="18341" y="13961"/>
                  </a:lnTo>
                  <a:lnTo>
                    <a:pt x="18341" y="13743"/>
                  </a:lnTo>
                  <a:lnTo>
                    <a:pt x="18341" y="0"/>
                  </a:lnTo>
                  <a:close/>
                </a:path>
              </a:pathLst>
            </a:custGeom>
            <a:solidFill>
              <a:srgbClr val="FF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37"/>
            <p:cNvSpPr/>
            <p:nvPr/>
          </p:nvSpPr>
          <p:spPr>
            <a:xfrm>
              <a:off x="1559650" y="861850"/>
              <a:ext cx="746075" cy="429725"/>
            </a:xfrm>
            <a:custGeom>
              <a:avLst/>
              <a:gdLst/>
              <a:ahLst/>
              <a:cxnLst/>
              <a:rect l="l" t="t" r="r" b="b"/>
              <a:pathLst>
                <a:path w="29843" h="17189" extrusionOk="0">
                  <a:moveTo>
                    <a:pt x="6699" y="1"/>
                  </a:moveTo>
                  <a:lnTo>
                    <a:pt x="6353" y="14"/>
                  </a:lnTo>
                  <a:lnTo>
                    <a:pt x="6007" y="39"/>
                  </a:lnTo>
                  <a:lnTo>
                    <a:pt x="5674" y="78"/>
                  </a:lnTo>
                  <a:lnTo>
                    <a:pt x="5354" y="142"/>
                  </a:lnTo>
                  <a:lnTo>
                    <a:pt x="5021" y="206"/>
                  </a:lnTo>
                  <a:lnTo>
                    <a:pt x="4701" y="295"/>
                  </a:lnTo>
                  <a:lnTo>
                    <a:pt x="4394" y="411"/>
                  </a:lnTo>
                  <a:lnTo>
                    <a:pt x="4086" y="526"/>
                  </a:lnTo>
                  <a:lnTo>
                    <a:pt x="3792" y="667"/>
                  </a:lnTo>
                  <a:lnTo>
                    <a:pt x="3510" y="808"/>
                  </a:lnTo>
                  <a:lnTo>
                    <a:pt x="3228" y="974"/>
                  </a:lnTo>
                  <a:lnTo>
                    <a:pt x="2959" y="1141"/>
                  </a:lnTo>
                  <a:lnTo>
                    <a:pt x="2690" y="1333"/>
                  </a:lnTo>
                  <a:lnTo>
                    <a:pt x="2434" y="1525"/>
                  </a:lnTo>
                  <a:lnTo>
                    <a:pt x="2191" y="1743"/>
                  </a:lnTo>
                  <a:lnTo>
                    <a:pt x="1960" y="1960"/>
                  </a:lnTo>
                  <a:lnTo>
                    <a:pt x="1742" y="2191"/>
                  </a:lnTo>
                  <a:lnTo>
                    <a:pt x="1537" y="2434"/>
                  </a:lnTo>
                  <a:lnTo>
                    <a:pt x="1332" y="2690"/>
                  </a:lnTo>
                  <a:lnTo>
                    <a:pt x="1140" y="2947"/>
                  </a:lnTo>
                  <a:lnTo>
                    <a:pt x="974" y="3228"/>
                  </a:lnTo>
                  <a:lnTo>
                    <a:pt x="807" y="3510"/>
                  </a:lnTo>
                  <a:lnTo>
                    <a:pt x="666" y="3792"/>
                  </a:lnTo>
                  <a:lnTo>
                    <a:pt x="526" y="4087"/>
                  </a:lnTo>
                  <a:lnTo>
                    <a:pt x="410" y="4394"/>
                  </a:lnTo>
                  <a:lnTo>
                    <a:pt x="308" y="4701"/>
                  </a:lnTo>
                  <a:lnTo>
                    <a:pt x="218" y="5021"/>
                  </a:lnTo>
                  <a:lnTo>
                    <a:pt x="141" y="5342"/>
                  </a:lnTo>
                  <a:lnTo>
                    <a:pt x="77" y="5675"/>
                  </a:lnTo>
                  <a:lnTo>
                    <a:pt x="39" y="6008"/>
                  </a:lnTo>
                  <a:lnTo>
                    <a:pt x="13" y="6354"/>
                  </a:lnTo>
                  <a:lnTo>
                    <a:pt x="0" y="6699"/>
                  </a:lnTo>
                  <a:lnTo>
                    <a:pt x="0" y="10490"/>
                  </a:lnTo>
                  <a:lnTo>
                    <a:pt x="13" y="10836"/>
                  </a:lnTo>
                  <a:lnTo>
                    <a:pt x="39" y="11182"/>
                  </a:lnTo>
                  <a:lnTo>
                    <a:pt x="77" y="11515"/>
                  </a:lnTo>
                  <a:lnTo>
                    <a:pt x="141" y="11848"/>
                  </a:lnTo>
                  <a:lnTo>
                    <a:pt x="218" y="12168"/>
                  </a:lnTo>
                  <a:lnTo>
                    <a:pt x="308" y="12488"/>
                  </a:lnTo>
                  <a:lnTo>
                    <a:pt x="410" y="12796"/>
                  </a:lnTo>
                  <a:lnTo>
                    <a:pt x="526" y="13103"/>
                  </a:lnTo>
                  <a:lnTo>
                    <a:pt x="666" y="13398"/>
                  </a:lnTo>
                  <a:lnTo>
                    <a:pt x="807" y="13680"/>
                  </a:lnTo>
                  <a:lnTo>
                    <a:pt x="974" y="13961"/>
                  </a:lnTo>
                  <a:lnTo>
                    <a:pt x="1140" y="14230"/>
                  </a:lnTo>
                  <a:lnTo>
                    <a:pt x="1332" y="14499"/>
                  </a:lnTo>
                  <a:lnTo>
                    <a:pt x="1537" y="14755"/>
                  </a:lnTo>
                  <a:lnTo>
                    <a:pt x="1742" y="14999"/>
                  </a:lnTo>
                  <a:lnTo>
                    <a:pt x="1960" y="15229"/>
                  </a:lnTo>
                  <a:lnTo>
                    <a:pt x="2191" y="15447"/>
                  </a:lnTo>
                  <a:lnTo>
                    <a:pt x="2434" y="15665"/>
                  </a:lnTo>
                  <a:lnTo>
                    <a:pt x="2690" y="15857"/>
                  </a:lnTo>
                  <a:lnTo>
                    <a:pt x="2959" y="16049"/>
                  </a:lnTo>
                  <a:lnTo>
                    <a:pt x="3228" y="16216"/>
                  </a:lnTo>
                  <a:lnTo>
                    <a:pt x="3510" y="16382"/>
                  </a:lnTo>
                  <a:lnTo>
                    <a:pt x="3792" y="16523"/>
                  </a:lnTo>
                  <a:lnTo>
                    <a:pt x="4086" y="16664"/>
                  </a:lnTo>
                  <a:lnTo>
                    <a:pt x="4394" y="16779"/>
                  </a:lnTo>
                  <a:lnTo>
                    <a:pt x="4701" y="16882"/>
                  </a:lnTo>
                  <a:lnTo>
                    <a:pt x="5021" y="16971"/>
                  </a:lnTo>
                  <a:lnTo>
                    <a:pt x="5354" y="17048"/>
                  </a:lnTo>
                  <a:lnTo>
                    <a:pt x="5674" y="17112"/>
                  </a:lnTo>
                  <a:lnTo>
                    <a:pt x="6007" y="17151"/>
                  </a:lnTo>
                  <a:lnTo>
                    <a:pt x="6353" y="17176"/>
                  </a:lnTo>
                  <a:lnTo>
                    <a:pt x="6699" y="17189"/>
                  </a:lnTo>
                  <a:lnTo>
                    <a:pt x="23144" y="17189"/>
                  </a:lnTo>
                  <a:lnTo>
                    <a:pt x="23490" y="17176"/>
                  </a:lnTo>
                  <a:lnTo>
                    <a:pt x="23836" y="17151"/>
                  </a:lnTo>
                  <a:lnTo>
                    <a:pt x="24169" y="17112"/>
                  </a:lnTo>
                  <a:lnTo>
                    <a:pt x="24502" y="17048"/>
                  </a:lnTo>
                  <a:lnTo>
                    <a:pt x="24822" y="16971"/>
                  </a:lnTo>
                  <a:lnTo>
                    <a:pt x="25142" y="16882"/>
                  </a:lnTo>
                  <a:lnTo>
                    <a:pt x="25450" y="16779"/>
                  </a:lnTo>
                  <a:lnTo>
                    <a:pt x="25757" y="16664"/>
                  </a:lnTo>
                  <a:lnTo>
                    <a:pt x="26052" y="16523"/>
                  </a:lnTo>
                  <a:lnTo>
                    <a:pt x="26333" y="16382"/>
                  </a:lnTo>
                  <a:lnTo>
                    <a:pt x="26615" y="16216"/>
                  </a:lnTo>
                  <a:lnTo>
                    <a:pt x="26897" y="16049"/>
                  </a:lnTo>
                  <a:lnTo>
                    <a:pt x="27153" y="15857"/>
                  </a:lnTo>
                  <a:lnTo>
                    <a:pt x="27409" y="15665"/>
                  </a:lnTo>
                  <a:lnTo>
                    <a:pt x="27653" y="15447"/>
                  </a:lnTo>
                  <a:lnTo>
                    <a:pt x="27883" y="15229"/>
                  </a:lnTo>
                  <a:lnTo>
                    <a:pt x="28101" y="14999"/>
                  </a:lnTo>
                  <a:lnTo>
                    <a:pt x="28319" y="14755"/>
                  </a:lnTo>
                  <a:lnTo>
                    <a:pt x="28511" y="14499"/>
                  </a:lnTo>
                  <a:lnTo>
                    <a:pt x="28703" y="14230"/>
                  </a:lnTo>
                  <a:lnTo>
                    <a:pt x="28869" y="13961"/>
                  </a:lnTo>
                  <a:lnTo>
                    <a:pt x="29036" y="13680"/>
                  </a:lnTo>
                  <a:lnTo>
                    <a:pt x="29190" y="13398"/>
                  </a:lnTo>
                  <a:lnTo>
                    <a:pt x="29318" y="13103"/>
                  </a:lnTo>
                  <a:lnTo>
                    <a:pt x="29433" y="12796"/>
                  </a:lnTo>
                  <a:lnTo>
                    <a:pt x="29548" y="12488"/>
                  </a:lnTo>
                  <a:lnTo>
                    <a:pt x="29638" y="12168"/>
                  </a:lnTo>
                  <a:lnTo>
                    <a:pt x="29702" y="11848"/>
                  </a:lnTo>
                  <a:lnTo>
                    <a:pt x="29766" y="11515"/>
                  </a:lnTo>
                  <a:lnTo>
                    <a:pt x="29804" y="11182"/>
                  </a:lnTo>
                  <a:lnTo>
                    <a:pt x="29830" y="10836"/>
                  </a:lnTo>
                  <a:lnTo>
                    <a:pt x="29843" y="10490"/>
                  </a:lnTo>
                  <a:lnTo>
                    <a:pt x="29843" y="6699"/>
                  </a:lnTo>
                  <a:lnTo>
                    <a:pt x="29830" y="6354"/>
                  </a:lnTo>
                  <a:lnTo>
                    <a:pt x="29804" y="6008"/>
                  </a:lnTo>
                  <a:lnTo>
                    <a:pt x="29766" y="5675"/>
                  </a:lnTo>
                  <a:lnTo>
                    <a:pt x="29702" y="5342"/>
                  </a:lnTo>
                  <a:lnTo>
                    <a:pt x="29638" y="5021"/>
                  </a:lnTo>
                  <a:lnTo>
                    <a:pt x="29548" y="4701"/>
                  </a:lnTo>
                  <a:lnTo>
                    <a:pt x="29433" y="4394"/>
                  </a:lnTo>
                  <a:lnTo>
                    <a:pt x="29318" y="4087"/>
                  </a:lnTo>
                  <a:lnTo>
                    <a:pt x="29190" y="3792"/>
                  </a:lnTo>
                  <a:lnTo>
                    <a:pt x="29036" y="3510"/>
                  </a:lnTo>
                  <a:lnTo>
                    <a:pt x="28869" y="3228"/>
                  </a:lnTo>
                  <a:lnTo>
                    <a:pt x="28703" y="2947"/>
                  </a:lnTo>
                  <a:lnTo>
                    <a:pt x="28511" y="2690"/>
                  </a:lnTo>
                  <a:lnTo>
                    <a:pt x="28319" y="2434"/>
                  </a:lnTo>
                  <a:lnTo>
                    <a:pt x="28101" y="2191"/>
                  </a:lnTo>
                  <a:lnTo>
                    <a:pt x="27883" y="1960"/>
                  </a:lnTo>
                  <a:lnTo>
                    <a:pt x="27653" y="1743"/>
                  </a:lnTo>
                  <a:lnTo>
                    <a:pt x="27409" y="1525"/>
                  </a:lnTo>
                  <a:lnTo>
                    <a:pt x="27153" y="1333"/>
                  </a:lnTo>
                  <a:lnTo>
                    <a:pt x="26897" y="1141"/>
                  </a:lnTo>
                  <a:lnTo>
                    <a:pt x="26615" y="974"/>
                  </a:lnTo>
                  <a:lnTo>
                    <a:pt x="26333" y="808"/>
                  </a:lnTo>
                  <a:lnTo>
                    <a:pt x="26052" y="667"/>
                  </a:lnTo>
                  <a:lnTo>
                    <a:pt x="25757" y="526"/>
                  </a:lnTo>
                  <a:lnTo>
                    <a:pt x="25450" y="411"/>
                  </a:lnTo>
                  <a:lnTo>
                    <a:pt x="25142" y="295"/>
                  </a:lnTo>
                  <a:lnTo>
                    <a:pt x="24822" y="206"/>
                  </a:lnTo>
                  <a:lnTo>
                    <a:pt x="24502" y="142"/>
                  </a:lnTo>
                  <a:lnTo>
                    <a:pt x="24169" y="78"/>
                  </a:lnTo>
                  <a:lnTo>
                    <a:pt x="23836" y="39"/>
                  </a:lnTo>
                  <a:lnTo>
                    <a:pt x="23490" y="14"/>
                  </a:lnTo>
                  <a:lnTo>
                    <a:pt x="2314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37"/>
            <p:cNvSpPr/>
            <p:nvPr/>
          </p:nvSpPr>
          <p:spPr>
            <a:xfrm>
              <a:off x="1188850" y="444325"/>
              <a:ext cx="1188925" cy="915150"/>
            </a:xfrm>
            <a:custGeom>
              <a:avLst/>
              <a:gdLst/>
              <a:ahLst/>
              <a:cxnLst/>
              <a:rect l="l" t="t" r="r" b="b"/>
              <a:pathLst>
                <a:path w="47557" h="36606" extrusionOk="0">
                  <a:moveTo>
                    <a:pt x="18560" y="0"/>
                  </a:moveTo>
                  <a:lnTo>
                    <a:pt x="18239" y="13"/>
                  </a:lnTo>
                  <a:lnTo>
                    <a:pt x="17932" y="52"/>
                  </a:lnTo>
                  <a:lnTo>
                    <a:pt x="17625" y="90"/>
                  </a:lnTo>
                  <a:lnTo>
                    <a:pt x="17317" y="128"/>
                  </a:lnTo>
                  <a:lnTo>
                    <a:pt x="17010" y="192"/>
                  </a:lnTo>
                  <a:lnTo>
                    <a:pt x="16715" y="256"/>
                  </a:lnTo>
                  <a:lnTo>
                    <a:pt x="16421" y="346"/>
                  </a:lnTo>
                  <a:lnTo>
                    <a:pt x="16126" y="436"/>
                  </a:lnTo>
                  <a:lnTo>
                    <a:pt x="15844" y="525"/>
                  </a:lnTo>
                  <a:lnTo>
                    <a:pt x="15562" y="641"/>
                  </a:lnTo>
                  <a:lnTo>
                    <a:pt x="15281" y="756"/>
                  </a:lnTo>
                  <a:lnTo>
                    <a:pt x="15012" y="884"/>
                  </a:lnTo>
                  <a:lnTo>
                    <a:pt x="14743" y="1012"/>
                  </a:lnTo>
                  <a:lnTo>
                    <a:pt x="14487" y="1166"/>
                  </a:lnTo>
                  <a:lnTo>
                    <a:pt x="14230" y="1319"/>
                  </a:lnTo>
                  <a:lnTo>
                    <a:pt x="13974" y="1473"/>
                  </a:lnTo>
                  <a:lnTo>
                    <a:pt x="13731" y="1640"/>
                  </a:lnTo>
                  <a:lnTo>
                    <a:pt x="13488" y="1819"/>
                  </a:lnTo>
                  <a:lnTo>
                    <a:pt x="13257" y="2011"/>
                  </a:lnTo>
                  <a:lnTo>
                    <a:pt x="13039" y="2203"/>
                  </a:lnTo>
                  <a:lnTo>
                    <a:pt x="12822" y="2395"/>
                  </a:lnTo>
                  <a:lnTo>
                    <a:pt x="12604" y="2600"/>
                  </a:lnTo>
                  <a:lnTo>
                    <a:pt x="12399" y="2818"/>
                  </a:lnTo>
                  <a:lnTo>
                    <a:pt x="12194" y="3036"/>
                  </a:lnTo>
                  <a:lnTo>
                    <a:pt x="12015" y="3266"/>
                  </a:lnTo>
                  <a:lnTo>
                    <a:pt x="11823" y="3497"/>
                  </a:lnTo>
                  <a:lnTo>
                    <a:pt x="11656" y="3740"/>
                  </a:lnTo>
                  <a:lnTo>
                    <a:pt x="11477" y="3984"/>
                  </a:lnTo>
                  <a:lnTo>
                    <a:pt x="11323" y="4227"/>
                  </a:lnTo>
                  <a:lnTo>
                    <a:pt x="11169" y="4483"/>
                  </a:lnTo>
                  <a:lnTo>
                    <a:pt x="11028" y="4752"/>
                  </a:lnTo>
                  <a:lnTo>
                    <a:pt x="10772" y="4714"/>
                  </a:lnTo>
                  <a:lnTo>
                    <a:pt x="10503" y="4675"/>
                  </a:lnTo>
                  <a:lnTo>
                    <a:pt x="10234" y="4650"/>
                  </a:lnTo>
                  <a:lnTo>
                    <a:pt x="9965" y="4650"/>
                  </a:lnTo>
                  <a:lnTo>
                    <a:pt x="9671" y="4662"/>
                  </a:lnTo>
                  <a:lnTo>
                    <a:pt x="9376" y="4675"/>
                  </a:lnTo>
                  <a:lnTo>
                    <a:pt x="9095" y="4714"/>
                  </a:lnTo>
                  <a:lnTo>
                    <a:pt x="8813" y="4765"/>
                  </a:lnTo>
                  <a:lnTo>
                    <a:pt x="8544" y="4829"/>
                  </a:lnTo>
                  <a:lnTo>
                    <a:pt x="8275" y="4906"/>
                  </a:lnTo>
                  <a:lnTo>
                    <a:pt x="8006" y="4995"/>
                  </a:lnTo>
                  <a:lnTo>
                    <a:pt x="7750" y="5098"/>
                  </a:lnTo>
                  <a:lnTo>
                    <a:pt x="7494" y="5213"/>
                  </a:lnTo>
                  <a:lnTo>
                    <a:pt x="7250" y="5341"/>
                  </a:lnTo>
                  <a:lnTo>
                    <a:pt x="7007" y="5469"/>
                  </a:lnTo>
                  <a:lnTo>
                    <a:pt x="6776" y="5623"/>
                  </a:lnTo>
                  <a:lnTo>
                    <a:pt x="6559" y="5777"/>
                  </a:lnTo>
                  <a:lnTo>
                    <a:pt x="6341" y="5943"/>
                  </a:lnTo>
                  <a:lnTo>
                    <a:pt x="6136" y="6122"/>
                  </a:lnTo>
                  <a:lnTo>
                    <a:pt x="5944" y="6315"/>
                  </a:lnTo>
                  <a:lnTo>
                    <a:pt x="5752" y="6520"/>
                  </a:lnTo>
                  <a:lnTo>
                    <a:pt x="5572" y="6724"/>
                  </a:lnTo>
                  <a:lnTo>
                    <a:pt x="5406" y="6942"/>
                  </a:lnTo>
                  <a:lnTo>
                    <a:pt x="5239" y="7160"/>
                  </a:lnTo>
                  <a:lnTo>
                    <a:pt x="5098" y="7390"/>
                  </a:lnTo>
                  <a:lnTo>
                    <a:pt x="4958" y="7634"/>
                  </a:lnTo>
                  <a:lnTo>
                    <a:pt x="4829" y="7877"/>
                  </a:lnTo>
                  <a:lnTo>
                    <a:pt x="4714" y="8120"/>
                  </a:lnTo>
                  <a:lnTo>
                    <a:pt x="4612" y="8389"/>
                  </a:lnTo>
                  <a:lnTo>
                    <a:pt x="4522" y="8646"/>
                  </a:lnTo>
                  <a:lnTo>
                    <a:pt x="4445" y="8915"/>
                  </a:lnTo>
                  <a:lnTo>
                    <a:pt x="4381" y="9196"/>
                  </a:lnTo>
                  <a:lnTo>
                    <a:pt x="4330" y="9478"/>
                  </a:lnTo>
                  <a:lnTo>
                    <a:pt x="4304" y="9760"/>
                  </a:lnTo>
                  <a:lnTo>
                    <a:pt x="4279" y="10054"/>
                  </a:lnTo>
                  <a:lnTo>
                    <a:pt x="4266" y="10349"/>
                  </a:lnTo>
                  <a:lnTo>
                    <a:pt x="4279" y="10618"/>
                  </a:lnTo>
                  <a:lnTo>
                    <a:pt x="4292" y="10887"/>
                  </a:lnTo>
                  <a:lnTo>
                    <a:pt x="4330" y="11156"/>
                  </a:lnTo>
                  <a:lnTo>
                    <a:pt x="4381" y="11425"/>
                  </a:lnTo>
                  <a:lnTo>
                    <a:pt x="4138" y="11579"/>
                  </a:lnTo>
                  <a:lnTo>
                    <a:pt x="3895" y="11732"/>
                  </a:lnTo>
                  <a:lnTo>
                    <a:pt x="3664" y="11899"/>
                  </a:lnTo>
                  <a:lnTo>
                    <a:pt x="3433" y="12078"/>
                  </a:lnTo>
                  <a:lnTo>
                    <a:pt x="3216" y="12257"/>
                  </a:lnTo>
                  <a:lnTo>
                    <a:pt x="2998" y="12450"/>
                  </a:lnTo>
                  <a:lnTo>
                    <a:pt x="2793" y="12642"/>
                  </a:lnTo>
                  <a:lnTo>
                    <a:pt x="2588" y="12834"/>
                  </a:lnTo>
                  <a:lnTo>
                    <a:pt x="2396" y="13039"/>
                  </a:lnTo>
                  <a:lnTo>
                    <a:pt x="2204" y="13256"/>
                  </a:lnTo>
                  <a:lnTo>
                    <a:pt x="2012" y="13474"/>
                  </a:lnTo>
                  <a:lnTo>
                    <a:pt x="1845" y="13705"/>
                  </a:lnTo>
                  <a:lnTo>
                    <a:pt x="1666" y="13922"/>
                  </a:lnTo>
                  <a:lnTo>
                    <a:pt x="1512" y="14166"/>
                  </a:lnTo>
                  <a:lnTo>
                    <a:pt x="1359" y="14409"/>
                  </a:lnTo>
                  <a:lnTo>
                    <a:pt x="1205" y="14653"/>
                  </a:lnTo>
                  <a:lnTo>
                    <a:pt x="1064" y="14896"/>
                  </a:lnTo>
                  <a:lnTo>
                    <a:pt x="936" y="15152"/>
                  </a:lnTo>
                  <a:lnTo>
                    <a:pt x="808" y="15421"/>
                  </a:lnTo>
                  <a:lnTo>
                    <a:pt x="693" y="15677"/>
                  </a:lnTo>
                  <a:lnTo>
                    <a:pt x="590" y="15946"/>
                  </a:lnTo>
                  <a:lnTo>
                    <a:pt x="488" y="16215"/>
                  </a:lnTo>
                  <a:lnTo>
                    <a:pt x="398" y="16497"/>
                  </a:lnTo>
                  <a:lnTo>
                    <a:pt x="321" y="16779"/>
                  </a:lnTo>
                  <a:lnTo>
                    <a:pt x="244" y="17060"/>
                  </a:lnTo>
                  <a:lnTo>
                    <a:pt x="180" y="17355"/>
                  </a:lnTo>
                  <a:lnTo>
                    <a:pt x="129" y="17650"/>
                  </a:lnTo>
                  <a:lnTo>
                    <a:pt x="78" y="17944"/>
                  </a:lnTo>
                  <a:lnTo>
                    <a:pt x="39" y="18239"/>
                  </a:lnTo>
                  <a:lnTo>
                    <a:pt x="14" y="18533"/>
                  </a:lnTo>
                  <a:lnTo>
                    <a:pt x="1" y="18841"/>
                  </a:lnTo>
                  <a:lnTo>
                    <a:pt x="1" y="19148"/>
                  </a:lnTo>
                  <a:lnTo>
                    <a:pt x="1" y="19468"/>
                  </a:lnTo>
                  <a:lnTo>
                    <a:pt x="27" y="19788"/>
                  </a:lnTo>
                  <a:lnTo>
                    <a:pt x="52" y="20096"/>
                  </a:lnTo>
                  <a:lnTo>
                    <a:pt x="91" y="20403"/>
                  </a:lnTo>
                  <a:lnTo>
                    <a:pt x="129" y="20711"/>
                  </a:lnTo>
                  <a:lnTo>
                    <a:pt x="193" y="21018"/>
                  </a:lnTo>
                  <a:lnTo>
                    <a:pt x="257" y="21313"/>
                  </a:lnTo>
                  <a:lnTo>
                    <a:pt x="334" y="21607"/>
                  </a:lnTo>
                  <a:lnTo>
                    <a:pt x="424" y="21902"/>
                  </a:lnTo>
                  <a:lnTo>
                    <a:pt x="526" y="22184"/>
                  </a:lnTo>
                  <a:lnTo>
                    <a:pt x="629" y="22465"/>
                  </a:lnTo>
                  <a:lnTo>
                    <a:pt x="744" y="22747"/>
                  </a:lnTo>
                  <a:lnTo>
                    <a:pt x="872" y="23016"/>
                  </a:lnTo>
                  <a:lnTo>
                    <a:pt x="1000" y="23285"/>
                  </a:lnTo>
                  <a:lnTo>
                    <a:pt x="1154" y="23554"/>
                  </a:lnTo>
                  <a:lnTo>
                    <a:pt x="1295" y="23810"/>
                  </a:lnTo>
                  <a:lnTo>
                    <a:pt x="1461" y="24066"/>
                  </a:lnTo>
                  <a:lnTo>
                    <a:pt x="1628" y="24310"/>
                  </a:lnTo>
                  <a:lnTo>
                    <a:pt x="1794" y="24553"/>
                  </a:lnTo>
                  <a:lnTo>
                    <a:pt x="1986" y="24784"/>
                  </a:lnTo>
                  <a:lnTo>
                    <a:pt x="2165" y="25014"/>
                  </a:lnTo>
                  <a:lnTo>
                    <a:pt x="2370" y="25232"/>
                  </a:lnTo>
                  <a:lnTo>
                    <a:pt x="2575" y="25450"/>
                  </a:lnTo>
                  <a:lnTo>
                    <a:pt x="2780" y="25655"/>
                  </a:lnTo>
                  <a:lnTo>
                    <a:pt x="2998" y="25859"/>
                  </a:lnTo>
                  <a:lnTo>
                    <a:pt x="3229" y="26052"/>
                  </a:lnTo>
                  <a:lnTo>
                    <a:pt x="3459" y="26244"/>
                  </a:lnTo>
                  <a:lnTo>
                    <a:pt x="3690" y="26423"/>
                  </a:lnTo>
                  <a:lnTo>
                    <a:pt x="3933" y="26589"/>
                  </a:lnTo>
                  <a:lnTo>
                    <a:pt x="4176" y="26756"/>
                  </a:lnTo>
                  <a:lnTo>
                    <a:pt x="4432" y="26910"/>
                  </a:lnTo>
                  <a:lnTo>
                    <a:pt x="4701" y="27063"/>
                  </a:lnTo>
                  <a:lnTo>
                    <a:pt x="4599" y="27320"/>
                  </a:lnTo>
                  <a:lnTo>
                    <a:pt x="4509" y="27576"/>
                  </a:lnTo>
                  <a:lnTo>
                    <a:pt x="4445" y="27832"/>
                  </a:lnTo>
                  <a:lnTo>
                    <a:pt x="4381" y="28101"/>
                  </a:lnTo>
                  <a:lnTo>
                    <a:pt x="4330" y="28370"/>
                  </a:lnTo>
                  <a:lnTo>
                    <a:pt x="4304" y="28652"/>
                  </a:lnTo>
                  <a:lnTo>
                    <a:pt x="4279" y="28933"/>
                  </a:lnTo>
                  <a:lnTo>
                    <a:pt x="4266" y="29215"/>
                  </a:lnTo>
                  <a:lnTo>
                    <a:pt x="4279" y="29510"/>
                  </a:lnTo>
                  <a:lnTo>
                    <a:pt x="4304" y="29804"/>
                  </a:lnTo>
                  <a:lnTo>
                    <a:pt x="4330" y="30086"/>
                  </a:lnTo>
                  <a:lnTo>
                    <a:pt x="4381" y="30368"/>
                  </a:lnTo>
                  <a:lnTo>
                    <a:pt x="4445" y="30637"/>
                  </a:lnTo>
                  <a:lnTo>
                    <a:pt x="4522" y="30906"/>
                  </a:lnTo>
                  <a:lnTo>
                    <a:pt x="4612" y="31175"/>
                  </a:lnTo>
                  <a:lnTo>
                    <a:pt x="4714" y="31431"/>
                  </a:lnTo>
                  <a:lnTo>
                    <a:pt x="4829" y="31687"/>
                  </a:lnTo>
                  <a:lnTo>
                    <a:pt x="4958" y="31930"/>
                  </a:lnTo>
                  <a:lnTo>
                    <a:pt x="5098" y="32174"/>
                  </a:lnTo>
                  <a:lnTo>
                    <a:pt x="5239" y="32404"/>
                  </a:lnTo>
                  <a:lnTo>
                    <a:pt x="5406" y="32622"/>
                  </a:lnTo>
                  <a:lnTo>
                    <a:pt x="5572" y="32840"/>
                  </a:lnTo>
                  <a:lnTo>
                    <a:pt x="5752" y="33045"/>
                  </a:lnTo>
                  <a:lnTo>
                    <a:pt x="5944" y="33250"/>
                  </a:lnTo>
                  <a:lnTo>
                    <a:pt x="6136" y="33429"/>
                  </a:lnTo>
                  <a:lnTo>
                    <a:pt x="6341" y="33608"/>
                  </a:lnTo>
                  <a:lnTo>
                    <a:pt x="6559" y="33775"/>
                  </a:lnTo>
                  <a:lnTo>
                    <a:pt x="6776" y="33941"/>
                  </a:lnTo>
                  <a:lnTo>
                    <a:pt x="7007" y="34082"/>
                  </a:lnTo>
                  <a:lnTo>
                    <a:pt x="7250" y="34223"/>
                  </a:lnTo>
                  <a:lnTo>
                    <a:pt x="7494" y="34351"/>
                  </a:lnTo>
                  <a:lnTo>
                    <a:pt x="7750" y="34466"/>
                  </a:lnTo>
                  <a:lnTo>
                    <a:pt x="8006" y="34569"/>
                  </a:lnTo>
                  <a:lnTo>
                    <a:pt x="8275" y="34658"/>
                  </a:lnTo>
                  <a:lnTo>
                    <a:pt x="8544" y="34735"/>
                  </a:lnTo>
                  <a:lnTo>
                    <a:pt x="8813" y="34799"/>
                  </a:lnTo>
                  <a:lnTo>
                    <a:pt x="9095" y="34851"/>
                  </a:lnTo>
                  <a:lnTo>
                    <a:pt x="9376" y="34889"/>
                  </a:lnTo>
                  <a:lnTo>
                    <a:pt x="9671" y="34902"/>
                  </a:lnTo>
                  <a:lnTo>
                    <a:pt x="9965" y="34915"/>
                  </a:lnTo>
                  <a:lnTo>
                    <a:pt x="10222" y="34902"/>
                  </a:lnTo>
                  <a:lnTo>
                    <a:pt x="10491" y="34889"/>
                  </a:lnTo>
                  <a:lnTo>
                    <a:pt x="10747" y="34863"/>
                  </a:lnTo>
                  <a:lnTo>
                    <a:pt x="11003" y="34812"/>
                  </a:lnTo>
                  <a:lnTo>
                    <a:pt x="11246" y="34761"/>
                  </a:lnTo>
                  <a:lnTo>
                    <a:pt x="11490" y="34697"/>
                  </a:lnTo>
                  <a:lnTo>
                    <a:pt x="11733" y="34633"/>
                  </a:lnTo>
                  <a:lnTo>
                    <a:pt x="11976" y="34543"/>
                  </a:lnTo>
                  <a:lnTo>
                    <a:pt x="12207" y="34454"/>
                  </a:lnTo>
                  <a:lnTo>
                    <a:pt x="12425" y="34351"/>
                  </a:lnTo>
                  <a:lnTo>
                    <a:pt x="12655" y="34236"/>
                  </a:lnTo>
                  <a:lnTo>
                    <a:pt x="12860" y="34121"/>
                  </a:lnTo>
                  <a:lnTo>
                    <a:pt x="13078" y="33980"/>
                  </a:lnTo>
                  <a:lnTo>
                    <a:pt x="13283" y="33839"/>
                  </a:lnTo>
                  <a:lnTo>
                    <a:pt x="13475" y="33698"/>
                  </a:lnTo>
                  <a:lnTo>
                    <a:pt x="13667" y="33544"/>
                  </a:lnTo>
                  <a:lnTo>
                    <a:pt x="13910" y="33877"/>
                  </a:lnTo>
                  <a:lnTo>
                    <a:pt x="14179" y="34197"/>
                  </a:lnTo>
                  <a:lnTo>
                    <a:pt x="14474" y="34505"/>
                  </a:lnTo>
                  <a:lnTo>
                    <a:pt x="14781" y="34799"/>
                  </a:lnTo>
                  <a:lnTo>
                    <a:pt x="15101" y="35068"/>
                  </a:lnTo>
                  <a:lnTo>
                    <a:pt x="15434" y="35324"/>
                  </a:lnTo>
                  <a:lnTo>
                    <a:pt x="15793" y="35555"/>
                  </a:lnTo>
                  <a:lnTo>
                    <a:pt x="16164" y="35760"/>
                  </a:lnTo>
                  <a:lnTo>
                    <a:pt x="16536" y="35952"/>
                  </a:lnTo>
                  <a:lnTo>
                    <a:pt x="16933" y="36119"/>
                  </a:lnTo>
                  <a:lnTo>
                    <a:pt x="17343" y="36259"/>
                  </a:lnTo>
                  <a:lnTo>
                    <a:pt x="17753" y="36388"/>
                  </a:lnTo>
                  <a:lnTo>
                    <a:pt x="18175" y="36477"/>
                  </a:lnTo>
                  <a:lnTo>
                    <a:pt x="18611" y="36541"/>
                  </a:lnTo>
                  <a:lnTo>
                    <a:pt x="19059" y="36580"/>
                  </a:lnTo>
                  <a:lnTo>
                    <a:pt x="19507" y="36605"/>
                  </a:lnTo>
                  <a:lnTo>
                    <a:pt x="19840" y="36592"/>
                  </a:lnTo>
                  <a:lnTo>
                    <a:pt x="20160" y="36567"/>
                  </a:lnTo>
                  <a:lnTo>
                    <a:pt x="20481" y="36528"/>
                  </a:lnTo>
                  <a:lnTo>
                    <a:pt x="20801" y="36477"/>
                  </a:lnTo>
                  <a:lnTo>
                    <a:pt x="21121" y="36413"/>
                  </a:lnTo>
                  <a:lnTo>
                    <a:pt x="21428" y="36336"/>
                  </a:lnTo>
                  <a:lnTo>
                    <a:pt x="21723" y="36247"/>
                  </a:lnTo>
                  <a:lnTo>
                    <a:pt x="22018" y="36144"/>
                  </a:lnTo>
                  <a:lnTo>
                    <a:pt x="22312" y="36029"/>
                  </a:lnTo>
                  <a:lnTo>
                    <a:pt x="22594" y="35888"/>
                  </a:lnTo>
                  <a:lnTo>
                    <a:pt x="22876" y="35747"/>
                  </a:lnTo>
                  <a:lnTo>
                    <a:pt x="23145" y="35593"/>
                  </a:lnTo>
                  <a:lnTo>
                    <a:pt x="23401" y="35440"/>
                  </a:lnTo>
                  <a:lnTo>
                    <a:pt x="23657" y="35260"/>
                  </a:lnTo>
                  <a:lnTo>
                    <a:pt x="23900" y="35068"/>
                  </a:lnTo>
                  <a:lnTo>
                    <a:pt x="24144" y="34876"/>
                  </a:lnTo>
                  <a:lnTo>
                    <a:pt x="24374" y="34671"/>
                  </a:lnTo>
                  <a:lnTo>
                    <a:pt x="24592" y="34454"/>
                  </a:lnTo>
                  <a:lnTo>
                    <a:pt x="24797" y="34236"/>
                  </a:lnTo>
                  <a:lnTo>
                    <a:pt x="25002" y="33992"/>
                  </a:lnTo>
                  <a:lnTo>
                    <a:pt x="25194" y="33749"/>
                  </a:lnTo>
                  <a:lnTo>
                    <a:pt x="25373" y="33506"/>
                  </a:lnTo>
                  <a:lnTo>
                    <a:pt x="25540" y="33250"/>
                  </a:lnTo>
                  <a:lnTo>
                    <a:pt x="25693" y="32981"/>
                  </a:lnTo>
                  <a:lnTo>
                    <a:pt x="25847" y="32712"/>
                  </a:lnTo>
                  <a:lnTo>
                    <a:pt x="25975" y="32430"/>
                  </a:lnTo>
                  <a:lnTo>
                    <a:pt x="26103" y="32135"/>
                  </a:lnTo>
                  <a:lnTo>
                    <a:pt x="26219" y="31841"/>
                  </a:lnTo>
                  <a:lnTo>
                    <a:pt x="26308" y="31546"/>
                  </a:lnTo>
                  <a:lnTo>
                    <a:pt x="26398" y="31239"/>
                  </a:lnTo>
                  <a:lnTo>
                    <a:pt x="26475" y="30931"/>
                  </a:lnTo>
                  <a:lnTo>
                    <a:pt x="26526" y="30611"/>
                  </a:lnTo>
                  <a:lnTo>
                    <a:pt x="26782" y="30726"/>
                  </a:lnTo>
                  <a:lnTo>
                    <a:pt x="27038" y="30816"/>
                  </a:lnTo>
                  <a:lnTo>
                    <a:pt x="27307" y="30906"/>
                  </a:lnTo>
                  <a:lnTo>
                    <a:pt x="27589" y="30970"/>
                  </a:lnTo>
                  <a:lnTo>
                    <a:pt x="27871" y="31034"/>
                  </a:lnTo>
                  <a:lnTo>
                    <a:pt x="28153" y="31072"/>
                  </a:lnTo>
                  <a:lnTo>
                    <a:pt x="28434" y="31098"/>
                  </a:lnTo>
                  <a:lnTo>
                    <a:pt x="28729" y="31098"/>
                  </a:lnTo>
                  <a:lnTo>
                    <a:pt x="29126" y="31085"/>
                  </a:lnTo>
                  <a:lnTo>
                    <a:pt x="29510" y="31047"/>
                  </a:lnTo>
                  <a:lnTo>
                    <a:pt x="29882" y="30970"/>
                  </a:lnTo>
                  <a:lnTo>
                    <a:pt x="30253" y="30880"/>
                  </a:lnTo>
                  <a:lnTo>
                    <a:pt x="30612" y="30752"/>
                  </a:lnTo>
                  <a:lnTo>
                    <a:pt x="30945" y="30611"/>
                  </a:lnTo>
                  <a:lnTo>
                    <a:pt x="31278" y="30445"/>
                  </a:lnTo>
                  <a:lnTo>
                    <a:pt x="31598" y="30253"/>
                  </a:lnTo>
                  <a:lnTo>
                    <a:pt x="31892" y="30035"/>
                  </a:lnTo>
                  <a:lnTo>
                    <a:pt x="32187" y="29804"/>
                  </a:lnTo>
                  <a:lnTo>
                    <a:pt x="32456" y="29561"/>
                  </a:lnTo>
                  <a:lnTo>
                    <a:pt x="32699" y="29292"/>
                  </a:lnTo>
                  <a:lnTo>
                    <a:pt x="32930" y="28997"/>
                  </a:lnTo>
                  <a:lnTo>
                    <a:pt x="33148" y="28703"/>
                  </a:lnTo>
                  <a:lnTo>
                    <a:pt x="33327" y="28383"/>
                  </a:lnTo>
                  <a:lnTo>
                    <a:pt x="33506" y="28050"/>
                  </a:lnTo>
                  <a:lnTo>
                    <a:pt x="33750" y="28190"/>
                  </a:lnTo>
                  <a:lnTo>
                    <a:pt x="33993" y="28319"/>
                  </a:lnTo>
                  <a:lnTo>
                    <a:pt x="34262" y="28434"/>
                  </a:lnTo>
                  <a:lnTo>
                    <a:pt x="34531" y="28523"/>
                  </a:lnTo>
                  <a:lnTo>
                    <a:pt x="34813" y="28600"/>
                  </a:lnTo>
                  <a:lnTo>
                    <a:pt x="35094" y="28652"/>
                  </a:lnTo>
                  <a:lnTo>
                    <a:pt x="35389" y="28677"/>
                  </a:lnTo>
                  <a:lnTo>
                    <a:pt x="35696" y="28690"/>
                  </a:lnTo>
                  <a:lnTo>
                    <a:pt x="35889" y="28690"/>
                  </a:lnTo>
                  <a:lnTo>
                    <a:pt x="36093" y="28677"/>
                  </a:lnTo>
                  <a:lnTo>
                    <a:pt x="36286" y="28652"/>
                  </a:lnTo>
                  <a:lnTo>
                    <a:pt x="36478" y="28613"/>
                  </a:lnTo>
                  <a:lnTo>
                    <a:pt x="36670" y="28575"/>
                  </a:lnTo>
                  <a:lnTo>
                    <a:pt x="36849" y="28523"/>
                  </a:lnTo>
                  <a:lnTo>
                    <a:pt x="37028" y="28472"/>
                  </a:lnTo>
                  <a:lnTo>
                    <a:pt x="37208" y="28408"/>
                  </a:lnTo>
                  <a:lnTo>
                    <a:pt x="37387" y="28331"/>
                  </a:lnTo>
                  <a:lnTo>
                    <a:pt x="37554" y="28242"/>
                  </a:lnTo>
                  <a:lnTo>
                    <a:pt x="37720" y="28165"/>
                  </a:lnTo>
                  <a:lnTo>
                    <a:pt x="37874" y="28062"/>
                  </a:lnTo>
                  <a:lnTo>
                    <a:pt x="38027" y="27960"/>
                  </a:lnTo>
                  <a:lnTo>
                    <a:pt x="38181" y="27845"/>
                  </a:lnTo>
                  <a:lnTo>
                    <a:pt x="38335" y="27729"/>
                  </a:lnTo>
                  <a:lnTo>
                    <a:pt x="38463" y="27614"/>
                  </a:lnTo>
                  <a:lnTo>
                    <a:pt x="38604" y="27486"/>
                  </a:lnTo>
                  <a:lnTo>
                    <a:pt x="38732" y="27345"/>
                  </a:lnTo>
                  <a:lnTo>
                    <a:pt x="38847" y="27204"/>
                  </a:lnTo>
                  <a:lnTo>
                    <a:pt x="38975" y="27063"/>
                  </a:lnTo>
                  <a:lnTo>
                    <a:pt x="39078" y="26910"/>
                  </a:lnTo>
                  <a:lnTo>
                    <a:pt x="39180" y="26756"/>
                  </a:lnTo>
                  <a:lnTo>
                    <a:pt x="39283" y="26589"/>
                  </a:lnTo>
                  <a:lnTo>
                    <a:pt x="39359" y="26436"/>
                  </a:lnTo>
                  <a:lnTo>
                    <a:pt x="39449" y="26256"/>
                  </a:lnTo>
                  <a:lnTo>
                    <a:pt x="39513" y="26090"/>
                  </a:lnTo>
                  <a:lnTo>
                    <a:pt x="39590" y="25911"/>
                  </a:lnTo>
                  <a:lnTo>
                    <a:pt x="39641" y="25731"/>
                  </a:lnTo>
                  <a:lnTo>
                    <a:pt x="39692" y="25539"/>
                  </a:lnTo>
                  <a:lnTo>
                    <a:pt x="39731" y="25347"/>
                  </a:lnTo>
                  <a:lnTo>
                    <a:pt x="39769" y="25168"/>
                  </a:lnTo>
                  <a:lnTo>
                    <a:pt x="39782" y="24963"/>
                  </a:lnTo>
                  <a:lnTo>
                    <a:pt x="40115" y="24988"/>
                  </a:lnTo>
                  <a:lnTo>
                    <a:pt x="40435" y="25001"/>
                  </a:lnTo>
                  <a:lnTo>
                    <a:pt x="40807" y="24988"/>
                  </a:lnTo>
                  <a:lnTo>
                    <a:pt x="41165" y="24963"/>
                  </a:lnTo>
                  <a:lnTo>
                    <a:pt x="41524" y="24912"/>
                  </a:lnTo>
                  <a:lnTo>
                    <a:pt x="41870" y="24860"/>
                  </a:lnTo>
                  <a:lnTo>
                    <a:pt x="42216" y="24771"/>
                  </a:lnTo>
                  <a:lnTo>
                    <a:pt x="42549" y="24681"/>
                  </a:lnTo>
                  <a:lnTo>
                    <a:pt x="42882" y="24566"/>
                  </a:lnTo>
                  <a:lnTo>
                    <a:pt x="43215" y="24438"/>
                  </a:lnTo>
                  <a:lnTo>
                    <a:pt x="43522" y="24297"/>
                  </a:lnTo>
                  <a:lnTo>
                    <a:pt x="43829" y="24143"/>
                  </a:lnTo>
                  <a:lnTo>
                    <a:pt x="44124" y="23964"/>
                  </a:lnTo>
                  <a:lnTo>
                    <a:pt x="44419" y="23785"/>
                  </a:lnTo>
                  <a:lnTo>
                    <a:pt x="44700" y="23580"/>
                  </a:lnTo>
                  <a:lnTo>
                    <a:pt x="44969" y="23375"/>
                  </a:lnTo>
                  <a:lnTo>
                    <a:pt x="45225" y="23157"/>
                  </a:lnTo>
                  <a:lnTo>
                    <a:pt x="45469" y="22914"/>
                  </a:lnTo>
                  <a:lnTo>
                    <a:pt x="45712" y="22670"/>
                  </a:lnTo>
                  <a:lnTo>
                    <a:pt x="45930" y="22414"/>
                  </a:lnTo>
                  <a:lnTo>
                    <a:pt x="46148" y="22145"/>
                  </a:lnTo>
                  <a:lnTo>
                    <a:pt x="46340" y="21863"/>
                  </a:lnTo>
                  <a:lnTo>
                    <a:pt x="46532" y="21569"/>
                  </a:lnTo>
                  <a:lnTo>
                    <a:pt x="46698" y="21274"/>
                  </a:lnTo>
                  <a:lnTo>
                    <a:pt x="46852" y="20967"/>
                  </a:lnTo>
                  <a:lnTo>
                    <a:pt x="46993" y="20647"/>
                  </a:lnTo>
                  <a:lnTo>
                    <a:pt x="47121" y="20326"/>
                  </a:lnTo>
                  <a:lnTo>
                    <a:pt x="47236" y="19993"/>
                  </a:lnTo>
                  <a:lnTo>
                    <a:pt x="47326" y="19660"/>
                  </a:lnTo>
                  <a:lnTo>
                    <a:pt x="47416" y="19315"/>
                  </a:lnTo>
                  <a:lnTo>
                    <a:pt x="47480" y="18969"/>
                  </a:lnTo>
                  <a:lnTo>
                    <a:pt x="47518" y="18610"/>
                  </a:lnTo>
                  <a:lnTo>
                    <a:pt x="47544" y="18252"/>
                  </a:lnTo>
                  <a:lnTo>
                    <a:pt x="47556" y="17880"/>
                  </a:lnTo>
                  <a:lnTo>
                    <a:pt x="47556" y="17624"/>
                  </a:lnTo>
                  <a:lnTo>
                    <a:pt x="47544" y="17381"/>
                  </a:lnTo>
                  <a:lnTo>
                    <a:pt x="47518" y="17124"/>
                  </a:lnTo>
                  <a:lnTo>
                    <a:pt x="47480" y="16881"/>
                  </a:lnTo>
                  <a:lnTo>
                    <a:pt x="47441" y="16638"/>
                  </a:lnTo>
                  <a:lnTo>
                    <a:pt x="47403" y="16394"/>
                  </a:lnTo>
                  <a:lnTo>
                    <a:pt x="47339" y="16151"/>
                  </a:lnTo>
                  <a:lnTo>
                    <a:pt x="47288" y="15921"/>
                  </a:lnTo>
                  <a:lnTo>
                    <a:pt x="47211" y="15690"/>
                  </a:lnTo>
                  <a:lnTo>
                    <a:pt x="47134" y="15459"/>
                  </a:lnTo>
                  <a:lnTo>
                    <a:pt x="47044" y="15229"/>
                  </a:lnTo>
                  <a:lnTo>
                    <a:pt x="46955" y="15011"/>
                  </a:lnTo>
                  <a:lnTo>
                    <a:pt x="46852" y="14793"/>
                  </a:lnTo>
                  <a:lnTo>
                    <a:pt x="46750" y="14576"/>
                  </a:lnTo>
                  <a:lnTo>
                    <a:pt x="46634" y="14371"/>
                  </a:lnTo>
                  <a:lnTo>
                    <a:pt x="46506" y="14166"/>
                  </a:lnTo>
                  <a:lnTo>
                    <a:pt x="46378" y="13961"/>
                  </a:lnTo>
                  <a:lnTo>
                    <a:pt x="46250" y="13769"/>
                  </a:lnTo>
                  <a:lnTo>
                    <a:pt x="46109" y="13577"/>
                  </a:lnTo>
                  <a:lnTo>
                    <a:pt x="45956" y="13397"/>
                  </a:lnTo>
                  <a:lnTo>
                    <a:pt x="45802" y="13218"/>
                  </a:lnTo>
                  <a:lnTo>
                    <a:pt x="45648" y="13039"/>
                  </a:lnTo>
                  <a:lnTo>
                    <a:pt x="45482" y="12859"/>
                  </a:lnTo>
                  <a:lnTo>
                    <a:pt x="45315" y="12706"/>
                  </a:lnTo>
                  <a:lnTo>
                    <a:pt x="45136" y="12539"/>
                  </a:lnTo>
                  <a:lnTo>
                    <a:pt x="44956" y="12386"/>
                  </a:lnTo>
                  <a:lnTo>
                    <a:pt x="44777" y="12245"/>
                  </a:lnTo>
                  <a:lnTo>
                    <a:pt x="44585" y="12104"/>
                  </a:lnTo>
                  <a:lnTo>
                    <a:pt x="44393" y="11963"/>
                  </a:lnTo>
                  <a:lnTo>
                    <a:pt x="44188" y="11835"/>
                  </a:lnTo>
                  <a:lnTo>
                    <a:pt x="43983" y="11707"/>
                  </a:lnTo>
                  <a:lnTo>
                    <a:pt x="43778" y="11591"/>
                  </a:lnTo>
                  <a:lnTo>
                    <a:pt x="43829" y="11297"/>
                  </a:lnTo>
                  <a:lnTo>
                    <a:pt x="43881" y="10977"/>
                  </a:lnTo>
                  <a:lnTo>
                    <a:pt x="43906" y="10669"/>
                  </a:lnTo>
                  <a:lnTo>
                    <a:pt x="43919" y="10349"/>
                  </a:lnTo>
                  <a:lnTo>
                    <a:pt x="43906" y="10054"/>
                  </a:lnTo>
                  <a:lnTo>
                    <a:pt x="43893" y="9760"/>
                  </a:lnTo>
                  <a:lnTo>
                    <a:pt x="43855" y="9478"/>
                  </a:lnTo>
                  <a:lnTo>
                    <a:pt x="43804" y="9196"/>
                  </a:lnTo>
                  <a:lnTo>
                    <a:pt x="43740" y="8915"/>
                  </a:lnTo>
                  <a:lnTo>
                    <a:pt x="43663" y="8646"/>
                  </a:lnTo>
                  <a:lnTo>
                    <a:pt x="43573" y="8389"/>
                  </a:lnTo>
                  <a:lnTo>
                    <a:pt x="43471" y="8120"/>
                  </a:lnTo>
                  <a:lnTo>
                    <a:pt x="43356" y="7877"/>
                  </a:lnTo>
                  <a:lnTo>
                    <a:pt x="43227" y="7634"/>
                  </a:lnTo>
                  <a:lnTo>
                    <a:pt x="43099" y="7390"/>
                  </a:lnTo>
                  <a:lnTo>
                    <a:pt x="42946" y="7160"/>
                  </a:lnTo>
                  <a:lnTo>
                    <a:pt x="42792" y="6942"/>
                  </a:lnTo>
                  <a:lnTo>
                    <a:pt x="42613" y="6724"/>
                  </a:lnTo>
                  <a:lnTo>
                    <a:pt x="42433" y="6520"/>
                  </a:lnTo>
                  <a:lnTo>
                    <a:pt x="42254" y="6315"/>
                  </a:lnTo>
                  <a:lnTo>
                    <a:pt x="42049" y="6122"/>
                  </a:lnTo>
                  <a:lnTo>
                    <a:pt x="41844" y="5943"/>
                  </a:lnTo>
                  <a:lnTo>
                    <a:pt x="41626" y="5777"/>
                  </a:lnTo>
                  <a:lnTo>
                    <a:pt x="41409" y="5623"/>
                  </a:lnTo>
                  <a:lnTo>
                    <a:pt x="41178" y="5469"/>
                  </a:lnTo>
                  <a:lnTo>
                    <a:pt x="40935" y="5341"/>
                  </a:lnTo>
                  <a:lnTo>
                    <a:pt x="40691" y="5213"/>
                  </a:lnTo>
                  <a:lnTo>
                    <a:pt x="40435" y="5098"/>
                  </a:lnTo>
                  <a:lnTo>
                    <a:pt x="40179" y="4995"/>
                  </a:lnTo>
                  <a:lnTo>
                    <a:pt x="39923" y="4906"/>
                  </a:lnTo>
                  <a:lnTo>
                    <a:pt x="39641" y="4829"/>
                  </a:lnTo>
                  <a:lnTo>
                    <a:pt x="39372" y="4765"/>
                  </a:lnTo>
                  <a:lnTo>
                    <a:pt x="39090" y="4714"/>
                  </a:lnTo>
                  <a:lnTo>
                    <a:pt x="38809" y="4675"/>
                  </a:lnTo>
                  <a:lnTo>
                    <a:pt x="38514" y="4662"/>
                  </a:lnTo>
                  <a:lnTo>
                    <a:pt x="38220" y="4650"/>
                  </a:lnTo>
                  <a:lnTo>
                    <a:pt x="37899" y="4662"/>
                  </a:lnTo>
                  <a:lnTo>
                    <a:pt x="37566" y="4688"/>
                  </a:lnTo>
                  <a:lnTo>
                    <a:pt x="37246" y="4739"/>
                  </a:lnTo>
                  <a:lnTo>
                    <a:pt x="36939" y="4803"/>
                  </a:lnTo>
                  <a:lnTo>
                    <a:pt x="36811" y="4586"/>
                  </a:lnTo>
                  <a:lnTo>
                    <a:pt x="36670" y="4381"/>
                  </a:lnTo>
                  <a:lnTo>
                    <a:pt x="36516" y="4176"/>
                  </a:lnTo>
                  <a:lnTo>
                    <a:pt x="36375" y="3971"/>
                  </a:lnTo>
                  <a:lnTo>
                    <a:pt x="36209" y="3779"/>
                  </a:lnTo>
                  <a:lnTo>
                    <a:pt x="36042" y="3586"/>
                  </a:lnTo>
                  <a:lnTo>
                    <a:pt x="35876" y="3407"/>
                  </a:lnTo>
                  <a:lnTo>
                    <a:pt x="35696" y="3228"/>
                  </a:lnTo>
                  <a:lnTo>
                    <a:pt x="35517" y="3049"/>
                  </a:lnTo>
                  <a:lnTo>
                    <a:pt x="35338" y="2882"/>
                  </a:lnTo>
                  <a:lnTo>
                    <a:pt x="35146" y="2728"/>
                  </a:lnTo>
                  <a:lnTo>
                    <a:pt x="34941" y="2562"/>
                  </a:lnTo>
                  <a:lnTo>
                    <a:pt x="34749" y="2421"/>
                  </a:lnTo>
                  <a:lnTo>
                    <a:pt x="34544" y="2280"/>
                  </a:lnTo>
                  <a:lnTo>
                    <a:pt x="34326" y="2139"/>
                  </a:lnTo>
                  <a:lnTo>
                    <a:pt x="34108" y="2011"/>
                  </a:lnTo>
                  <a:lnTo>
                    <a:pt x="33891" y="1883"/>
                  </a:lnTo>
                  <a:lnTo>
                    <a:pt x="33673" y="1768"/>
                  </a:lnTo>
                  <a:lnTo>
                    <a:pt x="33442" y="1653"/>
                  </a:lnTo>
                  <a:lnTo>
                    <a:pt x="33212" y="1550"/>
                  </a:lnTo>
                  <a:lnTo>
                    <a:pt x="32968" y="1460"/>
                  </a:lnTo>
                  <a:lnTo>
                    <a:pt x="32725" y="1371"/>
                  </a:lnTo>
                  <a:lnTo>
                    <a:pt x="32482" y="1294"/>
                  </a:lnTo>
                  <a:lnTo>
                    <a:pt x="32238" y="1217"/>
                  </a:lnTo>
                  <a:lnTo>
                    <a:pt x="31995" y="1153"/>
                  </a:lnTo>
                  <a:lnTo>
                    <a:pt x="31739" y="1102"/>
                  </a:lnTo>
                  <a:lnTo>
                    <a:pt x="31483" y="1051"/>
                  </a:lnTo>
                  <a:lnTo>
                    <a:pt x="31214" y="1012"/>
                  </a:lnTo>
                  <a:lnTo>
                    <a:pt x="30958" y="986"/>
                  </a:lnTo>
                  <a:lnTo>
                    <a:pt x="30689" y="961"/>
                  </a:lnTo>
                  <a:lnTo>
                    <a:pt x="30432" y="948"/>
                  </a:lnTo>
                  <a:lnTo>
                    <a:pt x="29805" y="948"/>
                  </a:lnTo>
                  <a:lnTo>
                    <a:pt x="29459" y="974"/>
                  </a:lnTo>
                  <a:lnTo>
                    <a:pt x="29126" y="1012"/>
                  </a:lnTo>
                  <a:lnTo>
                    <a:pt x="28793" y="1063"/>
                  </a:lnTo>
                  <a:lnTo>
                    <a:pt x="28460" y="1127"/>
                  </a:lnTo>
                  <a:lnTo>
                    <a:pt x="28127" y="1204"/>
                  </a:lnTo>
                  <a:lnTo>
                    <a:pt x="27807" y="1307"/>
                  </a:lnTo>
                  <a:lnTo>
                    <a:pt x="27499" y="1409"/>
                  </a:lnTo>
                  <a:lnTo>
                    <a:pt x="27192" y="1524"/>
                  </a:lnTo>
                  <a:lnTo>
                    <a:pt x="26885" y="1653"/>
                  </a:lnTo>
                  <a:lnTo>
                    <a:pt x="26590" y="1793"/>
                  </a:lnTo>
                  <a:lnTo>
                    <a:pt x="26295" y="1947"/>
                  </a:lnTo>
                  <a:lnTo>
                    <a:pt x="26014" y="2114"/>
                  </a:lnTo>
                  <a:lnTo>
                    <a:pt x="25745" y="2293"/>
                  </a:lnTo>
                  <a:lnTo>
                    <a:pt x="25476" y="2485"/>
                  </a:lnTo>
                  <a:lnTo>
                    <a:pt x="25220" y="2677"/>
                  </a:lnTo>
                  <a:lnTo>
                    <a:pt x="24912" y="2383"/>
                  </a:lnTo>
                  <a:lnTo>
                    <a:pt x="24592" y="2088"/>
                  </a:lnTo>
                  <a:lnTo>
                    <a:pt x="24246" y="1819"/>
                  </a:lnTo>
                  <a:lnTo>
                    <a:pt x="23900" y="1563"/>
                  </a:lnTo>
                  <a:lnTo>
                    <a:pt x="23542" y="1319"/>
                  </a:lnTo>
                  <a:lnTo>
                    <a:pt x="23158" y="1102"/>
                  </a:lnTo>
                  <a:lnTo>
                    <a:pt x="22773" y="897"/>
                  </a:lnTo>
                  <a:lnTo>
                    <a:pt x="22376" y="718"/>
                  </a:lnTo>
                  <a:lnTo>
                    <a:pt x="21966" y="551"/>
                  </a:lnTo>
                  <a:lnTo>
                    <a:pt x="21557" y="410"/>
                  </a:lnTo>
                  <a:lnTo>
                    <a:pt x="21121" y="282"/>
                  </a:lnTo>
                  <a:lnTo>
                    <a:pt x="20686" y="180"/>
                  </a:lnTo>
                  <a:lnTo>
                    <a:pt x="20250" y="103"/>
                  </a:lnTo>
                  <a:lnTo>
                    <a:pt x="19802" y="39"/>
                  </a:lnTo>
                  <a:lnTo>
                    <a:pt x="19341" y="13"/>
                  </a:lnTo>
                  <a:lnTo>
                    <a:pt x="18880" y="0"/>
                  </a:lnTo>
                  <a:close/>
                </a:path>
              </a:pathLst>
            </a:custGeom>
            <a:solidFill>
              <a:srgbClr val="FFA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37"/>
            <p:cNvSpPr/>
            <p:nvPr/>
          </p:nvSpPr>
          <p:spPr>
            <a:xfrm>
              <a:off x="1658275" y="720000"/>
              <a:ext cx="31725" cy="332075"/>
            </a:xfrm>
            <a:custGeom>
              <a:avLst/>
              <a:gdLst/>
              <a:ahLst/>
              <a:cxnLst/>
              <a:rect l="l" t="t" r="r" b="b"/>
              <a:pathLst>
                <a:path w="1269" h="13283" extrusionOk="0">
                  <a:moveTo>
                    <a:pt x="0" y="1"/>
                  </a:moveTo>
                  <a:lnTo>
                    <a:pt x="0" y="13283"/>
                  </a:lnTo>
                  <a:lnTo>
                    <a:pt x="1268" y="13283"/>
                  </a:lnTo>
                  <a:lnTo>
                    <a:pt x="1268" y="1"/>
                  </a:lnTo>
                  <a:close/>
                </a:path>
              </a:pathLst>
            </a:custGeom>
            <a:solidFill>
              <a:srgbClr val="F9CD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7"/>
            <p:cNvSpPr/>
            <p:nvPr/>
          </p:nvSpPr>
          <p:spPr>
            <a:xfrm>
              <a:off x="1720075" y="720000"/>
              <a:ext cx="31725" cy="332075"/>
            </a:xfrm>
            <a:custGeom>
              <a:avLst/>
              <a:gdLst/>
              <a:ahLst/>
              <a:cxnLst/>
              <a:rect l="l" t="t" r="r" b="b"/>
              <a:pathLst>
                <a:path w="1269" h="13283" extrusionOk="0">
                  <a:moveTo>
                    <a:pt x="0" y="1"/>
                  </a:moveTo>
                  <a:lnTo>
                    <a:pt x="0" y="13283"/>
                  </a:lnTo>
                  <a:lnTo>
                    <a:pt x="1268" y="13283"/>
                  </a:lnTo>
                  <a:lnTo>
                    <a:pt x="1268" y="1"/>
                  </a:lnTo>
                  <a:close/>
                </a:path>
              </a:pathLst>
            </a:custGeom>
            <a:solidFill>
              <a:srgbClr val="F9CD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37"/>
            <p:cNvSpPr/>
            <p:nvPr/>
          </p:nvSpPr>
          <p:spPr>
            <a:xfrm>
              <a:off x="1783475" y="720000"/>
              <a:ext cx="31400" cy="332075"/>
            </a:xfrm>
            <a:custGeom>
              <a:avLst/>
              <a:gdLst/>
              <a:ahLst/>
              <a:cxnLst/>
              <a:rect l="l" t="t" r="r" b="b"/>
              <a:pathLst>
                <a:path w="1256" h="13283" extrusionOk="0">
                  <a:moveTo>
                    <a:pt x="0" y="1"/>
                  </a:moveTo>
                  <a:lnTo>
                    <a:pt x="0" y="13283"/>
                  </a:lnTo>
                  <a:lnTo>
                    <a:pt x="1255" y="13283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F9CD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37"/>
            <p:cNvSpPr/>
            <p:nvPr/>
          </p:nvSpPr>
          <p:spPr>
            <a:xfrm>
              <a:off x="1570525" y="932625"/>
              <a:ext cx="332075" cy="31725"/>
            </a:xfrm>
            <a:custGeom>
              <a:avLst/>
              <a:gdLst/>
              <a:ahLst/>
              <a:cxnLst/>
              <a:rect l="l" t="t" r="r" b="b"/>
              <a:pathLst>
                <a:path w="13283" h="1269" extrusionOk="0">
                  <a:moveTo>
                    <a:pt x="1" y="0"/>
                  </a:moveTo>
                  <a:lnTo>
                    <a:pt x="1" y="1268"/>
                  </a:lnTo>
                  <a:lnTo>
                    <a:pt x="13283" y="1268"/>
                  </a:lnTo>
                  <a:lnTo>
                    <a:pt x="13283" y="0"/>
                  </a:lnTo>
                  <a:close/>
                </a:path>
              </a:pathLst>
            </a:custGeom>
            <a:solidFill>
              <a:srgbClr val="F9CD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37"/>
            <p:cNvSpPr/>
            <p:nvPr/>
          </p:nvSpPr>
          <p:spPr>
            <a:xfrm>
              <a:off x="1570525" y="870825"/>
              <a:ext cx="332075" cy="31400"/>
            </a:xfrm>
            <a:custGeom>
              <a:avLst/>
              <a:gdLst/>
              <a:ahLst/>
              <a:cxnLst/>
              <a:rect l="l" t="t" r="r" b="b"/>
              <a:pathLst>
                <a:path w="13283" h="1256" extrusionOk="0">
                  <a:moveTo>
                    <a:pt x="1" y="0"/>
                  </a:moveTo>
                  <a:lnTo>
                    <a:pt x="1" y="1256"/>
                  </a:lnTo>
                  <a:lnTo>
                    <a:pt x="13283" y="1256"/>
                  </a:lnTo>
                  <a:lnTo>
                    <a:pt x="13283" y="0"/>
                  </a:lnTo>
                  <a:close/>
                </a:path>
              </a:pathLst>
            </a:custGeom>
            <a:solidFill>
              <a:srgbClr val="F9CD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37"/>
            <p:cNvSpPr/>
            <p:nvPr/>
          </p:nvSpPr>
          <p:spPr>
            <a:xfrm>
              <a:off x="1570525" y="807750"/>
              <a:ext cx="332075" cy="31400"/>
            </a:xfrm>
            <a:custGeom>
              <a:avLst/>
              <a:gdLst/>
              <a:ahLst/>
              <a:cxnLst/>
              <a:rect l="l" t="t" r="r" b="b"/>
              <a:pathLst>
                <a:path w="13283" h="1256" extrusionOk="0">
                  <a:moveTo>
                    <a:pt x="1" y="0"/>
                  </a:moveTo>
                  <a:lnTo>
                    <a:pt x="1" y="1255"/>
                  </a:lnTo>
                  <a:lnTo>
                    <a:pt x="13283" y="1255"/>
                  </a:lnTo>
                  <a:lnTo>
                    <a:pt x="13283" y="0"/>
                  </a:lnTo>
                  <a:close/>
                </a:path>
              </a:pathLst>
            </a:custGeom>
            <a:solidFill>
              <a:srgbClr val="F9CD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37"/>
            <p:cNvSpPr/>
            <p:nvPr/>
          </p:nvSpPr>
          <p:spPr>
            <a:xfrm>
              <a:off x="1617275" y="767400"/>
              <a:ext cx="237300" cy="237300"/>
            </a:xfrm>
            <a:custGeom>
              <a:avLst/>
              <a:gdLst/>
              <a:ahLst/>
              <a:cxnLst/>
              <a:rect l="l" t="t" r="r" b="b"/>
              <a:pathLst>
                <a:path w="9492" h="9492" extrusionOk="0">
                  <a:moveTo>
                    <a:pt x="1" y="0"/>
                  </a:moveTo>
                  <a:lnTo>
                    <a:pt x="1" y="9491"/>
                  </a:lnTo>
                  <a:lnTo>
                    <a:pt x="9491" y="9491"/>
                  </a:lnTo>
                  <a:lnTo>
                    <a:pt x="94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37"/>
            <p:cNvSpPr/>
            <p:nvPr/>
          </p:nvSpPr>
          <p:spPr>
            <a:xfrm>
              <a:off x="1617275" y="767400"/>
              <a:ext cx="118500" cy="237300"/>
            </a:xfrm>
            <a:custGeom>
              <a:avLst/>
              <a:gdLst/>
              <a:ahLst/>
              <a:cxnLst/>
              <a:rect l="l" t="t" r="r" b="b"/>
              <a:pathLst>
                <a:path w="4740" h="9492" extrusionOk="0">
                  <a:moveTo>
                    <a:pt x="1" y="0"/>
                  </a:moveTo>
                  <a:lnTo>
                    <a:pt x="1" y="9491"/>
                  </a:lnTo>
                  <a:lnTo>
                    <a:pt x="4740" y="47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37"/>
            <p:cNvSpPr/>
            <p:nvPr/>
          </p:nvSpPr>
          <p:spPr>
            <a:xfrm>
              <a:off x="1735750" y="767400"/>
              <a:ext cx="118825" cy="237300"/>
            </a:xfrm>
            <a:custGeom>
              <a:avLst/>
              <a:gdLst/>
              <a:ahLst/>
              <a:cxnLst/>
              <a:rect l="l" t="t" r="r" b="b"/>
              <a:pathLst>
                <a:path w="4753" h="9492" extrusionOk="0">
                  <a:moveTo>
                    <a:pt x="4752" y="0"/>
                  </a:moveTo>
                  <a:lnTo>
                    <a:pt x="1" y="4739"/>
                  </a:lnTo>
                  <a:lnTo>
                    <a:pt x="4752" y="9491"/>
                  </a:lnTo>
                  <a:lnTo>
                    <a:pt x="47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37"/>
            <p:cNvSpPr/>
            <p:nvPr/>
          </p:nvSpPr>
          <p:spPr>
            <a:xfrm>
              <a:off x="1656675" y="806775"/>
              <a:ext cx="158200" cy="158200"/>
            </a:xfrm>
            <a:custGeom>
              <a:avLst/>
              <a:gdLst/>
              <a:ahLst/>
              <a:cxnLst/>
              <a:rect l="l" t="t" r="r" b="b"/>
              <a:pathLst>
                <a:path w="6328" h="6328" extrusionOk="0">
                  <a:moveTo>
                    <a:pt x="0" y="1"/>
                  </a:moveTo>
                  <a:lnTo>
                    <a:pt x="0" y="6328"/>
                  </a:lnTo>
                  <a:lnTo>
                    <a:pt x="6327" y="6328"/>
                  </a:lnTo>
                  <a:lnTo>
                    <a:pt x="632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37"/>
            <p:cNvSpPr/>
            <p:nvPr/>
          </p:nvSpPr>
          <p:spPr>
            <a:xfrm>
              <a:off x="2035450" y="552225"/>
              <a:ext cx="89050" cy="345200"/>
            </a:xfrm>
            <a:custGeom>
              <a:avLst/>
              <a:gdLst/>
              <a:ahLst/>
              <a:cxnLst/>
              <a:rect l="l" t="t" r="r" b="b"/>
              <a:pathLst>
                <a:path w="3562" h="13808" extrusionOk="0">
                  <a:moveTo>
                    <a:pt x="3075" y="1"/>
                  </a:moveTo>
                  <a:lnTo>
                    <a:pt x="2972" y="13"/>
                  </a:lnTo>
                  <a:lnTo>
                    <a:pt x="2883" y="39"/>
                  </a:lnTo>
                  <a:lnTo>
                    <a:pt x="2806" y="77"/>
                  </a:lnTo>
                  <a:lnTo>
                    <a:pt x="2729" y="141"/>
                  </a:lnTo>
                  <a:lnTo>
                    <a:pt x="2678" y="218"/>
                  </a:lnTo>
                  <a:lnTo>
                    <a:pt x="2626" y="295"/>
                  </a:lnTo>
                  <a:lnTo>
                    <a:pt x="2601" y="385"/>
                  </a:lnTo>
                  <a:lnTo>
                    <a:pt x="2588" y="487"/>
                  </a:lnTo>
                  <a:lnTo>
                    <a:pt x="2588" y="10016"/>
                  </a:lnTo>
                  <a:lnTo>
                    <a:pt x="103" y="13013"/>
                  </a:lnTo>
                  <a:lnTo>
                    <a:pt x="52" y="13090"/>
                  </a:lnTo>
                  <a:lnTo>
                    <a:pt x="14" y="13180"/>
                  </a:lnTo>
                  <a:lnTo>
                    <a:pt x="1" y="13270"/>
                  </a:lnTo>
                  <a:lnTo>
                    <a:pt x="1" y="13359"/>
                  </a:lnTo>
                  <a:lnTo>
                    <a:pt x="14" y="13449"/>
                  </a:lnTo>
                  <a:lnTo>
                    <a:pt x="52" y="13538"/>
                  </a:lnTo>
                  <a:lnTo>
                    <a:pt x="103" y="13615"/>
                  </a:lnTo>
                  <a:lnTo>
                    <a:pt x="167" y="13692"/>
                  </a:lnTo>
                  <a:lnTo>
                    <a:pt x="244" y="13743"/>
                  </a:lnTo>
                  <a:lnTo>
                    <a:pt x="321" y="13782"/>
                  </a:lnTo>
                  <a:lnTo>
                    <a:pt x="398" y="13795"/>
                  </a:lnTo>
                  <a:lnTo>
                    <a:pt x="475" y="13807"/>
                  </a:lnTo>
                  <a:lnTo>
                    <a:pt x="577" y="13795"/>
                  </a:lnTo>
                  <a:lnTo>
                    <a:pt x="680" y="13756"/>
                  </a:lnTo>
                  <a:lnTo>
                    <a:pt x="769" y="13705"/>
                  </a:lnTo>
                  <a:lnTo>
                    <a:pt x="846" y="13628"/>
                  </a:lnTo>
                  <a:lnTo>
                    <a:pt x="3446" y="10490"/>
                  </a:lnTo>
                  <a:lnTo>
                    <a:pt x="3497" y="10426"/>
                  </a:lnTo>
                  <a:lnTo>
                    <a:pt x="3536" y="10349"/>
                  </a:lnTo>
                  <a:lnTo>
                    <a:pt x="3549" y="10272"/>
                  </a:lnTo>
                  <a:lnTo>
                    <a:pt x="3561" y="10183"/>
                  </a:lnTo>
                  <a:lnTo>
                    <a:pt x="3561" y="487"/>
                  </a:lnTo>
                  <a:lnTo>
                    <a:pt x="3549" y="385"/>
                  </a:lnTo>
                  <a:lnTo>
                    <a:pt x="3523" y="295"/>
                  </a:lnTo>
                  <a:lnTo>
                    <a:pt x="3472" y="218"/>
                  </a:lnTo>
                  <a:lnTo>
                    <a:pt x="3421" y="141"/>
                  </a:lnTo>
                  <a:lnTo>
                    <a:pt x="3344" y="77"/>
                  </a:lnTo>
                  <a:lnTo>
                    <a:pt x="3267" y="39"/>
                  </a:lnTo>
                  <a:lnTo>
                    <a:pt x="3177" y="13"/>
                  </a:lnTo>
                  <a:lnTo>
                    <a:pt x="307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37"/>
            <p:cNvSpPr/>
            <p:nvPr/>
          </p:nvSpPr>
          <p:spPr>
            <a:xfrm>
              <a:off x="2215400" y="721925"/>
              <a:ext cx="80075" cy="173250"/>
            </a:xfrm>
            <a:custGeom>
              <a:avLst/>
              <a:gdLst/>
              <a:ahLst/>
              <a:cxnLst/>
              <a:rect l="l" t="t" r="r" b="b"/>
              <a:pathLst>
                <a:path w="3203" h="6930" extrusionOk="0">
                  <a:moveTo>
                    <a:pt x="2716" y="1"/>
                  </a:moveTo>
                  <a:lnTo>
                    <a:pt x="2614" y="14"/>
                  </a:lnTo>
                  <a:lnTo>
                    <a:pt x="2524" y="39"/>
                  </a:lnTo>
                  <a:lnTo>
                    <a:pt x="2447" y="90"/>
                  </a:lnTo>
                  <a:lnTo>
                    <a:pt x="2370" y="154"/>
                  </a:lnTo>
                  <a:lnTo>
                    <a:pt x="2306" y="218"/>
                  </a:lnTo>
                  <a:lnTo>
                    <a:pt x="2268" y="308"/>
                  </a:lnTo>
                  <a:lnTo>
                    <a:pt x="2242" y="398"/>
                  </a:lnTo>
                  <a:lnTo>
                    <a:pt x="2229" y="487"/>
                  </a:lnTo>
                  <a:lnTo>
                    <a:pt x="2229" y="5956"/>
                  </a:lnTo>
                  <a:lnTo>
                    <a:pt x="488" y="5956"/>
                  </a:lnTo>
                  <a:lnTo>
                    <a:pt x="398" y="5969"/>
                  </a:lnTo>
                  <a:lnTo>
                    <a:pt x="295" y="5995"/>
                  </a:lnTo>
                  <a:lnTo>
                    <a:pt x="219" y="6033"/>
                  </a:lnTo>
                  <a:lnTo>
                    <a:pt x="142" y="6097"/>
                  </a:lnTo>
                  <a:lnTo>
                    <a:pt x="91" y="6174"/>
                  </a:lnTo>
                  <a:lnTo>
                    <a:pt x="39" y="6251"/>
                  </a:lnTo>
                  <a:lnTo>
                    <a:pt x="14" y="6341"/>
                  </a:lnTo>
                  <a:lnTo>
                    <a:pt x="1" y="6443"/>
                  </a:lnTo>
                  <a:lnTo>
                    <a:pt x="14" y="6533"/>
                  </a:lnTo>
                  <a:lnTo>
                    <a:pt x="39" y="6635"/>
                  </a:lnTo>
                  <a:lnTo>
                    <a:pt x="91" y="6712"/>
                  </a:lnTo>
                  <a:lnTo>
                    <a:pt x="142" y="6789"/>
                  </a:lnTo>
                  <a:lnTo>
                    <a:pt x="219" y="6840"/>
                  </a:lnTo>
                  <a:lnTo>
                    <a:pt x="295" y="6891"/>
                  </a:lnTo>
                  <a:lnTo>
                    <a:pt x="398" y="6917"/>
                  </a:lnTo>
                  <a:lnTo>
                    <a:pt x="488" y="6930"/>
                  </a:lnTo>
                  <a:lnTo>
                    <a:pt x="2716" y="6930"/>
                  </a:lnTo>
                  <a:lnTo>
                    <a:pt x="2806" y="6917"/>
                  </a:lnTo>
                  <a:lnTo>
                    <a:pt x="2908" y="6891"/>
                  </a:lnTo>
                  <a:lnTo>
                    <a:pt x="2985" y="6840"/>
                  </a:lnTo>
                  <a:lnTo>
                    <a:pt x="3062" y="6789"/>
                  </a:lnTo>
                  <a:lnTo>
                    <a:pt x="3113" y="6712"/>
                  </a:lnTo>
                  <a:lnTo>
                    <a:pt x="3164" y="6635"/>
                  </a:lnTo>
                  <a:lnTo>
                    <a:pt x="3190" y="6533"/>
                  </a:lnTo>
                  <a:lnTo>
                    <a:pt x="3203" y="6443"/>
                  </a:lnTo>
                  <a:lnTo>
                    <a:pt x="3203" y="487"/>
                  </a:lnTo>
                  <a:lnTo>
                    <a:pt x="3190" y="398"/>
                  </a:lnTo>
                  <a:lnTo>
                    <a:pt x="3164" y="308"/>
                  </a:lnTo>
                  <a:lnTo>
                    <a:pt x="3113" y="218"/>
                  </a:lnTo>
                  <a:lnTo>
                    <a:pt x="3062" y="154"/>
                  </a:lnTo>
                  <a:lnTo>
                    <a:pt x="2985" y="90"/>
                  </a:lnTo>
                  <a:lnTo>
                    <a:pt x="2908" y="39"/>
                  </a:lnTo>
                  <a:lnTo>
                    <a:pt x="2806" y="14"/>
                  </a:lnTo>
                  <a:lnTo>
                    <a:pt x="271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37"/>
            <p:cNvSpPr/>
            <p:nvPr/>
          </p:nvSpPr>
          <p:spPr>
            <a:xfrm>
              <a:off x="2016250" y="986725"/>
              <a:ext cx="127150" cy="171025"/>
            </a:xfrm>
            <a:custGeom>
              <a:avLst/>
              <a:gdLst/>
              <a:ahLst/>
              <a:cxnLst/>
              <a:rect l="l" t="t" r="r" b="b"/>
              <a:pathLst>
                <a:path w="5086" h="6841" extrusionOk="0">
                  <a:moveTo>
                    <a:pt x="4611" y="1"/>
                  </a:moveTo>
                  <a:lnTo>
                    <a:pt x="4522" y="14"/>
                  </a:lnTo>
                  <a:lnTo>
                    <a:pt x="4432" y="39"/>
                  </a:lnTo>
                  <a:lnTo>
                    <a:pt x="4342" y="78"/>
                  </a:lnTo>
                  <a:lnTo>
                    <a:pt x="4278" y="129"/>
                  </a:lnTo>
                  <a:lnTo>
                    <a:pt x="4214" y="206"/>
                  </a:lnTo>
                  <a:lnTo>
                    <a:pt x="90" y="6085"/>
                  </a:lnTo>
                  <a:lnTo>
                    <a:pt x="39" y="6161"/>
                  </a:lnTo>
                  <a:lnTo>
                    <a:pt x="13" y="6251"/>
                  </a:lnTo>
                  <a:lnTo>
                    <a:pt x="0" y="6354"/>
                  </a:lnTo>
                  <a:lnTo>
                    <a:pt x="0" y="6443"/>
                  </a:lnTo>
                  <a:lnTo>
                    <a:pt x="26" y="6533"/>
                  </a:lnTo>
                  <a:lnTo>
                    <a:pt x="77" y="6610"/>
                  </a:lnTo>
                  <a:lnTo>
                    <a:pt x="128" y="6687"/>
                  </a:lnTo>
                  <a:lnTo>
                    <a:pt x="205" y="6751"/>
                  </a:lnTo>
                  <a:lnTo>
                    <a:pt x="269" y="6789"/>
                  </a:lnTo>
                  <a:lnTo>
                    <a:pt x="333" y="6827"/>
                  </a:lnTo>
                  <a:lnTo>
                    <a:pt x="410" y="6840"/>
                  </a:lnTo>
                  <a:lnTo>
                    <a:pt x="487" y="6840"/>
                  </a:lnTo>
                  <a:lnTo>
                    <a:pt x="590" y="6827"/>
                  </a:lnTo>
                  <a:lnTo>
                    <a:pt x="705" y="6789"/>
                  </a:lnTo>
                  <a:lnTo>
                    <a:pt x="795" y="6725"/>
                  </a:lnTo>
                  <a:lnTo>
                    <a:pt x="884" y="6635"/>
                  </a:lnTo>
                  <a:lnTo>
                    <a:pt x="5008" y="769"/>
                  </a:lnTo>
                  <a:lnTo>
                    <a:pt x="5047" y="680"/>
                  </a:lnTo>
                  <a:lnTo>
                    <a:pt x="5085" y="590"/>
                  </a:lnTo>
                  <a:lnTo>
                    <a:pt x="5085" y="500"/>
                  </a:lnTo>
                  <a:lnTo>
                    <a:pt x="5085" y="411"/>
                  </a:lnTo>
                  <a:lnTo>
                    <a:pt x="5060" y="321"/>
                  </a:lnTo>
                  <a:lnTo>
                    <a:pt x="5021" y="231"/>
                  </a:lnTo>
                  <a:lnTo>
                    <a:pt x="4957" y="155"/>
                  </a:lnTo>
                  <a:lnTo>
                    <a:pt x="4880" y="91"/>
                  </a:lnTo>
                  <a:lnTo>
                    <a:pt x="4803" y="39"/>
                  </a:lnTo>
                  <a:lnTo>
                    <a:pt x="4714" y="14"/>
                  </a:lnTo>
                  <a:lnTo>
                    <a:pt x="46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37"/>
            <p:cNvSpPr/>
            <p:nvPr/>
          </p:nvSpPr>
          <p:spPr>
            <a:xfrm>
              <a:off x="1636825" y="432475"/>
              <a:ext cx="325325" cy="175500"/>
            </a:xfrm>
            <a:custGeom>
              <a:avLst/>
              <a:gdLst/>
              <a:ahLst/>
              <a:cxnLst/>
              <a:rect l="l" t="t" r="r" b="b"/>
              <a:pathLst>
                <a:path w="13013" h="7020" extrusionOk="0">
                  <a:moveTo>
                    <a:pt x="487" y="0"/>
                  </a:moveTo>
                  <a:lnTo>
                    <a:pt x="397" y="13"/>
                  </a:lnTo>
                  <a:lnTo>
                    <a:pt x="308" y="39"/>
                  </a:lnTo>
                  <a:lnTo>
                    <a:pt x="218" y="77"/>
                  </a:lnTo>
                  <a:lnTo>
                    <a:pt x="154" y="141"/>
                  </a:lnTo>
                  <a:lnTo>
                    <a:pt x="90" y="218"/>
                  </a:lnTo>
                  <a:lnTo>
                    <a:pt x="39" y="295"/>
                  </a:lnTo>
                  <a:lnTo>
                    <a:pt x="13" y="385"/>
                  </a:lnTo>
                  <a:lnTo>
                    <a:pt x="0" y="487"/>
                  </a:lnTo>
                  <a:lnTo>
                    <a:pt x="0" y="6545"/>
                  </a:lnTo>
                  <a:lnTo>
                    <a:pt x="13" y="6635"/>
                  </a:lnTo>
                  <a:lnTo>
                    <a:pt x="39" y="6725"/>
                  </a:lnTo>
                  <a:lnTo>
                    <a:pt x="90" y="6814"/>
                  </a:lnTo>
                  <a:lnTo>
                    <a:pt x="154" y="6878"/>
                  </a:lnTo>
                  <a:lnTo>
                    <a:pt x="218" y="6942"/>
                  </a:lnTo>
                  <a:lnTo>
                    <a:pt x="308" y="6981"/>
                  </a:lnTo>
                  <a:lnTo>
                    <a:pt x="397" y="7019"/>
                  </a:lnTo>
                  <a:lnTo>
                    <a:pt x="12629" y="7019"/>
                  </a:lnTo>
                  <a:lnTo>
                    <a:pt x="12718" y="6981"/>
                  </a:lnTo>
                  <a:lnTo>
                    <a:pt x="12808" y="6942"/>
                  </a:lnTo>
                  <a:lnTo>
                    <a:pt x="12872" y="6878"/>
                  </a:lnTo>
                  <a:lnTo>
                    <a:pt x="12936" y="6814"/>
                  </a:lnTo>
                  <a:lnTo>
                    <a:pt x="12974" y="6725"/>
                  </a:lnTo>
                  <a:lnTo>
                    <a:pt x="13013" y="6635"/>
                  </a:lnTo>
                  <a:lnTo>
                    <a:pt x="13013" y="6545"/>
                  </a:lnTo>
                  <a:lnTo>
                    <a:pt x="13013" y="6443"/>
                  </a:lnTo>
                  <a:lnTo>
                    <a:pt x="12974" y="6353"/>
                  </a:lnTo>
                  <a:lnTo>
                    <a:pt x="12936" y="6263"/>
                  </a:lnTo>
                  <a:lnTo>
                    <a:pt x="12872" y="6199"/>
                  </a:lnTo>
                  <a:lnTo>
                    <a:pt x="12808" y="6135"/>
                  </a:lnTo>
                  <a:lnTo>
                    <a:pt x="12718" y="6097"/>
                  </a:lnTo>
                  <a:lnTo>
                    <a:pt x="12629" y="6059"/>
                  </a:lnTo>
                  <a:lnTo>
                    <a:pt x="974" y="6059"/>
                  </a:lnTo>
                  <a:lnTo>
                    <a:pt x="974" y="487"/>
                  </a:lnTo>
                  <a:lnTo>
                    <a:pt x="974" y="385"/>
                  </a:lnTo>
                  <a:lnTo>
                    <a:pt x="935" y="295"/>
                  </a:lnTo>
                  <a:lnTo>
                    <a:pt x="897" y="218"/>
                  </a:lnTo>
                  <a:lnTo>
                    <a:pt x="833" y="141"/>
                  </a:lnTo>
                  <a:lnTo>
                    <a:pt x="769" y="77"/>
                  </a:lnTo>
                  <a:lnTo>
                    <a:pt x="679" y="39"/>
                  </a:lnTo>
                  <a:lnTo>
                    <a:pt x="589" y="13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37"/>
            <p:cNvSpPr/>
            <p:nvPr/>
          </p:nvSpPr>
          <p:spPr>
            <a:xfrm>
              <a:off x="1382575" y="555100"/>
              <a:ext cx="204950" cy="139650"/>
            </a:xfrm>
            <a:custGeom>
              <a:avLst/>
              <a:gdLst/>
              <a:ahLst/>
              <a:cxnLst/>
              <a:rect l="l" t="t" r="r" b="b"/>
              <a:pathLst>
                <a:path w="8198" h="5586" extrusionOk="0">
                  <a:moveTo>
                    <a:pt x="449" y="1"/>
                  </a:moveTo>
                  <a:lnTo>
                    <a:pt x="359" y="14"/>
                  </a:lnTo>
                  <a:lnTo>
                    <a:pt x="270" y="52"/>
                  </a:lnTo>
                  <a:lnTo>
                    <a:pt x="180" y="103"/>
                  </a:lnTo>
                  <a:lnTo>
                    <a:pt x="116" y="180"/>
                  </a:lnTo>
                  <a:lnTo>
                    <a:pt x="52" y="257"/>
                  </a:lnTo>
                  <a:lnTo>
                    <a:pt x="13" y="334"/>
                  </a:lnTo>
                  <a:lnTo>
                    <a:pt x="1" y="436"/>
                  </a:lnTo>
                  <a:lnTo>
                    <a:pt x="1" y="526"/>
                  </a:lnTo>
                  <a:lnTo>
                    <a:pt x="13" y="616"/>
                  </a:lnTo>
                  <a:lnTo>
                    <a:pt x="52" y="705"/>
                  </a:lnTo>
                  <a:lnTo>
                    <a:pt x="103" y="795"/>
                  </a:lnTo>
                  <a:lnTo>
                    <a:pt x="3753" y="5406"/>
                  </a:lnTo>
                  <a:lnTo>
                    <a:pt x="3830" y="5483"/>
                  </a:lnTo>
                  <a:lnTo>
                    <a:pt x="3920" y="5534"/>
                  </a:lnTo>
                  <a:lnTo>
                    <a:pt x="4022" y="5572"/>
                  </a:lnTo>
                  <a:lnTo>
                    <a:pt x="4138" y="5585"/>
                  </a:lnTo>
                  <a:lnTo>
                    <a:pt x="7724" y="5585"/>
                  </a:lnTo>
                  <a:lnTo>
                    <a:pt x="7813" y="5572"/>
                  </a:lnTo>
                  <a:lnTo>
                    <a:pt x="7903" y="5547"/>
                  </a:lnTo>
                  <a:lnTo>
                    <a:pt x="7993" y="5508"/>
                  </a:lnTo>
                  <a:lnTo>
                    <a:pt x="8057" y="5444"/>
                  </a:lnTo>
                  <a:lnTo>
                    <a:pt x="8121" y="5367"/>
                  </a:lnTo>
                  <a:lnTo>
                    <a:pt x="8159" y="5290"/>
                  </a:lnTo>
                  <a:lnTo>
                    <a:pt x="8198" y="5201"/>
                  </a:lnTo>
                  <a:lnTo>
                    <a:pt x="8198" y="5098"/>
                  </a:lnTo>
                  <a:lnTo>
                    <a:pt x="8198" y="4996"/>
                  </a:lnTo>
                  <a:lnTo>
                    <a:pt x="8159" y="4906"/>
                  </a:lnTo>
                  <a:lnTo>
                    <a:pt x="8121" y="4829"/>
                  </a:lnTo>
                  <a:lnTo>
                    <a:pt x="8057" y="4753"/>
                  </a:lnTo>
                  <a:lnTo>
                    <a:pt x="7993" y="4701"/>
                  </a:lnTo>
                  <a:lnTo>
                    <a:pt x="7903" y="4650"/>
                  </a:lnTo>
                  <a:lnTo>
                    <a:pt x="7813" y="4624"/>
                  </a:lnTo>
                  <a:lnTo>
                    <a:pt x="7724" y="4612"/>
                  </a:lnTo>
                  <a:lnTo>
                    <a:pt x="4368" y="4612"/>
                  </a:lnTo>
                  <a:lnTo>
                    <a:pt x="859" y="180"/>
                  </a:lnTo>
                  <a:lnTo>
                    <a:pt x="795" y="116"/>
                  </a:lnTo>
                  <a:lnTo>
                    <a:pt x="718" y="65"/>
                  </a:lnTo>
                  <a:lnTo>
                    <a:pt x="628" y="26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37"/>
            <p:cNvSpPr/>
            <p:nvPr/>
          </p:nvSpPr>
          <p:spPr>
            <a:xfrm>
              <a:off x="1286200" y="717775"/>
              <a:ext cx="120425" cy="148600"/>
            </a:xfrm>
            <a:custGeom>
              <a:avLst/>
              <a:gdLst/>
              <a:ahLst/>
              <a:cxnLst/>
              <a:rect l="l" t="t" r="r" b="b"/>
              <a:pathLst>
                <a:path w="4817" h="5944" extrusionOk="0">
                  <a:moveTo>
                    <a:pt x="449" y="0"/>
                  </a:moveTo>
                  <a:lnTo>
                    <a:pt x="359" y="26"/>
                  </a:lnTo>
                  <a:lnTo>
                    <a:pt x="269" y="51"/>
                  </a:lnTo>
                  <a:lnTo>
                    <a:pt x="180" y="103"/>
                  </a:lnTo>
                  <a:lnTo>
                    <a:pt x="116" y="180"/>
                  </a:lnTo>
                  <a:lnTo>
                    <a:pt x="65" y="256"/>
                  </a:lnTo>
                  <a:lnTo>
                    <a:pt x="26" y="333"/>
                  </a:lnTo>
                  <a:lnTo>
                    <a:pt x="1" y="423"/>
                  </a:lnTo>
                  <a:lnTo>
                    <a:pt x="1" y="525"/>
                  </a:lnTo>
                  <a:lnTo>
                    <a:pt x="13" y="615"/>
                  </a:lnTo>
                  <a:lnTo>
                    <a:pt x="52" y="705"/>
                  </a:lnTo>
                  <a:lnTo>
                    <a:pt x="103" y="782"/>
                  </a:lnTo>
                  <a:lnTo>
                    <a:pt x="3958" y="5764"/>
                  </a:lnTo>
                  <a:lnTo>
                    <a:pt x="4035" y="5841"/>
                  </a:lnTo>
                  <a:lnTo>
                    <a:pt x="4125" y="5905"/>
                  </a:lnTo>
                  <a:lnTo>
                    <a:pt x="4227" y="5930"/>
                  </a:lnTo>
                  <a:lnTo>
                    <a:pt x="4342" y="5943"/>
                  </a:lnTo>
                  <a:lnTo>
                    <a:pt x="4419" y="5943"/>
                  </a:lnTo>
                  <a:lnTo>
                    <a:pt x="4496" y="5917"/>
                  </a:lnTo>
                  <a:lnTo>
                    <a:pt x="4560" y="5892"/>
                  </a:lnTo>
                  <a:lnTo>
                    <a:pt x="4637" y="5841"/>
                  </a:lnTo>
                  <a:lnTo>
                    <a:pt x="4701" y="5777"/>
                  </a:lnTo>
                  <a:lnTo>
                    <a:pt x="4765" y="5700"/>
                  </a:lnTo>
                  <a:lnTo>
                    <a:pt x="4803" y="5610"/>
                  </a:lnTo>
                  <a:lnTo>
                    <a:pt x="4816" y="5520"/>
                  </a:lnTo>
                  <a:lnTo>
                    <a:pt x="4816" y="5431"/>
                  </a:lnTo>
                  <a:lnTo>
                    <a:pt x="4803" y="5341"/>
                  </a:lnTo>
                  <a:lnTo>
                    <a:pt x="4778" y="5251"/>
                  </a:lnTo>
                  <a:lnTo>
                    <a:pt x="4727" y="5162"/>
                  </a:lnTo>
                  <a:lnTo>
                    <a:pt x="871" y="192"/>
                  </a:lnTo>
                  <a:lnTo>
                    <a:pt x="795" y="116"/>
                  </a:lnTo>
                  <a:lnTo>
                    <a:pt x="718" y="64"/>
                  </a:lnTo>
                  <a:lnTo>
                    <a:pt x="628" y="26"/>
                  </a:lnTo>
                  <a:lnTo>
                    <a:pt x="538" y="1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37"/>
            <p:cNvSpPr/>
            <p:nvPr/>
          </p:nvSpPr>
          <p:spPr>
            <a:xfrm>
              <a:off x="1684200" y="1149400"/>
              <a:ext cx="111125" cy="186375"/>
            </a:xfrm>
            <a:custGeom>
              <a:avLst/>
              <a:gdLst/>
              <a:ahLst/>
              <a:cxnLst/>
              <a:rect l="l" t="t" r="r" b="b"/>
              <a:pathLst>
                <a:path w="4445" h="7455" extrusionOk="0">
                  <a:moveTo>
                    <a:pt x="436" y="0"/>
                  </a:moveTo>
                  <a:lnTo>
                    <a:pt x="346" y="13"/>
                  </a:lnTo>
                  <a:lnTo>
                    <a:pt x="257" y="52"/>
                  </a:lnTo>
                  <a:lnTo>
                    <a:pt x="167" y="116"/>
                  </a:lnTo>
                  <a:lnTo>
                    <a:pt x="103" y="180"/>
                  </a:lnTo>
                  <a:lnTo>
                    <a:pt x="52" y="256"/>
                  </a:lnTo>
                  <a:lnTo>
                    <a:pt x="13" y="346"/>
                  </a:lnTo>
                  <a:lnTo>
                    <a:pt x="1" y="436"/>
                  </a:lnTo>
                  <a:lnTo>
                    <a:pt x="1" y="525"/>
                  </a:lnTo>
                  <a:lnTo>
                    <a:pt x="13" y="628"/>
                  </a:lnTo>
                  <a:lnTo>
                    <a:pt x="52" y="718"/>
                  </a:lnTo>
                  <a:lnTo>
                    <a:pt x="3536" y="7198"/>
                  </a:lnTo>
                  <a:lnTo>
                    <a:pt x="3574" y="7250"/>
                  </a:lnTo>
                  <a:lnTo>
                    <a:pt x="3612" y="7301"/>
                  </a:lnTo>
                  <a:lnTo>
                    <a:pt x="3664" y="7352"/>
                  </a:lnTo>
                  <a:lnTo>
                    <a:pt x="3715" y="7390"/>
                  </a:lnTo>
                  <a:lnTo>
                    <a:pt x="3779" y="7416"/>
                  </a:lnTo>
                  <a:lnTo>
                    <a:pt x="3830" y="7442"/>
                  </a:lnTo>
                  <a:lnTo>
                    <a:pt x="3894" y="7454"/>
                  </a:lnTo>
                  <a:lnTo>
                    <a:pt x="3958" y="7454"/>
                  </a:lnTo>
                  <a:lnTo>
                    <a:pt x="4086" y="7442"/>
                  </a:lnTo>
                  <a:lnTo>
                    <a:pt x="4189" y="7390"/>
                  </a:lnTo>
                  <a:lnTo>
                    <a:pt x="4278" y="7339"/>
                  </a:lnTo>
                  <a:lnTo>
                    <a:pt x="4343" y="7275"/>
                  </a:lnTo>
                  <a:lnTo>
                    <a:pt x="4394" y="7198"/>
                  </a:lnTo>
                  <a:lnTo>
                    <a:pt x="4432" y="7109"/>
                  </a:lnTo>
                  <a:lnTo>
                    <a:pt x="4445" y="7019"/>
                  </a:lnTo>
                  <a:lnTo>
                    <a:pt x="4445" y="6917"/>
                  </a:lnTo>
                  <a:lnTo>
                    <a:pt x="4432" y="6827"/>
                  </a:lnTo>
                  <a:lnTo>
                    <a:pt x="4394" y="6737"/>
                  </a:lnTo>
                  <a:lnTo>
                    <a:pt x="910" y="256"/>
                  </a:lnTo>
                  <a:lnTo>
                    <a:pt x="859" y="167"/>
                  </a:lnTo>
                  <a:lnTo>
                    <a:pt x="795" y="103"/>
                  </a:lnTo>
                  <a:lnTo>
                    <a:pt x="705" y="52"/>
                  </a:lnTo>
                  <a:lnTo>
                    <a:pt x="628" y="13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37"/>
            <p:cNvSpPr/>
            <p:nvPr/>
          </p:nvSpPr>
          <p:spPr>
            <a:xfrm>
              <a:off x="1399875" y="986725"/>
              <a:ext cx="244650" cy="379150"/>
            </a:xfrm>
            <a:custGeom>
              <a:avLst/>
              <a:gdLst/>
              <a:ahLst/>
              <a:cxnLst/>
              <a:rect l="l" t="t" r="r" b="b"/>
              <a:pathLst>
                <a:path w="9786" h="15166" extrusionOk="0">
                  <a:moveTo>
                    <a:pt x="487" y="1"/>
                  </a:moveTo>
                  <a:lnTo>
                    <a:pt x="385" y="14"/>
                  </a:lnTo>
                  <a:lnTo>
                    <a:pt x="295" y="39"/>
                  </a:lnTo>
                  <a:lnTo>
                    <a:pt x="218" y="91"/>
                  </a:lnTo>
                  <a:lnTo>
                    <a:pt x="141" y="142"/>
                  </a:lnTo>
                  <a:lnTo>
                    <a:pt x="90" y="219"/>
                  </a:lnTo>
                  <a:lnTo>
                    <a:pt x="39" y="295"/>
                  </a:lnTo>
                  <a:lnTo>
                    <a:pt x="13" y="385"/>
                  </a:lnTo>
                  <a:lnTo>
                    <a:pt x="0" y="488"/>
                  </a:lnTo>
                  <a:lnTo>
                    <a:pt x="0" y="6354"/>
                  </a:lnTo>
                  <a:lnTo>
                    <a:pt x="13" y="6456"/>
                  </a:lnTo>
                  <a:lnTo>
                    <a:pt x="39" y="6546"/>
                  </a:lnTo>
                  <a:lnTo>
                    <a:pt x="90" y="6635"/>
                  </a:lnTo>
                  <a:lnTo>
                    <a:pt x="141" y="6699"/>
                  </a:lnTo>
                  <a:lnTo>
                    <a:pt x="218" y="6763"/>
                  </a:lnTo>
                  <a:lnTo>
                    <a:pt x="295" y="6802"/>
                  </a:lnTo>
                  <a:lnTo>
                    <a:pt x="385" y="6827"/>
                  </a:lnTo>
                  <a:lnTo>
                    <a:pt x="487" y="6840"/>
                  </a:lnTo>
                  <a:lnTo>
                    <a:pt x="4829" y="6840"/>
                  </a:lnTo>
                  <a:lnTo>
                    <a:pt x="8863" y="14896"/>
                  </a:lnTo>
                  <a:lnTo>
                    <a:pt x="8902" y="14960"/>
                  </a:lnTo>
                  <a:lnTo>
                    <a:pt x="8940" y="15012"/>
                  </a:lnTo>
                  <a:lnTo>
                    <a:pt x="8991" y="15063"/>
                  </a:lnTo>
                  <a:lnTo>
                    <a:pt x="9043" y="15101"/>
                  </a:lnTo>
                  <a:lnTo>
                    <a:pt x="9107" y="15127"/>
                  </a:lnTo>
                  <a:lnTo>
                    <a:pt x="9171" y="15153"/>
                  </a:lnTo>
                  <a:lnTo>
                    <a:pt x="9235" y="15165"/>
                  </a:lnTo>
                  <a:lnTo>
                    <a:pt x="9299" y="15165"/>
                  </a:lnTo>
                  <a:lnTo>
                    <a:pt x="9414" y="15153"/>
                  </a:lnTo>
                  <a:lnTo>
                    <a:pt x="9517" y="15114"/>
                  </a:lnTo>
                  <a:lnTo>
                    <a:pt x="9593" y="15063"/>
                  </a:lnTo>
                  <a:lnTo>
                    <a:pt x="9670" y="14999"/>
                  </a:lnTo>
                  <a:lnTo>
                    <a:pt x="9721" y="14922"/>
                  </a:lnTo>
                  <a:lnTo>
                    <a:pt x="9760" y="14832"/>
                  </a:lnTo>
                  <a:lnTo>
                    <a:pt x="9786" y="14743"/>
                  </a:lnTo>
                  <a:lnTo>
                    <a:pt x="9786" y="14653"/>
                  </a:lnTo>
                  <a:lnTo>
                    <a:pt x="9773" y="14551"/>
                  </a:lnTo>
                  <a:lnTo>
                    <a:pt x="9734" y="14461"/>
                  </a:lnTo>
                  <a:lnTo>
                    <a:pt x="5559" y="6136"/>
                  </a:lnTo>
                  <a:lnTo>
                    <a:pt x="5533" y="6085"/>
                  </a:lnTo>
                  <a:lnTo>
                    <a:pt x="5482" y="6033"/>
                  </a:lnTo>
                  <a:lnTo>
                    <a:pt x="5431" y="5982"/>
                  </a:lnTo>
                  <a:lnTo>
                    <a:pt x="5380" y="5944"/>
                  </a:lnTo>
                  <a:lnTo>
                    <a:pt x="5328" y="5918"/>
                  </a:lnTo>
                  <a:lnTo>
                    <a:pt x="5264" y="5892"/>
                  </a:lnTo>
                  <a:lnTo>
                    <a:pt x="5200" y="5880"/>
                  </a:lnTo>
                  <a:lnTo>
                    <a:pt x="5123" y="5867"/>
                  </a:lnTo>
                  <a:lnTo>
                    <a:pt x="974" y="5867"/>
                  </a:lnTo>
                  <a:lnTo>
                    <a:pt x="974" y="488"/>
                  </a:lnTo>
                  <a:lnTo>
                    <a:pt x="961" y="385"/>
                  </a:lnTo>
                  <a:lnTo>
                    <a:pt x="935" y="295"/>
                  </a:lnTo>
                  <a:lnTo>
                    <a:pt x="897" y="219"/>
                  </a:lnTo>
                  <a:lnTo>
                    <a:pt x="833" y="142"/>
                  </a:lnTo>
                  <a:lnTo>
                    <a:pt x="756" y="91"/>
                  </a:lnTo>
                  <a:lnTo>
                    <a:pt x="679" y="39"/>
                  </a:lnTo>
                  <a:lnTo>
                    <a:pt x="589" y="14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37"/>
            <p:cNvSpPr/>
            <p:nvPr/>
          </p:nvSpPr>
          <p:spPr>
            <a:xfrm>
              <a:off x="1920500" y="1064550"/>
              <a:ext cx="24375" cy="166850"/>
            </a:xfrm>
            <a:custGeom>
              <a:avLst/>
              <a:gdLst/>
              <a:ahLst/>
              <a:cxnLst/>
              <a:rect l="l" t="t" r="r" b="b"/>
              <a:pathLst>
                <a:path w="975" h="6674" extrusionOk="0">
                  <a:moveTo>
                    <a:pt x="488" y="0"/>
                  </a:moveTo>
                  <a:lnTo>
                    <a:pt x="385" y="13"/>
                  </a:lnTo>
                  <a:lnTo>
                    <a:pt x="295" y="39"/>
                  </a:lnTo>
                  <a:lnTo>
                    <a:pt x="219" y="90"/>
                  </a:lnTo>
                  <a:lnTo>
                    <a:pt x="142" y="141"/>
                  </a:lnTo>
                  <a:lnTo>
                    <a:pt x="91" y="218"/>
                  </a:lnTo>
                  <a:lnTo>
                    <a:pt x="39" y="295"/>
                  </a:lnTo>
                  <a:lnTo>
                    <a:pt x="14" y="384"/>
                  </a:lnTo>
                  <a:lnTo>
                    <a:pt x="1" y="487"/>
                  </a:lnTo>
                  <a:lnTo>
                    <a:pt x="1" y="6186"/>
                  </a:lnTo>
                  <a:lnTo>
                    <a:pt x="14" y="6289"/>
                  </a:lnTo>
                  <a:lnTo>
                    <a:pt x="39" y="6379"/>
                  </a:lnTo>
                  <a:lnTo>
                    <a:pt x="91" y="6468"/>
                  </a:lnTo>
                  <a:lnTo>
                    <a:pt x="142" y="6532"/>
                  </a:lnTo>
                  <a:lnTo>
                    <a:pt x="219" y="6596"/>
                  </a:lnTo>
                  <a:lnTo>
                    <a:pt x="295" y="6635"/>
                  </a:lnTo>
                  <a:lnTo>
                    <a:pt x="385" y="6673"/>
                  </a:lnTo>
                  <a:lnTo>
                    <a:pt x="590" y="6673"/>
                  </a:lnTo>
                  <a:lnTo>
                    <a:pt x="680" y="6635"/>
                  </a:lnTo>
                  <a:lnTo>
                    <a:pt x="757" y="6596"/>
                  </a:lnTo>
                  <a:lnTo>
                    <a:pt x="833" y="6532"/>
                  </a:lnTo>
                  <a:lnTo>
                    <a:pt x="897" y="6468"/>
                  </a:lnTo>
                  <a:lnTo>
                    <a:pt x="936" y="6379"/>
                  </a:lnTo>
                  <a:lnTo>
                    <a:pt x="961" y="6289"/>
                  </a:lnTo>
                  <a:lnTo>
                    <a:pt x="974" y="6186"/>
                  </a:lnTo>
                  <a:lnTo>
                    <a:pt x="974" y="487"/>
                  </a:lnTo>
                  <a:lnTo>
                    <a:pt x="961" y="384"/>
                  </a:lnTo>
                  <a:lnTo>
                    <a:pt x="936" y="295"/>
                  </a:lnTo>
                  <a:lnTo>
                    <a:pt x="897" y="218"/>
                  </a:lnTo>
                  <a:lnTo>
                    <a:pt x="833" y="141"/>
                  </a:lnTo>
                  <a:lnTo>
                    <a:pt x="757" y="90"/>
                  </a:lnTo>
                  <a:lnTo>
                    <a:pt x="680" y="39"/>
                  </a:lnTo>
                  <a:lnTo>
                    <a:pt x="590" y="13"/>
                  </a:lnTo>
                  <a:lnTo>
                    <a:pt x="48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37"/>
            <p:cNvSpPr/>
            <p:nvPr/>
          </p:nvSpPr>
          <p:spPr>
            <a:xfrm>
              <a:off x="1386100" y="972975"/>
              <a:ext cx="51900" cy="51900"/>
            </a:xfrm>
            <a:custGeom>
              <a:avLst/>
              <a:gdLst/>
              <a:ahLst/>
              <a:cxnLst/>
              <a:rect l="l" t="t" r="r" b="b"/>
              <a:pathLst>
                <a:path w="2076" h="2076" extrusionOk="0">
                  <a:moveTo>
                    <a:pt x="936" y="0"/>
                  </a:moveTo>
                  <a:lnTo>
                    <a:pt x="833" y="26"/>
                  </a:lnTo>
                  <a:lnTo>
                    <a:pt x="731" y="51"/>
                  </a:lnTo>
                  <a:lnTo>
                    <a:pt x="628" y="77"/>
                  </a:lnTo>
                  <a:lnTo>
                    <a:pt x="538" y="128"/>
                  </a:lnTo>
                  <a:lnTo>
                    <a:pt x="462" y="179"/>
                  </a:lnTo>
                  <a:lnTo>
                    <a:pt x="372" y="231"/>
                  </a:lnTo>
                  <a:lnTo>
                    <a:pt x="308" y="308"/>
                  </a:lnTo>
                  <a:lnTo>
                    <a:pt x="231" y="372"/>
                  </a:lnTo>
                  <a:lnTo>
                    <a:pt x="180" y="461"/>
                  </a:lnTo>
                  <a:lnTo>
                    <a:pt x="129" y="538"/>
                  </a:lnTo>
                  <a:lnTo>
                    <a:pt x="77" y="628"/>
                  </a:lnTo>
                  <a:lnTo>
                    <a:pt x="52" y="730"/>
                  </a:lnTo>
                  <a:lnTo>
                    <a:pt x="26" y="833"/>
                  </a:lnTo>
                  <a:lnTo>
                    <a:pt x="1" y="935"/>
                  </a:lnTo>
                  <a:lnTo>
                    <a:pt x="1" y="1038"/>
                  </a:lnTo>
                  <a:lnTo>
                    <a:pt x="1" y="1140"/>
                  </a:lnTo>
                  <a:lnTo>
                    <a:pt x="26" y="1242"/>
                  </a:lnTo>
                  <a:lnTo>
                    <a:pt x="52" y="1345"/>
                  </a:lnTo>
                  <a:lnTo>
                    <a:pt x="77" y="1447"/>
                  </a:lnTo>
                  <a:lnTo>
                    <a:pt x="129" y="1537"/>
                  </a:lnTo>
                  <a:lnTo>
                    <a:pt x="180" y="1614"/>
                  </a:lnTo>
                  <a:lnTo>
                    <a:pt x="231" y="1704"/>
                  </a:lnTo>
                  <a:lnTo>
                    <a:pt x="308" y="1768"/>
                  </a:lnTo>
                  <a:lnTo>
                    <a:pt x="372" y="1844"/>
                  </a:lnTo>
                  <a:lnTo>
                    <a:pt x="462" y="1896"/>
                  </a:lnTo>
                  <a:lnTo>
                    <a:pt x="538" y="1947"/>
                  </a:lnTo>
                  <a:lnTo>
                    <a:pt x="628" y="1998"/>
                  </a:lnTo>
                  <a:lnTo>
                    <a:pt x="731" y="2037"/>
                  </a:lnTo>
                  <a:lnTo>
                    <a:pt x="833" y="2062"/>
                  </a:lnTo>
                  <a:lnTo>
                    <a:pt x="936" y="2075"/>
                  </a:lnTo>
                  <a:lnTo>
                    <a:pt x="1140" y="2075"/>
                  </a:lnTo>
                  <a:lnTo>
                    <a:pt x="1243" y="2062"/>
                  </a:lnTo>
                  <a:lnTo>
                    <a:pt x="1345" y="2037"/>
                  </a:lnTo>
                  <a:lnTo>
                    <a:pt x="1448" y="1998"/>
                  </a:lnTo>
                  <a:lnTo>
                    <a:pt x="1538" y="1947"/>
                  </a:lnTo>
                  <a:lnTo>
                    <a:pt x="1614" y="1896"/>
                  </a:lnTo>
                  <a:lnTo>
                    <a:pt x="1704" y="1844"/>
                  </a:lnTo>
                  <a:lnTo>
                    <a:pt x="1781" y="1768"/>
                  </a:lnTo>
                  <a:lnTo>
                    <a:pt x="1845" y="1704"/>
                  </a:lnTo>
                  <a:lnTo>
                    <a:pt x="1896" y="1614"/>
                  </a:lnTo>
                  <a:lnTo>
                    <a:pt x="1947" y="1537"/>
                  </a:lnTo>
                  <a:lnTo>
                    <a:pt x="1999" y="1447"/>
                  </a:lnTo>
                  <a:lnTo>
                    <a:pt x="2037" y="1345"/>
                  </a:lnTo>
                  <a:lnTo>
                    <a:pt x="2063" y="1242"/>
                  </a:lnTo>
                  <a:lnTo>
                    <a:pt x="2075" y="1140"/>
                  </a:lnTo>
                  <a:lnTo>
                    <a:pt x="2075" y="1038"/>
                  </a:lnTo>
                  <a:lnTo>
                    <a:pt x="2075" y="935"/>
                  </a:lnTo>
                  <a:lnTo>
                    <a:pt x="2063" y="833"/>
                  </a:lnTo>
                  <a:lnTo>
                    <a:pt x="2037" y="730"/>
                  </a:lnTo>
                  <a:lnTo>
                    <a:pt x="1999" y="628"/>
                  </a:lnTo>
                  <a:lnTo>
                    <a:pt x="1947" y="538"/>
                  </a:lnTo>
                  <a:lnTo>
                    <a:pt x="1896" y="461"/>
                  </a:lnTo>
                  <a:lnTo>
                    <a:pt x="1845" y="372"/>
                  </a:lnTo>
                  <a:lnTo>
                    <a:pt x="1781" y="308"/>
                  </a:lnTo>
                  <a:lnTo>
                    <a:pt x="1704" y="231"/>
                  </a:lnTo>
                  <a:lnTo>
                    <a:pt x="1614" y="179"/>
                  </a:lnTo>
                  <a:lnTo>
                    <a:pt x="1538" y="128"/>
                  </a:lnTo>
                  <a:lnTo>
                    <a:pt x="1448" y="77"/>
                  </a:lnTo>
                  <a:lnTo>
                    <a:pt x="1345" y="51"/>
                  </a:lnTo>
                  <a:lnTo>
                    <a:pt x="1243" y="26"/>
                  </a:lnTo>
                  <a:lnTo>
                    <a:pt x="11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37"/>
            <p:cNvSpPr/>
            <p:nvPr/>
          </p:nvSpPr>
          <p:spPr>
            <a:xfrm>
              <a:off x="1360175" y="818625"/>
              <a:ext cx="51875" cy="52225"/>
            </a:xfrm>
            <a:custGeom>
              <a:avLst/>
              <a:gdLst/>
              <a:ahLst/>
              <a:cxnLst/>
              <a:rect l="l" t="t" r="r" b="b"/>
              <a:pathLst>
                <a:path w="2075" h="2089" extrusionOk="0">
                  <a:moveTo>
                    <a:pt x="1038" y="1"/>
                  </a:moveTo>
                  <a:lnTo>
                    <a:pt x="935" y="14"/>
                  </a:lnTo>
                  <a:lnTo>
                    <a:pt x="833" y="26"/>
                  </a:lnTo>
                  <a:lnTo>
                    <a:pt x="730" y="52"/>
                  </a:lnTo>
                  <a:lnTo>
                    <a:pt x="628" y="90"/>
                  </a:lnTo>
                  <a:lnTo>
                    <a:pt x="538" y="129"/>
                  </a:lnTo>
                  <a:lnTo>
                    <a:pt x="448" y="180"/>
                  </a:lnTo>
                  <a:lnTo>
                    <a:pt x="372" y="244"/>
                  </a:lnTo>
                  <a:lnTo>
                    <a:pt x="295" y="308"/>
                  </a:lnTo>
                  <a:lnTo>
                    <a:pt x="231" y="385"/>
                  </a:lnTo>
                  <a:lnTo>
                    <a:pt x="179" y="462"/>
                  </a:lnTo>
                  <a:lnTo>
                    <a:pt x="128" y="551"/>
                  </a:lnTo>
                  <a:lnTo>
                    <a:pt x="77" y="641"/>
                  </a:lnTo>
                  <a:lnTo>
                    <a:pt x="39" y="731"/>
                  </a:lnTo>
                  <a:lnTo>
                    <a:pt x="13" y="833"/>
                  </a:lnTo>
                  <a:lnTo>
                    <a:pt x="0" y="936"/>
                  </a:lnTo>
                  <a:lnTo>
                    <a:pt x="0" y="1038"/>
                  </a:lnTo>
                  <a:lnTo>
                    <a:pt x="0" y="1153"/>
                  </a:lnTo>
                  <a:lnTo>
                    <a:pt x="13" y="1256"/>
                  </a:lnTo>
                  <a:lnTo>
                    <a:pt x="39" y="1358"/>
                  </a:lnTo>
                  <a:lnTo>
                    <a:pt x="77" y="1448"/>
                  </a:lnTo>
                  <a:lnTo>
                    <a:pt x="128" y="1538"/>
                  </a:lnTo>
                  <a:lnTo>
                    <a:pt x="179" y="1627"/>
                  </a:lnTo>
                  <a:lnTo>
                    <a:pt x="231" y="1704"/>
                  </a:lnTo>
                  <a:lnTo>
                    <a:pt x="295" y="1781"/>
                  </a:lnTo>
                  <a:lnTo>
                    <a:pt x="372" y="1845"/>
                  </a:lnTo>
                  <a:lnTo>
                    <a:pt x="448" y="1909"/>
                  </a:lnTo>
                  <a:lnTo>
                    <a:pt x="538" y="1960"/>
                  </a:lnTo>
                  <a:lnTo>
                    <a:pt x="628" y="1999"/>
                  </a:lnTo>
                  <a:lnTo>
                    <a:pt x="730" y="2037"/>
                  </a:lnTo>
                  <a:lnTo>
                    <a:pt x="833" y="2063"/>
                  </a:lnTo>
                  <a:lnTo>
                    <a:pt x="935" y="2076"/>
                  </a:lnTo>
                  <a:lnTo>
                    <a:pt x="1038" y="2088"/>
                  </a:lnTo>
                  <a:lnTo>
                    <a:pt x="1140" y="2076"/>
                  </a:lnTo>
                  <a:lnTo>
                    <a:pt x="1242" y="2063"/>
                  </a:lnTo>
                  <a:lnTo>
                    <a:pt x="1345" y="2037"/>
                  </a:lnTo>
                  <a:lnTo>
                    <a:pt x="1447" y="1999"/>
                  </a:lnTo>
                  <a:lnTo>
                    <a:pt x="1537" y="1960"/>
                  </a:lnTo>
                  <a:lnTo>
                    <a:pt x="1614" y="1909"/>
                  </a:lnTo>
                  <a:lnTo>
                    <a:pt x="1704" y="1845"/>
                  </a:lnTo>
                  <a:lnTo>
                    <a:pt x="1768" y="1781"/>
                  </a:lnTo>
                  <a:lnTo>
                    <a:pt x="1844" y="1704"/>
                  </a:lnTo>
                  <a:lnTo>
                    <a:pt x="1896" y="1627"/>
                  </a:lnTo>
                  <a:lnTo>
                    <a:pt x="1947" y="1538"/>
                  </a:lnTo>
                  <a:lnTo>
                    <a:pt x="1998" y="1448"/>
                  </a:lnTo>
                  <a:lnTo>
                    <a:pt x="2024" y="1358"/>
                  </a:lnTo>
                  <a:lnTo>
                    <a:pt x="2049" y="1256"/>
                  </a:lnTo>
                  <a:lnTo>
                    <a:pt x="2075" y="1153"/>
                  </a:lnTo>
                  <a:lnTo>
                    <a:pt x="2075" y="1038"/>
                  </a:lnTo>
                  <a:lnTo>
                    <a:pt x="2075" y="936"/>
                  </a:lnTo>
                  <a:lnTo>
                    <a:pt x="2049" y="833"/>
                  </a:lnTo>
                  <a:lnTo>
                    <a:pt x="2024" y="731"/>
                  </a:lnTo>
                  <a:lnTo>
                    <a:pt x="1998" y="641"/>
                  </a:lnTo>
                  <a:lnTo>
                    <a:pt x="1947" y="551"/>
                  </a:lnTo>
                  <a:lnTo>
                    <a:pt x="1896" y="462"/>
                  </a:lnTo>
                  <a:lnTo>
                    <a:pt x="1844" y="385"/>
                  </a:lnTo>
                  <a:lnTo>
                    <a:pt x="1768" y="308"/>
                  </a:lnTo>
                  <a:lnTo>
                    <a:pt x="1704" y="244"/>
                  </a:lnTo>
                  <a:lnTo>
                    <a:pt x="1614" y="180"/>
                  </a:lnTo>
                  <a:lnTo>
                    <a:pt x="1537" y="129"/>
                  </a:lnTo>
                  <a:lnTo>
                    <a:pt x="1447" y="90"/>
                  </a:lnTo>
                  <a:lnTo>
                    <a:pt x="1345" y="52"/>
                  </a:lnTo>
                  <a:lnTo>
                    <a:pt x="1242" y="26"/>
                  </a:lnTo>
                  <a:lnTo>
                    <a:pt x="1140" y="14"/>
                  </a:lnTo>
                  <a:lnTo>
                    <a:pt x="10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37"/>
            <p:cNvSpPr/>
            <p:nvPr/>
          </p:nvSpPr>
          <p:spPr>
            <a:xfrm>
              <a:off x="1549400" y="656600"/>
              <a:ext cx="52225" cy="51900"/>
            </a:xfrm>
            <a:custGeom>
              <a:avLst/>
              <a:gdLst/>
              <a:ahLst/>
              <a:cxnLst/>
              <a:rect l="l" t="t" r="r" b="b"/>
              <a:pathLst>
                <a:path w="2089" h="2076" extrusionOk="0">
                  <a:moveTo>
                    <a:pt x="936" y="1"/>
                  </a:moveTo>
                  <a:lnTo>
                    <a:pt x="833" y="27"/>
                  </a:lnTo>
                  <a:lnTo>
                    <a:pt x="731" y="52"/>
                  </a:lnTo>
                  <a:lnTo>
                    <a:pt x="641" y="78"/>
                  </a:lnTo>
                  <a:lnTo>
                    <a:pt x="551" y="129"/>
                  </a:lnTo>
                  <a:lnTo>
                    <a:pt x="462" y="180"/>
                  </a:lnTo>
                  <a:lnTo>
                    <a:pt x="385" y="231"/>
                  </a:lnTo>
                  <a:lnTo>
                    <a:pt x="308" y="308"/>
                  </a:lnTo>
                  <a:lnTo>
                    <a:pt x="244" y="372"/>
                  </a:lnTo>
                  <a:lnTo>
                    <a:pt x="180" y="462"/>
                  </a:lnTo>
                  <a:lnTo>
                    <a:pt x="129" y="539"/>
                  </a:lnTo>
                  <a:lnTo>
                    <a:pt x="90" y="641"/>
                  </a:lnTo>
                  <a:lnTo>
                    <a:pt x="52" y="731"/>
                  </a:lnTo>
                  <a:lnTo>
                    <a:pt x="26" y="833"/>
                  </a:lnTo>
                  <a:lnTo>
                    <a:pt x="13" y="936"/>
                  </a:lnTo>
                  <a:lnTo>
                    <a:pt x="1" y="1038"/>
                  </a:lnTo>
                  <a:lnTo>
                    <a:pt x="13" y="1141"/>
                  </a:lnTo>
                  <a:lnTo>
                    <a:pt x="26" y="1243"/>
                  </a:lnTo>
                  <a:lnTo>
                    <a:pt x="52" y="1346"/>
                  </a:lnTo>
                  <a:lnTo>
                    <a:pt x="90" y="1448"/>
                  </a:lnTo>
                  <a:lnTo>
                    <a:pt x="129" y="1538"/>
                  </a:lnTo>
                  <a:lnTo>
                    <a:pt x="180" y="1628"/>
                  </a:lnTo>
                  <a:lnTo>
                    <a:pt x="244" y="1704"/>
                  </a:lnTo>
                  <a:lnTo>
                    <a:pt x="308" y="1781"/>
                  </a:lnTo>
                  <a:lnTo>
                    <a:pt x="385" y="1845"/>
                  </a:lnTo>
                  <a:lnTo>
                    <a:pt x="462" y="1896"/>
                  </a:lnTo>
                  <a:lnTo>
                    <a:pt x="551" y="1961"/>
                  </a:lnTo>
                  <a:lnTo>
                    <a:pt x="641" y="1999"/>
                  </a:lnTo>
                  <a:lnTo>
                    <a:pt x="731" y="2037"/>
                  </a:lnTo>
                  <a:lnTo>
                    <a:pt x="833" y="2063"/>
                  </a:lnTo>
                  <a:lnTo>
                    <a:pt x="936" y="2076"/>
                  </a:lnTo>
                  <a:lnTo>
                    <a:pt x="1153" y="2076"/>
                  </a:lnTo>
                  <a:lnTo>
                    <a:pt x="1256" y="2063"/>
                  </a:lnTo>
                  <a:lnTo>
                    <a:pt x="1358" y="2037"/>
                  </a:lnTo>
                  <a:lnTo>
                    <a:pt x="1448" y="1999"/>
                  </a:lnTo>
                  <a:lnTo>
                    <a:pt x="1538" y="1961"/>
                  </a:lnTo>
                  <a:lnTo>
                    <a:pt x="1627" y="1896"/>
                  </a:lnTo>
                  <a:lnTo>
                    <a:pt x="1704" y="1845"/>
                  </a:lnTo>
                  <a:lnTo>
                    <a:pt x="1781" y="1781"/>
                  </a:lnTo>
                  <a:lnTo>
                    <a:pt x="1845" y="1704"/>
                  </a:lnTo>
                  <a:lnTo>
                    <a:pt x="1909" y="1628"/>
                  </a:lnTo>
                  <a:lnTo>
                    <a:pt x="1960" y="1538"/>
                  </a:lnTo>
                  <a:lnTo>
                    <a:pt x="1999" y="1448"/>
                  </a:lnTo>
                  <a:lnTo>
                    <a:pt x="2037" y="1346"/>
                  </a:lnTo>
                  <a:lnTo>
                    <a:pt x="2063" y="1243"/>
                  </a:lnTo>
                  <a:lnTo>
                    <a:pt x="2075" y="1141"/>
                  </a:lnTo>
                  <a:lnTo>
                    <a:pt x="2088" y="1038"/>
                  </a:lnTo>
                  <a:lnTo>
                    <a:pt x="2075" y="936"/>
                  </a:lnTo>
                  <a:lnTo>
                    <a:pt x="2063" y="833"/>
                  </a:lnTo>
                  <a:lnTo>
                    <a:pt x="2037" y="731"/>
                  </a:lnTo>
                  <a:lnTo>
                    <a:pt x="1999" y="641"/>
                  </a:lnTo>
                  <a:lnTo>
                    <a:pt x="1960" y="539"/>
                  </a:lnTo>
                  <a:lnTo>
                    <a:pt x="1909" y="462"/>
                  </a:lnTo>
                  <a:lnTo>
                    <a:pt x="1845" y="372"/>
                  </a:lnTo>
                  <a:lnTo>
                    <a:pt x="1781" y="308"/>
                  </a:lnTo>
                  <a:lnTo>
                    <a:pt x="1704" y="231"/>
                  </a:lnTo>
                  <a:lnTo>
                    <a:pt x="1627" y="180"/>
                  </a:lnTo>
                  <a:lnTo>
                    <a:pt x="1538" y="129"/>
                  </a:lnTo>
                  <a:lnTo>
                    <a:pt x="1448" y="78"/>
                  </a:lnTo>
                  <a:lnTo>
                    <a:pt x="1358" y="52"/>
                  </a:lnTo>
                  <a:lnTo>
                    <a:pt x="1256" y="27"/>
                  </a:lnTo>
                  <a:lnTo>
                    <a:pt x="115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37"/>
            <p:cNvSpPr/>
            <p:nvPr/>
          </p:nvSpPr>
          <p:spPr>
            <a:xfrm>
              <a:off x="1924025" y="569825"/>
              <a:ext cx="52225" cy="52225"/>
            </a:xfrm>
            <a:custGeom>
              <a:avLst/>
              <a:gdLst/>
              <a:ahLst/>
              <a:cxnLst/>
              <a:rect l="l" t="t" r="r" b="b"/>
              <a:pathLst>
                <a:path w="2089" h="2089" extrusionOk="0">
                  <a:moveTo>
                    <a:pt x="1051" y="1"/>
                  </a:moveTo>
                  <a:lnTo>
                    <a:pt x="936" y="14"/>
                  </a:lnTo>
                  <a:lnTo>
                    <a:pt x="833" y="27"/>
                  </a:lnTo>
                  <a:lnTo>
                    <a:pt x="731" y="52"/>
                  </a:lnTo>
                  <a:lnTo>
                    <a:pt x="641" y="91"/>
                  </a:lnTo>
                  <a:lnTo>
                    <a:pt x="551" y="129"/>
                  </a:lnTo>
                  <a:lnTo>
                    <a:pt x="462" y="180"/>
                  </a:lnTo>
                  <a:lnTo>
                    <a:pt x="385" y="244"/>
                  </a:lnTo>
                  <a:lnTo>
                    <a:pt x="308" y="308"/>
                  </a:lnTo>
                  <a:lnTo>
                    <a:pt x="244" y="385"/>
                  </a:lnTo>
                  <a:lnTo>
                    <a:pt x="180" y="462"/>
                  </a:lnTo>
                  <a:lnTo>
                    <a:pt x="129" y="552"/>
                  </a:lnTo>
                  <a:lnTo>
                    <a:pt x="90" y="641"/>
                  </a:lnTo>
                  <a:lnTo>
                    <a:pt x="52" y="731"/>
                  </a:lnTo>
                  <a:lnTo>
                    <a:pt x="26" y="833"/>
                  </a:lnTo>
                  <a:lnTo>
                    <a:pt x="14" y="936"/>
                  </a:lnTo>
                  <a:lnTo>
                    <a:pt x="1" y="1051"/>
                  </a:lnTo>
                  <a:lnTo>
                    <a:pt x="14" y="1154"/>
                  </a:lnTo>
                  <a:lnTo>
                    <a:pt x="26" y="1256"/>
                  </a:lnTo>
                  <a:lnTo>
                    <a:pt x="52" y="1359"/>
                  </a:lnTo>
                  <a:lnTo>
                    <a:pt x="90" y="1448"/>
                  </a:lnTo>
                  <a:lnTo>
                    <a:pt x="129" y="1538"/>
                  </a:lnTo>
                  <a:lnTo>
                    <a:pt x="180" y="1628"/>
                  </a:lnTo>
                  <a:lnTo>
                    <a:pt x="244" y="1704"/>
                  </a:lnTo>
                  <a:lnTo>
                    <a:pt x="308" y="1781"/>
                  </a:lnTo>
                  <a:lnTo>
                    <a:pt x="385" y="1845"/>
                  </a:lnTo>
                  <a:lnTo>
                    <a:pt x="462" y="1909"/>
                  </a:lnTo>
                  <a:lnTo>
                    <a:pt x="551" y="1961"/>
                  </a:lnTo>
                  <a:lnTo>
                    <a:pt x="641" y="1999"/>
                  </a:lnTo>
                  <a:lnTo>
                    <a:pt x="731" y="2037"/>
                  </a:lnTo>
                  <a:lnTo>
                    <a:pt x="833" y="2063"/>
                  </a:lnTo>
                  <a:lnTo>
                    <a:pt x="936" y="2076"/>
                  </a:lnTo>
                  <a:lnTo>
                    <a:pt x="1051" y="2089"/>
                  </a:lnTo>
                  <a:lnTo>
                    <a:pt x="1153" y="2076"/>
                  </a:lnTo>
                  <a:lnTo>
                    <a:pt x="1256" y="2063"/>
                  </a:lnTo>
                  <a:lnTo>
                    <a:pt x="1358" y="2037"/>
                  </a:lnTo>
                  <a:lnTo>
                    <a:pt x="1448" y="1999"/>
                  </a:lnTo>
                  <a:lnTo>
                    <a:pt x="1538" y="1961"/>
                  </a:lnTo>
                  <a:lnTo>
                    <a:pt x="1627" y="1909"/>
                  </a:lnTo>
                  <a:lnTo>
                    <a:pt x="1704" y="1845"/>
                  </a:lnTo>
                  <a:lnTo>
                    <a:pt x="1781" y="1781"/>
                  </a:lnTo>
                  <a:lnTo>
                    <a:pt x="1845" y="1704"/>
                  </a:lnTo>
                  <a:lnTo>
                    <a:pt x="1909" y="1628"/>
                  </a:lnTo>
                  <a:lnTo>
                    <a:pt x="1960" y="1538"/>
                  </a:lnTo>
                  <a:lnTo>
                    <a:pt x="1999" y="1448"/>
                  </a:lnTo>
                  <a:lnTo>
                    <a:pt x="2037" y="1359"/>
                  </a:lnTo>
                  <a:lnTo>
                    <a:pt x="2063" y="1256"/>
                  </a:lnTo>
                  <a:lnTo>
                    <a:pt x="2076" y="1154"/>
                  </a:lnTo>
                  <a:lnTo>
                    <a:pt x="2088" y="1051"/>
                  </a:lnTo>
                  <a:lnTo>
                    <a:pt x="2076" y="936"/>
                  </a:lnTo>
                  <a:lnTo>
                    <a:pt x="2063" y="833"/>
                  </a:lnTo>
                  <a:lnTo>
                    <a:pt x="2037" y="731"/>
                  </a:lnTo>
                  <a:lnTo>
                    <a:pt x="1999" y="641"/>
                  </a:lnTo>
                  <a:lnTo>
                    <a:pt x="1960" y="552"/>
                  </a:lnTo>
                  <a:lnTo>
                    <a:pt x="1909" y="462"/>
                  </a:lnTo>
                  <a:lnTo>
                    <a:pt x="1845" y="385"/>
                  </a:lnTo>
                  <a:lnTo>
                    <a:pt x="1781" y="308"/>
                  </a:lnTo>
                  <a:lnTo>
                    <a:pt x="1704" y="244"/>
                  </a:lnTo>
                  <a:lnTo>
                    <a:pt x="1627" y="180"/>
                  </a:lnTo>
                  <a:lnTo>
                    <a:pt x="1538" y="129"/>
                  </a:lnTo>
                  <a:lnTo>
                    <a:pt x="1448" y="91"/>
                  </a:lnTo>
                  <a:lnTo>
                    <a:pt x="1358" y="52"/>
                  </a:lnTo>
                  <a:lnTo>
                    <a:pt x="1256" y="27"/>
                  </a:lnTo>
                  <a:lnTo>
                    <a:pt x="1153" y="14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37"/>
            <p:cNvSpPr/>
            <p:nvPr/>
          </p:nvSpPr>
          <p:spPr>
            <a:xfrm>
              <a:off x="2174100" y="857050"/>
              <a:ext cx="51900" cy="51900"/>
            </a:xfrm>
            <a:custGeom>
              <a:avLst/>
              <a:gdLst/>
              <a:ahLst/>
              <a:cxnLst/>
              <a:rect l="l" t="t" r="r" b="b"/>
              <a:pathLst>
                <a:path w="2076" h="2076" extrusionOk="0">
                  <a:moveTo>
                    <a:pt x="923" y="1"/>
                  </a:moveTo>
                  <a:lnTo>
                    <a:pt x="820" y="13"/>
                  </a:lnTo>
                  <a:lnTo>
                    <a:pt x="731" y="39"/>
                  </a:lnTo>
                  <a:lnTo>
                    <a:pt x="628" y="78"/>
                  </a:lnTo>
                  <a:lnTo>
                    <a:pt x="539" y="116"/>
                  </a:lnTo>
                  <a:lnTo>
                    <a:pt x="449" y="167"/>
                  </a:lnTo>
                  <a:lnTo>
                    <a:pt x="372" y="231"/>
                  </a:lnTo>
                  <a:lnTo>
                    <a:pt x="295" y="295"/>
                  </a:lnTo>
                  <a:lnTo>
                    <a:pt x="231" y="372"/>
                  </a:lnTo>
                  <a:lnTo>
                    <a:pt x="167" y="449"/>
                  </a:lnTo>
                  <a:lnTo>
                    <a:pt x="116" y="539"/>
                  </a:lnTo>
                  <a:lnTo>
                    <a:pt x="78" y="628"/>
                  </a:lnTo>
                  <a:lnTo>
                    <a:pt x="39" y="731"/>
                  </a:lnTo>
                  <a:lnTo>
                    <a:pt x="13" y="820"/>
                  </a:lnTo>
                  <a:lnTo>
                    <a:pt x="1" y="936"/>
                  </a:lnTo>
                  <a:lnTo>
                    <a:pt x="1" y="1038"/>
                  </a:lnTo>
                  <a:lnTo>
                    <a:pt x="1" y="1141"/>
                  </a:lnTo>
                  <a:lnTo>
                    <a:pt x="13" y="1243"/>
                  </a:lnTo>
                  <a:lnTo>
                    <a:pt x="39" y="1345"/>
                  </a:lnTo>
                  <a:lnTo>
                    <a:pt x="78" y="1435"/>
                  </a:lnTo>
                  <a:lnTo>
                    <a:pt x="116" y="1538"/>
                  </a:lnTo>
                  <a:lnTo>
                    <a:pt x="167" y="1614"/>
                  </a:lnTo>
                  <a:lnTo>
                    <a:pt x="231" y="1691"/>
                  </a:lnTo>
                  <a:lnTo>
                    <a:pt x="295" y="1768"/>
                  </a:lnTo>
                  <a:lnTo>
                    <a:pt x="372" y="1832"/>
                  </a:lnTo>
                  <a:lnTo>
                    <a:pt x="449" y="1896"/>
                  </a:lnTo>
                  <a:lnTo>
                    <a:pt x="539" y="1947"/>
                  </a:lnTo>
                  <a:lnTo>
                    <a:pt x="628" y="1999"/>
                  </a:lnTo>
                  <a:lnTo>
                    <a:pt x="731" y="2024"/>
                  </a:lnTo>
                  <a:lnTo>
                    <a:pt x="820" y="2050"/>
                  </a:lnTo>
                  <a:lnTo>
                    <a:pt x="923" y="2076"/>
                  </a:lnTo>
                  <a:lnTo>
                    <a:pt x="1141" y="2076"/>
                  </a:lnTo>
                  <a:lnTo>
                    <a:pt x="1243" y="2050"/>
                  </a:lnTo>
                  <a:lnTo>
                    <a:pt x="1346" y="2024"/>
                  </a:lnTo>
                  <a:lnTo>
                    <a:pt x="1435" y="1999"/>
                  </a:lnTo>
                  <a:lnTo>
                    <a:pt x="1525" y="1947"/>
                  </a:lnTo>
                  <a:lnTo>
                    <a:pt x="1614" y="1896"/>
                  </a:lnTo>
                  <a:lnTo>
                    <a:pt x="1691" y="1832"/>
                  </a:lnTo>
                  <a:lnTo>
                    <a:pt x="1768" y="1768"/>
                  </a:lnTo>
                  <a:lnTo>
                    <a:pt x="1832" y="1691"/>
                  </a:lnTo>
                  <a:lnTo>
                    <a:pt x="1896" y="1614"/>
                  </a:lnTo>
                  <a:lnTo>
                    <a:pt x="1947" y="1538"/>
                  </a:lnTo>
                  <a:lnTo>
                    <a:pt x="1999" y="1435"/>
                  </a:lnTo>
                  <a:lnTo>
                    <a:pt x="2024" y="1345"/>
                  </a:lnTo>
                  <a:lnTo>
                    <a:pt x="2050" y="1243"/>
                  </a:lnTo>
                  <a:lnTo>
                    <a:pt x="2076" y="1141"/>
                  </a:lnTo>
                  <a:lnTo>
                    <a:pt x="2076" y="1038"/>
                  </a:lnTo>
                  <a:lnTo>
                    <a:pt x="2076" y="936"/>
                  </a:lnTo>
                  <a:lnTo>
                    <a:pt x="2050" y="820"/>
                  </a:lnTo>
                  <a:lnTo>
                    <a:pt x="2024" y="731"/>
                  </a:lnTo>
                  <a:lnTo>
                    <a:pt x="1999" y="628"/>
                  </a:lnTo>
                  <a:lnTo>
                    <a:pt x="1947" y="539"/>
                  </a:lnTo>
                  <a:lnTo>
                    <a:pt x="1896" y="449"/>
                  </a:lnTo>
                  <a:lnTo>
                    <a:pt x="1832" y="372"/>
                  </a:lnTo>
                  <a:lnTo>
                    <a:pt x="1768" y="295"/>
                  </a:lnTo>
                  <a:lnTo>
                    <a:pt x="1691" y="231"/>
                  </a:lnTo>
                  <a:lnTo>
                    <a:pt x="1614" y="167"/>
                  </a:lnTo>
                  <a:lnTo>
                    <a:pt x="1525" y="116"/>
                  </a:lnTo>
                  <a:lnTo>
                    <a:pt x="1435" y="78"/>
                  </a:lnTo>
                  <a:lnTo>
                    <a:pt x="1346" y="39"/>
                  </a:lnTo>
                  <a:lnTo>
                    <a:pt x="1243" y="13"/>
                  </a:lnTo>
                  <a:lnTo>
                    <a:pt x="11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37"/>
            <p:cNvSpPr/>
            <p:nvPr/>
          </p:nvSpPr>
          <p:spPr>
            <a:xfrm>
              <a:off x="2021375" y="859300"/>
              <a:ext cx="51900" cy="51900"/>
            </a:xfrm>
            <a:custGeom>
              <a:avLst/>
              <a:gdLst/>
              <a:ahLst/>
              <a:cxnLst/>
              <a:rect l="l" t="t" r="r" b="b"/>
              <a:pathLst>
                <a:path w="2076" h="2076" extrusionOk="0">
                  <a:moveTo>
                    <a:pt x="935" y="0"/>
                  </a:moveTo>
                  <a:lnTo>
                    <a:pt x="833" y="13"/>
                  </a:lnTo>
                  <a:lnTo>
                    <a:pt x="730" y="39"/>
                  </a:lnTo>
                  <a:lnTo>
                    <a:pt x="641" y="77"/>
                  </a:lnTo>
                  <a:lnTo>
                    <a:pt x="551" y="116"/>
                  </a:lnTo>
                  <a:lnTo>
                    <a:pt x="461" y="167"/>
                  </a:lnTo>
                  <a:lnTo>
                    <a:pt x="385" y="231"/>
                  </a:lnTo>
                  <a:lnTo>
                    <a:pt x="308" y="295"/>
                  </a:lnTo>
                  <a:lnTo>
                    <a:pt x="244" y="372"/>
                  </a:lnTo>
                  <a:lnTo>
                    <a:pt x="180" y="449"/>
                  </a:lnTo>
                  <a:lnTo>
                    <a:pt x="128" y="538"/>
                  </a:lnTo>
                  <a:lnTo>
                    <a:pt x="77" y="628"/>
                  </a:lnTo>
                  <a:lnTo>
                    <a:pt x="52" y="730"/>
                  </a:lnTo>
                  <a:lnTo>
                    <a:pt x="26" y="820"/>
                  </a:lnTo>
                  <a:lnTo>
                    <a:pt x="0" y="922"/>
                  </a:lnTo>
                  <a:lnTo>
                    <a:pt x="0" y="1038"/>
                  </a:lnTo>
                  <a:lnTo>
                    <a:pt x="0" y="1140"/>
                  </a:lnTo>
                  <a:lnTo>
                    <a:pt x="26" y="1243"/>
                  </a:lnTo>
                  <a:lnTo>
                    <a:pt x="52" y="1345"/>
                  </a:lnTo>
                  <a:lnTo>
                    <a:pt x="77" y="1435"/>
                  </a:lnTo>
                  <a:lnTo>
                    <a:pt x="128" y="1524"/>
                  </a:lnTo>
                  <a:lnTo>
                    <a:pt x="180" y="1614"/>
                  </a:lnTo>
                  <a:lnTo>
                    <a:pt x="244" y="1691"/>
                  </a:lnTo>
                  <a:lnTo>
                    <a:pt x="308" y="1768"/>
                  </a:lnTo>
                  <a:lnTo>
                    <a:pt x="385" y="1832"/>
                  </a:lnTo>
                  <a:lnTo>
                    <a:pt x="461" y="1896"/>
                  </a:lnTo>
                  <a:lnTo>
                    <a:pt x="551" y="1947"/>
                  </a:lnTo>
                  <a:lnTo>
                    <a:pt x="641" y="1998"/>
                  </a:lnTo>
                  <a:lnTo>
                    <a:pt x="730" y="2024"/>
                  </a:lnTo>
                  <a:lnTo>
                    <a:pt x="833" y="2050"/>
                  </a:lnTo>
                  <a:lnTo>
                    <a:pt x="935" y="2075"/>
                  </a:lnTo>
                  <a:lnTo>
                    <a:pt x="1153" y="2075"/>
                  </a:lnTo>
                  <a:lnTo>
                    <a:pt x="1256" y="2050"/>
                  </a:lnTo>
                  <a:lnTo>
                    <a:pt x="1345" y="2024"/>
                  </a:lnTo>
                  <a:lnTo>
                    <a:pt x="1448" y="1998"/>
                  </a:lnTo>
                  <a:lnTo>
                    <a:pt x="1537" y="1947"/>
                  </a:lnTo>
                  <a:lnTo>
                    <a:pt x="1627" y="1896"/>
                  </a:lnTo>
                  <a:lnTo>
                    <a:pt x="1704" y="1832"/>
                  </a:lnTo>
                  <a:lnTo>
                    <a:pt x="1781" y="1768"/>
                  </a:lnTo>
                  <a:lnTo>
                    <a:pt x="1845" y="1691"/>
                  </a:lnTo>
                  <a:lnTo>
                    <a:pt x="1909" y="1614"/>
                  </a:lnTo>
                  <a:lnTo>
                    <a:pt x="1960" y="1524"/>
                  </a:lnTo>
                  <a:lnTo>
                    <a:pt x="1998" y="1435"/>
                  </a:lnTo>
                  <a:lnTo>
                    <a:pt x="2037" y="1345"/>
                  </a:lnTo>
                  <a:lnTo>
                    <a:pt x="2062" y="1243"/>
                  </a:lnTo>
                  <a:lnTo>
                    <a:pt x="2075" y="1140"/>
                  </a:lnTo>
                  <a:lnTo>
                    <a:pt x="2075" y="1038"/>
                  </a:lnTo>
                  <a:lnTo>
                    <a:pt x="2075" y="922"/>
                  </a:lnTo>
                  <a:lnTo>
                    <a:pt x="2062" y="820"/>
                  </a:lnTo>
                  <a:lnTo>
                    <a:pt x="2037" y="730"/>
                  </a:lnTo>
                  <a:lnTo>
                    <a:pt x="1998" y="628"/>
                  </a:lnTo>
                  <a:lnTo>
                    <a:pt x="1960" y="538"/>
                  </a:lnTo>
                  <a:lnTo>
                    <a:pt x="1909" y="449"/>
                  </a:lnTo>
                  <a:lnTo>
                    <a:pt x="1845" y="372"/>
                  </a:lnTo>
                  <a:lnTo>
                    <a:pt x="1781" y="295"/>
                  </a:lnTo>
                  <a:lnTo>
                    <a:pt x="1704" y="231"/>
                  </a:lnTo>
                  <a:lnTo>
                    <a:pt x="1627" y="167"/>
                  </a:lnTo>
                  <a:lnTo>
                    <a:pt x="1537" y="116"/>
                  </a:lnTo>
                  <a:lnTo>
                    <a:pt x="1448" y="77"/>
                  </a:lnTo>
                  <a:lnTo>
                    <a:pt x="1345" y="39"/>
                  </a:lnTo>
                  <a:lnTo>
                    <a:pt x="1256" y="13"/>
                  </a:lnTo>
                  <a:lnTo>
                    <a:pt x="115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37"/>
            <p:cNvSpPr/>
            <p:nvPr/>
          </p:nvSpPr>
          <p:spPr>
            <a:xfrm>
              <a:off x="2101425" y="982250"/>
              <a:ext cx="52200" cy="51900"/>
            </a:xfrm>
            <a:custGeom>
              <a:avLst/>
              <a:gdLst/>
              <a:ahLst/>
              <a:cxnLst/>
              <a:rect l="l" t="t" r="r" b="b"/>
              <a:pathLst>
                <a:path w="2088" h="2076" extrusionOk="0">
                  <a:moveTo>
                    <a:pt x="935" y="1"/>
                  </a:moveTo>
                  <a:lnTo>
                    <a:pt x="833" y="13"/>
                  </a:lnTo>
                  <a:lnTo>
                    <a:pt x="730" y="39"/>
                  </a:lnTo>
                  <a:lnTo>
                    <a:pt x="641" y="77"/>
                  </a:lnTo>
                  <a:lnTo>
                    <a:pt x="551" y="116"/>
                  </a:lnTo>
                  <a:lnTo>
                    <a:pt x="461" y="180"/>
                  </a:lnTo>
                  <a:lnTo>
                    <a:pt x="385" y="231"/>
                  </a:lnTo>
                  <a:lnTo>
                    <a:pt x="308" y="295"/>
                  </a:lnTo>
                  <a:lnTo>
                    <a:pt x="244" y="372"/>
                  </a:lnTo>
                  <a:lnTo>
                    <a:pt x="180" y="449"/>
                  </a:lnTo>
                  <a:lnTo>
                    <a:pt x="128" y="538"/>
                  </a:lnTo>
                  <a:lnTo>
                    <a:pt x="90" y="628"/>
                  </a:lnTo>
                  <a:lnTo>
                    <a:pt x="52" y="731"/>
                  </a:lnTo>
                  <a:lnTo>
                    <a:pt x="26" y="833"/>
                  </a:lnTo>
                  <a:lnTo>
                    <a:pt x="13" y="936"/>
                  </a:lnTo>
                  <a:lnTo>
                    <a:pt x="0" y="1038"/>
                  </a:lnTo>
                  <a:lnTo>
                    <a:pt x="13" y="1140"/>
                  </a:lnTo>
                  <a:lnTo>
                    <a:pt x="26" y="1243"/>
                  </a:lnTo>
                  <a:lnTo>
                    <a:pt x="52" y="1345"/>
                  </a:lnTo>
                  <a:lnTo>
                    <a:pt x="90" y="1448"/>
                  </a:lnTo>
                  <a:lnTo>
                    <a:pt x="128" y="1538"/>
                  </a:lnTo>
                  <a:lnTo>
                    <a:pt x="180" y="1614"/>
                  </a:lnTo>
                  <a:lnTo>
                    <a:pt x="244" y="1704"/>
                  </a:lnTo>
                  <a:lnTo>
                    <a:pt x="308" y="1768"/>
                  </a:lnTo>
                  <a:lnTo>
                    <a:pt x="385" y="1845"/>
                  </a:lnTo>
                  <a:lnTo>
                    <a:pt x="461" y="1896"/>
                  </a:lnTo>
                  <a:lnTo>
                    <a:pt x="551" y="1947"/>
                  </a:lnTo>
                  <a:lnTo>
                    <a:pt x="641" y="1999"/>
                  </a:lnTo>
                  <a:lnTo>
                    <a:pt x="730" y="2024"/>
                  </a:lnTo>
                  <a:lnTo>
                    <a:pt x="833" y="2050"/>
                  </a:lnTo>
                  <a:lnTo>
                    <a:pt x="935" y="2075"/>
                  </a:lnTo>
                  <a:lnTo>
                    <a:pt x="1153" y="2075"/>
                  </a:lnTo>
                  <a:lnTo>
                    <a:pt x="1255" y="2050"/>
                  </a:lnTo>
                  <a:lnTo>
                    <a:pt x="1358" y="2024"/>
                  </a:lnTo>
                  <a:lnTo>
                    <a:pt x="1448" y="1999"/>
                  </a:lnTo>
                  <a:lnTo>
                    <a:pt x="1537" y="1947"/>
                  </a:lnTo>
                  <a:lnTo>
                    <a:pt x="1627" y="1896"/>
                  </a:lnTo>
                  <a:lnTo>
                    <a:pt x="1704" y="1845"/>
                  </a:lnTo>
                  <a:lnTo>
                    <a:pt x="1781" y="1768"/>
                  </a:lnTo>
                  <a:lnTo>
                    <a:pt x="1845" y="1704"/>
                  </a:lnTo>
                  <a:lnTo>
                    <a:pt x="1909" y="1614"/>
                  </a:lnTo>
                  <a:lnTo>
                    <a:pt x="1960" y="1538"/>
                  </a:lnTo>
                  <a:lnTo>
                    <a:pt x="1998" y="1448"/>
                  </a:lnTo>
                  <a:lnTo>
                    <a:pt x="2037" y="1345"/>
                  </a:lnTo>
                  <a:lnTo>
                    <a:pt x="2062" y="1243"/>
                  </a:lnTo>
                  <a:lnTo>
                    <a:pt x="2075" y="1140"/>
                  </a:lnTo>
                  <a:lnTo>
                    <a:pt x="2088" y="1038"/>
                  </a:lnTo>
                  <a:lnTo>
                    <a:pt x="2075" y="936"/>
                  </a:lnTo>
                  <a:lnTo>
                    <a:pt x="2062" y="833"/>
                  </a:lnTo>
                  <a:lnTo>
                    <a:pt x="2037" y="731"/>
                  </a:lnTo>
                  <a:lnTo>
                    <a:pt x="1998" y="628"/>
                  </a:lnTo>
                  <a:lnTo>
                    <a:pt x="1960" y="538"/>
                  </a:lnTo>
                  <a:lnTo>
                    <a:pt x="1909" y="449"/>
                  </a:lnTo>
                  <a:lnTo>
                    <a:pt x="1845" y="372"/>
                  </a:lnTo>
                  <a:lnTo>
                    <a:pt x="1781" y="295"/>
                  </a:lnTo>
                  <a:lnTo>
                    <a:pt x="1704" y="231"/>
                  </a:lnTo>
                  <a:lnTo>
                    <a:pt x="1627" y="180"/>
                  </a:lnTo>
                  <a:lnTo>
                    <a:pt x="1537" y="116"/>
                  </a:lnTo>
                  <a:lnTo>
                    <a:pt x="1448" y="77"/>
                  </a:lnTo>
                  <a:lnTo>
                    <a:pt x="1358" y="39"/>
                  </a:lnTo>
                  <a:lnTo>
                    <a:pt x="1255" y="13"/>
                  </a:lnTo>
                  <a:lnTo>
                    <a:pt x="115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37"/>
            <p:cNvSpPr/>
            <p:nvPr/>
          </p:nvSpPr>
          <p:spPr>
            <a:xfrm>
              <a:off x="1906750" y="1052050"/>
              <a:ext cx="51875" cy="51900"/>
            </a:xfrm>
            <a:custGeom>
              <a:avLst/>
              <a:gdLst/>
              <a:ahLst/>
              <a:cxnLst/>
              <a:rect l="l" t="t" r="r" b="b"/>
              <a:pathLst>
                <a:path w="2075" h="2076" extrusionOk="0">
                  <a:moveTo>
                    <a:pt x="935" y="1"/>
                  </a:moveTo>
                  <a:lnTo>
                    <a:pt x="833" y="26"/>
                  </a:lnTo>
                  <a:lnTo>
                    <a:pt x="730" y="52"/>
                  </a:lnTo>
                  <a:lnTo>
                    <a:pt x="641" y="78"/>
                  </a:lnTo>
                  <a:lnTo>
                    <a:pt x="538" y="129"/>
                  </a:lnTo>
                  <a:lnTo>
                    <a:pt x="461" y="180"/>
                  </a:lnTo>
                  <a:lnTo>
                    <a:pt x="372" y="231"/>
                  </a:lnTo>
                  <a:lnTo>
                    <a:pt x="308" y="308"/>
                  </a:lnTo>
                  <a:lnTo>
                    <a:pt x="231" y="372"/>
                  </a:lnTo>
                  <a:lnTo>
                    <a:pt x="179" y="462"/>
                  </a:lnTo>
                  <a:lnTo>
                    <a:pt x="128" y="539"/>
                  </a:lnTo>
                  <a:lnTo>
                    <a:pt x="77" y="628"/>
                  </a:lnTo>
                  <a:lnTo>
                    <a:pt x="51" y="731"/>
                  </a:lnTo>
                  <a:lnTo>
                    <a:pt x="26" y="833"/>
                  </a:lnTo>
                  <a:lnTo>
                    <a:pt x="0" y="936"/>
                  </a:lnTo>
                  <a:lnTo>
                    <a:pt x="0" y="1038"/>
                  </a:lnTo>
                  <a:lnTo>
                    <a:pt x="0" y="1141"/>
                  </a:lnTo>
                  <a:lnTo>
                    <a:pt x="26" y="1243"/>
                  </a:lnTo>
                  <a:lnTo>
                    <a:pt x="51" y="1346"/>
                  </a:lnTo>
                  <a:lnTo>
                    <a:pt x="77" y="1448"/>
                  </a:lnTo>
                  <a:lnTo>
                    <a:pt x="128" y="1538"/>
                  </a:lnTo>
                  <a:lnTo>
                    <a:pt x="179" y="1614"/>
                  </a:lnTo>
                  <a:lnTo>
                    <a:pt x="231" y="1704"/>
                  </a:lnTo>
                  <a:lnTo>
                    <a:pt x="308" y="1768"/>
                  </a:lnTo>
                  <a:lnTo>
                    <a:pt x="372" y="1845"/>
                  </a:lnTo>
                  <a:lnTo>
                    <a:pt x="461" y="1896"/>
                  </a:lnTo>
                  <a:lnTo>
                    <a:pt x="538" y="1947"/>
                  </a:lnTo>
                  <a:lnTo>
                    <a:pt x="641" y="1999"/>
                  </a:lnTo>
                  <a:lnTo>
                    <a:pt x="730" y="2037"/>
                  </a:lnTo>
                  <a:lnTo>
                    <a:pt x="833" y="2063"/>
                  </a:lnTo>
                  <a:lnTo>
                    <a:pt x="935" y="2076"/>
                  </a:lnTo>
                  <a:lnTo>
                    <a:pt x="1140" y="2076"/>
                  </a:lnTo>
                  <a:lnTo>
                    <a:pt x="1242" y="2063"/>
                  </a:lnTo>
                  <a:lnTo>
                    <a:pt x="1345" y="2037"/>
                  </a:lnTo>
                  <a:lnTo>
                    <a:pt x="1447" y="1999"/>
                  </a:lnTo>
                  <a:lnTo>
                    <a:pt x="1537" y="1947"/>
                  </a:lnTo>
                  <a:lnTo>
                    <a:pt x="1627" y="1896"/>
                  </a:lnTo>
                  <a:lnTo>
                    <a:pt x="1704" y="1845"/>
                  </a:lnTo>
                  <a:lnTo>
                    <a:pt x="1780" y="1768"/>
                  </a:lnTo>
                  <a:lnTo>
                    <a:pt x="1844" y="1704"/>
                  </a:lnTo>
                  <a:lnTo>
                    <a:pt x="1896" y="1614"/>
                  </a:lnTo>
                  <a:lnTo>
                    <a:pt x="1960" y="1538"/>
                  </a:lnTo>
                  <a:lnTo>
                    <a:pt x="1998" y="1448"/>
                  </a:lnTo>
                  <a:lnTo>
                    <a:pt x="2037" y="1346"/>
                  </a:lnTo>
                  <a:lnTo>
                    <a:pt x="2062" y="1243"/>
                  </a:lnTo>
                  <a:lnTo>
                    <a:pt x="2075" y="1141"/>
                  </a:lnTo>
                  <a:lnTo>
                    <a:pt x="2075" y="1038"/>
                  </a:lnTo>
                  <a:lnTo>
                    <a:pt x="2075" y="936"/>
                  </a:lnTo>
                  <a:lnTo>
                    <a:pt x="2062" y="833"/>
                  </a:lnTo>
                  <a:lnTo>
                    <a:pt x="2037" y="731"/>
                  </a:lnTo>
                  <a:lnTo>
                    <a:pt x="1998" y="628"/>
                  </a:lnTo>
                  <a:lnTo>
                    <a:pt x="1960" y="539"/>
                  </a:lnTo>
                  <a:lnTo>
                    <a:pt x="1896" y="462"/>
                  </a:lnTo>
                  <a:lnTo>
                    <a:pt x="1844" y="372"/>
                  </a:lnTo>
                  <a:lnTo>
                    <a:pt x="1780" y="308"/>
                  </a:lnTo>
                  <a:lnTo>
                    <a:pt x="1704" y="231"/>
                  </a:lnTo>
                  <a:lnTo>
                    <a:pt x="1627" y="180"/>
                  </a:lnTo>
                  <a:lnTo>
                    <a:pt x="1537" y="129"/>
                  </a:lnTo>
                  <a:lnTo>
                    <a:pt x="1447" y="78"/>
                  </a:lnTo>
                  <a:lnTo>
                    <a:pt x="1345" y="52"/>
                  </a:lnTo>
                  <a:lnTo>
                    <a:pt x="1242" y="26"/>
                  </a:lnTo>
                  <a:lnTo>
                    <a:pt x="114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37"/>
            <p:cNvSpPr/>
            <p:nvPr/>
          </p:nvSpPr>
          <p:spPr>
            <a:xfrm>
              <a:off x="1670425" y="1135625"/>
              <a:ext cx="51900" cy="51900"/>
            </a:xfrm>
            <a:custGeom>
              <a:avLst/>
              <a:gdLst/>
              <a:ahLst/>
              <a:cxnLst/>
              <a:rect l="l" t="t" r="r" b="b"/>
              <a:pathLst>
                <a:path w="2076" h="2076" extrusionOk="0">
                  <a:moveTo>
                    <a:pt x="923" y="1"/>
                  </a:moveTo>
                  <a:lnTo>
                    <a:pt x="821" y="13"/>
                  </a:lnTo>
                  <a:lnTo>
                    <a:pt x="731" y="39"/>
                  </a:lnTo>
                  <a:lnTo>
                    <a:pt x="629" y="77"/>
                  </a:lnTo>
                  <a:lnTo>
                    <a:pt x="539" y="116"/>
                  </a:lnTo>
                  <a:lnTo>
                    <a:pt x="449" y="167"/>
                  </a:lnTo>
                  <a:lnTo>
                    <a:pt x="372" y="231"/>
                  </a:lnTo>
                  <a:lnTo>
                    <a:pt x="296" y="295"/>
                  </a:lnTo>
                  <a:lnTo>
                    <a:pt x="231" y="372"/>
                  </a:lnTo>
                  <a:lnTo>
                    <a:pt x="167" y="449"/>
                  </a:lnTo>
                  <a:lnTo>
                    <a:pt x="116" y="538"/>
                  </a:lnTo>
                  <a:lnTo>
                    <a:pt x="78" y="628"/>
                  </a:lnTo>
                  <a:lnTo>
                    <a:pt x="39" y="731"/>
                  </a:lnTo>
                  <a:lnTo>
                    <a:pt x="14" y="820"/>
                  </a:lnTo>
                  <a:lnTo>
                    <a:pt x="1" y="923"/>
                  </a:lnTo>
                  <a:lnTo>
                    <a:pt x="1" y="1038"/>
                  </a:lnTo>
                  <a:lnTo>
                    <a:pt x="1" y="1140"/>
                  </a:lnTo>
                  <a:lnTo>
                    <a:pt x="14" y="1243"/>
                  </a:lnTo>
                  <a:lnTo>
                    <a:pt x="39" y="1345"/>
                  </a:lnTo>
                  <a:lnTo>
                    <a:pt x="78" y="1435"/>
                  </a:lnTo>
                  <a:lnTo>
                    <a:pt x="116" y="1525"/>
                  </a:lnTo>
                  <a:lnTo>
                    <a:pt x="167" y="1614"/>
                  </a:lnTo>
                  <a:lnTo>
                    <a:pt x="231" y="1691"/>
                  </a:lnTo>
                  <a:lnTo>
                    <a:pt x="296" y="1768"/>
                  </a:lnTo>
                  <a:lnTo>
                    <a:pt x="372" y="1832"/>
                  </a:lnTo>
                  <a:lnTo>
                    <a:pt x="449" y="1896"/>
                  </a:lnTo>
                  <a:lnTo>
                    <a:pt x="539" y="1947"/>
                  </a:lnTo>
                  <a:lnTo>
                    <a:pt x="629" y="1999"/>
                  </a:lnTo>
                  <a:lnTo>
                    <a:pt x="731" y="2024"/>
                  </a:lnTo>
                  <a:lnTo>
                    <a:pt x="821" y="2050"/>
                  </a:lnTo>
                  <a:lnTo>
                    <a:pt x="923" y="2063"/>
                  </a:lnTo>
                  <a:lnTo>
                    <a:pt x="1038" y="2075"/>
                  </a:lnTo>
                  <a:lnTo>
                    <a:pt x="1141" y="2063"/>
                  </a:lnTo>
                  <a:lnTo>
                    <a:pt x="1243" y="2050"/>
                  </a:lnTo>
                  <a:lnTo>
                    <a:pt x="1346" y="2024"/>
                  </a:lnTo>
                  <a:lnTo>
                    <a:pt x="1435" y="1999"/>
                  </a:lnTo>
                  <a:lnTo>
                    <a:pt x="1525" y="1947"/>
                  </a:lnTo>
                  <a:lnTo>
                    <a:pt x="1615" y="1896"/>
                  </a:lnTo>
                  <a:lnTo>
                    <a:pt x="1692" y="1832"/>
                  </a:lnTo>
                  <a:lnTo>
                    <a:pt x="1768" y="1768"/>
                  </a:lnTo>
                  <a:lnTo>
                    <a:pt x="1832" y="1691"/>
                  </a:lnTo>
                  <a:lnTo>
                    <a:pt x="1897" y="1614"/>
                  </a:lnTo>
                  <a:lnTo>
                    <a:pt x="1948" y="1525"/>
                  </a:lnTo>
                  <a:lnTo>
                    <a:pt x="1999" y="1435"/>
                  </a:lnTo>
                  <a:lnTo>
                    <a:pt x="2025" y="1345"/>
                  </a:lnTo>
                  <a:lnTo>
                    <a:pt x="2050" y="1243"/>
                  </a:lnTo>
                  <a:lnTo>
                    <a:pt x="2076" y="1140"/>
                  </a:lnTo>
                  <a:lnTo>
                    <a:pt x="2076" y="1038"/>
                  </a:lnTo>
                  <a:lnTo>
                    <a:pt x="2076" y="923"/>
                  </a:lnTo>
                  <a:lnTo>
                    <a:pt x="2050" y="820"/>
                  </a:lnTo>
                  <a:lnTo>
                    <a:pt x="2025" y="731"/>
                  </a:lnTo>
                  <a:lnTo>
                    <a:pt x="1999" y="628"/>
                  </a:lnTo>
                  <a:lnTo>
                    <a:pt x="1948" y="538"/>
                  </a:lnTo>
                  <a:lnTo>
                    <a:pt x="1897" y="449"/>
                  </a:lnTo>
                  <a:lnTo>
                    <a:pt x="1832" y="372"/>
                  </a:lnTo>
                  <a:lnTo>
                    <a:pt x="1768" y="295"/>
                  </a:lnTo>
                  <a:lnTo>
                    <a:pt x="1692" y="231"/>
                  </a:lnTo>
                  <a:lnTo>
                    <a:pt x="1615" y="167"/>
                  </a:lnTo>
                  <a:lnTo>
                    <a:pt x="1525" y="116"/>
                  </a:lnTo>
                  <a:lnTo>
                    <a:pt x="1435" y="77"/>
                  </a:lnTo>
                  <a:lnTo>
                    <a:pt x="1346" y="39"/>
                  </a:lnTo>
                  <a:lnTo>
                    <a:pt x="1243" y="13"/>
                  </a:lnTo>
                  <a:lnTo>
                    <a:pt x="11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37"/>
            <p:cNvSpPr/>
            <p:nvPr/>
          </p:nvSpPr>
          <p:spPr>
            <a:xfrm>
              <a:off x="1515775" y="1060050"/>
              <a:ext cx="24375" cy="97700"/>
            </a:xfrm>
            <a:custGeom>
              <a:avLst/>
              <a:gdLst/>
              <a:ahLst/>
              <a:cxnLst/>
              <a:rect l="l" t="t" r="r" b="b"/>
              <a:pathLst>
                <a:path w="975" h="3908" extrusionOk="0">
                  <a:moveTo>
                    <a:pt x="487" y="1"/>
                  </a:moveTo>
                  <a:lnTo>
                    <a:pt x="398" y="14"/>
                  </a:lnTo>
                  <a:lnTo>
                    <a:pt x="308" y="39"/>
                  </a:lnTo>
                  <a:lnTo>
                    <a:pt x="218" y="91"/>
                  </a:lnTo>
                  <a:lnTo>
                    <a:pt x="154" y="142"/>
                  </a:lnTo>
                  <a:lnTo>
                    <a:pt x="90" y="219"/>
                  </a:lnTo>
                  <a:lnTo>
                    <a:pt x="39" y="295"/>
                  </a:lnTo>
                  <a:lnTo>
                    <a:pt x="14" y="398"/>
                  </a:lnTo>
                  <a:lnTo>
                    <a:pt x="1" y="488"/>
                  </a:lnTo>
                  <a:lnTo>
                    <a:pt x="1" y="3421"/>
                  </a:lnTo>
                  <a:lnTo>
                    <a:pt x="14" y="3523"/>
                  </a:lnTo>
                  <a:lnTo>
                    <a:pt x="39" y="3613"/>
                  </a:lnTo>
                  <a:lnTo>
                    <a:pt x="90" y="3702"/>
                  </a:lnTo>
                  <a:lnTo>
                    <a:pt x="154" y="3766"/>
                  </a:lnTo>
                  <a:lnTo>
                    <a:pt x="218" y="3830"/>
                  </a:lnTo>
                  <a:lnTo>
                    <a:pt x="308" y="3869"/>
                  </a:lnTo>
                  <a:lnTo>
                    <a:pt x="398" y="3894"/>
                  </a:lnTo>
                  <a:lnTo>
                    <a:pt x="487" y="3907"/>
                  </a:lnTo>
                  <a:lnTo>
                    <a:pt x="590" y="3894"/>
                  </a:lnTo>
                  <a:lnTo>
                    <a:pt x="680" y="3869"/>
                  </a:lnTo>
                  <a:lnTo>
                    <a:pt x="769" y="3830"/>
                  </a:lnTo>
                  <a:lnTo>
                    <a:pt x="833" y="3766"/>
                  </a:lnTo>
                  <a:lnTo>
                    <a:pt x="897" y="3702"/>
                  </a:lnTo>
                  <a:lnTo>
                    <a:pt x="936" y="3613"/>
                  </a:lnTo>
                  <a:lnTo>
                    <a:pt x="961" y="3523"/>
                  </a:lnTo>
                  <a:lnTo>
                    <a:pt x="974" y="3421"/>
                  </a:lnTo>
                  <a:lnTo>
                    <a:pt x="974" y="488"/>
                  </a:lnTo>
                  <a:lnTo>
                    <a:pt x="961" y="398"/>
                  </a:lnTo>
                  <a:lnTo>
                    <a:pt x="936" y="295"/>
                  </a:lnTo>
                  <a:lnTo>
                    <a:pt x="897" y="219"/>
                  </a:lnTo>
                  <a:lnTo>
                    <a:pt x="833" y="142"/>
                  </a:lnTo>
                  <a:lnTo>
                    <a:pt x="769" y="91"/>
                  </a:lnTo>
                  <a:lnTo>
                    <a:pt x="680" y="39"/>
                  </a:lnTo>
                  <a:lnTo>
                    <a:pt x="590" y="14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37"/>
            <p:cNvSpPr/>
            <p:nvPr/>
          </p:nvSpPr>
          <p:spPr>
            <a:xfrm>
              <a:off x="1502025" y="1052050"/>
              <a:ext cx="52200" cy="51900"/>
            </a:xfrm>
            <a:custGeom>
              <a:avLst/>
              <a:gdLst/>
              <a:ahLst/>
              <a:cxnLst/>
              <a:rect l="l" t="t" r="r" b="b"/>
              <a:pathLst>
                <a:path w="2088" h="2076" extrusionOk="0">
                  <a:moveTo>
                    <a:pt x="935" y="1"/>
                  </a:moveTo>
                  <a:lnTo>
                    <a:pt x="833" y="26"/>
                  </a:lnTo>
                  <a:lnTo>
                    <a:pt x="730" y="52"/>
                  </a:lnTo>
                  <a:lnTo>
                    <a:pt x="640" y="78"/>
                  </a:lnTo>
                  <a:lnTo>
                    <a:pt x="551" y="129"/>
                  </a:lnTo>
                  <a:lnTo>
                    <a:pt x="461" y="180"/>
                  </a:lnTo>
                  <a:lnTo>
                    <a:pt x="384" y="231"/>
                  </a:lnTo>
                  <a:lnTo>
                    <a:pt x="307" y="308"/>
                  </a:lnTo>
                  <a:lnTo>
                    <a:pt x="243" y="372"/>
                  </a:lnTo>
                  <a:lnTo>
                    <a:pt x="179" y="462"/>
                  </a:lnTo>
                  <a:lnTo>
                    <a:pt x="128" y="539"/>
                  </a:lnTo>
                  <a:lnTo>
                    <a:pt x="90" y="628"/>
                  </a:lnTo>
                  <a:lnTo>
                    <a:pt x="51" y="731"/>
                  </a:lnTo>
                  <a:lnTo>
                    <a:pt x="26" y="833"/>
                  </a:lnTo>
                  <a:lnTo>
                    <a:pt x="13" y="936"/>
                  </a:lnTo>
                  <a:lnTo>
                    <a:pt x="0" y="1038"/>
                  </a:lnTo>
                  <a:lnTo>
                    <a:pt x="13" y="1141"/>
                  </a:lnTo>
                  <a:lnTo>
                    <a:pt x="26" y="1243"/>
                  </a:lnTo>
                  <a:lnTo>
                    <a:pt x="51" y="1346"/>
                  </a:lnTo>
                  <a:lnTo>
                    <a:pt x="90" y="1448"/>
                  </a:lnTo>
                  <a:lnTo>
                    <a:pt x="128" y="1538"/>
                  </a:lnTo>
                  <a:lnTo>
                    <a:pt x="179" y="1614"/>
                  </a:lnTo>
                  <a:lnTo>
                    <a:pt x="243" y="1704"/>
                  </a:lnTo>
                  <a:lnTo>
                    <a:pt x="307" y="1768"/>
                  </a:lnTo>
                  <a:lnTo>
                    <a:pt x="384" y="1845"/>
                  </a:lnTo>
                  <a:lnTo>
                    <a:pt x="461" y="1896"/>
                  </a:lnTo>
                  <a:lnTo>
                    <a:pt x="551" y="1947"/>
                  </a:lnTo>
                  <a:lnTo>
                    <a:pt x="640" y="1999"/>
                  </a:lnTo>
                  <a:lnTo>
                    <a:pt x="730" y="2037"/>
                  </a:lnTo>
                  <a:lnTo>
                    <a:pt x="833" y="2063"/>
                  </a:lnTo>
                  <a:lnTo>
                    <a:pt x="935" y="2076"/>
                  </a:lnTo>
                  <a:lnTo>
                    <a:pt x="1153" y="2076"/>
                  </a:lnTo>
                  <a:lnTo>
                    <a:pt x="1255" y="2063"/>
                  </a:lnTo>
                  <a:lnTo>
                    <a:pt x="1345" y="2037"/>
                  </a:lnTo>
                  <a:lnTo>
                    <a:pt x="1447" y="1999"/>
                  </a:lnTo>
                  <a:lnTo>
                    <a:pt x="1537" y="1947"/>
                  </a:lnTo>
                  <a:lnTo>
                    <a:pt x="1627" y="1896"/>
                  </a:lnTo>
                  <a:lnTo>
                    <a:pt x="1703" y="1845"/>
                  </a:lnTo>
                  <a:lnTo>
                    <a:pt x="1780" y="1768"/>
                  </a:lnTo>
                  <a:lnTo>
                    <a:pt x="1844" y="1704"/>
                  </a:lnTo>
                  <a:lnTo>
                    <a:pt x="1908" y="1614"/>
                  </a:lnTo>
                  <a:lnTo>
                    <a:pt x="1960" y="1538"/>
                  </a:lnTo>
                  <a:lnTo>
                    <a:pt x="1998" y="1448"/>
                  </a:lnTo>
                  <a:lnTo>
                    <a:pt x="2036" y="1346"/>
                  </a:lnTo>
                  <a:lnTo>
                    <a:pt x="2062" y="1243"/>
                  </a:lnTo>
                  <a:lnTo>
                    <a:pt x="2075" y="1141"/>
                  </a:lnTo>
                  <a:lnTo>
                    <a:pt x="2088" y="1038"/>
                  </a:lnTo>
                  <a:lnTo>
                    <a:pt x="2075" y="936"/>
                  </a:lnTo>
                  <a:lnTo>
                    <a:pt x="2062" y="833"/>
                  </a:lnTo>
                  <a:lnTo>
                    <a:pt x="2036" y="731"/>
                  </a:lnTo>
                  <a:lnTo>
                    <a:pt x="1998" y="628"/>
                  </a:lnTo>
                  <a:lnTo>
                    <a:pt x="1960" y="539"/>
                  </a:lnTo>
                  <a:lnTo>
                    <a:pt x="1908" y="462"/>
                  </a:lnTo>
                  <a:lnTo>
                    <a:pt x="1844" y="372"/>
                  </a:lnTo>
                  <a:lnTo>
                    <a:pt x="1780" y="308"/>
                  </a:lnTo>
                  <a:lnTo>
                    <a:pt x="1703" y="231"/>
                  </a:lnTo>
                  <a:lnTo>
                    <a:pt x="1627" y="180"/>
                  </a:lnTo>
                  <a:lnTo>
                    <a:pt x="1537" y="129"/>
                  </a:lnTo>
                  <a:lnTo>
                    <a:pt x="1447" y="78"/>
                  </a:lnTo>
                  <a:lnTo>
                    <a:pt x="1345" y="52"/>
                  </a:lnTo>
                  <a:lnTo>
                    <a:pt x="1255" y="26"/>
                  </a:lnTo>
                  <a:lnTo>
                    <a:pt x="115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37"/>
            <p:cNvSpPr/>
            <p:nvPr/>
          </p:nvSpPr>
          <p:spPr>
            <a:xfrm>
              <a:off x="1988075" y="721925"/>
              <a:ext cx="136425" cy="24375"/>
            </a:xfrm>
            <a:custGeom>
              <a:avLst/>
              <a:gdLst/>
              <a:ahLst/>
              <a:cxnLst/>
              <a:rect l="l" t="t" r="r" b="b"/>
              <a:pathLst>
                <a:path w="5457" h="975" extrusionOk="0">
                  <a:moveTo>
                    <a:pt x="487" y="1"/>
                  </a:moveTo>
                  <a:lnTo>
                    <a:pt x="385" y="14"/>
                  </a:lnTo>
                  <a:lnTo>
                    <a:pt x="295" y="39"/>
                  </a:lnTo>
                  <a:lnTo>
                    <a:pt x="218" y="90"/>
                  </a:lnTo>
                  <a:lnTo>
                    <a:pt x="141" y="154"/>
                  </a:lnTo>
                  <a:lnTo>
                    <a:pt x="90" y="218"/>
                  </a:lnTo>
                  <a:lnTo>
                    <a:pt x="39" y="308"/>
                  </a:lnTo>
                  <a:lnTo>
                    <a:pt x="13" y="398"/>
                  </a:lnTo>
                  <a:lnTo>
                    <a:pt x="0" y="487"/>
                  </a:lnTo>
                  <a:lnTo>
                    <a:pt x="13" y="590"/>
                  </a:lnTo>
                  <a:lnTo>
                    <a:pt x="39" y="680"/>
                  </a:lnTo>
                  <a:lnTo>
                    <a:pt x="90" y="769"/>
                  </a:lnTo>
                  <a:lnTo>
                    <a:pt x="141" y="833"/>
                  </a:lnTo>
                  <a:lnTo>
                    <a:pt x="218" y="897"/>
                  </a:lnTo>
                  <a:lnTo>
                    <a:pt x="295" y="936"/>
                  </a:lnTo>
                  <a:lnTo>
                    <a:pt x="385" y="974"/>
                  </a:lnTo>
                  <a:lnTo>
                    <a:pt x="5072" y="974"/>
                  </a:lnTo>
                  <a:lnTo>
                    <a:pt x="5162" y="936"/>
                  </a:lnTo>
                  <a:lnTo>
                    <a:pt x="5239" y="897"/>
                  </a:lnTo>
                  <a:lnTo>
                    <a:pt x="5316" y="833"/>
                  </a:lnTo>
                  <a:lnTo>
                    <a:pt x="5367" y="769"/>
                  </a:lnTo>
                  <a:lnTo>
                    <a:pt x="5418" y="680"/>
                  </a:lnTo>
                  <a:lnTo>
                    <a:pt x="5444" y="590"/>
                  </a:lnTo>
                  <a:lnTo>
                    <a:pt x="5456" y="487"/>
                  </a:lnTo>
                  <a:lnTo>
                    <a:pt x="5444" y="398"/>
                  </a:lnTo>
                  <a:lnTo>
                    <a:pt x="5418" y="308"/>
                  </a:lnTo>
                  <a:lnTo>
                    <a:pt x="5367" y="218"/>
                  </a:lnTo>
                  <a:lnTo>
                    <a:pt x="5316" y="154"/>
                  </a:lnTo>
                  <a:lnTo>
                    <a:pt x="5239" y="90"/>
                  </a:lnTo>
                  <a:lnTo>
                    <a:pt x="5162" y="39"/>
                  </a:lnTo>
                  <a:lnTo>
                    <a:pt x="5072" y="14"/>
                  </a:lnTo>
                  <a:lnTo>
                    <a:pt x="497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37"/>
            <p:cNvSpPr/>
            <p:nvPr/>
          </p:nvSpPr>
          <p:spPr>
            <a:xfrm>
              <a:off x="1974300" y="708150"/>
              <a:ext cx="51900" cy="52225"/>
            </a:xfrm>
            <a:custGeom>
              <a:avLst/>
              <a:gdLst/>
              <a:ahLst/>
              <a:cxnLst/>
              <a:rect l="l" t="t" r="r" b="b"/>
              <a:pathLst>
                <a:path w="2076" h="2089" extrusionOk="0">
                  <a:moveTo>
                    <a:pt x="1038" y="1"/>
                  </a:moveTo>
                  <a:lnTo>
                    <a:pt x="936" y="14"/>
                  </a:lnTo>
                  <a:lnTo>
                    <a:pt x="833" y="27"/>
                  </a:lnTo>
                  <a:lnTo>
                    <a:pt x="731" y="52"/>
                  </a:lnTo>
                  <a:lnTo>
                    <a:pt x="628" y="91"/>
                  </a:lnTo>
                  <a:lnTo>
                    <a:pt x="539" y="129"/>
                  </a:lnTo>
                  <a:lnTo>
                    <a:pt x="462" y="180"/>
                  </a:lnTo>
                  <a:lnTo>
                    <a:pt x="372" y="244"/>
                  </a:lnTo>
                  <a:lnTo>
                    <a:pt x="308" y="308"/>
                  </a:lnTo>
                  <a:lnTo>
                    <a:pt x="231" y="385"/>
                  </a:lnTo>
                  <a:lnTo>
                    <a:pt x="180" y="462"/>
                  </a:lnTo>
                  <a:lnTo>
                    <a:pt x="129" y="552"/>
                  </a:lnTo>
                  <a:lnTo>
                    <a:pt x="77" y="641"/>
                  </a:lnTo>
                  <a:lnTo>
                    <a:pt x="52" y="731"/>
                  </a:lnTo>
                  <a:lnTo>
                    <a:pt x="26" y="834"/>
                  </a:lnTo>
                  <a:lnTo>
                    <a:pt x="1" y="936"/>
                  </a:lnTo>
                  <a:lnTo>
                    <a:pt x="1" y="1038"/>
                  </a:lnTo>
                  <a:lnTo>
                    <a:pt x="1" y="1154"/>
                  </a:lnTo>
                  <a:lnTo>
                    <a:pt x="26" y="1256"/>
                  </a:lnTo>
                  <a:lnTo>
                    <a:pt x="52" y="1359"/>
                  </a:lnTo>
                  <a:lnTo>
                    <a:pt x="77" y="1448"/>
                  </a:lnTo>
                  <a:lnTo>
                    <a:pt x="129" y="1538"/>
                  </a:lnTo>
                  <a:lnTo>
                    <a:pt x="180" y="1628"/>
                  </a:lnTo>
                  <a:lnTo>
                    <a:pt x="231" y="1704"/>
                  </a:lnTo>
                  <a:lnTo>
                    <a:pt x="308" y="1781"/>
                  </a:lnTo>
                  <a:lnTo>
                    <a:pt x="372" y="1845"/>
                  </a:lnTo>
                  <a:lnTo>
                    <a:pt x="462" y="1909"/>
                  </a:lnTo>
                  <a:lnTo>
                    <a:pt x="539" y="1961"/>
                  </a:lnTo>
                  <a:lnTo>
                    <a:pt x="628" y="1999"/>
                  </a:lnTo>
                  <a:lnTo>
                    <a:pt x="731" y="2037"/>
                  </a:lnTo>
                  <a:lnTo>
                    <a:pt x="833" y="2063"/>
                  </a:lnTo>
                  <a:lnTo>
                    <a:pt x="936" y="2076"/>
                  </a:lnTo>
                  <a:lnTo>
                    <a:pt x="1038" y="2089"/>
                  </a:lnTo>
                  <a:lnTo>
                    <a:pt x="1140" y="2076"/>
                  </a:lnTo>
                  <a:lnTo>
                    <a:pt x="1243" y="2063"/>
                  </a:lnTo>
                  <a:lnTo>
                    <a:pt x="1345" y="2037"/>
                  </a:lnTo>
                  <a:lnTo>
                    <a:pt x="1448" y="1999"/>
                  </a:lnTo>
                  <a:lnTo>
                    <a:pt x="1538" y="1961"/>
                  </a:lnTo>
                  <a:lnTo>
                    <a:pt x="1614" y="1909"/>
                  </a:lnTo>
                  <a:lnTo>
                    <a:pt x="1704" y="1845"/>
                  </a:lnTo>
                  <a:lnTo>
                    <a:pt x="1781" y="1781"/>
                  </a:lnTo>
                  <a:lnTo>
                    <a:pt x="1845" y="1704"/>
                  </a:lnTo>
                  <a:lnTo>
                    <a:pt x="1896" y="1628"/>
                  </a:lnTo>
                  <a:lnTo>
                    <a:pt x="1947" y="1538"/>
                  </a:lnTo>
                  <a:lnTo>
                    <a:pt x="1999" y="1448"/>
                  </a:lnTo>
                  <a:lnTo>
                    <a:pt x="2037" y="1359"/>
                  </a:lnTo>
                  <a:lnTo>
                    <a:pt x="2063" y="1256"/>
                  </a:lnTo>
                  <a:lnTo>
                    <a:pt x="2075" y="1154"/>
                  </a:lnTo>
                  <a:lnTo>
                    <a:pt x="2075" y="1038"/>
                  </a:lnTo>
                  <a:lnTo>
                    <a:pt x="2075" y="936"/>
                  </a:lnTo>
                  <a:lnTo>
                    <a:pt x="2063" y="834"/>
                  </a:lnTo>
                  <a:lnTo>
                    <a:pt x="2037" y="731"/>
                  </a:lnTo>
                  <a:lnTo>
                    <a:pt x="1999" y="641"/>
                  </a:lnTo>
                  <a:lnTo>
                    <a:pt x="1947" y="552"/>
                  </a:lnTo>
                  <a:lnTo>
                    <a:pt x="1896" y="462"/>
                  </a:lnTo>
                  <a:lnTo>
                    <a:pt x="1845" y="385"/>
                  </a:lnTo>
                  <a:lnTo>
                    <a:pt x="1781" y="308"/>
                  </a:lnTo>
                  <a:lnTo>
                    <a:pt x="1704" y="244"/>
                  </a:lnTo>
                  <a:lnTo>
                    <a:pt x="1614" y="180"/>
                  </a:lnTo>
                  <a:lnTo>
                    <a:pt x="1538" y="129"/>
                  </a:lnTo>
                  <a:lnTo>
                    <a:pt x="1448" y="91"/>
                  </a:lnTo>
                  <a:lnTo>
                    <a:pt x="1345" y="52"/>
                  </a:lnTo>
                  <a:lnTo>
                    <a:pt x="1243" y="27"/>
                  </a:lnTo>
                  <a:lnTo>
                    <a:pt x="1140" y="14"/>
                  </a:lnTo>
                  <a:lnTo>
                    <a:pt x="10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4" name="Google Shape;1914;p37"/>
          <p:cNvGrpSpPr/>
          <p:nvPr/>
        </p:nvGrpSpPr>
        <p:grpSpPr>
          <a:xfrm>
            <a:off x="6214775" y="1262175"/>
            <a:ext cx="2252287" cy="2086275"/>
            <a:chOff x="6214775" y="1376475"/>
            <a:chExt cx="2252287" cy="2086275"/>
          </a:xfrm>
        </p:grpSpPr>
        <p:sp>
          <p:nvSpPr>
            <p:cNvPr id="1915" name="Google Shape;1915;p37"/>
            <p:cNvSpPr txBox="1"/>
            <p:nvPr/>
          </p:nvSpPr>
          <p:spPr>
            <a:xfrm>
              <a:off x="6226661" y="1376475"/>
              <a:ext cx="2240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Reinforcement learning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916" name="Google Shape;1916;p37"/>
            <p:cNvSpPr txBox="1"/>
            <p:nvPr/>
          </p:nvSpPr>
          <p:spPr>
            <a:xfrm>
              <a:off x="6214775" y="2329350"/>
              <a:ext cx="2240400" cy="11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Finances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Manufacturing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Stock  management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Autonomous cars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p38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grpSp>
        <p:nvGrpSpPr>
          <p:cNvPr id="1922" name="Google Shape;1922;p38"/>
          <p:cNvGrpSpPr/>
          <p:nvPr/>
        </p:nvGrpSpPr>
        <p:grpSpPr>
          <a:xfrm>
            <a:off x="3448050" y="1181650"/>
            <a:ext cx="2247902" cy="3550335"/>
            <a:chOff x="1085850" y="1181650"/>
            <a:chExt cx="2247902" cy="3550335"/>
          </a:xfrm>
        </p:grpSpPr>
        <p:sp>
          <p:nvSpPr>
            <p:cNvPr id="1923" name="Google Shape;1923;p38"/>
            <p:cNvSpPr/>
            <p:nvPr/>
          </p:nvSpPr>
          <p:spPr>
            <a:xfrm>
              <a:off x="1550204" y="1181650"/>
              <a:ext cx="1318561" cy="1318561"/>
            </a:xfrm>
            <a:custGeom>
              <a:avLst/>
              <a:gdLst/>
              <a:ahLst/>
              <a:cxnLst/>
              <a:rect l="l" t="t" r="r" b="b"/>
              <a:pathLst>
                <a:path w="26257" h="26257" extrusionOk="0">
                  <a:moveTo>
                    <a:pt x="5072" y="0"/>
                  </a:moveTo>
                  <a:lnTo>
                    <a:pt x="4803" y="26"/>
                  </a:lnTo>
                  <a:lnTo>
                    <a:pt x="4534" y="64"/>
                  </a:lnTo>
                  <a:lnTo>
                    <a:pt x="4278" y="102"/>
                  </a:lnTo>
                  <a:lnTo>
                    <a:pt x="4009" y="167"/>
                  </a:lnTo>
                  <a:lnTo>
                    <a:pt x="3766" y="243"/>
                  </a:lnTo>
                  <a:lnTo>
                    <a:pt x="3510" y="320"/>
                  </a:lnTo>
                  <a:lnTo>
                    <a:pt x="3266" y="423"/>
                  </a:lnTo>
                  <a:lnTo>
                    <a:pt x="3036" y="525"/>
                  </a:lnTo>
                  <a:lnTo>
                    <a:pt x="2805" y="640"/>
                  </a:lnTo>
                  <a:lnTo>
                    <a:pt x="2575" y="768"/>
                  </a:lnTo>
                  <a:lnTo>
                    <a:pt x="2357" y="909"/>
                  </a:lnTo>
                  <a:lnTo>
                    <a:pt x="2152" y="1063"/>
                  </a:lnTo>
                  <a:lnTo>
                    <a:pt x="1947" y="1217"/>
                  </a:lnTo>
                  <a:lnTo>
                    <a:pt x="1755" y="1383"/>
                  </a:lnTo>
                  <a:lnTo>
                    <a:pt x="1563" y="1563"/>
                  </a:lnTo>
                  <a:lnTo>
                    <a:pt x="1396" y="1755"/>
                  </a:lnTo>
                  <a:lnTo>
                    <a:pt x="1230" y="1947"/>
                  </a:lnTo>
                  <a:lnTo>
                    <a:pt x="1063" y="2152"/>
                  </a:lnTo>
                  <a:lnTo>
                    <a:pt x="910" y="2357"/>
                  </a:lnTo>
                  <a:lnTo>
                    <a:pt x="782" y="2574"/>
                  </a:lnTo>
                  <a:lnTo>
                    <a:pt x="653" y="2792"/>
                  </a:lnTo>
                  <a:lnTo>
                    <a:pt x="525" y="3023"/>
                  </a:lnTo>
                  <a:lnTo>
                    <a:pt x="423" y="3266"/>
                  </a:lnTo>
                  <a:lnTo>
                    <a:pt x="333" y="3509"/>
                  </a:lnTo>
                  <a:lnTo>
                    <a:pt x="244" y="3753"/>
                  </a:lnTo>
                  <a:lnTo>
                    <a:pt x="167" y="4009"/>
                  </a:lnTo>
                  <a:lnTo>
                    <a:pt x="116" y="4265"/>
                  </a:lnTo>
                  <a:lnTo>
                    <a:pt x="64" y="4534"/>
                  </a:lnTo>
                  <a:lnTo>
                    <a:pt x="26" y="4803"/>
                  </a:lnTo>
                  <a:lnTo>
                    <a:pt x="13" y="5072"/>
                  </a:lnTo>
                  <a:lnTo>
                    <a:pt x="0" y="5341"/>
                  </a:lnTo>
                  <a:lnTo>
                    <a:pt x="0" y="20903"/>
                  </a:lnTo>
                  <a:lnTo>
                    <a:pt x="13" y="21184"/>
                  </a:lnTo>
                  <a:lnTo>
                    <a:pt x="26" y="21453"/>
                  </a:lnTo>
                  <a:lnTo>
                    <a:pt x="64" y="21722"/>
                  </a:lnTo>
                  <a:lnTo>
                    <a:pt x="116" y="21991"/>
                  </a:lnTo>
                  <a:lnTo>
                    <a:pt x="167" y="22247"/>
                  </a:lnTo>
                  <a:lnTo>
                    <a:pt x="244" y="22503"/>
                  </a:lnTo>
                  <a:lnTo>
                    <a:pt x="333" y="22747"/>
                  </a:lnTo>
                  <a:lnTo>
                    <a:pt x="423" y="22990"/>
                  </a:lnTo>
                  <a:lnTo>
                    <a:pt x="525" y="23234"/>
                  </a:lnTo>
                  <a:lnTo>
                    <a:pt x="653" y="23464"/>
                  </a:lnTo>
                  <a:lnTo>
                    <a:pt x="782" y="23682"/>
                  </a:lnTo>
                  <a:lnTo>
                    <a:pt x="910" y="23900"/>
                  </a:lnTo>
                  <a:lnTo>
                    <a:pt x="1063" y="24104"/>
                  </a:lnTo>
                  <a:lnTo>
                    <a:pt x="1230" y="24309"/>
                  </a:lnTo>
                  <a:lnTo>
                    <a:pt x="1396" y="24502"/>
                  </a:lnTo>
                  <a:lnTo>
                    <a:pt x="1563" y="24694"/>
                  </a:lnTo>
                  <a:lnTo>
                    <a:pt x="1755" y="24873"/>
                  </a:lnTo>
                  <a:lnTo>
                    <a:pt x="1947" y="25039"/>
                  </a:lnTo>
                  <a:lnTo>
                    <a:pt x="2152" y="25193"/>
                  </a:lnTo>
                  <a:lnTo>
                    <a:pt x="2357" y="25347"/>
                  </a:lnTo>
                  <a:lnTo>
                    <a:pt x="2575" y="25488"/>
                  </a:lnTo>
                  <a:lnTo>
                    <a:pt x="2805" y="25616"/>
                  </a:lnTo>
                  <a:lnTo>
                    <a:pt x="3036" y="25731"/>
                  </a:lnTo>
                  <a:lnTo>
                    <a:pt x="3266" y="25834"/>
                  </a:lnTo>
                  <a:lnTo>
                    <a:pt x="3510" y="25936"/>
                  </a:lnTo>
                  <a:lnTo>
                    <a:pt x="3766" y="26013"/>
                  </a:lnTo>
                  <a:lnTo>
                    <a:pt x="4009" y="26090"/>
                  </a:lnTo>
                  <a:lnTo>
                    <a:pt x="4278" y="26154"/>
                  </a:lnTo>
                  <a:lnTo>
                    <a:pt x="4534" y="26192"/>
                  </a:lnTo>
                  <a:lnTo>
                    <a:pt x="4803" y="26231"/>
                  </a:lnTo>
                  <a:lnTo>
                    <a:pt x="5072" y="26256"/>
                  </a:lnTo>
                  <a:lnTo>
                    <a:pt x="21184" y="26256"/>
                  </a:lnTo>
                  <a:lnTo>
                    <a:pt x="21466" y="26231"/>
                  </a:lnTo>
                  <a:lnTo>
                    <a:pt x="21722" y="26192"/>
                  </a:lnTo>
                  <a:lnTo>
                    <a:pt x="21991" y="26154"/>
                  </a:lnTo>
                  <a:lnTo>
                    <a:pt x="22248" y="26090"/>
                  </a:lnTo>
                  <a:lnTo>
                    <a:pt x="22504" y="26013"/>
                  </a:lnTo>
                  <a:lnTo>
                    <a:pt x="22747" y="25936"/>
                  </a:lnTo>
                  <a:lnTo>
                    <a:pt x="22990" y="25834"/>
                  </a:lnTo>
                  <a:lnTo>
                    <a:pt x="23234" y="25731"/>
                  </a:lnTo>
                  <a:lnTo>
                    <a:pt x="23464" y="25616"/>
                  </a:lnTo>
                  <a:lnTo>
                    <a:pt x="23682" y="25488"/>
                  </a:lnTo>
                  <a:lnTo>
                    <a:pt x="23900" y="25347"/>
                  </a:lnTo>
                  <a:lnTo>
                    <a:pt x="24117" y="25193"/>
                  </a:lnTo>
                  <a:lnTo>
                    <a:pt x="24322" y="25039"/>
                  </a:lnTo>
                  <a:lnTo>
                    <a:pt x="24515" y="24873"/>
                  </a:lnTo>
                  <a:lnTo>
                    <a:pt x="24694" y="24694"/>
                  </a:lnTo>
                  <a:lnTo>
                    <a:pt x="24873" y="24502"/>
                  </a:lnTo>
                  <a:lnTo>
                    <a:pt x="25040" y="24309"/>
                  </a:lnTo>
                  <a:lnTo>
                    <a:pt x="25206" y="24104"/>
                  </a:lnTo>
                  <a:lnTo>
                    <a:pt x="25347" y="23900"/>
                  </a:lnTo>
                  <a:lnTo>
                    <a:pt x="25488" y="23682"/>
                  </a:lnTo>
                  <a:lnTo>
                    <a:pt x="25616" y="23464"/>
                  </a:lnTo>
                  <a:lnTo>
                    <a:pt x="25731" y="23234"/>
                  </a:lnTo>
                  <a:lnTo>
                    <a:pt x="25847" y="22990"/>
                  </a:lnTo>
                  <a:lnTo>
                    <a:pt x="25936" y="22747"/>
                  </a:lnTo>
                  <a:lnTo>
                    <a:pt x="26026" y="22503"/>
                  </a:lnTo>
                  <a:lnTo>
                    <a:pt x="26090" y="22247"/>
                  </a:lnTo>
                  <a:lnTo>
                    <a:pt x="26154" y="21991"/>
                  </a:lnTo>
                  <a:lnTo>
                    <a:pt x="26205" y="21722"/>
                  </a:lnTo>
                  <a:lnTo>
                    <a:pt x="26231" y="21453"/>
                  </a:lnTo>
                  <a:lnTo>
                    <a:pt x="26256" y="21184"/>
                  </a:lnTo>
                  <a:lnTo>
                    <a:pt x="26256" y="20903"/>
                  </a:lnTo>
                  <a:lnTo>
                    <a:pt x="26256" y="5341"/>
                  </a:lnTo>
                  <a:lnTo>
                    <a:pt x="26256" y="5072"/>
                  </a:lnTo>
                  <a:lnTo>
                    <a:pt x="26231" y="4803"/>
                  </a:lnTo>
                  <a:lnTo>
                    <a:pt x="26205" y="4534"/>
                  </a:lnTo>
                  <a:lnTo>
                    <a:pt x="26154" y="4265"/>
                  </a:lnTo>
                  <a:lnTo>
                    <a:pt x="26090" y="4009"/>
                  </a:lnTo>
                  <a:lnTo>
                    <a:pt x="26026" y="3753"/>
                  </a:lnTo>
                  <a:lnTo>
                    <a:pt x="25936" y="3509"/>
                  </a:lnTo>
                  <a:lnTo>
                    <a:pt x="25847" y="3266"/>
                  </a:lnTo>
                  <a:lnTo>
                    <a:pt x="25731" y="3023"/>
                  </a:lnTo>
                  <a:lnTo>
                    <a:pt x="25616" y="2792"/>
                  </a:lnTo>
                  <a:lnTo>
                    <a:pt x="25488" y="2574"/>
                  </a:lnTo>
                  <a:lnTo>
                    <a:pt x="25347" y="2357"/>
                  </a:lnTo>
                  <a:lnTo>
                    <a:pt x="25206" y="2152"/>
                  </a:lnTo>
                  <a:lnTo>
                    <a:pt x="25040" y="1947"/>
                  </a:lnTo>
                  <a:lnTo>
                    <a:pt x="24873" y="1755"/>
                  </a:lnTo>
                  <a:lnTo>
                    <a:pt x="24694" y="1563"/>
                  </a:lnTo>
                  <a:lnTo>
                    <a:pt x="24515" y="1383"/>
                  </a:lnTo>
                  <a:lnTo>
                    <a:pt x="24322" y="1217"/>
                  </a:lnTo>
                  <a:lnTo>
                    <a:pt x="24117" y="1063"/>
                  </a:lnTo>
                  <a:lnTo>
                    <a:pt x="23900" y="909"/>
                  </a:lnTo>
                  <a:lnTo>
                    <a:pt x="23682" y="768"/>
                  </a:lnTo>
                  <a:lnTo>
                    <a:pt x="23464" y="640"/>
                  </a:lnTo>
                  <a:lnTo>
                    <a:pt x="23234" y="525"/>
                  </a:lnTo>
                  <a:lnTo>
                    <a:pt x="22990" y="423"/>
                  </a:lnTo>
                  <a:lnTo>
                    <a:pt x="22747" y="320"/>
                  </a:lnTo>
                  <a:lnTo>
                    <a:pt x="22504" y="243"/>
                  </a:lnTo>
                  <a:lnTo>
                    <a:pt x="22248" y="167"/>
                  </a:lnTo>
                  <a:lnTo>
                    <a:pt x="21991" y="102"/>
                  </a:lnTo>
                  <a:lnTo>
                    <a:pt x="21722" y="64"/>
                  </a:lnTo>
                  <a:lnTo>
                    <a:pt x="21466" y="26"/>
                  </a:lnTo>
                  <a:lnTo>
                    <a:pt x="2118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38"/>
            <p:cNvSpPr/>
            <p:nvPr/>
          </p:nvSpPr>
          <p:spPr>
            <a:xfrm>
              <a:off x="1623520" y="1254966"/>
              <a:ext cx="1172579" cy="1171926"/>
            </a:xfrm>
            <a:custGeom>
              <a:avLst/>
              <a:gdLst/>
              <a:ahLst/>
              <a:cxnLst/>
              <a:rect l="l" t="t" r="r" b="b"/>
              <a:pathLst>
                <a:path w="23350" h="23337" extrusionOk="0">
                  <a:moveTo>
                    <a:pt x="4509" y="0"/>
                  </a:moveTo>
                  <a:lnTo>
                    <a:pt x="4265" y="26"/>
                  </a:lnTo>
                  <a:lnTo>
                    <a:pt x="4035" y="51"/>
                  </a:lnTo>
                  <a:lnTo>
                    <a:pt x="3792" y="90"/>
                  </a:lnTo>
                  <a:lnTo>
                    <a:pt x="3561" y="141"/>
                  </a:lnTo>
                  <a:lnTo>
                    <a:pt x="3343" y="205"/>
                  </a:lnTo>
                  <a:lnTo>
                    <a:pt x="3126" y="282"/>
                  </a:lnTo>
                  <a:lnTo>
                    <a:pt x="2908" y="372"/>
                  </a:lnTo>
                  <a:lnTo>
                    <a:pt x="2690" y="461"/>
                  </a:lnTo>
                  <a:lnTo>
                    <a:pt x="2485" y="564"/>
                  </a:lnTo>
                  <a:lnTo>
                    <a:pt x="2293" y="679"/>
                  </a:lnTo>
                  <a:lnTo>
                    <a:pt x="2101" y="807"/>
                  </a:lnTo>
                  <a:lnTo>
                    <a:pt x="1909" y="935"/>
                  </a:lnTo>
                  <a:lnTo>
                    <a:pt x="1729" y="1076"/>
                  </a:lnTo>
                  <a:lnTo>
                    <a:pt x="1563" y="1230"/>
                  </a:lnTo>
                  <a:lnTo>
                    <a:pt x="1396" y="1383"/>
                  </a:lnTo>
                  <a:lnTo>
                    <a:pt x="1230" y="1550"/>
                  </a:lnTo>
                  <a:lnTo>
                    <a:pt x="1089" y="1729"/>
                  </a:lnTo>
                  <a:lnTo>
                    <a:pt x="948" y="1909"/>
                  </a:lnTo>
                  <a:lnTo>
                    <a:pt x="807" y="2088"/>
                  </a:lnTo>
                  <a:lnTo>
                    <a:pt x="692" y="2280"/>
                  </a:lnTo>
                  <a:lnTo>
                    <a:pt x="577" y="2485"/>
                  </a:lnTo>
                  <a:lnTo>
                    <a:pt x="474" y="2690"/>
                  </a:lnTo>
                  <a:lnTo>
                    <a:pt x="372" y="2895"/>
                  </a:lnTo>
                  <a:lnTo>
                    <a:pt x="295" y="3112"/>
                  </a:lnTo>
                  <a:lnTo>
                    <a:pt x="218" y="3330"/>
                  </a:lnTo>
                  <a:lnTo>
                    <a:pt x="154" y="3561"/>
                  </a:lnTo>
                  <a:lnTo>
                    <a:pt x="103" y="3791"/>
                  </a:lnTo>
                  <a:lnTo>
                    <a:pt x="52" y="4022"/>
                  </a:lnTo>
                  <a:lnTo>
                    <a:pt x="26" y="4265"/>
                  </a:lnTo>
                  <a:lnTo>
                    <a:pt x="13" y="4509"/>
                  </a:lnTo>
                  <a:lnTo>
                    <a:pt x="0" y="4752"/>
                  </a:lnTo>
                  <a:lnTo>
                    <a:pt x="0" y="18584"/>
                  </a:lnTo>
                  <a:lnTo>
                    <a:pt x="13" y="18828"/>
                  </a:lnTo>
                  <a:lnTo>
                    <a:pt x="26" y="19071"/>
                  </a:lnTo>
                  <a:lnTo>
                    <a:pt x="52" y="19314"/>
                  </a:lnTo>
                  <a:lnTo>
                    <a:pt x="103" y="19545"/>
                  </a:lnTo>
                  <a:lnTo>
                    <a:pt x="154" y="19776"/>
                  </a:lnTo>
                  <a:lnTo>
                    <a:pt x="218" y="19993"/>
                  </a:lnTo>
                  <a:lnTo>
                    <a:pt x="295" y="20224"/>
                  </a:lnTo>
                  <a:lnTo>
                    <a:pt x="372" y="20429"/>
                  </a:lnTo>
                  <a:lnTo>
                    <a:pt x="474" y="20646"/>
                  </a:lnTo>
                  <a:lnTo>
                    <a:pt x="577" y="20851"/>
                  </a:lnTo>
                  <a:lnTo>
                    <a:pt x="692" y="21043"/>
                  </a:lnTo>
                  <a:lnTo>
                    <a:pt x="807" y="21248"/>
                  </a:lnTo>
                  <a:lnTo>
                    <a:pt x="948" y="21428"/>
                  </a:lnTo>
                  <a:lnTo>
                    <a:pt x="1089" y="21607"/>
                  </a:lnTo>
                  <a:lnTo>
                    <a:pt x="1230" y="21786"/>
                  </a:lnTo>
                  <a:lnTo>
                    <a:pt x="1396" y="21940"/>
                  </a:lnTo>
                  <a:lnTo>
                    <a:pt x="1563" y="22107"/>
                  </a:lnTo>
                  <a:lnTo>
                    <a:pt x="1729" y="22247"/>
                  </a:lnTo>
                  <a:lnTo>
                    <a:pt x="1909" y="22388"/>
                  </a:lnTo>
                  <a:lnTo>
                    <a:pt x="2101" y="22529"/>
                  </a:lnTo>
                  <a:lnTo>
                    <a:pt x="2293" y="22644"/>
                  </a:lnTo>
                  <a:lnTo>
                    <a:pt x="2485" y="22760"/>
                  </a:lnTo>
                  <a:lnTo>
                    <a:pt x="2690" y="22875"/>
                  </a:lnTo>
                  <a:lnTo>
                    <a:pt x="2908" y="22965"/>
                  </a:lnTo>
                  <a:lnTo>
                    <a:pt x="3126" y="23054"/>
                  </a:lnTo>
                  <a:lnTo>
                    <a:pt x="3343" y="23118"/>
                  </a:lnTo>
                  <a:lnTo>
                    <a:pt x="3561" y="23182"/>
                  </a:lnTo>
                  <a:lnTo>
                    <a:pt x="3792" y="23246"/>
                  </a:lnTo>
                  <a:lnTo>
                    <a:pt x="4035" y="23285"/>
                  </a:lnTo>
                  <a:lnTo>
                    <a:pt x="4265" y="23310"/>
                  </a:lnTo>
                  <a:lnTo>
                    <a:pt x="4509" y="23336"/>
                  </a:lnTo>
                  <a:lnTo>
                    <a:pt x="18828" y="23336"/>
                  </a:lnTo>
                  <a:lnTo>
                    <a:pt x="19071" y="23310"/>
                  </a:lnTo>
                  <a:lnTo>
                    <a:pt x="19315" y="23285"/>
                  </a:lnTo>
                  <a:lnTo>
                    <a:pt x="19545" y="23246"/>
                  </a:lnTo>
                  <a:lnTo>
                    <a:pt x="19776" y="23182"/>
                  </a:lnTo>
                  <a:lnTo>
                    <a:pt x="20006" y="23118"/>
                  </a:lnTo>
                  <a:lnTo>
                    <a:pt x="20224" y="23054"/>
                  </a:lnTo>
                  <a:lnTo>
                    <a:pt x="20442" y="22965"/>
                  </a:lnTo>
                  <a:lnTo>
                    <a:pt x="20647" y="22875"/>
                  </a:lnTo>
                  <a:lnTo>
                    <a:pt x="20852" y="22760"/>
                  </a:lnTo>
                  <a:lnTo>
                    <a:pt x="21056" y="22644"/>
                  </a:lnTo>
                  <a:lnTo>
                    <a:pt x="21249" y="22529"/>
                  </a:lnTo>
                  <a:lnTo>
                    <a:pt x="21428" y="22388"/>
                  </a:lnTo>
                  <a:lnTo>
                    <a:pt x="21607" y="22247"/>
                  </a:lnTo>
                  <a:lnTo>
                    <a:pt x="21787" y="22107"/>
                  </a:lnTo>
                  <a:lnTo>
                    <a:pt x="21953" y="21940"/>
                  </a:lnTo>
                  <a:lnTo>
                    <a:pt x="22107" y="21786"/>
                  </a:lnTo>
                  <a:lnTo>
                    <a:pt x="22260" y="21607"/>
                  </a:lnTo>
                  <a:lnTo>
                    <a:pt x="22401" y="21428"/>
                  </a:lnTo>
                  <a:lnTo>
                    <a:pt x="22529" y="21248"/>
                  </a:lnTo>
                  <a:lnTo>
                    <a:pt x="22657" y="21043"/>
                  </a:lnTo>
                  <a:lnTo>
                    <a:pt x="22773" y="20851"/>
                  </a:lnTo>
                  <a:lnTo>
                    <a:pt x="22875" y="20646"/>
                  </a:lnTo>
                  <a:lnTo>
                    <a:pt x="22965" y="20429"/>
                  </a:lnTo>
                  <a:lnTo>
                    <a:pt x="23055" y="20224"/>
                  </a:lnTo>
                  <a:lnTo>
                    <a:pt x="23131" y="19993"/>
                  </a:lnTo>
                  <a:lnTo>
                    <a:pt x="23195" y="19776"/>
                  </a:lnTo>
                  <a:lnTo>
                    <a:pt x="23247" y="19545"/>
                  </a:lnTo>
                  <a:lnTo>
                    <a:pt x="23285" y="19314"/>
                  </a:lnTo>
                  <a:lnTo>
                    <a:pt x="23323" y="19071"/>
                  </a:lnTo>
                  <a:lnTo>
                    <a:pt x="23336" y="18828"/>
                  </a:lnTo>
                  <a:lnTo>
                    <a:pt x="23349" y="18584"/>
                  </a:lnTo>
                  <a:lnTo>
                    <a:pt x="23349" y="4752"/>
                  </a:lnTo>
                  <a:lnTo>
                    <a:pt x="23336" y="4509"/>
                  </a:lnTo>
                  <a:lnTo>
                    <a:pt x="23323" y="4265"/>
                  </a:lnTo>
                  <a:lnTo>
                    <a:pt x="23285" y="4022"/>
                  </a:lnTo>
                  <a:lnTo>
                    <a:pt x="23247" y="3791"/>
                  </a:lnTo>
                  <a:lnTo>
                    <a:pt x="23195" y="3561"/>
                  </a:lnTo>
                  <a:lnTo>
                    <a:pt x="23131" y="3330"/>
                  </a:lnTo>
                  <a:lnTo>
                    <a:pt x="23055" y="3112"/>
                  </a:lnTo>
                  <a:lnTo>
                    <a:pt x="22965" y="2895"/>
                  </a:lnTo>
                  <a:lnTo>
                    <a:pt x="22875" y="2690"/>
                  </a:lnTo>
                  <a:lnTo>
                    <a:pt x="22773" y="2485"/>
                  </a:lnTo>
                  <a:lnTo>
                    <a:pt x="22657" y="2280"/>
                  </a:lnTo>
                  <a:lnTo>
                    <a:pt x="22529" y="2088"/>
                  </a:lnTo>
                  <a:lnTo>
                    <a:pt x="22401" y="1909"/>
                  </a:lnTo>
                  <a:lnTo>
                    <a:pt x="22260" y="1729"/>
                  </a:lnTo>
                  <a:lnTo>
                    <a:pt x="22107" y="1550"/>
                  </a:lnTo>
                  <a:lnTo>
                    <a:pt x="21953" y="1383"/>
                  </a:lnTo>
                  <a:lnTo>
                    <a:pt x="21787" y="1230"/>
                  </a:lnTo>
                  <a:lnTo>
                    <a:pt x="21607" y="1076"/>
                  </a:lnTo>
                  <a:lnTo>
                    <a:pt x="21428" y="935"/>
                  </a:lnTo>
                  <a:lnTo>
                    <a:pt x="21249" y="807"/>
                  </a:lnTo>
                  <a:lnTo>
                    <a:pt x="21056" y="679"/>
                  </a:lnTo>
                  <a:lnTo>
                    <a:pt x="20852" y="564"/>
                  </a:lnTo>
                  <a:lnTo>
                    <a:pt x="20647" y="461"/>
                  </a:lnTo>
                  <a:lnTo>
                    <a:pt x="20442" y="372"/>
                  </a:lnTo>
                  <a:lnTo>
                    <a:pt x="20224" y="282"/>
                  </a:lnTo>
                  <a:lnTo>
                    <a:pt x="20006" y="205"/>
                  </a:lnTo>
                  <a:lnTo>
                    <a:pt x="19776" y="141"/>
                  </a:lnTo>
                  <a:lnTo>
                    <a:pt x="19545" y="90"/>
                  </a:lnTo>
                  <a:lnTo>
                    <a:pt x="19315" y="51"/>
                  </a:lnTo>
                  <a:lnTo>
                    <a:pt x="19071" y="26"/>
                  </a:lnTo>
                  <a:lnTo>
                    <a:pt x="188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38"/>
            <p:cNvSpPr/>
            <p:nvPr/>
          </p:nvSpPr>
          <p:spPr>
            <a:xfrm>
              <a:off x="2651305" y="1619641"/>
              <a:ext cx="77887" cy="58554"/>
            </a:xfrm>
            <a:custGeom>
              <a:avLst/>
              <a:gdLst/>
              <a:ahLst/>
              <a:cxnLst/>
              <a:rect l="l" t="t" r="r" b="b"/>
              <a:pathLst>
                <a:path w="1551" h="1166" extrusionOk="0">
                  <a:moveTo>
                    <a:pt x="1307" y="0"/>
                  </a:moveTo>
                  <a:lnTo>
                    <a:pt x="1268" y="13"/>
                  </a:lnTo>
                  <a:lnTo>
                    <a:pt x="1217" y="26"/>
                  </a:lnTo>
                  <a:lnTo>
                    <a:pt x="1179" y="39"/>
                  </a:lnTo>
                  <a:lnTo>
                    <a:pt x="116" y="730"/>
                  </a:lnTo>
                  <a:lnTo>
                    <a:pt x="77" y="756"/>
                  </a:lnTo>
                  <a:lnTo>
                    <a:pt x="39" y="794"/>
                  </a:lnTo>
                  <a:lnTo>
                    <a:pt x="26" y="833"/>
                  </a:lnTo>
                  <a:lnTo>
                    <a:pt x="0" y="871"/>
                  </a:lnTo>
                  <a:lnTo>
                    <a:pt x="0" y="922"/>
                  </a:lnTo>
                  <a:lnTo>
                    <a:pt x="0" y="974"/>
                  </a:lnTo>
                  <a:lnTo>
                    <a:pt x="13" y="1012"/>
                  </a:lnTo>
                  <a:lnTo>
                    <a:pt x="39" y="1063"/>
                  </a:lnTo>
                  <a:lnTo>
                    <a:pt x="77" y="1102"/>
                  </a:lnTo>
                  <a:lnTo>
                    <a:pt x="128" y="1140"/>
                  </a:lnTo>
                  <a:lnTo>
                    <a:pt x="180" y="1166"/>
                  </a:lnTo>
                  <a:lnTo>
                    <a:pt x="308" y="1166"/>
                  </a:lnTo>
                  <a:lnTo>
                    <a:pt x="372" y="1127"/>
                  </a:lnTo>
                  <a:lnTo>
                    <a:pt x="1435" y="448"/>
                  </a:lnTo>
                  <a:lnTo>
                    <a:pt x="1473" y="423"/>
                  </a:lnTo>
                  <a:lnTo>
                    <a:pt x="1499" y="384"/>
                  </a:lnTo>
                  <a:lnTo>
                    <a:pt x="1524" y="346"/>
                  </a:lnTo>
                  <a:lnTo>
                    <a:pt x="1537" y="295"/>
                  </a:lnTo>
                  <a:lnTo>
                    <a:pt x="1550" y="256"/>
                  </a:lnTo>
                  <a:lnTo>
                    <a:pt x="1550" y="205"/>
                  </a:lnTo>
                  <a:lnTo>
                    <a:pt x="1537" y="154"/>
                  </a:lnTo>
                  <a:lnTo>
                    <a:pt x="1512" y="115"/>
                  </a:lnTo>
                  <a:lnTo>
                    <a:pt x="1473" y="77"/>
                  </a:lnTo>
                  <a:lnTo>
                    <a:pt x="1435" y="51"/>
                  </a:lnTo>
                  <a:lnTo>
                    <a:pt x="1396" y="26"/>
                  </a:lnTo>
                  <a:lnTo>
                    <a:pt x="1358" y="13"/>
                  </a:lnTo>
                  <a:lnTo>
                    <a:pt x="1307" y="0"/>
                  </a:lnTo>
                  <a:close/>
                </a:path>
              </a:pathLst>
            </a:custGeom>
            <a:solidFill>
              <a:srgbClr val="05A8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38"/>
            <p:cNvSpPr/>
            <p:nvPr/>
          </p:nvSpPr>
          <p:spPr>
            <a:xfrm>
              <a:off x="2049910" y="1554660"/>
              <a:ext cx="301104" cy="117760"/>
            </a:xfrm>
            <a:custGeom>
              <a:avLst/>
              <a:gdLst/>
              <a:ahLst/>
              <a:cxnLst/>
              <a:rect l="l" t="t" r="r" b="b"/>
              <a:pathLst>
                <a:path w="5996" h="2345" extrusionOk="0">
                  <a:moveTo>
                    <a:pt x="3395" y="1"/>
                  </a:moveTo>
                  <a:lnTo>
                    <a:pt x="3344" y="13"/>
                  </a:lnTo>
                  <a:lnTo>
                    <a:pt x="3293" y="26"/>
                  </a:lnTo>
                  <a:lnTo>
                    <a:pt x="3254" y="52"/>
                  </a:lnTo>
                  <a:lnTo>
                    <a:pt x="3216" y="77"/>
                  </a:lnTo>
                  <a:lnTo>
                    <a:pt x="3190" y="116"/>
                  </a:lnTo>
                  <a:lnTo>
                    <a:pt x="3165" y="154"/>
                  </a:lnTo>
                  <a:lnTo>
                    <a:pt x="3152" y="193"/>
                  </a:lnTo>
                  <a:lnTo>
                    <a:pt x="3152" y="244"/>
                  </a:lnTo>
                  <a:lnTo>
                    <a:pt x="3152" y="833"/>
                  </a:lnTo>
                  <a:lnTo>
                    <a:pt x="2409" y="833"/>
                  </a:lnTo>
                  <a:lnTo>
                    <a:pt x="2358" y="846"/>
                  </a:lnTo>
                  <a:lnTo>
                    <a:pt x="2319" y="859"/>
                  </a:lnTo>
                  <a:lnTo>
                    <a:pt x="2268" y="872"/>
                  </a:lnTo>
                  <a:lnTo>
                    <a:pt x="2242" y="910"/>
                  </a:lnTo>
                  <a:lnTo>
                    <a:pt x="2204" y="948"/>
                  </a:lnTo>
                  <a:lnTo>
                    <a:pt x="2178" y="987"/>
                  </a:lnTo>
                  <a:lnTo>
                    <a:pt x="2166" y="1025"/>
                  </a:lnTo>
                  <a:lnTo>
                    <a:pt x="2166" y="1076"/>
                  </a:lnTo>
                  <a:lnTo>
                    <a:pt x="2166" y="1858"/>
                  </a:lnTo>
                  <a:lnTo>
                    <a:pt x="244" y="1858"/>
                  </a:lnTo>
                  <a:lnTo>
                    <a:pt x="193" y="1871"/>
                  </a:lnTo>
                  <a:lnTo>
                    <a:pt x="155" y="1883"/>
                  </a:lnTo>
                  <a:lnTo>
                    <a:pt x="103" y="1909"/>
                  </a:lnTo>
                  <a:lnTo>
                    <a:pt x="78" y="1935"/>
                  </a:lnTo>
                  <a:lnTo>
                    <a:pt x="39" y="1973"/>
                  </a:lnTo>
                  <a:lnTo>
                    <a:pt x="27" y="2011"/>
                  </a:lnTo>
                  <a:lnTo>
                    <a:pt x="1" y="2063"/>
                  </a:lnTo>
                  <a:lnTo>
                    <a:pt x="1" y="2101"/>
                  </a:lnTo>
                  <a:lnTo>
                    <a:pt x="1" y="2152"/>
                  </a:lnTo>
                  <a:lnTo>
                    <a:pt x="27" y="2204"/>
                  </a:lnTo>
                  <a:lnTo>
                    <a:pt x="39" y="2242"/>
                  </a:lnTo>
                  <a:lnTo>
                    <a:pt x="78" y="2280"/>
                  </a:lnTo>
                  <a:lnTo>
                    <a:pt x="103" y="2306"/>
                  </a:lnTo>
                  <a:lnTo>
                    <a:pt x="155" y="2332"/>
                  </a:lnTo>
                  <a:lnTo>
                    <a:pt x="193" y="2344"/>
                  </a:lnTo>
                  <a:lnTo>
                    <a:pt x="5803" y="2344"/>
                  </a:lnTo>
                  <a:lnTo>
                    <a:pt x="5854" y="2332"/>
                  </a:lnTo>
                  <a:lnTo>
                    <a:pt x="5893" y="2306"/>
                  </a:lnTo>
                  <a:lnTo>
                    <a:pt x="5931" y="2280"/>
                  </a:lnTo>
                  <a:lnTo>
                    <a:pt x="5957" y="2242"/>
                  </a:lnTo>
                  <a:lnTo>
                    <a:pt x="5982" y="2204"/>
                  </a:lnTo>
                  <a:lnTo>
                    <a:pt x="5995" y="2152"/>
                  </a:lnTo>
                  <a:lnTo>
                    <a:pt x="5995" y="2101"/>
                  </a:lnTo>
                  <a:lnTo>
                    <a:pt x="5995" y="2063"/>
                  </a:lnTo>
                  <a:lnTo>
                    <a:pt x="5982" y="2011"/>
                  </a:lnTo>
                  <a:lnTo>
                    <a:pt x="5957" y="1973"/>
                  </a:lnTo>
                  <a:lnTo>
                    <a:pt x="5931" y="1935"/>
                  </a:lnTo>
                  <a:lnTo>
                    <a:pt x="5893" y="1909"/>
                  </a:lnTo>
                  <a:lnTo>
                    <a:pt x="5854" y="1883"/>
                  </a:lnTo>
                  <a:lnTo>
                    <a:pt x="5803" y="1871"/>
                  </a:lnTo>
                  <a:lnTo>
                    <a:pt x="5752" y="1858"/>
                  </a:lnTo>
                  <a:lnTo>
                    <a:pt x="4727" y="1858"/>
                  </a:lnTo>
                  <a:lnTo>
                    <a:pt x="4727" y="551"/>
                  </a:lnTo>
                  <a:lnTo>
                    <a:pt x="4714" y="513"/>
                  </a:lnTo>
                  <a:lnTo>
                    <a:pt x="4701" y="462"/>
                  </a:lnTo>
                  <a:lnTo>
                    <a:pt x="4689" y="423"/>
                  </a:lnTo>
                  <a:lnTo>
                    <a:pt x="4650" y="385"/>
                  </a:lnTo>
                  <a:lnTo>
                    <a:pt x="4625" y="359"/>
                  </a:lnTo>
                  <a:lnTo>
                    <a:pt x="4573" y="334"/>
                  </a:lnTo>
                  <a:lnTo>
                    <a:pt x="4535" y="321"/>
                  </a:lnTo>
                  <a:lnTo>
                    <a:pt x="4484" y="308"/>
                  </a:lnTo>
                  <a:lnTo>
                    <a:pt x="4433" y="321"/>
                  </a:lnTo>
                  <a:lnTo>
                    <a:pt x="4394" y="334"/>
                  </a:lnTo>
                  <a:lnTo>
                    <a:pt x="4343" y="359"/>
                  </a:lnTo>
                  <a:lnTo>
                    <a:pt x="4304" y="385"/>
                  </a:lnTo>
                  <a:lnTo>
                    <a:pt x="4279" y="423"/>
                  </a:lnTo>
                  <a:lnTo>
                    <a:pt x="4253" y="462"/>
                  </a:lnTo>
                  <a:lnTo>
                    <a:pt x="4240" y="513"/>
                  </a:lnTo>
                  <a:lnTo>
                    <a:pt x="4240" y="551"/>
                  </a:lnTo>
                  <a:lnTo>
                    <a:pt x="4240" y="1858"/>
                  </a:lnTo>
                  <a:lnTo>
                    <a:pt x="2652" y="1858"/>
                  </a:lnTo>
                  <a:lnTo>
                    <a:pt x="2652" y="1320"/>
                  </a:lnTo>
                  <a:lnTo>
                    <a:pt x="3446" y="1320"/>
                  </a:lnTo>
                  <a:lnTo>
                    <a:pt x="3485" y="1307"/>
                  </a:lnTo>
                  <a:lnTo>
                    <a:pt x="3523" y="1281"/>
                  </a:lnTo>
                  <a:lnTo>
                    <a:pt x="3562" y="1256"/>
                  </a:lnTo>
                  <a:lnTo>
                    <a:pt x="3587" y="1217"/>
                  </a:lnTo>
                  <a:lnTo>
                    <a:pt x="3613" y="1179"/>
                  </a:lnTo>
                  <a:lnTo>
                    <a:pt x="3626" y="1128"/>
                  </a:lnTo>
                  <a:lnTo>
                    <a:pt x="3638" y="1076"/>
                  </a:lnTo>
                  <a:lnTo>
                    <a:pt x="3638" y="244"/>
                  </a:lnTo>
                  <a:lnTo>
                    <a:pt x="3626" y="193"/>
                  </a:lnTo>
                  <a:lnTo>
                    <a:pt x="3613" y="154"/>
                  </a:lnTo>
                  <a:lnTo>
                    <a:pt x="3587" y="116"/>
                  </a:lnTo>
                  <a:lnTo>
                    <a:pt x="3562" y="77"/>
                  </a:lnTo>
                  <a:lnTo>
                    <a:pt x="3523" y="52"/>
                  </a:lnTo>
                  <a:lnTo>
                    <a:pt x="3485" y="26"/>
                  </a:lnTo>
                  <a:lnTo>
                    <a:pt x="3446" y="13"/>
                  </a:lnTo>
                  <a:lnTo>
                    <a:pt x="339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38"/>
            <p:cNvSpPr/>
            <p:nvPr/>
          </p:nvSpPr>
          <p:spPr>
            <a:xfrm>
              <a:off x="2008130" y="1750204"/>
              <a:ext cx="354435" cy="233511"/>
            </a:xfrm>
            <a:custGeom>
              <a:avLst/>
              <a:gdLst/>
              <a:ahLst/>
              <a:cxnLst/>
              <a:rect l="l" t="t" r="r" b="b"/>
              <a:pathLst>
                <a:path w="7058" h="4650" extrusionOk="0">
                  <a:moveTo>
                    <a:pt x="218" y="0"/>
                  </a:moveTo>
                  <a:lnTo>
                    <a:pt x="167" y="13"/>
                  </a:lnTo>
                  <a:lnTo>
                    <a:pt x="129" y="26"/>
                  </a:lnTo>
                  <a:lnTo>
                    <a:pt x="90" y="51"/>
                  </a:lnTo>
                  <a:lnTo>
                    <a:pt x="52" y="90"/>
                  </a:lnTo>
                  <a:lnTo>
                    <a:pt x="26" y="128"/>
                  </a:lnTo>
                  <a:lnTo>
                    <a:pt x="13" y="180"/>
                  </a:lnTo>
                  <a:lnTo>
                    <a:pt x="0" y="218"/>
                  </a:lnTo>
                  <a:lnTo>
                    <a:pt x="0" y="269"/>
                  </a:lnTo>
                  <a:lnTo>
                    <a:pt x="13" y="320"/>
                  </a:lnTo>
                  <a:lnTo>
                    <a:pt x="39" y="359"/>
                  </a:lnTo>
                  <a:lnTo>
                    <a:pt x="65" y="397"/>
                  </a:lnTo>
                  <a:lnTo>
                    <a:pt x="103" y="436"/>
                  </a:lnTo>
                  <a:lnTo>
                    <a:pt x="1230" y="1319"/>
                  </a:lnTo>
                  <a:lnTo>
                    <a:pt x="1230" y="2152"/>
                  </a:lnTo>
                  <a:lnTo>
                    <a:pt x="1243" y="2203"/>
                  </a:lnTo>
                  <a:lnTo>
                    <a:pt x="1256" y="2242"/>
                  </a:lnTo>
                  <a:lnTo>
                    <a:pt x="1268" y="2293"/>
                  </a:lnTo>
                  <a:lnTo>
                    <a:pt x="1307" y="2318"/>
                  </a:lnTo>
                  <a:lnTo>
                    <a:pt x="1332" y="2357"/>
                  </a:lnTo>
                  <a:lnTo>
                    <a:pt x="1384" y="2370"/>
                  </a:lnTo>
                  <a:lnTo>
                    <a:pt x="1422" y="2382"/>
                  </a:lnTo>
                  <a:lnTo>
                    <a:pt x="1473" y="2395"/>
                  </a:lnTo>
                  <a:lnTo>
                    <a:pt x="5546" y="2395"/>
                  </a:lnTo>
                  <a:lnTo>
                    <a:pt x="5546" y="3484"/>
                  </a:lnTo>
                  <a:lnTo>
                    <a:pt x="4906" y="4252"/>
                  </a:lnTo>
                  <a:lnTo>
                    <a:pt x="4880" y="4291"/>
                  </a:lnTo>
                  <a:lnTo>
                    <a:pt x="4855" y="4342"/>
                  </a:lnTo>
                  <a:lnTo>
                    <a:pt x="4855" y="4381"/>
                  </a:lnTo>
                  <a:lnTo>
                    <a:pt x="4855" y="4432"/>
                  </a:lnTo>
                  <a:lnTo>
                    <a:pt x="4855" y="4470"/>
                  </a:lnTo>
                  <a:lnTo>
                    <a:pt x="4880" y="4521"/>
                  </a:lnTo>
                  <a:lnTo>
                    <a:pt x="4906" y="4560"/>
                  </a:lnTo>
                  <a:lnTo>
                    <a:pt x="4932" y="4598"/>
                  </a:lnTo>
                  <a:lnTo>
                    <a:pt x="4970" y="4624"/>
                  </a:lnTo>
                  <a:lnTo>
                    <a:pt x="5008" y="4637"/>
                  </a:lnTo>
                  <a:lnTo>
                    <a:pt x="5098" y="4649"/>
                  </a:lnTo>
                  <a:lnTo>
                    <a:pt x="5149" y="4649"/>
                  </a:lnTo>
                  <a:lnTo>
                    <a:pt x="5200" y="4624"/>
                  </a:lnTo>
                  <a:lnTo>
                    <a:pt x="5239" y="4598"/>
                  </a:lnTo>
                  <a:lnTo>
                    <a:pt x="5277" y="4560"/>
                  </a:lnTo>
                  <a:lnTo>
                    <a:pt x="5982" y="3727"/>
                  </a:lnTo>
                  <a:lnTo>
                    <a:pt x="6020" y="3650"/>
                  </a:lnTo>
                  <a:lnTo>
                    <a:pt x="6033" y="3574"/>
                  </a:lnTo>
                  <a:lnTo>
                    <a:pt x="6033" y="2395"/>
                  </a:lnTo>
                  <a:lnTo>
                    <a:pt x="6814" y="2395"/>
                  </a:lnTo>
                  <a:lnTo>
                    <a:pt x="6865" y="2382"/>
                  </a:lnTo>
                  <a:lnTo>
                    <a:pt x="6904" y="2370"/>
                  </a:lnTo>
                  <a:lnTo>
                    <a:pt x="6942" y="2357"/>
                  </a:lnTo>
                  <a:lnTo>
                    <a:pt x="6981" y="2318"/>
                  </a:lnTo>
                  <a:lnTo>
                    <a:pt x="7006" y="2293"/>
                  </a:lnTo>
                  <a:lnTo>
                    <a:pt x="7032" y="2242"/>
                  </a:lnTo>
                  <a:lnTo>
                    <a:pt x="7045" y="2203"/>
                  </a:lnTo>
                  <a:lnTo>
                    <a:pt x="7058" y="2152"/>
                  </a:lnTo>
                  <a:lnTo>
                    <a:pt x="7045" y="2101"/>
                  </a:lnTo>
                  <a:lnTo>
                    <a:pt x="7032" y="2062"/>
                  </a:lnTo>
                  <a:lnTo>
                    <a:pt x="7006" y="2011"/>
                  </a:lnTo>
                  <a:lnTo>
                    <a:pt x="6981" y="1985"/>
                  </a:lnTo>
                  <a:lnTo>
                    <a:pt x="6942" y="1947"/>
                  </a:lnTo>
                  <a:lnTo>
                    <a:pt x="6904" y="1921"/>
                  </a:lnTo>
                  <a:lnTo>
                    <a:pt x="6865" y="1909"/>
                  </a:lnTo>
                  <a:lnTo>
                    <a:pt x="3766" y="1909"/>
                  </a:lnTo>
                  <a:lnTo>
                    <a:pt x="3766" y="244"/>
                  </a:lnTo>
                  <a:lnTo>
                    <a:pt x="3766" y="192"/>
                  </a:lnTo>
                  <a:lnTo>
                    <a:pt x="3753" y="141"/>
                  </a:lnTo>
                  <a:lnTo>
                    <a:pt x="3728" y="103"/>
                  </a:lnTo>
                  <a:lnTo>
                    <a:pt x="3702" y="64"/>
                  </a:lnTo>
                  <a:lnTo>
                    <a:pt x="3664" y="39"/>
                  </a:lnTo>
                  <a:lnTo>
                    <a:pt x="3625" y="13"/>
                  </a:lnTo>
                  <a:lnTo>
                    <a:pt x="3574" y="0"/>
                  </a:lnTo>
                  <a:lnTo>
                    <a:pt x="3484" y="0"/>
                  </a:lnTo>
                  <a:lnTo>
                    <a:pt x="3433" y="13"/>
                  </a:lnTo>
                  <a:lnTo>
                    <a:pt x="3395" y="39"/>
                  </a:lnTo>
                  <a:lnTo>
                    <a:pt x="3356" y="64"/>
                  </a:lnTo>
                  <a:lnTo>
                    <a:pt x="3331" y="103"/>
                  </a:lnTo>
                  <a:lnTo>
                    <a:pt x="3305" y="141"/>
                  </a:lnTo>
                  <a:lnTo>
                    <a:pt x="3292" y="192"/>
                  </a:lnTo>
                  <a:lnTo>
                    <a:pt x="3292" y="244"/>
                  </a:lnTo>
                  <a:lnTo>
                    <a:pt x="3292" y="1909"/>
                  </a:lnTo>
                  <a:lnTo>
                    <a:pt x="1717" y="1909"/>
                  </a:lnTo>
                  <a:lnTo>
                    <a:pt x="1717" y="1191"/>
                  </a:lnTo>
                  <a:lnTo>
                    <a:pt x="1717" y="1140"/>
                  </a:lnTo>
                  <a:lnTo>
                    <a:pt x="1691" y="1089"/>
                  </a:lnTo>
                  <a:lnTo>
                    <a:pt x="1666" y="1038"/>
                  </a:lnTo>
                  <a:lnTo>
                    <a:pt x="1627" y="999"/>
                  </a:lnTo>
                  <a:lnTo>
                    <a:pt x="398" y="51"/>
                  </a:lnTo>
                  <a:lnTo>
                    <a:pt x="359" y="26"/>
                  </a:lnTo>
                  <a:lnTo>
                    <a:pt x="3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38"/>
            <p:cNvSpPr/>
            <p:nvPr/>
          </p:nvSpPr>
          <p:spPr>
            <a:xfrm>
              <a:off x="2487297" y="1939923"/>
              <a:ext cx="24506" cy="101038"/>
            </a:xfrm>
            <a:custGeom>
              <a:avLst/>
              <a:gdLst/>
              <a:ahLst/>
              <a:cxnLst/>
              <a:rect l="l" t="t" r="r" b="b"/>
              <a:pathLst>
                <a:path w="488" h="2012" extrusionOk="0">
                  <a:moveTo>
                    <a:pt x="244" y="1"/>
                  </a:moveTo>
                  <a:lnTo>
                    <a:pt x="192" y="13"/>
                  </a:lnTo>
                  <a:lnTo>
                    <a:pt x="154" y="26"/>
                  </a:lnTo>
                  <a:lnTo>
                    <a:pt x="103" y="39"/>
                  </a:lnTo>
                  <a:lnTo>
                    <a:pt x="77" y="77"/>
                  </a:lnTo>
                  <a:lnTo>
                    <a:pt x="39" y="116"/>
                  </a:lnTo>
                  <a:lnTo>
                    <a:pt x="13" y="154"/>
                  </a:lnTo>
                  <a:lnTo>
                    <a:pt x="0" y="193"/>
                  </a:lnTo>
                  <a:lnTo>
                    <a:pt x="0" y="244"/>
                  </a:lnTo>
                  <a:lnTo>
                    <a:pt x="0" y="1768"/>
                  </a:lnTo>
                  <a:lnTo>
                    <a:pt x="0" y="1819"/>
                  </a:lnTo>
                  <a:lnTo>
                    <a:pt x="13" y="1858"/>
                  </a:lnTo>
                  <a:lnTo>
                    <a:pt x="39" y="1909"/>
                  </a:lnTo>
                  <a:lnTo>
                    <a:pt x="77" y="1947"/>
                  </a:lnTo>
                  <a:lnTo>
                    <a:pt x="103" y="1973"/>
                  </a:lnTo>
                  <a:lnTo>
                    <a:pt x="154" y="1999"/>
                  </a:lnTo>
                  <a:lnTo>
                    <a:pt x="192" y="2011"/>
                  </a:lnTo>
                  <a:lnTo>
                    <a:pt x="295" y="2011"/>
                  </a:lnTo>
                  <a:lnTo>
                    <a:pt x="333" y="1999"/>
                  </a:lnTo>
                  <a:lnTo>
                    <a:pt x="385" y="1973"/>
                  </a:lnTo>
                  <a:lnTo>
                    <a:pt x="410" y="1947"/>
                  </a:lnTo>
                  <a:lnTo>
                    <a:pt x="449" y="1909"/>
                  </a:lnTo>
                  <a:lnTo>
                    <a:pt x="461" y="1858"/>
                  </a:lnTo>
                  <a:lnTo>
                    <a:pt x="487" y="1819"/>
                  </a:lnTo>
                  <a:lnTo>
                    <a:pt x="487" y="1768"/>
                  </a:lnTo>
                  <a:lnTo>
                    <a:pt x="487" y="244"/>
                  </a:lnTo>
                  <a:lnTo>
                    <a:pt x="487" y="193"/>
                  </a:lnTo>
                  <a:lnTo>
                    <a:pt x="461" y="154"/>
                  </a:lnTo>
                  <a:lnTo>
                    <a:pt x="449" y="116"/>
                  </a:lnTo>
                  <a:lnTo>
                    <a:pt x="410" y="77"/>
                  </a:lnTo>
                  <a:lnTo>
                    <a:pt x="385" y="39"/>
                  </a:lnTo>
                  <a:lnTo>
                    <a:pt x="333" y="26"/>
                  </a:lnTo>
                  <a:lnTo>
                    <a:pt x="295" y="13"/>
                  </a:lnTo>
                  <a:lnTo>
                    <a:pt x="2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38"/>
            <p:cNvSpPr/>
            <p:nvPr/>
          </p:nvSpPr>
          <p:spPr>
            <a:xfrm>
              <a:off x="2651305" y="1846018"/>
              <a:ext cx="67593" cy="194944"/>
            </a:xfrm>
            <a:custGeom>
              <a:avLst/>
              <a:gdLst/>
              <a:ahLst/>
              <a:cxnLst/>
              <a:rect l="l" t="t" r="r" b="b"/>
              <a:pathLst>
                <a:path w="1346" h="3882" extrusionOk="0">
                  <a:moveTo>
                    <a:pt x="218" y="1"/>
                  </a:moveTo>
                  <a:lnTo>
                    <a:pt x="167" y="13"/>
                  </a:lnTo>
                  <a:lnTo>
                    <a:pt x="128" y="26"/>
                  </a:lnTo>
                  <a:lnTo>
                    <a:pt x="90" y="52"/>
                  </a:lnTo>
                  <a:lnTo>
                    <a:pt x="52" y="90"/>
                  </a:lnTo>
                  <a:lnTo>
                    <a:pt x="26" y="129"/>
                  </a:lnTo>
                  <a:lnTo>
                    <a:pt x="13" y="180"/>
                  </a:lnTo>
                  <a:lnTo>
                    <a:pt x="0" y="231"/>
                  </a:lnTo>
                  <a:lnTo>
                    <a:pt x="0" y="270"/>
                  </a:lnTo>
                  <a:lnTo>
                    <a:pt x="13" y="321"/>
                  </a:lnTo>
                  <a:lnTo>
                    <a:pt x="26" y="359"/>
                  </a:lnTo>
                  <a:lnTo>
                    <a:pt x="64" y="398"/>
                  </a:lnTo>
                  <a:lnTo>
                    <a:pt x="90" y="436"/>
                  </a:lnTo>
                  <a:lnTo>
                    <a:pt x="128" y="462"/>
                  </a:lnTo>
                  <a:lnTo>
                    <a:pt x="858" y="820"/>
                  </a:lnTo>
                  <a:lnTo>
                    <a:pt x="858" y="3638"/>
                  </a:lnTo>
                  <a:lnTo>
                    <a:pt x="858" y="3689"/>
                  </a:lnTo>
                  <a:lnTo>
                    <a:pt x="871" y="3728"/>
                  </a:lnTo>
                  <a:lnTo>
                    <a:pt x="897" y="3779"/>
                  </a:lnTo>
                  <a:lnTo>
                    <a:pt x="922" y="3817"/>
                  </a:lnTo>
                  <a:lnTo>
                    <a:pt x="961" y="3843"/>
                  </a:lnTo>
                  <a:lnTo>
                    <a:pt x="999" y="3869"/>
                  </a:lnTo>
                  <a:lnTo>
                    <a:pt x="1051" y="3881"/>
                  </a:lnTo>
                  <a:lnTo>
                    <a:pt x="1153" y="3881"/>
                  </a:lnTo>
                  <a:lnTo>
                    <a:pt x="1191" y="3869"/>
                  </a:lnTo>
                  <a:lnTo>
                    <a:pt x="1230" y="3843"/>
                  </a:lnTo>
                  <a:lnTo>
                    <a:pt x="1268" y="3817"/>
                  </a:lnTo>
                  <a:lnTo>
                    <a:pt x="1307" y="3779"/>
                  </a:lnTo>
                  <a:lnTo>
                    <a:pt x="1320" y="3728"/>
                  </a:lnTo>
                  <a:lnTo>
                    <a:pt x="1332" y="3689"/>
                  </a:lnTo>
                  <a:lnTo>
                    <a:pt x="1345" y="3638"/>
                  </a:lnTo>
                  <a:lnTo>
                    <a:pt x="1345" y="679"/>
                  </a:lnTo>
                  <a:lnTo>
                    <a:pt x="1332" y="615"/>
                  </a:lnTo>
                  <a:lnTo>
                    <a:pt x="1307" y="551"/>
                  </a:lnTo>
                  <a:lnTo>
                    <a:pt x="1268" y="500"/>
                  </a:lnTo>
                  <a:lnTo>
                    <a:pt x="1204" y="462"/>
                  </a:lnTo>
                  <a:lnTo>
                    <a:pt x="359" y="26"/>
                  </a:lnTo>
                  <a:lnTo>
                    <a:pt x="308" y="13"/>
                  </a:lnTo>
                  <a:lnTo>
                    <a:pt x="2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38"/>
            <p:cNvSpPr/>
            <p:nvPr/>
          </p:nvSpPr>
          <p:spPr>
            <a:xfrm>
              <a:off x="1728373" y="1745032"/>
              <a:ext cx="91998" cy="295932"/>
            </a:xfrm>
            <a:custGeom>
              <a:avLst/>
              <a:gdLst/>
              <a:ahLst/>
              <a:cxnLst/>
              <a:rect l="l" t="t" r="r" b="b"/>
              <a:pathLst>
                <a:path w="1832" h="5893" extrusionOk="0">
                  <a:moveTo>
                    <a:pt x="1537" y="1"/>
                  </a:moveTo>
                  <a:lnTo>
                    <a:pt x="1499" y="14"/>
                  </a:lnTo>
                  <a:lnTo>
                    <a:pt x="1447" y="39"/>
                  </a:lnTo>
                  <a:lnTo>
                    <a:pt x="1422" y="78"/>
                  </a:lnTo>
                  <a:lnTo>
                    <a:pt x="1383" y="103"/>
                  </a:lnTo>
                  <a:lnTo>
                    <a:pt x="1371" y="154"/>
                  </a:lnTo>
                  <a:lnTo>
                    <a:pt x="1345" y="193"/>
                  </a:lnTo>
                  <a:lnTo>
                    <a:pt x="1345" y="244"/>
                  </a:lnTo>
                  <a:lnTo>
                    <a:pt x="1345" y="2012"/>
                  </a:lnTo>
                  <a:lnTo>
                    <a:pt x="192" y="2012"/>
                  </a:lnTo>
                  <a:lnTo>
                    <a:pt x="141" y="2024"/>
                  </a:lnTo>
                  <a:lnTo>
                    <a:pt x="103" y="2050"/>
                  </a:lnTo>
                  <a:lnTo>
                    <a:pt x="64" y="2088"/>
                  </a:lnTo>
                  <a:lnTo>
                    <a:pt x="38" y="2114"/>
                  </a:lnTo>
                  <a:lnTo>
                    <a:pt x="13" y="2165"/>
                  </a:lnTo>
                  <a:lnTo>
                    <a:pt x="0" y="2204"/>
                  </a:lnTo>
                  <a:lnTo>
                    <a:pt x="0" y="2255"/>
                  </a:lnTo>
                  <a:lnTo>
                    <a:pt x="0" y="5649"/>
                  </a:lnTo>
                  <a:lnTo>
                    <a:pt x="0" y="5700"/>
                  </a:lnTo>
                  <a:lnTo>
                    <a:pt x="13" y="5739"/>
                  </a:lnTo>
                  <a:lnTo>
                    <a:pt x="38" y="5790"/>
                  </a:lnTo>
                  <a:lnTo>
                    <a:pt x="64" y="5828"/>
                  </a:lnTo>
                  <a:lnTo>
                    <a:pt x="103" y="5854"/>
                  </a:lnTo>
                  <a:lnTo>
                    <a:pt x="141" y="5880"/>
                  </a:lnTo>
                  <a:lnTo>
                    <a:pt x="192" y="5892"/>
                  </a:lnTo>
                  <a:lnTo>
                    <a:pt x="282" y="5892"/>
                  </a:lnTo>
                  <a:lnTo>
                    <a:pt x="333" y="5880"/>
                  </a:lnTo>
                  <a:lnTo>
                    <a:pt x="371" y="5854"/>
                  </a:lnTo>
                  <a:lnTo>
                    <a:pt x="410" y="5828"/>
                  </a:lnTo>
                  <a:lnTo>
                    <a:pt x="436" y="5790"/>
                  </a:lnTo>
                  <a:lnTo>
                    <a:pt x="461" y="5739"/>
                  </a:lnTo>
                  <a:lnTo>
                    <a:pt x="474" y="5700"/>
                  </a:lnTo>
                  <a:lnTo>
                    <a:pt x="487" y="5649"/>
                  </a:lnTo>
                  <a:lnTo>
                    <a:pt x="487" y="2498"/>
                  </a:lnTo>
                  <a:lnTo>
                    <a:pt x="1588" y="2498"/>
                  </a:lnTo>
                  <a:lnTo>
                    <a:pt x="1639" y="2485"/>
                  </a:lnTo>
                  <a:lnTo>
                    <a:pt x="1678" y="2473"/>
                  </a:lnTo>
                  <a:lnTo>
                    <a:pt x="1729" y="2460"/>
                  </a:lnTo>
                  <a:lnTo>
                    <a:pt x="1755" y="2421"/>
                  </a:lnTo>
                  <a:lnTo>
                    <a:pt x="1793" y="2396"/>
                  </a:lnTo>
                  <a:lnTo>
                    <a:pt x="1806" y="2345"/>
                  </a:lnTo>
                  <a:lnTo>
                    <a:pt x="1832" y="2306"/>
                  </a:lnTo>
                  <a:lnTo>
                    <a:pt x="1832" y="2255"/>
                  </a:lnTo>
                  <a:lnTo>
                    <a:pt x="1832" y="244"/>
                  </a:lnTo>
                  <a:lnTo>
                    <a:pt x="1832" y="193"/>
                  </a:lnTo>
                  <a:lnTo>
                    <a:pt x="1806" y="154"/>
                  </a:lnTo>
                  <a:lnTo>
                    <a:pt x="1793" y="103"/>
                  </a:lnTo>
                  <a:lnTo>
                    <a:pt x="1755" y="78"/>
                  </a:lnTo>
                  <a:lnTo>
                    <a:pt x="1729" y="39"/>
                  </a:lnTo>
                  <a:lnTo>
                    <a:pt x="1678" y="14"/>
                  </a:lnTo>
                  <a:lnTo>
                    <a:pt x="163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38"/>
            <p:cNvSpPr/>
            <p:nvPr/>
          </p:nvSpPr>
          <p:spPr>
            <a:xfrm>
              <a:off x="2262829" y="1242714"/>
              <a:ext cx="24506" cy="143471"/>
            </a:xfrm>
            <a:custGeom>
              <a:avLst/>
              <a:gdLst/>
              <a:ahLst/>
              <a:cxnLst/>
              <a:rect l="l" t="t" r="r" b="b"/>
              <a:pathLst>
                <a:path w="488" h="2857" extrusionOk="0">
                  <a:moveTo>
                    <a:pt x="193" y="1"/>
                  </a:moveTo>
                  <a:lnTo>
                    <a:pt x="154" y="14"/>
                  </a:lnTo>
                  <a:lnTo>
                    <a:pt x="103" y="39"/>
                  </a:lnTo>
                  <a:lnTo>
                    <a:pt x="64" y="65"/>
                  </a:lnTo>
                  <a:lnTo>
                    <a:pt x="39" y="103"/>
                  </a:lnTo>
                  <a:lnTo>
                    <a:pt x="13" y="142"/>
                  </a:lnTo>
                  <a:lnTo>
                    <a:pt x="0" y="193"/>
                  </a:lnTo>
                  <a:lnTo>
                    <a:pt x="0" y="244"/>
                  </a:lnTo>
                  <a:lnTo>
                    <a:pt x="0" y="2614"/>
                  </a:lnTo>
                  <a:lnTo>
                    <a:pt x="0" y="2665"/>
                  </a:lnTo>
                  <a:lnTo>
                    <a:pt x="13" y="2716"/>
                  </a:lnTo>
                  <a:lnTo>
                    <a:pt x="39" y="2754"/>
                  </a:lnTo>
                  <a:lnTo>
                    <a:pt x="64" y="2793"/>
                  </a:lnTo>
                  <a:lnTo>
                    <a:pt x="103" y="2819"/>
                  </a:lnTo>
                  <a:lnTo>
                    <a:pt x="154" y="2844"/>
                  </a:lnTo>
                  <a:lnTo>
                    <a:pt x="193" y="2857"/>
                  </a:lnTo>
                  <a:lnTo>
                    <a:pt x="295" y="2857"/>
                  </a:lnTo>
                  <a:lnTo>
                    <a:pt x="333" y="2844"/>
                  </a:lnTo>
                  <a:lnTo>
                    <a:pt x="385" y="2819"/>
                  </a:lnTo>
                  <a:lnTo>
                    <a:pt x="410" y="2793"/>
                  </a:lnTo>
                  <a:lnTo>
                    <a:pt x="449" y="2754"/>
                  </a:lnTo>
                  <a:lnTo>
                    <a:pt x="461" y="2716"/>
                  </a:lnTo>
                  <a:lnTo>
                    <a:pt x="474" y="2665"/>
                  </a:lnTo>
                  <a:lnTo>
                    <a:pt x="487" y="2614"/>
                  </a:lnTo>
                  <a:lnTo>
                    <a:pt x="487" y="244"/>
                  </a:lnTo>
                  <a:lnTo>
                    <a:pt x="474" y="193"/>
                  </a:lnTo>
                  <a:lnTo>
                    <a:pt x="461" y="142"/>
                  </a:lnTo>
                  <a:lnTo>
                    <a:pt x="449" y="103"/>
                  </a:lnTo>
                  <a:lnTo>
                    <a:pt x="410" y="65"/>
                  </a:lnTo>
                  <a:lnTo>
                    <a:pt x="385" y="39"/>
                  </a:lnTo>
                  <a:lnTo>
                    <a:pt x="333" y="14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38"/>
            <p:cNvSpPr/>
            <p:nvPr/>
          </p:nvSpPr>
          <p:spPr>
            <a:xfrm>
              <a:off x="2487297" y="1242714"/>
              <a:ext cx="320990" cy="341579"/>
            </a:xfrm>
            <a:custGeom>
              <a:avLst/>
              <a:gdLst/>
              <a:ahLst/>
              <a:cxnLst/>
              <a:rect l="l" t="t" r="r" b="b"/>
              <a:pathLst>
                <a:path w="6392" h="6802" extrusionOk="0">
                  <a:moveTo>
                    <a:pt x="192" y="1"/>
                  </a:moveTo>
                  <a:lnTo>
                    <a:pt x="154" y="14"/>
                  </a:lnTo>
                  <a:lnTo>
                    <a:pt x="103" y="39"/>
                  </a:lnTo>
                  <a:lnTo>
                    <a:pt x="77" y="65"/>
                  </a:lnTo>
                  <a:lnTo>
                    <a:pt x="39" y="103"/>
                  </a:lnTo>
                  <a:lnTo>
                    <a:pt x="13" y="142"/>
                  </a:lnTo>
                  <a:lnTo>
                    <a:pt x="0" y="193"/>
                  </a:lnTo>
                  <a:lnTo>
                    <a:pt x="0" y="244"/>
                  </a:lnTo>
                  <a:lnTo>
                    <a:pt x="0" y="6558"/>
                  </a:lnTo>
                  <a:lnTo>
                    <a:pt x="0" y="6610"/>
                  </a:lnTo>
                  <a:lnTo>
                    <a:pt x="13" y="6661"/>
                  </a:lnTo>
                  <a:lnTo>
                    <a:pt x="39" y="6699"/>
                  </a:lnTo>
                  <a:lnTo>
                    <a:pt x="77" y="6738"/>
                  </a:lnTo>
                  <a:lnTo>
                    <a:pt x="103" y="6763"/>
                  </a:lnTo>
                  <a:lnTo>
                    <a:pt x="154" y="6789"/>
                  </a:lnTo>
                  <a:lnTo>
                    <a:pt x="192" y="6802"/>
                  </a:lnTo>
                  <a:lnTo>
                    <a:pt x="295" y="6802"/>
                  </a:lnTo>
                  <a:lnTo>
                    <a:pt x="333" y="6789"/>
                  </a:lnTo>
                  <a:lnTo>
                    <a:pt x="385" y="6763"/>
                  </a:lnTo>
                  <a:lnTo>
                    <a:pt x="410" y="6738"/>
                  </a:lnTo>
                  <a:lnTo>
                    <a:pt x="449" y="6699"/>
                  </a:lnTo>
                  <a:lnTo>
                    <a:pt x="461" y="6661"/>
                  </a:lnTo>
                  <a:lnTo>
                    <a:pt x="487" y="6610"/>
                  </a:lnTo>
                  <a:lnTo>
                    <a:pt x="487" y="6558"/>
                  </a:lnTo>
                  <a:lnTo>
                    <a:pt x="487" y="3062"/>
                  </a:lnTo>
                  <a:lnTo>
                    <a:pt x="3804" y="5201"/>
                  </a:lnTo>
                  <a:lnTo>
                    <a:pt x="3868" y="5226"/>
                  </a:lnTo>
                  <a:lnTo>
                    <a:pt x="3932" y="5239"/>
                  </a:lnTo>
                  <a:lnTo>
                    <a:pt x="6148" y="5239"/>
                  </a:lnTo>
                  <a:lnTo>
                    <a:pt x="6187" y="5226"/>
                  </a:lnTo>
                  <a:lnTo>
                    <a:pt x="6238" y="5214"/>
                  </a:lnTo>
                  <a:lnTo>
                    <a:pt x="6276" y="5201"/>
                  </a:lnTo>
                  <a:lnTo>
                    <a:pt x="6315" y="5162"/>
                  </a:lnTo>
                  <a:lnTo>
                    <a:pt x="6340" y="5124"/>
                  </a:lnTo>
                  <a:lnTo>
                    <a:pt x="6366" y="5086"/>
                  </a:lnTo>
                  <a:lnTo>
                    <a:pt x="6379" y="5047"/>
                  </a:lnTo>
                  <a:lnTo>
                    <a:pt x="6391" y="4996"/>
                  </a:lnTo>
                  <a:lnTo>
                    <a:pt x="6379" y="4945"/>
                  </a:lnTo>
                  <a:lnTo>
                    <a:pt x="6366" y="4893"/>
                  </a:lnTo>
                  <a:lnTo>
                    <a:pt x="6340" y="4855"/>
                  </a:lnTo>
                  <a:lnTo>
                    <a:pt x="6315" y="4817"/>
                  </a:lnTo>
                  <a:lnTo>
                    <a:pt x="6276" y="4791"/>
                  </a:lnTo>
                  <a:lnTo>
                    <a:pt x="6238" y="4765"/>
                  </a:lnTo>
                  <a:lnTo>
                    <a:pt x="6187" y="4753"/>
                  </a:lnTo>
                  <a:lnTo>
                    <a:pt x="4009" y="4753"/>
                  </a:lnTo>
                  <a:lnTo>
                    <a:pt x="487" y="2486"/>
                  </a:lnTo>
                  <a:lnTo>
                    <a:pt x="487" y="244"/>
                  </a:lnTo>
                  <a:lnTo>
                    <a:pt x="487" y="193"/>
                  </a:lnTo>
                  <a:lnTo>
                    <a:pt x="461" y="142"/>
                  </a:lnTo>
                  <a:lnTo>
                    <a:pt x="449" y="103"/>
                  </a:lnTo>
                  <a:lnTo>
                    <a:pt x="410" y="65"/>
                  </a:lnTo>
                  <a:lnTo>
                    <a:pt x="385" y="39"/>
                  </a:lnTo>
                  <a:lnTo>
                    <a:pt x="333" y="14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38"/>
            <p:cNvSpPr/>
            <p:nvPr/>
          </p:nvSpPr>
          <p:spPr>
            <a:xfrm>
              <a:off x="1692317" y="1302522"/>
              <a:ext cx="504937" cy="224522"/>
            </a:xfrm>
            <a:custGeom>
              <a:avLst/>
              <a:gdLst/>
              <a:ahLst/>
              <a:cxnLst/>
              <a:rect l="l" t="t" r="r" b="b"/>
              <a:pathLst>
                <a:path w="10055" h="4471" extrusionOk="0">
                  <a:moveTo>
                    <a:pt x="206" y="1"/>
                  </a:moveTo>
                  <a:lnTo>
                    <a:pt x="155" y="14"/>
                  </a:lnTo>
                  <a:lnTo>
                    <a:pt x="116" y="39"/>
                  </a:lnTo>
                  <a:lnTo>
                    <a:pt x="78" y="65"/>
                  </a:lnTo>
                  <a:lnTo>
                    <a:pt x="52" y="103"/>
                  </a:lnTo>
                  <a:lnTo>
                    <a:pt x="26" y="142"/>
                  </a:lnTo>
                  <a:lnTo>
                    <a:pt x="14" y="193"/>
                  </a:lnTo>
                  <a:lnTo>
                    <a:pt x="1" y="231"/>
                  </a:lnTo>
                  <a:lnTo>
                    <a:pt x="14" y="283"/>
                  </a:lnTo>
                  <a:lnTo>
                    <a:pt x="26" y="321"/>
                  </a:lnTo>
                  <a:lnTo>
                    <a:pt x="39" y="372"/>
                  </a:lnTo>
                  <a:lnTo>
                    <a:pt x="65" y="411"/>
                  </a:lnTo>
                  <a:lnTo>
                    <a:pt x="103" y="436"/>
                  </a:lnTo>
                  <a:lnTo>
                    <a:pt x="4227" y="3280"/>
                  </a:lnTo>
                  <a:lnTo>
                    <a:pt x="4227" y="4228"/>
                  </a:lnTo>
                  <a:lnTo>
                    <a:pt x="4227" y="4279"/>
                  </a:lnTo>
                  <a:lnTo>
                    <a:pt x="4253" y="4330"/>
                  </a:lnTo>
                  <a:lnTo>
                    <a:pt x="4266" y="4368"/>
                  </a:lnTo>
                  <a:lnTo>
                    <a:pt x="4304" y="4407"/>
                  </a:lnTo>
                  <a:lnTo>
                    <a:pt x="4330" y="4432"/>
                  </a:lnTo>
                  <a:lnTo>
                    <a:pt x="4381" y="4458"/>
                  </a:lnTo>
                  <a:lnTo>
                    <a:pt x="4420" y="4471"/>
                  </a:lnTo>
                  <a:lnTo>
                    <a:pt x="4522" y="4471"/>
                  </a:lnTo>
                  <a:lnTo>
                    <a:pt x="4560" y="4458"/>
                  </a:lnTo>
                  <a:lnTo>
                    <a:pt x="4612" y="4432"/>
                  </a:lnTo>
                  <a:lnTo>
                    <a:pt x="4637" y="4407"/>
                  </a:lnTo>
                  <a:lnTo>
                    <a:pt x="4676" y="4368"/>
                  </a:lnTo>
                  <a:lnTo>
                    <a:pt x="4689" y="4330"/>
                  </a:lnTo>
                  <a:lnTo>
                    <a:pt x="4714" y="4279"/>
                  </a:lnTo>
                  <a:lnTo>
                    <a:pt x="4714" y="4228"/>
                  </a:lnTo>
                  <a:lnTo>
                    <a:pt x="4714" y="3267"/>
                  </a:lnTo>
                  <a:lnTo>
                    <a:pt x="5367" y="2665"/>
                  </a:lnTo>
                  <a:lnTo>
                    <a:pt x="9863" y="2665"/>
                  </a:lnTo>
                  <a:lnTo>
                    <a:pt x="9914" y="2652"/>
                  </a:lnTo>
                  <a:lnTo>
                    <a:pt x="9953" y="2627"/>
                  </a:lnTo>
                  <a:lnTo>
                    <a:pt x="9991" y="2601"/>
                  </a:lnTo>
                  <a:lnTo>
                    <a:pt x="10017" y="2562"/>
                  </a:lnTo>
                  <a:lnTo>
                    <a:pt x="10042" y="2524"/>
                  </a:lnTo>
                  <a:lnTo>
                    <a:pt x="10055" y="2473"/>
                  </a:lnTo>
                  <a:lnTo>
                    <a:pt x="10055" y="2422"/>
                  </a:lnTo>
                  <a:lnTo>
                    <a:pt x="10055" y="2383"/>
                  </a:lnTo>
                  <a:lnTo>
                    <a:pt x="10042" y="2332"/>
                  </a:lnTo>
                  <a:lnTo>
                    <a:pt x="10017" y="2294"/>
                  </a:lnTo>
                  <a:lnTo>
                    <a:pt x="9991" y="2255"/>
                  </a:lnTo>
                  <a:lnTo>
                    <a:pt x="9953" y="2229"/>
                  </a:lnTo>
                  <a:lnTo>
                    <a:pt x="9914" y="2204"/>
                  </a:lnTo>
                  <a:lnTo>
                    <a:pt x="9863" y="2191"/>
                  </a:lnTo>
                  <a:lnTo>
                    <a:pt x="9812" y="2178"/>
                  </a:lnTo>
                  <a:lnTo>
                    <a:pt x="7609" y="2178"/>
                  </a:lnTo>
                  <a:lnTo>
                    <a:pt x="7609" y="1013"/>
                  </a:lnTo>
                  <a:lnTo>
                    <a:pt x="7609" y="962"/>
                  </a:lnTo>
                  <a:lnTo>
                    <a:pt x="7583" y="923"/>
                  </a:lnTo>
                  <a:lnTo>
                    <a:pt x="7570" y="872"/>
                  </a:lnTo>
                  <a:lnTo>
                    <a:pt x="7532" y="846"/>
                  </a:lnTo>
                  <a:lnTo>
                    <a:pt x="7506" y="808"/>
                  </a:lnTo>
                  <a:lnTo>
                    <a:pt x="7455" y="795"/>
                  </a:lnTo>
                  <a:lnTo>
                    <a:pt x="7417" y="769"/>
                  </a:lnTo>
                  <a:lnTo>
                    <a:pt x="7314" y="769"/>
                  </a:lnTo>
                  <a:lnTo>
                    <a:pt x="7276" y="795"/>
                  </a:lnTo>
                  <a:lnTo>
                    <a:pt x="7224" y="808"/>
                  </a:lnTo>
                  <a:lnTo>
                    <a:pt x="7199" y="846"/>
                  </a:lnTo>
                  <a:lnTo>
                    <a:pt x="7160" y="872"/>
                  </a:lnTo>
                  <a:lnTo>
                    <a:pt x="7148" y="923"/>
                  </a:lnTo>
                  <a:lnTo>
                    <a:pt x="7122" y="962"/>
                  </a:lnTo>
                  <a:lnTo>
                    <a:pt x="7122" y="1013"/>
                  </a:lnTo>
                  <a:lnTo>
                    <a:pt x="7122" y="2178"/>
                  </a:lnTo>
                  <a:lnTo>
                    <a:pt x="5265" y="2178"/>
                  </a:lnTo>
                  <a:lnTo>
                    <a:pt x="5226" y="2191"/>
                  </a:lnTo>
                  <a:lnTo>
                    <a:pt x="5188" y="2204"/>
                  </a:lnTo>
                  <a:lnTo>
                    <a:pt x="5137" y="2217"/>
                  </a:lnTo>
                  <a:lnTo>
                    <a:pt x="5111" y="2242"/>
                  </a:lnTo>
                  <a:lnTo>
                    <a:pt x="4445" y="2844"/>
                  </a:lnTo>
                  <a:lnTo>
                    <a:pt x="385" y="39"/>
                  </a:lnTo>
                  <a:lnTo>
                    <a:pt x="347" y="14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38"/>
            <p:cNvSpPr/>
            <p:nvPr/>
          </p:nvSpPr>
          <p:spPr>
            <a:xfrm>
              <a:off x="1692317" y="1647913"/>
              <a:ext cx="93957" cy="24506"/>
            </a:xfrm>
            <a:custGeom>
              <a:avLst/>
              <a:gdLst/>
              <a:ahLst/>
              <a:cxnLst/>
              <a:rect l="l" t="t" r="r" b="b"/>
              <a:pathLst>
                <a:path w="1871" h="488" extrusionOk="0">
                  <a:moveTo>
                    <a:pt x="244" y="1"/>
                  </a:moveTo>
                  <a:lnTo>
                    <a:pt x="193" y="14"/>
                  </a:lnTo>
                  <a:lnTo>
                    <a:pt x="155" y="26"/>
                  </a:lnTo>
                  <a:lnTo>
                    <a:pt x="116" y="52"/>
                  </a:lnTo>
                  <a:lnTo>
                    <a:pt x="78" y="78"/>
                  </a:lnTo>
                  <a:lnTo>
                    <a:pt x="39" y="116"/>
                  </a:lnTo>
                  <a:lnTo>
                    <a:pt x="26" y="154"/>
                  </a:lnTo>
                  <a:lnTo>
                    <a:pt x="14" y="206"/>
                  </a:lnTo>
                  <a:lnTo>
                    <a:pt x="1" y="244"/>
                  </a:lnTo>
                  <a:lnTo>
                    <a:pt x="14" y="295"/>
                  </a:lnTo>
                  <a:lnTo>
                    <a:pt x="26" y="347"/>
                  </a:lnTo>
                  <a:lnTo>
                    <a:pt x="39" y="385"/>
                  </a:lnTo>
                  <a:lnTo>
                    <a:pt x="78" y="423"/>
                  </a:lnTo>
                  <a:lnTo>
                    <a:pt x="116" y="449"/>
                  </a:lnTo>
                  <a:lnTo>
                    <a:pt x="155" y="475"/>
                  </a:lnTo>
                  <a:lnTo>
                    <a:pt x="193" y="487"/>
                  </a:lnTo>
                  <a:lnTo>
                    <a:pt x="1679" y="487"/>
                  </a:lnTo>
                  <a:lnTo>
                    <a:pt x="1730" y="475"/>
                  </a:lnTo>
                  <a:lnTo>
                    <a:pt x="1768" y="449"/>
                  </a:lnTo>
                  <a:lnTo>
                    <a:pt x="1807" y="423"/>
                  </a:lnTo>
                  <a:lnTo>
                    <a:pt x="1832" y="385"/>
                  </a:lnTo>
                  <a:lnTo>
                    <a:pt x="1858" y="347"/>
                  </a:lnTo>
                  <a:lnTo>
                    <a:pt x="1871" y="295"/>
                  </a:lnTo>
                  <a:lnTo>
                    <a:pt x="1871" y="244"/>
                  </a:lnTo>
                  <a:lnTo>
                    <a:pt x="1871" y="206"/>
                  </a:lnTo>
                  <a:lnTo>
                    <a:pt x="1858" y="154"/>
                  </a:lnTo>
                  <a:lnTo>
                    <a:pt x="1832" y="116"/>
                  </a:lnTo>
                  <a:lnTo>
                    <a:pt x="1807" y="78"/>
                  </a:lnTo>
                  <a:lnTo>
                    <a:pt x="1768" y="52"/>
                  </a:lnTo>
                  <a:lnTo>
                    <a:pt x="1730" y="26"/>
                  </a:lnTo>
                  <a:lnTo>
                    <a:pt x="1679" y="14"/>
                  </a:lnTo>
                  <a:lnTo>
                    <a:pt x="162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38"/>
            <p:cNvSpPr/>
            <p:nvPr/>
          </p:nvSpPr>
          <p:spPr>
            <a:xfrm>
              <a:off x="1904583" y="1793290"/>
              <a:ext cx="184650" cy="247673"/>
            </a:xfrm>
            <a:custGeom>
              <a:avLst/>
              <a:gdLst/>
              <a:ahLst/>
              <a:cxnLst/>
              <a:rect l="l" t="t" r="r" b="b"/>
              <a:pathLst>
                <a:path w="3677" h="4932" extrusionOk="0">
                  <a:moveTo>
                    <a:pt x="244" y="0"/>
                  </a:moveTo>
                  <a:lnTo>
                    <a:pt x="193" y="13"/>
                  </a:lnTo>
                  <a:lnTo>
                    <a:pt x="154" y="26"/>
                  </a:lnTo>
                  <a:lnTo>
                    <a:pt x="103" y="52"/>
                  </a:lnTo>
                  <a:lnTo>
                    <a:pt x="77" y="77"/>
                  </a:lnTo>
                  <a:lnTo>
                    <a:pt x="39" y="116"/>
                  </a:lnTo>
                  <a:lnTo>
                    <a:pt x="26" y="154"/>
                  </a:lnTo>
                  <a:lnTo>
                    <a:pt x="0" y="192"/>
                  </a:lnTo>
                  <a:lnTo>
                    <a:pt x="0" y="244"/>
                  </a:lnTo>
                  <a:lnTo>
                    <a:pt x="0" y="4688"/>
                  </a:lnTo>
                  <a:lnTo>
                    <a:pt x="0" y="4739"/>
                  </a:lnTo>
                  <a:lnTo>
                    <a:pt x="26" y="4778"/>
                  </a:lnTo>
                  <a:lnTo>
                    <a:pt x="39" y="4829"/>
                  </a:lnTo>
                  <a:lnTo>
                    <a:pt x="77" y="4867"/>
                  </a:lnTo>
                  <a:lnTo>
                    <a:pt x="103" y="4893"/>
                  </a:lnTo>
                  <a:lnTo>
                    <a:pt x="154" y="4919"/>
                  </a:lnTo>
                  <a:lnTo>
                    <a:pt x="193" y="4931"/>
                  </a:lnTo>
                  <a:lnTo>
                    <a:pt x="295" y="4931"/>
                  </a:lnTo>
                  <a:lnTo>
                    <a:pt x="333" y="4919"/>
                  </a:lnTo>
                  <a:lnTo>
                    <a:pt x="385" y="4893"/>
                  </a:lnTo>
                  <a:lnTo>
                    <a:pt x="410" y="4867"/>
                  </a:lnTo>
                  <a:lnTo>
                    <a:pt x="449" y="4829"/>
                  </a:lnTo>
                  <a:lnTo>
                    <a:pt x="462" y="4778"/>
                  </a:lnTo>
                  <a:lnTo>
                    <a:pt x="487" y="4739"/>
                  </a:lnTo>
                  <a:lnTo>
                    <a:pt x="487" y="4688"/>
                  </a:lnTo>
                  <a:lnTo>
                    <a:pt x="487" y="3228"/>
                  </a:lnTo>
                  <a:lnTo>
                    <a:pt x="3484" y="3228"/>
                  </a:lnTo>
                  <a:lnTo>
                    <a:pt x="3523" y="3215"/>
                  </a:lnTo>
                  <a:lnTo>
                    <a:pt x="3574" y="3190"/>
                  </a:lnTo>
                  <a:lnTo>
                    <a:pt x="3599" y="3164"/>
                  </a:lnTo>
                  <a:lnTo>
                    <a:pt x="3638" y="3125"/>
                  </a:lnTo>
                  <a:lnTo>
                    <a:pt x="3651" y="3087"/>
                  </a:lnTo>
                  <a:lnTo>
                    <a:pt x="3663" y="3036"/>
                  </a:lnTo>
                  <a:lnTo>
                    <a:pt x="3676" y="2997"/>
                  </a:lnTo>
                  <a:lnTo>
                    <a:pt x="3663" y="2946"/>
                  </a:lnTo>
                  <a:lnTo>
                    <a:pt x="3651" y="2895"/>
                  </a:lnTo>
                  <a:lnTo>
                    <a:pt x="3638" y="2856"/>
                  </a:lnTo>
                  <a:lnTo>
                    <a:pt x="3599" y="2818"/>
                  </a:lnTo>
                  <a:lnTo>
                    <a:pt x="3574" y="2792"/>
                  </a:lnTo>
                  <a:lnTo>
                    <a:pt x="3523" y="2767"/>
                  </a:lnTo>
                  <a:lnTo>
                    <a:pt x="3484" y="2754"/>
                  </a:lnTo>
                  <a:lnTo>
                    <a:pt x="487" y="2754"/>
                  </a:lnTo>
                  <a:lnTo>
                    <a:pt x="487" y="244"/>
                  </a:lnTo>
                  <a:lnTo>
                    <a:pt x="487" y="192"/>
                  </a:lnTo>
                  <a:lnTo>
                    <a:pt x="462" y="154"/>
                  </a:lnTo>
                  <a:lnTo>
                    <a:pt x="449" y="116"/>
                  </a:lnTo>
                  <a:lnTo>
                    <a:pt x="410" y="77"/>
                  </a:lnTo>
                  <a:lnTo>
                    <a:pt x="385" y="52"/>
                  </a:lnTo>
                  <a:lnTo>
                    <a:pt x="333" y="26"/>
                  </a:lnTo>
                  <a:lnTo>
                    <a:pt x="295" y="13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38"/>
            <p:cNvSpPr/>
            <p:nvPr/>
          </p:nvSpPr>
          <p:spPr>
            <a:xfrm>
              <a:off x="1771458" y="1514788"/>
              <a:ext cx="290759" cy="290759"/>
            </a:xfrm>
            <a:custGeom>
              <a:avLst/>
              <a:gdLst/>
              <a:ahLst/>
              <a:cxnLst/>
              <a:rect l="l" t="t" r="r" b="b"/>
              <a:pathLst>
                <a:path w="5790" h="5790" extrusionOk="0">
                  <a:moveTo>
                    <a:pt x="2178" y="1"/>
                  </a:moveTo>
                  <a:lnTo>
                    <a:pt x="2178" y="590"/>
                  </a:lnTo>
                  <a:lnTo>
                    <a:pt x="1973" y="667"/>
                  </a:lnTo>
                  <a:lnTo>
                    <a:pt x="1768" y="756"/>
                  </a:lnTo>
                  <a:lnTo>
                    <a:pt x="1358" y="346"/>
                  </a:lnTo>
                  <a:lnTo>
                    <a:pt x="346" y="1358"/>
                  </a:lnTo>
                  <a:lnTo>
                    <a:pt x="756" y="1768"/>
                  </a:lnTo>
                  <a:lnTo>
                    <a:pt x="666" y="1973"/>
                  </a:lnTo>
                  <a:lnTo>
                    <a:pt x="589" y="2191"/>
                  </a:lnTo>
                  <a:lnTo>
                    <a:pt x="0" y="2191"/>
                  </a:lnTo>
                  <a:lnTo>
                    <a:pt x="0" y="3612"/>
                  </a:lnTo>
                  <a:lnTo>
                    <a:pt x="589" y="3612"/>
                  </a:lnTo>
                  <a:lnTo>
                    <a:pt x="666" y="3830"/>
                  </a:lnTo>
                  <a:lnTo>
                    <a:pt x="756" y="4035"/>
                  </a:lnTo>
                  <a:lnTo>
                    <a:pt x="346" y="4445"/>
                  </a:lnTo>
                  <a:lnTo>
                    <a:pt x="1358" y="5457"/>
                  </a:lnTo>
                  <a:lnTo>
                    <a:pt x="1768" y="5034"/>
                  </a:lnTo>
                  <a:lnTo>
                    <a:pt x="1973" y="5136"/>
                  </a:lnTo>
                  <a:lnTo>
                    <a:pt x="2178" y="5213"/>
                  </a:lnTo>
                  <a:lnTo>
                    <a:pt x="2178" y="5790"/>
                  </a:lnTo>
                  <a:lnTo>
                    <a:pt x="3612" y="5790"/>
                  </a:lnTo>
                  <a:lnTo>
                    <a:pt x="3612" y="5213"/>
                  </a:lnTo>
                  <a:lnTo>
                    <a:pt x="3817" y="5136"/>
                  </a:lnTo>
                  <a:lnTo>
                    <a:pt x="4022" y="5034"/>
                  </a:lnTo>
                  <a:lnTo>
                    <a:pt x="4432" y="5457"/>
                  </a:lnTo>
                  <a:lnTo>
                    <a:pt x="5444" y="4445"/>
                  </a:lnTo>
                  <a:lnTo>
                    <a:pt x="5034" y="4035"/>
                  </a:lnTo>
                  <a:lnTo>
                    <a:pt x="5123" y="3830"/>
                  </a:lnTo>
                  <a:lnTo>
                    <a:pt x="5200" y="3612"/>
                  </a:lnTo>
                  <a:lnTo>
                    <a:pt x="5789" y="3612"/>
                  </a:lnTo>
                  <a:lnTo>
                    <a:pt x="5789" y="2191"/>
                  </a:lnTo>
                  <a:lnTo>
                    <a:pt x="5200" y="2191"/>
                  </a:lnTo>
                  <a:lnTo>
                    <a:pt x="5123" y="1973"/>
                  </a:lnTo>
                  <a:lnTo>
                    <a:pt x="5034" y="1768"/>
                  </a:lnTo>
                  <a:lnTo>
                    <a:pt x="5444" y="1358"/>
                  </a:lnTo>
                  <a:lnTo>
                    <a:pt x="4432" y="346"/>
                  </a:lnTo>
                  <a:lnTo>
                    <a:pt x="4022" y="756"/>
                  </a:lnTo>
                  <a:lnTo>
                    <a:pt x="3817" y="667"/>
                  </a:lnTo>
                  <a:lnTo>
                    <a:pt x="3612" y="590"/>
                  </a:lnTo>
                  <a:lnTo>
                    <a:pt x="361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38"/>
            <p:cNvSpPr/>
            <p:nvPr/>
          </p:nvSpPr>
          <p:spPr>
            <a:xfrm>
              <a:off x="2170832" y="1373930"/>
              <a:ext cx="208453" cy="208453"/>
            </a:xfrm>
            <a:custGeom>
              <a:avLst/>
              <a:gdLst/>
              <a:ahLst/>
              <a:cxnLst/>
              <a:rect l="l" t="t" r="r" b="b"/>
              <a:pathLst>
                <a:path w="4151" h="4151" extrusionOk="0">
                  <a:moveTo>
                    <a:pt x="1743" y="1"/>
                  </a:moveTo>
                  <a:lnTo>
                    <a:pt x="1743" y="295"/>
                  </a:lnTo>
                  <a:lnTo>
                    <a:pt x="1602" y="321"/>
                  </a:lnTo>
                  <a:lnTo>
                    <a:pt x="1461" y="372"/>
                  </a:lnTo>
                  <a:lnTo>
                    <a:pt x="1320" y="116"/>
                  </a:lnTo>
                  <a:lnTo>
                    <a:pt x="757" y="449"/>
                  </a:lnTo>
                  <a:lnTo>
                    <a:pt x="897" y="705"/>
                  </a:lnTo>
                  <a:lnTo>
                    <a:pt x="795" y="795"/>
                  </a:lnTo>
                  <a:lnTo>
                    <a:pt x="692" y="910"/>
                  </a:lnTo>
                  <a:lnTo>
                    <a:pt x="436" y="756"/>
                  </a:lnTo>
                  <a:lnTo>
                    <a:pt x="116" y="1320"/>
                  </a:lnTo>
                  <a:lnTo>
                    <a:pt x="372" y="1473"/>
                  </a:lnTo>
                  <a:lnTo>
                    <a:pt x="321" y="1614"/>
                  </a:lnTo>
                  <a:lnTo>
                    <a:pt x="283" y="1755"/>
                  </a:lnTo>
                  <a:lnTo>
                    <a:pt x="1" y="1755"/>
                  </a:lnTo>
                  <a:lnTo>
                    <a:pt x="1" y="2408"/>
                  </a:lnTo>
                  <a:lnTo>
                    <a:pt x="283" y="2408"/>
                  </a:lnTo>
                  <a:lnTo>
                    <a:pt x="321" y="2549"/>
                  </a:lnTo>
                  <a:lnTo>
                    <a:pt x="372" y="2690"/>
                  </a:lnTo>
                  <a:lnTo>
                    <a:pt x="116" y="2831"/>
                  </a:lnTo>
                  <a:lnTo>
                    <a:pt x="436" y="3395"/>
                  </a:lnTo>
                  <a:lnTo>
                    <a:pt x="692" y="3254"/>
                  </a:lnTo>
                  <a:lnTo>
                    <a:pt x="795" y="3356"/>
                  </a:lnTo>
                  <a:lnTo>
                    <a:pt x="897" y="3459"/>
                  </a:lnTo>
                  <a:lnTo>
                    <a:pt x="757" y="3715"/>
                  </a:lnTo>
                  <a:lnTo>
                    <a:pt x="1320" y="4035"/>
                  </a:lnTo>
                  <a:lnTo>
                    <a:pt x="1461" y="3792"/>
                  </a:lnTo>
                  <a:lnTo>
                    <a:pt x="1602" y="3830"/>
                  </a:lnTo>
                  <a:lnTo>
                    <a:pt x="1743" y="3869"/>
                  </a:lnTo>
                  <a:lnTo>
                    <a:pt x="1743" y="4150"/>
                  </a:lnTo>
                  <a:lnTo>
                    <a:pt x="2396" y="4150"/>
                  </a:lnTo>
                  <a:lnTo>
                    <a:pt x="2396" y="3869"/>
                  </a:lnTo>
                  <a:lnTo>
                    <a:pt x="2550" y="3830"/>
                  </a:lnTo>
                  <a:lnTo>
                    <a:pt x="2678" y="3792"/>
                  </a:lnTo>
                  <a:lnTo>
                    <a:pt x="2831" y="4035"/>
                  </a:lnTo>
                  <a:lnTo>
                    <a:pt x="3395" y="3715"/>
                  </a:lnTo>
                  <a:lnTo>
                    <a:pt x="3254" y="3459"/>
                  </a:lnTo>
                  <a:lnTo>
                    <a:pt x="3357" y="3356"/>
                  </a:lnTo>
                  <a:lnTo>
                    <a:pt x="3459" y="3254"/>
                  </a:lnTo>
                  <a:lnTo>
                    <a:pt x="3702" y="3395"/>
                  </a:lnTo>
                  <a:lnTo>
                    <a:pt x="4035" y="2831"/>
                  </a:lnTo>
                  <a:lnTo>
                    <a:pt x="3779" y="2690"/>
                  </a:lnTo>
                  <a:lnTo>
                    <a:pt x="3830" y="2549"/>
                  </a:lnTo>
                  <a:lnTo>
                    <a:pt x="3856" y="2408"/>
                  </a:lnTo>
                  <a:lnTo>
                    <a:pt x="4151" y="2408"/>
                  </a:lnTo>
                  <a:lnTo>
                    <a:pt x="4151" y="1755"/>
                  </a:lnTo>
                  <a:lnTo>
                    <a:pt x="3856" y="1755"/>
                  </a:lnTo>
                  <a:lnTo>
                    <a:pt x="3830" y="1614"/>
                  </a:lnTo>
                  <a:lnTo>
                    <a:pt x="3779" y="1473"/>
                  </a:lnTo>
                  <a:lnTo>
                    <a:pt x="4035" y="1320"/>
                  </a:lnTo>
                  <a:lnTo>
                    <a:pt x="3702" y="756"/>
                  </a:lnTo>
                  <a:lnTo>
                    <a:pt x="3459" y="910"/>
                  </a:lnTo>
                  <a:lnTo>
                    <a:pt x="3357" y="795"/>
                  </a:lnTo>
                  <a:lnTo>
                    <a:pt x="3254" y="705"/>
                  </a:lnTo>
                  <a:lnTo>
                    <a:pt x="3395" y="449"/>
                  </a:lnTo>
                  <a:lnTo>
                    <a:pt x="2831" y="116"/>
                  </a:lnTo>
                  <a:lnTo>
                    <a:pt x="2678" y="372"/>
                  </a:lnTo>
                  <a:lnTo>
                    <a:pt x="2550" y="321"/>
                  </a:lnTo>
                  <a:lnTo>
                    <a:pt x="2396" y="295"/>
                  </a:lnTo>
                  <a:lnTo>
                    <a:pt x="239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38"/>
            <p:cNvSpPr/>
            <p:nvPr/>
          </p:nvSpPr>
          <p:spPr>
            <a:xfrm>
              <a:off x="2311690" y="1572035"/>
              <a:ext cx="375677" cy="380146"/>
            </a:xfrm>
            <a:custGeom>
              <a:avLst/>
              <a:gdLst/>
              <a:ahLst/>
              <a:cxnLst/>
              <a:rect l="l" t="t" r="r" b="b"/>
              <a:pathLst>
                <a:path w="7481" h="7570" extrusionOk="0">
                  <a:moveTo>
                    <a:pt x="2819" y="0"/>
                  </a:moveTo>
                  <a:lnTo>
                    <a:pt x="2819" y="679"/>
                  </a:lnTo>
                  <a:lnTo>
                    <a:pt x="2626" y="743"/>
                  </a:lnTo>
                  <a:lnTo>
                    <a:pt x="2447" y="820"/>
                  </a:lnTo>
                  <a:lnTo>
                    <a:pt x="2281" y="897"/>
                  </a:lnTo>
                  <a:lnTo>
                    <a:pt x="2114" y="987"/>
                  </a:lnTo>
                  <a:lnTo>
                    <a:pt x="1948" y="1076"/>
                  </a:lnTo>
                  <a:lnTo>
                    <a:pt x="1794" y="1192"/>
                  </a:lnTo>
                  <a:lnTo>
                    <a:pt x="1653" y="1307"/>
                  </a:lnTo>
                  <a:lnTo>
                    <a:pt x="1512" y="1435"/>
                  </a:lnTo>
                  <a:lnTo>
                    <a:pt x="923" y="1089"/>
                  </a:lnTo>
                  <a:lnTo>
                    <a:pt x="1" y="2703"/>
                  </a:lnTo>
                  <a:lnTo>
                    <a:pt x="577" y="3036"/>
                  </a:lnTo>
                  <a:lnTo>
                    <a:pt x="539" y="3215"/>
                  </a:lnTo>
                  <a:lnTo>
                    <a:pt x="513" y="3407"/>
                  </a:lnTo>
                  <a:lnTo>
                    <a:pt x="487" y="3599"/>
                  </a:lnTo>
                  <a:lnTo>
                    <a:pt x="487" y="3792"/>
                  </a:lnTo>
                  <a:lnTo>
                    <a:pt x="487" y="3984"/>
                  </a:lnTo>
                  <a:lnTo>
                    <a:pt x="513" y="4176"/>
                  </a:lnTo>
                  <a:lnTo>
                    <a:pt x="539" y="4355"/>
                  </a:lnTo>
                  <a:lnTo>
                    <a:pt x="577" y="4534"/>
                  </a:lnTo>
                  <a:lnTo>
                    <a:pt x="1" y="4880"/>
                  </a:lnTo>
                  <a:lnTo>
                    <a:pt x="923" y="6481"/>
                  </a:lnTo>
                  <a:lnTo>
                    <a:pt x="1512" y="6148"/>
                  </a:lnTo>
                  <a:lnTo>
                    <a:pt x="1653" y="6276"/>
                  </a:lnTo>
                  <a:lnTo>
                    <a:pt x="1794" y="6392"/>
                  </a:lnTo>
                  <a:lnTo>
                    <a:pt x="1948" y="6494"/>
                  </a:lnTo>
                  <a:lnTo>
                    <a:pt x="2114" y="6596"/>
                  </a:lnTo>
                  <a:lnTo>
                    <a:pt x="2281" y="6686"/>
                  </a:lnTo>
                  <a:lnTo>
                    <a:pt x="2447" y="6763"/>
                  </a:lnTo>
                  <a:lnTo>
                    <a:pt x="2626" y="6827"/>
                  </a:lnTo>
                  <a:lnTo>
                    <a:pt x="2819" y="6891"/>
                  </a:lnTo>
                  <a:lnTo>
                    <a:pt x="2819" y="7570"/>
                  </a:lnTo>
                  <a:lnTo>
                    <a:pt x="4663" y="7570"/>
                  </a:lnTo>
                  <a:lnTo>
                    <a:pt x="4663" y="6891"/>
                  </a:lnTo>
                  <a:lnTo>
                    <a:pt x="4855" y="6827"/>
                  </a:lnTo>
                  <a:lnTo>
                    <a:pt x="5021" y="6763"/>
                  </a:lnTo>
                  <a:lnTo>
                    <a:pt x="5201" y="6686"/>
                  </a:lnTo>
                  <a:lnTo>
                    <a:pt x="5367" y="6596"/>
                  </a:lnTo>
                  <a:lnTo>
                    <a:pt x="5534" y="6494"/>
                  </a:lnTo>
                  <a:lnTo>
                    <a:pt x="5687" y="6392"/>
                  </a:lnTo>
                  <a:lnTo>
                    <a:pt x="5828" y="6276"/>
                  </a:lnTo>
                  <a:lnTo>
                    <a:pt x="5969" y="6148"/>
                  </a:lnTo>
                  <a:lnTo>
                    <a:pt x="6558" y="6481"/>
                  </a:lnTo>
                  <a:lnTo>
                    <a:pt x="7481" y="4880"/>
                  </a:lnTo>
                  <a:lnTo>
                    <a:pt x="6891" y="4534"/>
                  </a:lnTo>
                  <a:lnTo>
                    <a:pt x="6930" y="4355"/>
                  </a:lnTo>
                  <a:lnTo>
                    <a:pt x="6968" y="4176"/>
                  </a:lnTo>
                  <a:lnTo>
                    <a:pt x="6981" y="3984"/>
                  </a:lnTo>
                  <a:lnTo>
                    <a:pt x="6994" y="3792"/>
                  </a:lnTo>
                  <a:lnTo>
                    <a:pt x="6981" y="3599"/>
                  </a:lnTo>
                  <a:lnTo>
                    <a:pt x="6968" y="3407"/>
                  </a:lnTo>
                  <a:lnTo>
                    <a:pt x="6930" y="3215"/>
                  </a:lnTo>
                  <a:lnTo>
                    <a:pt x="6891" y="3036"/>
                  </a:lnTo>
                  <a:lnTo>
                    <a:pt x="7481" y="2703"/>
                  </a:lnTo>
                  <a:lnTo>
                    <a:pt x="6558" y="1089"/>
                  </a:lnTo>
                  <a:lnTo>
                    <a:pt x="5969" y="1435"/>
                  </a:lnTo>
                  <a:lnTo>
                    <a:pt x="5828" y="1307"/>
                  </a:lnTo>
                  <a:lnTo>
                    <a:pt x="5687" y="1192"/>
                  </a:lnTo>
                  <a:lnTo>
                    <a:pt x="5534" y="1076"/>
                  </a:lnTo>
                  <a:lnTo>
                    <a:pt x="5367" y="987"/>
                  </a:lnTo>
                  <a:lnTo>
                    <a:pt x="5201" y="897"/>
                  </a:lnTo>
                  <a:lnTo>
                    <a:pt x="5021" y="820"/>
                  </a:lnTo>
                  <a:lnTo>
                    <a:pt x="4855" y="743"/>
                  </a:lnTo>
                  <a:lnTo>
                    <a:pt x="4663" y="679"/>
                  </a:lnTo>
                  <a:lnTo>
                    <a:pt x="46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38"/>
            <p:cNvSpPr/>
            <p:nvPr/>
          </p:nvSpPr>
          <p:spPr>
            <a:xfrm>
              <a:off x="2033841" y="1325069"/>
              <a:ext cx="56645" cy="56645"/>
            </a:xfrm>
            <a:custGeom>
              <a:avLst/>
              <a:gdLst/>
              <a:ahLst/>
              <a:cxnLst/>
              <a:rect l="l" t="t" r="r" b="b"/>
              <a:pathLst>
                <a:path w="1128" h="1128" extrusionOk="0">
                  <a:moveTo>
                    <a:pt x="564" y="0"/>
                  </a:moveTo>
                  <a:lnTo>
                    <a:pt x="449" y="13"/>
                  </a:lnTo>
                  <a:lnTo>
                    <a:pt x="347" y="39"/>
                  </a:lnTo>
                  <a:lnTo>
                    <a:pt x="244" y="90"/>
                  </a:lnTo>
                  <a:lnTo>
                    <a:pt x="167" y="167"/>
                  </a:lnTo>
                  <a:lnTo>
                    <a:pt x="90" y="244"/>
                  </a:lnTo>
                  <a:lnTo>
                    <a:pt x="39" y="346"/>
                  </a:lnTo>
                  <a:lnTo>
                    <a:pt x="14" y="448"/>
                  </a:lnTo>
                  <a:lnTo>
                    <a:pt x="1" y="564"/>
                  </a:lnTo>
                  <a:lnTo>
                    <a:pt x="14" y="679"/>
                  </a:lnTo>
                  <a:lnTo>
                    <a:pt x="39" y="781"/>
                  </a:lnTo>
                  <a:lnTo>
                    <a:pt x="90" y="884"/>
                  </a:lnTo>
                  <a:lnTo>
                    <a:pt x="167" y="961"/>
                  </a:lnTo>
                  <a:lnTo>
                    <a:pt x="244" y="1038"/>
                  </a:lnTo>
                  <a:lnTo>
                    <a:pt x="347" y="1089"/>
                  </a:lnTo>
                  <a:lnTo>
                    <a:pt x="449" y="1114"/>
                  </a:lnTo>
                  <a:lnTo>
                    <a:pt x="564" y="1127"/>
                  </a:lnTo>
                  <a:lnTo>
                    <a:pt x="680" y="1114"/>
                  </a:lnTo>
                  <a:lnTo>
                    <a:pt x="782" y="1089"/>
                  </a:lnTo>
                  <a:lnTo>
                    <a:pt x="885" y="1038"/>
                  </a:lnTo>
                  <a:lnTo>
                    <a:pt x="961" y="961"/>
                  </a:lnTo>
                  <a:lnTo>
                    <a:pt x="1038" y="884"/>
                  </a:lnTo>
                  <a:lnTo>
                    <a:pt x="1089" y="781"/>
                  </a:lnTo>
                  <a:lnTo>
                    <a:pt x="1115" y="679"/>
                  </a:lnTo>
                  <a:lnTo>
                    <a:pt x="1128" y="564"/>
                  </a:lnTo>
                  <a:lnTo>
                    <a:pt x="1115" y="448"/>
                  </a:lnTo>
                  <a:lnTo>
                    <a:pt x="1089" y="346"/>
                  </a:lnTo>
                  <a:lnTo>
                    <a:pt x="1038" y="244"/>
                  </a:lnTo>
                  <a:lnTo>
                    <a:pt x="961" y="167"/>
                  </a:lnTo>
                  <a:lnTo>
                    <a:pt x="885" y="90"/>
                  </a:lnTo>
                  <a:lnTo>
                    <a:pt x="782" y="39"/>
                  </a:lnTo>
                  <a:lnTo>
                    <a:pt x="680" y="13"/>
                  </a:lnTo>
                  <a:lnTo>
                    <a:pt x="5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38"/>
            <p:cNvSpPr/>
            <p:nvPr/>
          </p:nvSpPr>
          <p:spPr>
            <a:xfrm>
              <a:off x="1676248" y="1631843"/>
              <a:ext cx="56645" cy="57298"/>
            </a:xfrm>
            <a:custGeom>
              <a:avLst/>
              <a:gdLst/>
              <a:ahLst/>
              <a:cxnLst/>
              <a:rect l="l" t="t" r="r" b="b"/>
              <a:pathLst>
                <a:path w="1128" h="1141" extrusionOk="0">
                  <a:moveTo>
                    <a:pt x="564" y="1"/>
                  </a:moveTo>
                  <a:lnTo>
                    <a:pt x="449" y="13"/>
                  </a:lnTo>
                  <a:lnTo>
                    <a:pt x="346" y="52"/>
                  </a:lnTo>
                  <a:lnTo>
                    <a:pt x="244" y="103"/>
                  </a:lnTo>
                  <a:lnTo>
                    <a:pt x="167" y="167"/>
                  </a:lnTo>
                  <a:lnTo>
                    <a:pt x="90" y="257"/>
                  </a:lnTo>
                  <a:lnTo>
                    <a:pt x="39" y="346"/>
                  </a:lnTo>
                  <a:lnTo>
                    <a:pt x="13" y="449"/>
                  </a:lnTo>
                  <a:lnTo>
                    <a:pt x="1" y="564"/>
                  </a:lnTo>
                  <a:lnTo>
                    <a:pt x="13" y="679"/>
                  </a:lnTo>
                  <a:lnTo>
                    <a:pt x="39" y="795"/>
                  </a:lnTo>
                  <a:lnTo>
                    <a:pt x="90" y="884"/>
                  </a:lnTo>
                  <a:lnTo>
                    <a:pt x="167" y="974"/>
                  </a:lnTo>
                  <a:lnTo>
                    <a:pt x="244" y="1038"/>
                  </a:lnTo>
                  <a:lnTo>
                    <a:pt x="346" y="1089"/>
                  </a:lnTo>
                  <a:lnTo>
                    <a:pt x="449" y="1128"/>
                  </a:lnTo>
                  <a:lnTo>
                    <a:pt x="564" y="1140"/>
                  </a:lnTo>
                  <a:lnTo>
                    <a:pt x="679" y="1128"/>
                  </a:lnTo>
                  <a:lnTo>
                    <a:pt x="782" y="1089"/>
                  </a:lnTo>
                  <a:lnTo>
                    <a:pt x="884" y="1038"/>
                  </a:lnTo>
                  <a:lnTo>
                    <a:pt x="961" y="974"/>
                  </a:lnTo>
                  <a:lnTo>
                    <a:pt x="1038" y="884"/>
                  </a:lnTo>
                  <a:lnTo>
                    <a:pt x="1089" y="795"/>
                  </a:lnTo>
                  <a:lnTo>
                    <a:pt x="1128" y="679"/>
                  </a:lnTo>
                  <a:lnTo>
                    <a:pt x="1128" y="564"/>
                  </a:lnTo>
                  <a:lnTo>
                    <a:pt x="1128" y="449"/>
                  </a:lnTo>
                  <a:lnTo>
                    <a:pt x="1089" y="346"/>
                  </a:lnTo>
                  <a:lnTo>
                    <a:pt x="1038" y="257"/>
                  </a:lnTo>
                  <a:lnTo>
                    <a:pt x="961" y="167"/>
                  </a:lnTo>
                  <a:lnTo>
                    <a:pt x="884" y="103"/>
                  </a:lnTo>
                  <a:lnTo>
                    <a:pt x="782" y="52"/>
                  </a:lnTo>
                  <a:lnTo>
                    <a:pt x="679" y="13"/>
                  </a:lnTo>
                  <a:lnTo>
                    <a:pt x="56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38"/>
            <p:cNvSpPr/>
            <p:nvPr/>
          </p:nvSpPr>
          <p:spPr>
            <a:xfrm>
              <a:off x="2048655" y="1914865"/>
              <a:ext cx="56645" cy="57248"/>
            </a:xfrm>
            <a:custGeom>
              <a:avLst/>
              <a:gdLst/>
              <a:ahLst/>
              <a:cxnLst/>
              <a:rect l="l" t="t" r="r" b="b"/>
              <a:pathLst>
                <a:path w="1128" h="1140" extrusionOk="0">
                  <a:moveTo>
                    <a:pt x="564" y="0"/>
                  </a:moveTo>
                  <a:lnTo>
                    <a:pt x="449" y="13"/>
                  </a:lnTo>
                  <a:lnTo>
                    <a:pt x="346" y="51"/>
                  </a:lnTo>
                  <a:lnTo>
                    <a:pt x="244" y="102"/>
                  </a:lnTo>
                  <a:lnTo>
                    <a:pt x="167" y="167"/>
                  </a:lnTo>
                  <a:lnTo>
                    <a:pt x="90" y="256"/>
                  </a:lnTo>
                  <a:lnTo>
                    <a:pt x="39" y="346"/>
                  </a:lnTo>
                  <a:lnTo>
                    <a:pt x="13" y="461"/>
                  </a:lnTo>
                  <a:lnTo>
                    <a:pt x="0" y="576"/>
                  </a:lnTo>
                  <a:lnTo>
                    <a:pt x="13" y="679"/>
                  </a:lnTo>
                  <a:lnTo>
                    <a:pt x="39" y="794"/>
                  </a:lnTo>
                  <a:lnTo>
                    <a:pt x="90" y="884"/>
                  </a:lnTo>
                  <a:lnTo>
                    <a:pt x="167" y="973"/>
                  </a:lnTo>
                  <a:lnTo>
                    <a:pt x="244" y="1037"/>
                  </a:lnTo>
                  <a:lnTo>
                    <a:pt x="346" y="1089"/>
                  </a:lnTo>
                  <a:lnTo>
                    <a:pt x="449" y="1127"/>
                  </a:lnTo>
                  <a:lnTo>
                    <a:pt x="564" y="1140"/>
                  </a:lnTo>
                  <a:lnTo>
                    <a:pt x="679" y="1127"/>
                  </a:lnTo>
                  <a:lnTo>
                    <a:pt x="782" y="1089"/>
                  </a:lnTo>
                  <a:lnTo>
                    <a:pt x="884" y="1037"/>
                  </a:lnTo>
                  <a:lnTo>
                    <a:pt x="961" y="973"/>
                  </a:lnTo>
                  <a:lnTo>
                    <a:pt x="1038" y="884"/>
                  </a:lnTo>
                  <a:lnTo>
                    <a:pt x="1089" y="794"/>
                  </a:lnTo>
                  <a:lnTo>
                    <a:pt x="1115" y="679"/>
                  </a:lnTo>
                  <a:lnTo>
                    <a:pt x="1127" y="576"/>
                  </a:lnTo>
                  <a:lnTo>
                    <a:pt x="1115" y="461"/>
                  </a:lnTo>
                  <a:lnTo>
                    <a:pt x="1089" y="346"/>
                  </a:lnTo>
                  <a:lnTo>
                    <a:pt x="1038" y="256"/>
                  </a:lnTo>
                  <a:lnTo>
                    <a:pt x="961" y="167"/>
                  </a:lnTo>
                  <a:lnTo>
                    <a:pt x="884" y="102"/>
                  </a:lnTo>
                  <a:lnTo>
                    <a:pt x="782" y="51"/>
                  </a:lnTo>
                  <a:lnTo>
                    <a:pt x="679" y="13"/>
                  </a:lnTo>
                  <a:lnTo>
                    <a:pt x="5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38"/>
            <p:cNvSpPr/>
            <p:nvPr/>
          </p:nvSpPr>
          <p:spPr>
            <a:xfrm>
              <a:off x="2235159" y="1943137"/>
              <a:ext cx="57298" cy="56645"/>
            </a:xfrm>
            <a:custGeom>
              <a:avLst/>
              <a:gdLst/>
              <a:ahLst/>
              <a:cxnLst/>
              <a:rect l="l" t="t" r="r" b="b"/>
              <a:pathLst>
                <a:path w="1141" h="1128" extrusionOk="0">
                  <a:moveTo>
                    <a:pt x="577" y="1"/>
                  </a:moveTo>
                  <a:lnTo>
                    <a:pt x="462" y="13"/>
                  </a:lnTo>
                  <a:lnTo>
                    <a:pt x="346" y="39"/>
                  </a:lnTo>
                  <a:lnTo>
                    <a:pt x="257" y="90"/>
                  </a:lnTo>
                  <a:lnTo>
                    <a:pt x="167" y="167"/>
                  </a:lnTo>
                  <a:lnTo>
                    <a:pt x="103" y="244"/>
                  </a:lnTo>
                  <a:lnTo>
                    <a:pt x="52" y="346"/>
                  </a:lnTo>
                  <a:lnTo>
                    <a:pt x="13" y="449"/>
                  </a:lnTo>
                  <a:lnTo>
                    <a:pt x="1" y="564"/>
                  </a:lnTo>
                  <a:lnTo>
                    <a:pt x="13" y="679"/>
                  </a:lnTo>
                  <a:lnTo>
                    <a:pt x="52" y="782"/>
                  </a:lnTo>
                  <a:lnTo>
                    <a:pt x="103" y="884"/>
                  </a:lnTo>
                  <a:lnTo>
                    <a:pt x="167" y="961"/>
                  </a:lnTo>
                  <a:lnTo>
                    <a:pt x="257" y="1038"/>
                  </a:lnTo>
                  <a:lnTo>
                    <a:pt x="346" y="1089"/>
                  </a:lnTo>
                  <a:lnTo>
                    <a:pt x="462" y="1128"/>
                  </a:lnTo>
                  <a:lnTo>
                    <a:pt x="692" y="1128"/>
                  </a:lnTo>
                  <a:lnTo>
                    <a:pt x="795" y="1089"/>
                  </a:lnTo>
                  <a:lnTo>
                    <a:pt x="884" y="1038"/>
                  </a:lnTo>
                  <a:lnTo>
                    <a:pt x="974" y="961"/>
                  </a:lnTo>
                  <a:lnTo>
                    <a:pt x="1038" y="884"/>
                  </a:lnTo>
                  <a:lnTo>
                    <a:pt x="1089" y="782"/>
                  </a:lnTo>
                  <a:lnTo>
                    <a:pt x="1128" y="679"/>
                  </a:lnTo>
                  <a:lnTo>
                    <a:pt x="1141" y="564"/>
                  </a:lnTo>
                  <a:lnTo>
                    <a:pt x="1128" y="449"/>
                  </a:lnTo>
                  <a:lnTo>
                    <a:pt x="1089" y="346"/>
                  </a:lnTo>
                  <a:lnTo>
                    <a:pt x="1038" y="244"/>
                  </a:lnTo>
                  <a:lnTo>
                    <a:pt x="974" y="167"/>
                  </a:lnTo>
                  <a:lnTo>
                    <a:pt x="884" y="90"/>
                  </a:lnTo>
                  <a:lnTo>
                    <a:pt x="795" y="39"/>
                  </a:lnTo>
                  <a:lnTo>
                    <a:pt x="692" y="13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38"/>
            <p:cNvSpPr/>
            <p:nvPr/>
          </p:nvSpPr>
          <p:spPr>
            <a:xfrm>
              <a:off x="2156721" y="1733482"/>
              <a:ext cx="57248" cy="57298"/>
            </a:xfrm>
            <a:custGeom>
              <a:avLst/>
              <a:gdLst/>
              <a:ahLst/>
              <a:cxnLst/>
              <a:rect l="l" t="t" r="r" b="b"/>
              <a:pathLst>
                <a:path w="1140" h="1141" extrusionOk="0">
                  <a:moveTo>
                    <a:pt x="564" y="0"/>
                  </a:moveTo>
                  <a:lnTo>
                    <a:pt x="461" y="13"/>
                  </a:lnTo>
                  <a:lnTo>
                    <a:pt x="346" y="51"/>
                  </a:lnTo>
                  <a:lnTo>
                    <a:pt x="256" y="103"/>
                  </a:lnTo>
                  <a:lnTo>
                    <a:pt x="167" y="167"/>
                  </a:lnTo>
                  <a:lnTo>
                    <a:pt x="103" y="256"/>
                  </a:lnTo>
                  <a:lnTo>
                    <a:pt x="51" y="346"/>
                  </a:lnTo>
                  <a:lnTo>
                    <a:pt x="13" y="461"/>
                  </a:lnTo>
                  <a:lnTo>
                    <a:pt x="0" y="577"/>
                  </a:lnTo>
                  <a:lnTo>
                    <a:pt x="13" y="692"/>
                  </a:lnTo>
                  <a:lnTo>
                    <a:pt x="51" y="794"/>
                  </a:lnTo>
                  <a:lnTo>
                    <a:pt x="103" y="884"/>
                  </a:lnTo>
                  <a:lnTo>
                    <a:pt x="167" y="974"/>
                  </a:lnTo>
                  <a:lnTo>
                    <a:pt x="256" y="1038"/>
                  </a:lnTo>
                  <a:lnTo>
                    <a:pt x="346" y="1102"/>
                  </a:lnTo>
                  <a:lnTo>
                    <a:pt x="461" y="1127"/>
                  </a:lnTo>
                  <a:lnTo>
                    <a:pt x="564" y="1140"/>
                  </a:lnTo>
                  <a:lnTo>
                    <a:pt x="679" y="1127"/>
                  </a:lnTo>
                  <a:lnTo>
                    <a:pt x="794" y="1102"/>
                  </a:lnTo>
                  <a:lnTo>
                    <a:pt x="884" y="1038"/>
                  </a:lnTo>
                  <a:lnTo>
                    <a:pt x="973" y="974"/>
                  </a:lnTo>
                  <a:lnTo>
                    <a:pt x="1038" y="884"/>
                  </a:lnTo>
                  <a:lnTo>
                    <a:pt x="1089" y="794"/>
                  </a:lnTo>
                  <a:lnTo>
                    <a:pt x="1127" y="692"/>
                  </a:lnTo>
                  <a:lnTo>
                    <a:pt x="1140" y="577"/>
                  </a:lnTo>
                  <a:lnTo>
                    <a:pt x="1127" y="461"/>
                  </a:lnTo>
                  <a:lnTo>
                    <a:pt x="1089" y="346"/>
                  </a:lnTo>
                  <a:lnTo>
                    <a:pt x="1038" y="256"/>
                  </a:lnTo>
                  <a:lnTo>
                    <a:pt x="973" y="167"/>
                  </a:lnTo>
                  <a:lnTo>
                    <a:pt x="884" y="103"/>
                  </a:lnTo>
                  <a:lnTo>
                    <a:pt x="794" y="51"/>
                  </a:lnTo>
                  <a:lnTo>
                    <a:pt x="679" y="13"/>
                  </a:lnTo>
                  <a:lnTo>
                    <a:pt x="5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38"/>
            <p:cNvSpPr/>
            <p:nvPr/>
          </p:nvSpPr>
          <p:spPr>
            <a:xfrm>
              <a:off x="2686005" y="1603571"/>
              <a:ext cx="57298" cy="56645"/>
            </a:xfrm>
            <a:custGeom>
              <a:avLst/>
              <a:gdLst/>
              <a:ahLst/>
              <a:cxnLst/>
              <a:rect l="l" t="t" r="r" b="b"/>
              <a:pathLst>
                <a:path w="1141" h="1128" extrusionOk="0">
                  <a:moveTo>
                    <a:pt x="565" y="0"/>
                  </a:moveTo>
                  <a:lnTo>
                    <a:pt x="462" y="13"/>
                  </a:lnTo>
                  <a:lnTo>
                    <a:pt x="347" y="38"/>
                  </a:lnTo>
                  <a:lnTo>
                    <a:pt x="257" y="90"/>
                  </a:lnTo>
                  <a:lnTo>
                    <a:pt x="167" y="167"/>
                  </a:lnTo>
                  <a:lnTo>
                    <a:pt x="103" y="243"/>
                  </a:lnTo>
                  <a:lnTo>
                    <a:pt x="52" y="346"/>
                  </a:lnTo>
                  <a:lnTo>
                    <a:pt x="14" y="448"/>
                  </a:lnTo>
                  <a:lnTo>
                    <a:pt x="1" y="564"/>
                  </a:lnTo>
                  <a:lnTo>
                    <a:pt x="14" y="679"/>
                  </a:lnTo>
                  <a:lnTo>
                    <a:pt x="52" y="781"/>
                  </a:lnTo>
                  <a:lnTo>
                    <a:pt x="103" y="884"/>
                  </a:lnTo>
                  <a:lnTo>
                    <a:pt x="167" y="973"/>
                  </a:lnTo>
                  <a:lnTo>
                    <a:pt x="257" y="1037"/>
                  </a:lnTo>
                  <a:lnTo>
                    <a:pt x="347" y="1089"/>
                  </a:lnTo>
                  <a:lnTo>
                    <a:pt x="462" y="1127"/>
                  </a:lnTo>
                  <a:lnTo>
                    <a:pt x="680" y="1127"/>
                  </a:lnTo>
                  <a:lnTo>
                    <a:pt x="795" y="1089"/>
                  </a:lnTo>
                  <a:lnTo>
                    <a:pt x="885" y="1037"/>
                  </a:lnTo>
                  <a:lnTo>
                    <a:pt x="974" y="973"/>
                  </a:lnTo>
                  <a:lnTo>
                    <a:pt x="1038" y="884"/>
                  </a:lnTo>
                  <a:lnTo>
                    <a:pt x="1090" y="781"/>
                  </a:lnTo>
                  <a:lnTo>
                    <a:pt x="1128" y="679"/>
                  </a:lnTo>
                  <a:lnTo>
                    <a:pt x="1141" y="564"/>
                  </a:lnTo>
                  <a:lnTo>
                    <a:pt x="1128" y="448"/>
                  </a:lnTo>
                  <a:lnTo>
                    <a:pt x="1090" y="346"/>
                  </a:lnTo>
                  <a:lnTo>
                    <a:pt x="1038" y="243"/>
                  </a:lnTo>
                  <a:lnTo>
                    <a:pt x="974" y="167"/>
                  </a:lnTo>
                  <a:lnTo>
                    <a:pt x="885" y="90"/>
                  </a:lnTo>
                  <a:lnTo>
                    <a:pt x="795" y="38"/>
                  </a:lnTo>
                  <a:lnTo>
                    <a:pt x="680" y="13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38"/>
            <p:cNvSpPr/>
            <p:nvPr/>
          </p:nvSpPr>
          <p:spPr>
            <a:xfrm>
              <a:off x="1819667" y="1563649"/>
              <a:ext cx="194292" cy="193689"/>
            </a:xfrm>
            <a:custGeom>
              <a:avLst/>
              <a:gdLst/>
              <a:ahLst/>
              <a:cxnLst/>
              <a:rect l="l" t="t" r="r" b="b"/>
              <a:pathLst>
                <a:path w="3869" h="3857" extrusionOk="0">
                  <a:moveTo>
                    <a:pt x="1935" y="1"/>
                  </a:moveTo>
                  <a:lnTo>
                    <a:pt x="1743" y="14"/>
                  </a:lnTo>
                  <a:lnTo>
                    <a:pt x="1551" y="39"/>
                  </a:lnTo>
                  <a:lnTo>
                    <a:pt x="1358" y="91"/>
                  </a:lnTo>
                  <a:lnTo>
                    <a:pt x="1179" y="155"/>
                  </a:lnTo>
                  <a:lnTo>
                    <a:pt x="1013" y="231"/>
                  </a:lnTo>
                  <a:lnTo>
                    <a:pt x="859" y="321"/>
                  </a:lnTo>
                  <a:lnTo>
                    <a:pt x="705" y="436"/>
                  </a:lnTo>
                  <a:lnTo>
                    <a:pt x="577" y="564"/>
                  </a:lnTo>
                  <a:lnTo>
                    <a:pt x="449" y="705"/>
                  </a:lnTo>
                  <a:lnTo>
                    <a:pt x="334" y="846"/>
                  </a:lnTo>
                  <a:lnTo>
                    <a:pt x="244" y="1013"/>
                  </a:lnTo>
                  <a:lnTo>
                    <a:pt x="154" y="1179"/>
                  </a:lnTo>
                  <a:lnTo>
                    <a:pt x="90" y="1359"/>
                  </a:lnTo>
                  <a:lnTo>
                    <a:pt x="39" y="1538"/>
                  </a:lnTo>
                  <a:lnTo>
                    <a:pt x="14" y="1730"/>
                  </a:lnTo>
                  <a:lnTo>
                    <a:pt x="1" y="1922"/>
                  </a:lnTo>
                  <a:lnTo>
                    <a:pt x="14" y="2127"/>
                  </a:lnTo>
                  <a:lnTo>
                    <a:pt x="39" y="2319"/>
                  </a:lnTo>
                  <a:lnTo>
                    <a:pt x="90" y="2498"/>
                  </a:lnTo>
                  <a:lnTo>
                    <a:pt x="154" y="2678"/>
                  </a:lnTo>
                  <a:lnTo>
                    <a:pt x="244" y="2844"/>
                  </a:lnTo>
                  <a:lnTo>
                    <a:pt x="334" y="3011"/>
                  </a:lnTo>
                  <a:lnTo>
                    <a:pt x="449" y="3152"/>
                  </a:lnTo>
                  <a:lnTo>
                    <a:pt x="577" y="3293"/>
                  </a:lnTo>
                  <a:lnTo>
                    <a:pt x="705" y="3421"/>
                  </a:lnTo>
                  <a:lnTo>
                    <a:pt x="859" y="3523"/>
                  </a:lnTo>
                  <a:lnTo>
                    <a:pt x="1013" y="3626"/>
                  </a:lnTo>
                  <a:lnTo>
                    <a:pt x="1179" y="3702"/>
                  </a:lnTo>
                  <a:lnTo>
                    <a:pt x="1358" y="3766"/>
                  </a:lnTo>
                  <a:lnTo>
                    <a:pt x="1551" y="3818"/>
                  </a:lnTo>
                  <a:lnTo>
                    <a:pt x="1743" y="3843"/>
                  </a:lnTo>
                  <a:lnTo>
                    <a:pt x="1935" y="3856"/>
                  </a:lnTo>
                  <a:lnTo>
                    <a:pt x="2127" y="3843"/>
                  </a:lnTo>
                  <a:lnTo>
                    <a:pt x="2319" y="3818"/>
                  </a:lnTo>
                  <a:lnTo>
                    <a:pt x="2511" y="3766"/>
                  </a:lnTo>
                  <a:lnTo>
                    <a:pt x="2690" y="3702"/>
                  </a:lnTo>
                  <a:lnTo>
                    <a:pt x="2857" y="3626"/>
                  </a:lnTo>
                  <a:lnTo>
                    <a:pt x="3011" y="3523"/>
                  </a:lnTo>
                  <a:lnTo>
                    <a:pt x="3164" y="3421"/>
                  </a:lnTo>
                  <a:lnTo>
                    <a:pt x="3292" y="3293"/>
                  </a:lnTo>
                  <a:lnTo>
                    <a:pt x="3420" y="3152"/>
                  </a:lnTo>
                  <a:lnTo>
                    <a:pt x="3536" y="3011"/>
                  </a:lnTo>
                  <a:lnTo>
                    <a:pt x="3625" y="2844"/>
                  </a:lnTo>
                  <a:lnTo>
                    <a:pt x="3715" y="2678"/>
                  </a:lnTo>
                  <a:lnTo>
                    <a:pt x="3779" y="2498"/>
                  </a:lnTo>
                  <a:lnTo>
                    <a:pt x="3830" y="2319"/>
                  </a:lnTo>
                  <a:lnTo>
                    <a:pt x="3856" y="2127"/>
                  </a:lnTo>
                  <a:lnTo>
                    <a:pt x="3869" y="1922"/>
                  </a:lnTo>
                  <a:lnTo>
                    <a:pt x="3856" y="1730"/>
                  </a:lnTo>
                  <a:lnTo>
                    <a:pt x="3830" y="1538"/>
                  </a:lnTo>
                  <a:lnTo>
                    <a:pt x="3779" y="1359"/>
                  </a:lnTo>
                  <a:lnTo>
                    <a:pt x="3715" y="1179"/>
                  </a:lnTo>
                  <a:lnTo>
                    <a:pt x="3625" y="1013"/>
                  </a:lnTo>
                  <a:lnTo>
                    <a:pt x="3536" y="846"/>
                  </a:lnTo>
                  <a:lnTo>
                    <a:pt x="3420" y="705"/>
                  </a:lnTo>
                  <a:lnTo>
                    <a:pt x="3292" y="564"/>
                  </a:lnTo>
                  <a:lnTo>
                    <a:pt x="3164" y="436"/>
                  </a:lnTo>
                  <a:lnTo>
                    <a:pt x="3011" y="321"/>
                  </a:lnTo>
                  <a:lnTo>
                    <a:pt x="2857" y="231"/>
                  </a:lnTo>
                  <a:lnTo>
                    <a:pt x="2690" y="155"/>
                  </a:lnTo>
                  <a:lnTo>
                    <a:pt x="2511" y="91"/>
                  </a:lnTo>
                  <a:lnTo>
                    <a:pt x="2319" y="39"/>
                  </a:lnTo>
                  <a:lnTo>
                    <a:pt x="2127" y="14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rgbClr val="1FC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38"/>
            <p:cNvSpPr/>
            <p:nvPr/>
          </p:nvSpPr>
          <p:spPr>
            <a:xfrm>
              <a:off x="2199807" y="1403508"/>
              <a:ext cx="150552" cy="149899"/>
            </a:xfrm>
            <a:custGeom>
              <a:avLst/>
              <a:gdLst/>
              <a:ahLst/>
              <a:cxnLst/>
              <a:rect l="l" t="t" r="r" b="b"/>
              <a:pathLst>
                <a:path w="2998" h="2985" extrusionOk="0">
                  <a:moveTo>
                    <a:pt x="1345" y="1"/>
                  </a:moveTo>
                  <a:lnTo>
                    <a:pt x="1191" y="26"/>
                  </a:lnTo>
                  <a:lnTo>
                    <a:pt x="1050" y="65"/>
                  </a:lnTo>
                  <a:lnTo>
                    <a:pt x="910" y="116"/>
                  </a:lnTo>
                  <a:lnTo>
                    <a:pt x="782" y="180"/>
                  </a:lnTo>
                  <a:lnTo>
                    <a:pt x="666" y="257"/>
                  </a:lnTo>
                  <a:lnTo>
                    <a:pt x="551" y="334"/>
                  </a:lnTo>
                  <a:lnTo>
                    <a:pt x="436" y="436"/>
                  </a:lnTo>
                  <a:lnTo>
                    <a:pt x="346" y="539"/>
                  </a:lnTo>
                  <a:lnTo>
                    <a:pt x="256" y="654"/>
                  </a:lnTo>
                  <a:lnTo>
                    <a:pt x="180" y="782"/>
                  </a:lnTo>
                  <a:lnTo>
                    <a:pt x="115" y="910"/>
                  </a:lnTo>
                  <a:lnTo>
                    <a:pt x="64" y="1051"/>
                  </a:lnTo>
                  <a:lnTo>
                    <a:pt x="26" y="1192"/>
                  </a:lnTo>
                  <a:lnTo>
                    <a:pt x="13" y="1333"/>
                  </a:lnTo>
                  <a:lnTo>
                    <a:pt x="0" y="1486"/>
                  </a:lnTo>
                  <a:lnTo>
                    <a:pt x="13" y="1640"/>
                  </a:lnTo>
                  <a:lnTo>
                    <a:pt x="26" y="1794"/>
                  </a:lnTo>
                  <a:lnTo>
                    <a:pt x="64" y="1935"/>
                  </a:lnTo>
                  <a:lnTo>
                    <a:pt x="115" y="2076"/>
                  </a:lnTo>
                  <a:lnTo>
                    <a:pt x="180" y="2204"/>
                  </a:lnTo>
                  <a:lnTo>
                    <a:pt x="256" y="2332"/>
                  </a:lnTo>
                  <a:lnTo>
                    <a:pt x="346" y="2447"/>
                  </a:lnTo>
                  <a:lnTo>
                    <a:pt x="436" y="2550"/>
                  </a:lnTo>
                  <a:lnTo>
                    <a:pt x="551" y="2652"/>
                  </a:lnTo>
                  <a:lnTo>
                    <a:pt x="666" y="2729"/>
                  </a:lnTo>
                  <a:lnTo>
                    <a:pt x="782" y="2806"/>
                  </a:lnTo>
                  <a:lnTo>
                    <a:pt x="910" y="2870"/>
                  </a:lnTo>
                  <a:lnTo>
                    <a:pt x="1050" y="2921"/>
                  </a:lnTo>
                  <a:lnTo>
                    <a:pt x="1191" y="2959"/>
                  </a:lnTo>
                  <a:lnTo>
                    <a:pt x="1345" y="2985"/>
                  </a:lnTo>
                  <a:lnTo>
                    <a:pt x="1652" y="2985"/>
                  </a:lnTo>
                  <a:lnTo>
                    <a:pt x="1793" y="2959"/>
                  </a:lnTo>
                  <a:lnTo>
                    <a:pt x="1947" y="2921"/>
                  </a:lnTo>
                  <a:lnTo>
                    <a:pt x="2075" y="2870"/>
                  </a:lnTo>
                  <a:lnTo>
                    <a:pt x="2216" y="2806"/>
                  </a:lnTo>
                  <a:lnTo>
                    <a:pt x="2331" y="2729"/>
                  </a:lnTo>
                  <a:lnTo>
                    <a:pt x="2447" y="2652"/>
                  </a:lnTo>
                  <a:lnTo>
                    <a:pt x="2549" y="2550"/>
                  </a:lnTo>
                  <a:lnTo>
                    <a:pt x="2651" y="2447"/>
                  </a:lnTo>
                  <a:lnTo>
                    <a:pt x="2741" y="2332"/>
                  </a:lnTo>
                  <a:lnTo>
                    <a:pt x="2818" y="2204"/>
                  </a:lnTo>
                  <a:lnTo>
                    <a:pt x="2882" y="2076"/>
                  </a:lnTo>
                  <a:lnTo>
                    <a:pt x="2920" y="1935"/>
                  </a:lnTo>
                  <a:lnTo>
                    <a:pt x="2959" y="1794"/>
                  </a:lnTo>
                  <a:lnTo>
                    <a:pt x="2984" y="1640"/>
                  </a:lnTo>
                  <a:lnTo>
                    <a:pt x="2997" y="1486"/>
                  </a:lnTo>
                  <a:lnTo>
                    <a:pt x="2984" y="1333"/>
                  </a:lnTo>
                  <a:lnTo>
                    <a:pt x="2959" y="1192"/>
                  </a:lnTo>
                  <a:lnTo>
                    <a:pt x="2920" y="1051"/>
                  </a:lnTo>
                  <a:lnTo>
                    <a:pt x="2882" y="910"/>
                  </a:lnTo>
                  <a:lnTo>
                    <a:pt x="2818" y="782"/>
                  </a:lnTo>
                  <a:lnTo>
                    <a:pt x="2741" y="654"/>
                  </a:lnTo>
                  <a:lnTo>
                    <a:pt x="2651" y="539"/>
                  </a:lnTo>
                  <a:lnTo>
                    <a:pt x="2549" y="436"/>
                  </a:lnTo>
                  <a:lnTo>
                    <a:pt x="2447" y="334"/>
                  </a:lnTo>
                  <a:lnTo>
                    <a:pt x="2331" y="257"/>
                  </a:lnTo>
                  <a:lnTo>
                    <a:pt x="2216" y="180"/>
                  </a:lnTo>
                  <a:lnTo>
                    <a:pt x="2075" y="116"/>
                  </a:lnTo>
                  <a:lnTo>
                    <a:pt x="1947" y="65"/>
                  </a:lnTo>
                  <a:lnTo>
                    <a:pt x="1793" y="26"/>
                  </a:lnTo>
                  <a:lnTo>
                    <a:pt x="1652" y="1"/>
                  </a:lnTo>
                  <a:close/>
                </a:path>
              </a:pathLst>
            </a:custGeom>
            <a:solidFill>
              <a:srgbClr val="1FC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38"/>
            <p:cNvSpPr/>
            <p:nvPr/>
          </p:nvSpPr>
          <p:spPr>
            <a:xfrm>
              <a:off x="2238373" y="1441472"/>
              <a:ext cx="73368" cy="73368"/>
            </a:xfrm>
            <a:custGeom>
              <a:avLst/>
              <a:gdLst/>
              <a:ahLst/>
              <a:cxnLst/>
              <a:rect l="l" t="t" r="r" b="b"/>
              <a:pathLst>
                <a:path w="1461" h="1461" extrusionOk="0">
                  <a:moveTo>
                    <a:pt x="731" y="0"/>
                  </a:moveTo>
                  <a:lnTo>
                    <a:pt x="577" y="26"/>
                  </a:lnTo>
                  <a:lnTo>
                    <a:pt x="449" y="64"/>
                  </a:lnTo>
                  <a:lnTo>
                    <a:pt x="321" y="128"/>
                  </a:lnTo>
                  <a:lnTo>
                    <a:pt x="218" y="218"/>
                  </a:lnTo>
                  <a:lnTo>
                    <a:pt x="129" y="333"/>
                  </a:lnTo>
                  <a:lnTo>
                    <a:pt x="52" y="449"/>
                  </a:lnTo>
                  <a:lnTo>
                    <a:pt x="14" y="590"/>
                  </a:lnTo>
                  <a:lnTo>
                    <a:pt x="1" y="730"/>
                  </a:lnTo>
                  <a:lnTo>
                    <a:pt x="14" y="884"/>
                  </a:lnTo>
                  <a:lnTo>
                    <a:pt x="52" y="1025"/>
                  </a:lnTo>
                  <a:lnTo>
                    <a:pt x="129" y="1140"/>
                  </a:lnTo>
                  <a:lnTo>
                    <a:pt x="218" y="1256"/>
                  </a:lnTo>
                  <a:lnTo>
                    <a:pt x="321" y="1345"/>
                  </a:lnTo>
                  <a:lnTo>
                    <a:pt x="449" y="1409"/>
                  </a:lnTo>
                  <a:lnTo>
                    <a:pt x="577" y="1448"/>
                  </a:lnTo>
                  <a:lnTo>
                    <a:pt x="731" y="1461"/>
                  </a:lnTo>
                  <a:lnTo>
                    <a:pt x="872" y="1448"/>
                  </a:lnTo>
                  <a:lnTo>
                    <a:pt x="1013" y="1409"/>
                  </a:lnTo>
                  <a:lnTo>
                    <a:pt x="1141" y="1345"/>
                  </a:lnTo>
                  <a:lnTo>
                    <a:pt x="1243" y="1256"/>
                  </a:lnTo>
                  <a:lnTo>
                    <a:pt x="1333" y="1140"/>
                  </a:lnTo>
                  <a:lnTo>
                    <a:pt x="1397" y="1025"/>
                  </a:lnTo>
                  <a:lnTo>
                    <a:pt x="1448" y="884"/>
                  </a:lnTo>
                  <a:lnTo>
                    <a:pt x="1461" y="730"/>
                  </a:lnTo>
                  <a:lnTo>
                    <a:pt x="1448" y="590"/>
                  </a:lnTo>
                  <a:lnTo>
                    <a:pt x="1397" y="449"/>
                  </a:lnTo>
                  <a:lnTo>
                    <a:pt x="1333" y="333"/>
                  </a:lnTo>
                  <a:lnTo>
                    <a:pt x="1243" y="218"/>
                  </a:lnTo>
                  <a:lnTo>
                    <a:pt x="1141" y="128"/>
                  </a:lnTo>
                  <a:lnTo>
                    <a:pt x="1013" y="64"/>
                  </a:lnTo>
                  <a:lnTo>
                    <a:pt x="872" y="26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38"/>
            <p:cNvSpPr/>
            <p:nvPr/>
          </p:nvSpPr>
          <p:spPr>
            <a:xfrm>
              <a:off x="1865364" y="1608693"/>
              <a:ext cx="102946" cy="102946"/>
            </a:xfrm>
            <a:custGeom>
              <a:avLst/>
              <a:gdLst/>
              <a:ahLst/>
              <a:cxnLst/>
              <a:rect l="l" t="t" r="r" b="b"/>
              <a:pathLst>
                <a:path w="2050" h="2050" extrusionOk="0">
                  <a:moveTo>
                    <a:pt x="1025" y="0"/>
                  </a:moveTo>
                  <a:lnTo>
                    <a:pt x="922" y="13"/>
                  </a:lnTo>
                  <a:lnTo>
                    <a:pt x="820" y="26"/>
                  </a:lnTo>
                  <a:lnTo>
                    <a:pt x="717" y="52"/>
                  </a:lnTo>
                  <a:lnTo>
                    <a:pt x="628" y="77"/>
                  </a:lnTo>
                  <a:lnTo>
                    <a:pt x="538" y="129"/>
                  </a:lnTo>
                  <a:lnTo>
                    <a:pt x="448" y="180"/>
                  </a:lnTo>
                  <a:lnTo>
                    <a:pt x="372" y="231"/>
                  </a:lnTo>
                  <a:lnTo>
                    <a:pt x="295" y="308"/>
                  </a:lnTo>
                  <a:lnTo>
                    <a:pt x="231" y="372"/>
                  </a:lnTo>
                  <a:lnTo>
                    <a:pt x="179" y="462"/>
                  </a:lnTo>
                  <a:lnTo>
                    <a:pt x="128" y="538"/>
                  </a:lnTo>
                  <a:lnTo>
                    <a:pt x="77" y="628"/>
                  </a:lnTo>
                  <a:lnTo>
                    <a:pt x="39" y="718"/>
                  </a:lnTo>
                  <a:lnTo>
                    <a:pt x="13" y="820"/>
                  </a:lnTo>
                  <a:lnTo>
                    <a:pt x="0" y="923"/>
                  </a:lnTo>
                  <a:lnTo>
                    <a:pt x="0" y="1025"/>
                  </a:lnTo>
                  <a:lnTo>
                    <a:pt x="0" y="1140"/>
                  </a:lnTo>
                  <a:lnTo>
                    <a:pt x="13" y="1230"/>
                  </a:lnTo>
                  <a:lnTo>
                    <a:pt x="39" y="1332"/>
                  </a:lnTo>
                  <a:lnTo>
                    <a:pt x="77" y="1435"/>
                  </a:lnTo>
                  <a:lnTo>
                    <a:pt x="128" y="1525"/>
                  </a:lnTo>
                  <a:lnTo>
                    <a:pt x="179" y="1601"/>
                  </a:lnTo>
                  <a:lnTo>
                    <a:pt x="231" y="1678"/>
                  </a:lnTo>
                  <a:lnTo>
                    <a:pt x="295" y="1755"/>
                  </a:lnTo>
                  <a:lnTo>
                    <a:pt x="372" y="1819"/>
                  </a:lnTo>
                  <a:lnTo>
                    <a:pt x="448" y="1883"/>
                  </a:lnTo>
                  <a:lnTo>
                    <a:pt x="538" y="1934"/>
                  </a:lnTo>
                  <a:lnTo>
                    <a:pt x="628" y="1973"/>
                  </a:lnTo>
                  <a:lnTo>
                    <a:pt x="717" y="2011"/>
                  </a:lnTo>
                  <a:lnTo>
                    <a:pt x="820" y="2037"/>
                  </a:lnTo>
                  <a:lnTo>
                    <a:pt x="922" y="2050"/>
                  </a:lnTo>
                  <a:lnTo>
                    <a:pt x="1127" y="2050"/>
                  </a:lnTo>
                  <a:lnTo>
                    <a:pt x="1230" y="2037"/>
                  </a:lnTo>
                  <a:lnTo>
                    <a:pt x="1332" y="2011"/>
                  </a:lnTo>
                  <a:lnTo>
                    <a:pt x="1422" y="1973"/>
                  </a:lnTo>
                  <a:lnTo>
                    <a:pt x="1511" y="1934"/>
                  </a:lnTo>
                  <a:lnTo>
                    <a:pt x="1601" y="1883"/>
                  </a:lnTo>
                  <a:lnTo>
                    <a:pt x="1678" y="1819"/>
                  </a:lnTo>
                  <a:lnTo>
                    <a:pt x="1755" y="1755"/>
                  </a:lnTo>
                  <a:lnTo>
                    <a:pt x="1819" y="1678"/>
                  </a:lnTo>
                  <a:lnTo>
                    <a:pt x="1870" y="1601"/>
                  </a:lnTo>
                  <a:lnTo>
                    <a:pt x="1921" y="1525"/>
                  </a:lnTo>
                  <a:lnTo>
                    <a:pt x="1973" y="1435"/>
                  </a:lnTo>
                  <a:lnTo>
                    <a:pt x="2011" y="1332"/>
                  </a:lnTo>
                  <a:lnTo>
                    <a:pt x="2037" y="1230"/>
                  </a:lnTo>
                  <a:lnTo>
                    <a:pt x="2049" y="1140"/>
                  </a:lnTo>
                  <a:lnTo>
                    <a:pt x="2049" y="1025"/>
                  </a:lnTo>
                  <a:lnTo>
                    <a:pt x="2049" y="923"/>
                  </a:lnTo>
                  <a:lnTo>
                    <a:pt x="2037" y="820"/>
                  </a:lnTo>
                  <a:lnTo>
                    <a:pt x="2011" y="718"/>
                  </a:lnTo>
                  <a:lnTo>
                    <a:pt x="1973" y="628"/>
                  </a:lnTo>
                  <a:lnTo>
                    <a:pt x="1921" y="538"/>
                  </a:lnTo>
                  <a:lnTo>
                    <a:pt x="1870" y="462"/>
                  </a:lnTo>
                  <a:lnTo>
                    <a:pt x="1819" y="372"/>
                  </a:lnTo>
                  <a:lnTo>
                    <a:pt x="1755" y="308"/>
                  </a:lnTo>
                  <a:lnTo>
                    <a:pt x="1678" y="231"/>
                  </a:lnTo>
                  <a:lnTo>
                    <a:pt x="1601" y="180"/>
                  </a:lnTo>
                  <a:lnTo>
                    <a:pt x="1511" y="129"/>
                  </a:lnTo>
                  <a:lnTo>
                    <a:pt x="1422" y="77"/>
                  </a:lnTo>
                  <a:lnTo>
                    <a:pt x="1332" y="52"/>
                  </a:lnTo>
                  <a:lnTo>
                    <a:pt x="1230" y="26"/>
                  </a:lnTo>
                  <a:lnTo>
                    <a:pt x="1127" y="13"/>
                  </a:lnTo>
                  <a:lnTo>
                    <a:pt x="102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38"/>
            <p:cNvSpPr/>
            <p:nvPr/>
          </p:nvSpPr>
          <p:spPr>
            <a:xfrm>
              <a:off x="2368937" y="1631843"/>
              <a:ext cx="260528" cy="260528"/>
            </a:xfrm>
            <a:custGeom>
              <a:avLst/>
              <a:gdLst/>
              <a:ahLst/>
              <a:cxnLst/>
              <a:rect l="l" t="t" r="r" b="b"/>
              <a:pathLst>
                <a:path w="5188" h="5188" extrusionOk="0">
                  <a:moveTo>
                    <a:pt x="2601" y="1"/>
                  </a:moveTo>
                  <a:lnTo>
                    <a:pt x="2332" y="13"/>
                  </a:lnTo>
                  <a:lnTo>
                    <a:pt x="2076" y="52"/>
                  </a:lnTo>
                  <a:lnTo>
                    <a:pt x="1832" y="116"/>
                  </a:lnTo>
                  <a:lnTo>
                    <a:pt x="1589" y="205"/>
                  </a:lnTo>
                  <a:lnTo>
                    <a:pt x="1358" y="321"/>
                  </a:lnTo>
                  <a:lnTo>
                    <a:pt x="1153" y="449"/>
                  </a:lnTo>
                  <a:lnTo>
                    <a:pt x="948" y="590"/>
                  </a:lnTo>
                  <a:lnTo>
                    <a:pt x="769" y="769"/>
                  </a:lnTo>
                  <a:lnTo>
                    <a:pt x="603" y="948"/>
                  </a:lnTo>
                  <a:lnTo>
                    <a:pt x="449" y="1140"/>
                  </a:lnTo>
                  <a:lnTo>
                    <a:pt x="321" y="1358"/>
                  </a:lnTo>
                  <a:lnTo>
                    <a:pt x="206" y="1589"/>
                  </a:lnTo>
                  <a:lnTo>
                    <a:pt x="129" y="1819"/>
                  </a:lnTo>
                  <a:lnTo>
                    <a:pt x="65" y="2075"/>
                  </a:lnTo>
                  <a:lnTo>
                    <a:pt x="13" y="2332"/>
                  </a:lnTo>
                  <a:lnTo>
                    <a:pt x="1" y="2601"/>
                  </a:lnTo>
                  <a:lnTo>
                    <a:pt x="13" y="2857"/>
                  </a:lnTo>
                  <a:lnTo>
                    <a:pt x="65" y="3126"/>
                  </a:lnTo>
                  <a:lnTo>
                    <a:pt x="129" y="3369"/>
                  </a:lnTo>
                  <a:lnTo>
                    <a:pt x="206" y="3612"/>
                  </a:lnTo>
                  <a:lnTo>
                    <a:pt x="321" y="3830"/>
                  </a:lnTo>
                  <a:lnTo>
                    <a:pt x="449" y="4048"/>
                  </a:lnTo>
                  <a:lnTo>
                    <a:pt x="603" y="4253"/>
                  </a:lnTo>
                  <a:lnTo>
                    <a:pt x="769" y="4432"/>
                  </a:lnTo>
                  <a:lnTo>
                    <a:pt x="948" y="4599"/>
                  </a:lnTo>
                  <a:lnTo>
                    <a:pt x="1153" y="4752"/>
                  </a:lnTo>
                  <a:lnTo>
                    <a:pt x="1358" y="4880"/>
                  </a:lnTo>
                  <a:lnTo>
                    <a:pt x="1589" y="4983"/>
                  </a:lnTo>
                  <a:lnTo>
                    <a:pt x="1832" y="5072"/>
                  </a:lnTo>
                  <a:lnTo>
                    <a:pt x="2076" y="5137"/>
                  </a:lnTo>
                  <a:lnTo>
                    <a:pt x="2332" y="5175"/>
                  </a:lnTo>
                  <a:lnTo>
                    <a:pt x="2601" y="5188"/>
                  </a:lnTo>
                  <a:lnTo>
                    <a:pt x="2870" y="5175"/>
                  </a:lnTo>
                  <a:lnTo>
                    <a:pt x="3126" y="5137"/>
                  </a:lnTo>
                  <a:lnTo>
                    <a:pt x="3369" y="5072"/>
                  </a:lnTo>
                  <a:lnTo>
                    <a:pt x="3613" y="4983"/>
                  </a:lnTo>
                  <a:lnTo>
                    <a:pt x="3830" y="4880"/>
                  </a:lnTo>
                  <a:lnTo>
                    <a:pt x="4048" y="4752"/>
                  </a:lnTo>
                  <a:lnTo>
                    <a:pt x="4253" y="4599"/>
                  </a:lnTo>
                  <a:lnTo>
                    <a:pt x="4432" y="4432"/>
                  </a:lnTo>
                  <a:lnTo>
                    <a:pt x="4599" y="4253"/>
                  </a:lnTo>
                  <a:lnTo>
                    <a:pt x="4752" y="4048"/>
                  </a:lnTo>
                  <a:lnTo>
                    <a:pt x="4880" y="3830"/>
                  </a:lnTo>
                  <a:lnTo>
                    <a:pt x="4996" y="3612"/>
                  </a:lnTo>
                  <a:lnTo>
                    <a:pt x="5073" y="3369"/>
                  </a:lnTo>
                  <a:lnTo>
                    <a:pt x="5137" y="3126"/>
                  </a:lnTo>
                  <a:lnTo>
                    <a:pt x="5175" y="2857"/>
                  </a:lnTo>
                  <a:lnTo>
                    <a:pt x="5188" y="2601"/>
                  </a:lnTo>
                  <a:lnTo>
                    <a:pt x="5175" y="2332"/>
                  </a:lnTo>
                  <a:lnTo>
                    <a:pt x="5137" y="2075"/>
                  </a:lnTo>
                  <a:lnTo>
                    <a:pt x="5073" y="1819"/>
                  </a:lnTo>
                  <a:lnTo>
                    <a:pt x="4996" y="1589"/>
                  </a:lnTo>
                  <a:lnTo>
                    <a:pt x="4880" y="1358"/>
                  </a:lnTo>
                  <a:lnTo>
                    <a:pt x="4752" y="1140"/>
                  </a:lnTo>
                  <a:lnTo>
                    <a:pt x="4599" y="948"/>
                  </a:lnTo>
                  <a:lnTo>
                    <a:pt x="4432" y="769"/>
                  </a:lnTo>
                  <a:lnTo>
                    <a:pt x="4253" y="590"/>
                  </a:lnTo>
                  <a:lnTo>
                    <a:pt x="4048" y="449"/>
                  </a:lnTo>
                  <a:lnTo>
                    <a:pt x="3830" y="321"/>
                  </a:lnTo>
                  <a:lnTo>
                    <a:pt x="3613" y="205"/>
                  </a:lnTo>
                  <a:lnTo>
                    <a:pt x="3369" y="116"/>
                  </a:lnTo>
                  <a:lnTo>
                    <a:pt x="3126" y="52"/>
                  </a:lnTo>
                  <a:lnTo>
                    <a:pt x="2870" y="13"/>
                  </a:lnTo>
                  <a:lnTo>
                    <a:pt x="2601" y="1"/>
                  </a:lnTo>
                  <a:close/>
                </a:path>
              </a:pathLst>
            </a:custGeom>
            <a:solidFill>
              <a:srgbClr val="1FC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38"/>
            <p:cNvSpPr/>
            <p:nvPr/>
          </p:nvSpPr>
          <p:spPr>
            <a:xfrm>
              <a:off x="2452547" y="1715454"/>
              <a:ext cx="93957" cy="93304"/>
            </a:xfrm>
            <a:custGeom>
              <a:avLst/>
              <a:gdLst/>
              <a:ahLst/>
              <a:cxnLst/>
              <a:rect l="l" t="t" r="r" b="b"/>
              <a:pathLst>
                <a:path w="1871" h="1858" extrusionOk="0">
                  <a:moveTo>
                    <a:pt x="846" y="1"/>
                  </a:moveTo>
                  <a:lnTo>
                    <a:pt x="744" y="26"/>
                  </a:lnTo>
                  <a:lnTo>
                    <a:pt x="654" y="39"/>
                  </a:lnTo>
                  <a:lnTo>
                    <a:pt x="577" y="77"/>
                  </a:lnTo>
                  <a:lnTo>
                    <a:pt x="487" y="116"/>
                  </a:lnTo>
                  <a:lnTo>
                    <a:pt x="411" y="154"/>
                  </a:lnTo>
                  <a:lnTo>
                    <a:pt x="347" y="218"/>
                  </a:lnTo>
                  <a:lnTo>
                    <a:pt x="282" y="270"/>
                  </a:lnTo>
                  <a:lnTo>
                    <a:pt x="218" y="334"/>
                  </a:lnTo>
                  <a:lnTo>
                    <a:pt x="167" y="410"/>
                  </a:lnTo>
                  <a:lnTo>
                    <a:pt x="116" y="487"/>
                  </a:lnTo>
                  <a:lnTo>
                    <a:pt x="78" y="564"/>
                  </a:lnTo>
                  <a:lnTo>
                    <a:pt x="52" y="654"/>
                  </a:lnTo>
                  <a:lnTo>
                    <a:pt x="26" y="743"/>
                  </a:lnTo>
                  <a:lnTo>
                    <a:pt x="14" y="833"/>
                  </a:lnTo>
                  <a:lnTo>
                    <a:pt x="1" y="936"/>
                  </a:lnTo>
                  <a:lnTo>
                    <a:pt x="14" y="1025"/>
                  </a:lnTo>
                  <a:lnTo>
                    <a:pt x="26" y="1115"/>
                  </a:lnTo>
                  <a:lnTo>
                    <a:pt x="52" y="1205"/>
                  </a:lnTo>
                  <a:lnTo>
                    <a:pt x="78" y="1294"/>
                  </a:lnTo>
                  <a:lnTo>
                    <a:pt x="116" y="1371"/>
                  </a:lnTo>
                  <a:lnTo>
                    <a:pt x="167" y="1448"/>
                  </a:lnTo>
                  <a:lnTo>
                    <a:pt x="218" y="1525"/>
                  </a:lnTo>
                  <a:lnTo>
                    <a:pt x="282" y="1589"/>
                  </a:lnTo>
                  <a:lnTo>
                    <a:pt x="347" y="1653"/>
                  </a:lnTo>
                  <a:lnTo>
                    <a:pt x="411" y="1704"/>
                  </a:lnTo>
                  <a:lnTo>
                    <a:pt x="487" y="1755"/>
                  </a:lnTo>
                  <a:lnTo>
                    <a:pt x="577" y="1794"/>
                  </a:lnTo>
                  <a:lnTo>
                    <a:pt x="654" y="1819"/>
                  </a:lnTo>
                  <a:lnTo>
                    <a:pt x="744" y="1845"/>
                  </a:lnTo>
                  <a:lnTo>
                    <a:pt x="846" y="1858"/>
                  </a:lnTo>
                  <a:lnTo>
                    <a:pt x="1025" y="1858"/>
                  </a:lnTo>
                  <a:lnTo>
                    <a:pt x="1128" y="1845"/>
                  </a:lnTo>
                  <a:lnTo>
                    <a:pt x="1217" y="1819"/>
                  </a:lnTo>
                  <a:lnTo>
                    <a:pt x="1294" y="1794"/>
                  </a:lnTo>
                  <a:lnTo>
                    <a:pt x="1384" y="1755"/>
                  </a:lnTo>
                  <a:lnTo>
                    <a:pt x="1461" y="1704"/>
                  </a:lnTo>
                  <a:lnTo>
                    <a:pt x="1525" y="1653"/>
                  </a:lnTo>
                  <a:lnTo>
                    <a:pt x="1589" y="1589"/>
                  </a:lnTo>
                  <a:lnTo>
                    <a:pt x="1653" y="1525"/>
                  </a:lnTo>
                  <a:lnTo>
                    <a:pt x="1704" y="1448"/>
                  </a:lnTo>
                  <a:lnTo>
                    <a:pt x="1755" y="1371"/>
                  </a:lnTo>
                  <a:lnTo>
                    <a:pt x="1794" y="1294"/>
                  </a:lnTo>
                  <a:lnTo>
                    <a:pt x="1819" y="1205"/>
                  </a:lnTo>
                  <a:lnTo>
                    <a:pt x="1845" y="1115"/>
                  </a:lnTo>
                  <a:lnTo>
                    <a:pt x="1858" y="1025"/>
                  </a:lnTo>
                  <a:lnTo>
                    <a:pt x="1871" y="936"/>
                  </a:lnTo>
                  <a:lnTo>
                    <a:pt x="1858" y="833"/>
                  </a:lnTo>
                  <a:lnTo>
                    <a:pt x="1845" y="743"/>
                  </a:lnTo>
                  <a:lnTo>
                    <a:pt x="1819" y="654"/>
                  </a:lnTo>
                  <a:lnTo>
                    <a:pt x="1794" y="564"/>
                  </a:lnTo>
                  <a:lnTo>
                    <a:pt x="1755" y="487"/>
                  </a:lnTo>
                  <a:lnTo>
                    <a:pt x="1704" y="410"/>
                  </a:lnTo>
                  <a:lnTo>
                    <a:pt x="1653" y="334"/>
                  </a:lnTo>
                  <a:lnTo>
                    <a:pt x="1589" y="270"/>
                  </a:lnTo>
                  <a:lnTo>
                    <a:pt x="1525" y="218"/>
                  </a:lnTo>
                  <a:lnTo>
                    <a:pt x="1461" y="154"/>
                  </a:lnTo>
                  <a:lnTo>
                    <a:pt x="1384" y="116"/>
                  </a:lnTo>
                  <a:lnTo>
                    <a:pt x="1294" y="77"/>
                  </a:lnTo>
                  <a:lnTo>
                    <a:pt x="1217" y="39"/>
                  </a:lnTo>
                  <a:lnTo>
                    <a:pt x="1128" y="26"/>
                  </a:lnTo>
                  <a:lnTo>
                    <a:pt x="102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38"/>
            <p:cNvSpPr/>
            <p:nvPr/>
          </p:nvSpPr>
          <p:spPr>
            <a:xfrm>
              <a:off x="1226658" y="2344469"/>
              <a:ext cx="1965613" cy="679895"/>
            </a:xfrm>
            <a:custGeom>
              <a:avLst/>
              <a:gdLst/>
              <a:ahLst/>
              <a:cxnLst/>
              <a:rect l="l" t="t" r="r" b="b"/>
              <a:pathLst>
                <a:path w="39142" h="13539" extrusionOk="0">
                  <a:moveTo>
                    <a:pt x="3638" y="1"/>
                  </a:moveTo>
                  <a:lnTo>
                    <a:pt x="3446" y="14"/>
                  </a:lnTo>
                  <a:lnTo>
                    <a:pt x="3267" y="26"/>
                  </a:lnTo>
                  <a:lnTo>
                    <a:pt x="3088" y="52"/>
                  </a:lnTo>
                  <a:lnTo>
                    <a:pt x="2908" y="78"/>
                  </a:lnTo>
                  <a:lnTo>
                    <a:pt x="2729" y="116"/>
                  </a:lnTo>
                  <a:lnTo>
                    <a:pt x="2563" y="167"/>
                  </a:lnTo>
                  <a:lnTo>
                    <a:pt x="2383" y="231"/>
                  </a:lnTo>
                  <a:lnTo>
                    <a:pt x="2230" y="295"/>
                  </a:lnTo>
                  <a:lnTo>
                    <a:pt x="2063" y="359"/>
                  </a:lnTo>
                  <a:lnTo>
                    <a:pt x="1909" y="449"/>
                  </a:lnTo>
                  <a:lnTo>
                    <a:pt x="1756" y="526"/>
                  </a:lnTo>
                  <a:lnTo>
                    <a:pt x="1602" y="628"/>
                  </a:lnTo>
                  <a:lnTo>
                    <a:pt x="1461" y="731"/>
                  </a:lnTo>
                  <a:lnTo>
                    <a:pt x="1333" y="833"/>
                  </a:lnTo>
                  <a:lnTo>
                    <a:pt x="1192" y="948"/>
                  </a:lnTo>
                  <a:lnTo>
                    <a:pt x="1064" y="1064"/>
                  </a:lnTo>
                  <a:lnTo>
                    <a:pt x="949" y="1192"/>
                  </a:lnTo>
                  <a:lnTo>
                    <a:pt x="833" y="1333"/>
                  </a:lnTo>
                  <a:lnTo>
                    <a:pt x="731" y="1461"/>
                  </a:lnTo>
                  <a:lnTo>
                    <a:pt x="629" y="1602"/>
                  </a:lnTo>
                  <a:lnTo>
                    <a:pt x="526" y="1755"/>
                  </a:lnTo>
                  <a:lnTo>
                    <a:pt x="449" y="1909"/>
                  </a:lnTo>
                  <a:lnTo>
                    <a:pt x="360" y="2063"/>
                  </a:lnTo>
                  <a:lnTo>
                    <a:pt x="296" y="2229"/>
                  </a:lnTo>
                  <a:lnTo>
                    <a:pt x="231" y="2396"/>
                  </a:lnTo>
                  <a:lnTo>
                    <a:pt x="167" y="2562"/>
                  </a:lnTo>
                  <a:lnTo>
                    <a:pt x="116" y="2729"/>
                  </a:lnTo>
                  <a:lnTo>
                    <a:pt x="78" y="2908"/>
                  </a:lnTo>
                  <a:lnTo>
                    <a:pt x="52" y="3087"/>
                  </a:lnTo>
                  <a:lnTo>
                    <a:pt x="27" y="3267"/>
                  </a:lnTo>
                  <a:lnTo>
                    <a:pt x="14" y="3459"/>
                  </a:lnTo>
                  <a:lnTo>
                    <a:pt x="1" y="3638"/>
                  </a:lnTo>
                  <a:lnTo>
                    <a:pt x="1" y="9901"/>
                  </a:lnTo>
                  <a:lnTo>
                    <a:pt x="14" y="10093"/>
                  </a:lnTo>
                  <a:lnTo>
                    <a:pt x="27" y="10273"/>
                  </a:lnTo>
                  <a:lnTo>
                    <a:pt x="52" y="10465"/>
                  </a:lnTo>
                  <a:lnTo>
                    <a:pt x="78" y="10644"/>
                  </a:lnTo>
                  <a:lnTo>
                    <a:pt x="116" y="10811"/>
                  </a:lnTo>
                  <a:lnTo>
                    <a:pt x="167" y="10990"/>
                  </a:lnTo>
                  <a:lnTo>
                    <a:pt x="231" y="11156"/>
                  </a:lnTo>
                  <a:lnTo>
                    <a:pt x="296" y="11323"/>
                  </a:lnTo>
                  <a:lnTo>
                    <a:pt x="360" y="11477"/>
                  </a:lnTo>
                  <a:lnTo>
                    <a:pt x="449" y="11643"/>
                  </a:lnTo>
                  <a:lnTo>
                    <a:pt x="526" y="11797"/>
                  </a:lnTo>
                  <a:lnTo>
                    <a:pt x="629" y="11938"/>
                  </a:lnTo>
                  <a:lnTo>
                    <a:pt x="731" y="12079"/>
                  </a:lnTo>
                  <a:lnTo>
                    <a:pt x="833" y="12219"/>
                  </a:lnTo>
                  <a:lnTo>
                    <a:pt x="949" y="12348"/>
                  </a:lnTo>
                  <a:lnTo>
                    <a:pt x="1064" y="12476"/>
                  </a:lnTo>
                  <a:lnTo>
                    <a:pt x="1192" y="12591"/>
                  </a:lnTo>
                  <a:lnTo>
                    <a:pt x="1333" y="12706"/>
                  </a:lnTo>
                  <a:lnTo>
                    <a:pt x="1461" y="12821"/>
                  </a:lnTo>
                  <a:lnTo>
                    <a:pt x="1602" y="12924"/>
                  </a:lnTo>
                  <a:lnTo>
                    <a:pt x="1756" y="13014"/>
                  </a:lnTo>
                  <a:lnTo>
                    <a:pt x="1909" y="13103"/>
                  </a:lnTo>
                  <a:lnTo>
                    <a:pt x="2063" y="13180"/>
                  </a:lnTo>
                  <a:lnTo>
                    <a:pt x="2230" y="13257"/>
                  </a:lnTo>
                  <a:lnTo>
                    <a:pt x="2383" y="13321"/>
                  </a:lnTo>
                  <a:lnTo>
                    <a:pt x="2563" y="13372"/>
                  </a:lnTo>
                  <a:lnTo>
                    <a:pt x="2729" y="13423"/>
                  </a:lnTo>
                  <a:lnTo>
                    <a:pt x="2908" y="13462"/>
                  </a:lnTo>
                  <a:lnTo>
                    <a:pt x="3088" y="13500"/>
                  </a:lnTo>
                  <a:lnTo>
                    <a:pt x="3267" y="13526"/>
                  </a:lnTo>
                  <a:lnTo>
                    <a:pt x="3446" y="13539"/>
                  </a:lnTo>
                  <a:lnTo>
                    <a:pt x="35696" y="13539"/>
                  </a:lnTo>
                  <a:lnTo>
                    <a:pt x="35889" y="13526"/>
                  </a:lnTo>
                  <a:lnTo>
                    <a:pt x="36068" y="13500"/>
                  </a:lnTo>
                  <a:lnTo>
                    <a:pt x="36247" y="13462"/>
                  </a:lnTo>
                  <a:lnTo>
                    <a:pt x="36414" y="13423"/>
                  </a:lnTo>
                  <a:lnTo>
                    <a:pt x="36593" y="13372"/>
                  </a:lnTo>
                  <a:lnTo>
                    <a:pt x="36759" y="13321"/>
                  </a:lnTo>
                  <a:lnTo>
                    <a:pt x="36926" y="13257"/>
                  </a:lnTo>
                  <a:lnTo>
                    <a:pt x="37092" y="13180"/>
                  </a:lnTo>
                  <a:lnTo>
                    <a:pt x="37246" y="13103"/>
                  </a:lnTo>
                  <a:lnTo>
                    <a:pt x="37400" y="13014"/>
                  </a:lnTo>
                  <a:lnTo>
                    <a:pt x="37541" y="12924"/>
                  </a:lnTo>
                  <a:lnTo>
                    <a:pt x="37682" y="12821"/>
                  </a:lnTo>
                  <a:lnTo>
                    <a:pt x="37823" y="12706"/>
                  </a:lnTo>
                  <a:lnTo>
                    <a:pt x="37951" y="12591"/>
                  </a:lnTo>
                  <a:lnTo>
                    <a:pt x="38079" y="12476"/>
                  </a:lnTo>
                  <a:lnTo>
                    <a:pt x="38207" y="12348"/>
                  </a:lnTo>
                  <a:lnTo>
                    <a:pt x="38322" y="12219"/>
                  </a:lnTo>
                  <a:lnTo>
                    <a:pt x="38424" y="12079"/>
                  </a:lnTo>
                  <a:lnTo>
                    <a:pt x="38527" y="11938"/>
                  </a:lnTo>
                  <a:lnTo>
                    <a:pt x="38617" y="11797"/>
                  </a:lnTo>
                  <a:lnTo>
                    <a:pt x="38706" y="11643"/>
                  </a:lnTo>
                  <a:lnTo>
                    <a:pt x="38783" y="11477"/>
                  </a:lnTo>
                  <a:lnTo>
                    <a:pt x="38860" y="11323"/>
                  </a:lnTo>
                  <a:lnTo>
                    <a:pt x="38924" y="11156"/>
                  </a:lnTo>
                  <a:lnTo>
                    <a:pt x="38988" y="10990"/>
                  </a:lnTo>
                  <a:lnTo>
                    <a:pt x="39026" y="10811"/>
                  </a:lnTo>
                  <a:lnTo>
                    <a:pt x="39078" y="10644"/>
                  </a:lnTo>
                  <a:lnTo>
                    <a:pt x="39103" y="10465"/>
                  </a:lnTo>
                  <a:lnTo>
                    <a:pt x="39129" y="10273"/>
                  </a:lnTo>
                  <a:lnTo>
                    <a:pt x="39142" y="10093"/>
                  </a:lnTo>
                  <a:lnTo>
                    <a:pt x="39142" y="9901"/>
                  </a:lnTo>
                  <a:lnTo>
                    <a:pt x="39142" y="3638"/>
                  </a:lnTo>
                  <a:lnTo>
                    <a:pt x="39142" y="3459"/>
                  </a:lnTo>
                  <a:lnTo>
                    <a:pt x="39129" y="3267"/>
                  </a:lnTo>
                  <a:lnTo>
                    <a:pt x="39103" y="3087"/>
                  </a:lnTo>
                  <a:lnTo>
                    <a:pt x="39078" y="2908"/>
                  </a:lnTo>
                  <a:lnTo>
                    <a:pt x="39026" y="2729"/>
                  </a:lnTo>
                  <a:lnTo>
                    <a:pt x="38988" y="2562"/>
                  </a:lnTo>
                  <a:lnTo>
                    <a:pt x="38924" y="2396"/>
                  </a:lnTo>
                  <a:lnTo>
                    <a:pt x="38860" y="2229"/>
                  </a:lnTo>
                  <a:lnTo>
                    <a:pt x="38783" y="2063"/>
                  </a:lnTo>
                  <a:lnTo>
                    <a:pt x="38706" y="1909"/>
                  </a:lnTo>
                  <a:lnTo>
                    <a:pt x="38617" y="1755"/>
                  </a:lnTo>
                  <a:lnTo>
                    <a:pt x="38527" y="1602"/>
                  </a:lnTo>
                  <a:lnTo>
                    <a:pt x="38424" y="1461"/>
                  </a:lnTo>
                  <a:lnTo>
                    <a:pt x="38322" y="1333"/>
                  </a:lnTo>
                  <a:lnTo>
                    <a:pt x="38207" y="1192"/>
                  </a:lnTo>
                  <a:lnTo>
                    <a:pt x="38079" y="1064"/>
                  </a:lnTo>
                  <a:lnTo>
                    <a:pt x="37951" y="948"/>
                  </a:lnTo>
                  <a:lnTo>
                    <a:pt x="37823" y="833"/>
                  </a:lnTo>
                  <a:lnTo>
                    <a:pt x="37682" y="731"/>
                  </a:lnTo>
                  <a:lnTo>
                    <a:pt x="37541" y="628"/>
                  </a:lnTo>
                  <a:lnTo>
                    <a:pt x="37400" y="526"/>
                  </a:lnTo>
                  <a:lnTo>
                    <a:pt x="37246" y="449"/>
                  </a:lnTo>
                  <a:lnTo>
                    <a:pt x="37092" y="359"/>
                  </a:lnTo>
                  <a:lnTo>
                    <a:pt x="36926" y="295"/>
                  </a:lnTo>
                  <a:lnTo>
                    <a:pt x="36759" y="231"/>
                  </a:lnTo>
                  <a:lnTo>
                    <a:pt x="36593" y="167"/>
                  </a:lnTo>
                  <a:lnTo>
                    <a:pt x="36414" y="116"/>
                  </a:lnTo>
                  <a:lnTo>
                    <a:pt x="36247" y="78"/>
                  </a:lnTo>
                  <a:lnTo>
                    <a:pt x="36068" y="52"/>
                  </a:lnTo>
                  <a:lnTo>
                    <a:pt x="35889" y="26"/>
                  </a:lnTo>
                  <a:lnTo>
                    <a:pt x="35696" y="14"/>
                  </a:lnTo>
                  <a:lnTo>
                    <a:pt x="3551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38"/>
            <p:cNvSpPr/>
            <p:nvPr/>
          </p:nvSpPr>
          <p:spPr>
            <a:xfrm>
              <a:off x="1482662" y="2021626"/>
              <a:ext cx="1454299" cy="130616"/>
            </a:xfrm>
            <a:custGeom>
              <a:avLst/>
              <a:gdLst/>
              <a:ahLst/>
              <a:cxnLst/>
              <a:rect l="l" t="t" r="r" b="b"/>
              <a:pathLst>
                <a:path w="28960" h="2601" extrusionOk="0">
                  <a:moveTo>
                    <a:pt x="0" y="0"/>
                  </a:moveTo>
                  <a:lnTo>
                    <a:pt x="0" y="2600"/>
                  </a:lnTo>
                  <a:lnTo>
                    <a:pt x="28959" y="2600"/>
                  </a:lnTo>
                  <a:lnTo>
                    <a:pt x="289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38"/>
            <p:cNvSpPr/>
            <p:nvPr/>
          </p:nvSpPr>
          <p:spPr>
            <a:xfrm>
              <a:off x="3192189" y="4322206"/>
              <a:ext cx="141563" cy="409775"/>
            </a:xfrm>
            <a:custGeom>
              <a:avLst/>
              <a:gdLst/>
              <a:ahLst/>
              <a:cxnLst/>
              <a:rect l="l" t="t" r="r" b="b"/>
              <a:pathLst>
                <a:path w="2819" h="8160" extrusionOk="0">
                  <a:moveTo>
                    <a:pt x="1" y="1"/>
                  </a:moveTo>
                  <a:lnTo>
                    <a:pt x="1" y="8160"/>
                  </a:lnTo>
                  <a:lnTo>
                    <a:pt x="2818" y="8160"/>
                  </a:lnTo>
                  <a:lnTo>
                    <a:pt x="2818" y="2806"/>
                  </a:lnTo>
                  <a:lnTo>
                    <a:pt x="2806" y="2524"/>
                  </a:lnTo>
                  <a:lnTo>
                    <a:pt x="2767" y="2242"/>
                  </a:lnTo>
                  <a:lnTo>
                    <a:pt x="2690" y="1973"/>
                  </a:lnTo>
                  <a:lnTo>
                    <a:pt x="2601" y="1717"/>
                  </a:lnTo>
                  <a:lnTo>
                    <a:pt x="2473" y="1474"/>
                  </a:lnTo>
                  <a:lnTo>
                    <a:pt x="2332" y="1243"/>
                  </a:lnTo>
                  <a:lnTo>
                    <a:pt x="2178" y="1026"/>
                  </a:lnTo>
                  <a:lnTo>
                    <a:pt x="1999" y="821"/>
                  </a:lnTo>
                  <a:lnTo>
                    <a:pt x="1794" y="641"/>
                  </a:lnTo>
                  <a:lnTo>
                    <a:pt x="1576" y="475"/>
                  </a:lnTo>
                  <a:lnTo>
                    <a:pt x="1346" y="334"/>
                  </a:lnTo>
                  <a:lnTo>
                    <a:pt x="1102" y="219"/>
                  </a:lnTo>
                  <a:lnTo>
                    <a:pt x="846" y="129"/>
                  </a:lnTo>
                  <a:lnTo>
                    <a:pt x="577" y="52"/>
                  </a:lnTo>
                  <a:lnTo>
                    <a:pt x="295" y="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38"/>
            <p:cNvSpPr/>
            <p:nvPr/>
          </p:nvSpPr>
          <p:spPr>
            <a:xfrm>
              <a:off x="1085850" y="4322206"/>
              <a:ext cx="140860" cy="409775"/>
            </a:xfrm>
            <a:custGeom>
              <a:avLst/>
              <a:gdLst/>
              <a:ahLst/>
              <a:cxnLst/>
              <a:rect l="l" t="t" r="r" b="b"/>
              <a:pathLst>
                <a:path w="2805" h="8160" extrusionOk="0">
                  <a:moveTo>
                    <a:pt x="2805" y="1"/>
                  </a:moveTo>
                  <a:lnTo>
                    <a:pt x="2523" y="14"/>
                  </a:lnTo>
                  <a:lnTo>
                    <a:pt x="2241" y="52"/>
                  </a:lnTo>
                  <a:lnTo>
                    <a:pt x="1972" y="129"/>
                  </a:lnTo>
                  <a:lnTo>
                    <a:pt x="1716" y="219"/>
                  </a:lnTo>
                  <a:lnTo>
                    <a:pt x="1473" y="334"/>
                  </a:lnTo>
                  <a:lnTo>
                    <a:pt x="1230" y="475"/>
                  </a:lnTo>
                  <a:lnTo>
                    <a:pt x="1025" y="641"/>
                  </a:lnTo>
                  <a:lnTo>
                    <a:pt x="820" y="821"/>
                  </a:lnTo>
                  <a:lnTo>
                    <a:pt x="640" y="1026"/>
                  </a:lnTo>
                  <a:lnTo>
                    <a:pt x="474" y="1243"/>
                  </a:lnTo>
                  <a:lnTo>
                    <a:pt x="333" y="1474"/>
                  </a:lnTo>
                  <a:lnTo>
                    <a:pt x="218" y="1717"/>
                  </a:lnTo>
                  <a:lnTo>
                    <a:pt x="128" y="1973"/>
                  </a:lnTo>
                  <a:lnTo>
                    <a:pt x="51" y="2242"/>
                  </a:lnTo>
                  <a:lnTo>
                    <a:pt x="13" y="2524"/>
                  </a:lnTo>
                  <a:lnTo>
                    <a:pt x="0" y="2806"/>
                  </a:lnTo>
                  <a:lnTo>
                    <a:pt x="0" y="8160"/>
                  </a:lnTo>
                  <a:lnTo>
                    <a:pt x="2805" y="8160"/>
                  </a:lnTo>
                  <a:lnTo>
                    <a:pt x="28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38"/>
            <p:cNvSpPr/>
            <p:nvPr/>
          </p:nvSpPr>
          <p:spPr>
            <a:xfrm>
              <a:off x="1405479" y="2091076"/>
              <a:ext cx="1608617" cy="1580998"/>
            </a:xfrm>
            <a:custGeom>
              <a:avLst/>
              <a:gdLst/>
              <a:ahLst/>
              <a:cxnLst/>
              <a:rect l="l" t="t" r="r" b="b"/>
              <a:pathLst>
                <a:path w="32033" h="31483" extrusionOk="0">
                  <a:moveTo>
                    <a:pt x="1" y="0"/>
                  </a:moveTo>
                  <a:lnTo>
                    <a:pt x="1" y="24425"/>
                  </a:lnTo>
                  <a:lnTo>
                    <a:pt x="13" y="24796"/>
                  </a:lnTo>
                  <a:lnTo>
                    <a:pt x="39" y="25155"/>
                  </a:lnTo>
                  <a:lnTo>
                    <a:pt x="77" y="25501"/>
                  </a:lnTo>
                  <a:lnTo>
                    <a:pt x="141" y="25847"/>
                  </a:lnTo>
                  <a:lnTo>
                    <a:pt x="218" y="26193"/>
                  </a:lnTo>
                  <a:lnTo>
                    <a:pt x="321" y="26526"/>
                  </a:lnTo>
                  <a:lnTo>
                    <a:pt x="423" y="26859"/>
                  </a:lnTo>
                  <a:lnTo>
                    <a:pt x="551" y="27179"/>
                  </a:lnTo>
                  <a:lnTo>
                    <a:pt x="692" y="27486"/>
                  </a:lnTo>
                  <a:lnTo>
                    <a:pt x="846" y="27794"/>
                  </a:lnTo>
                  <a:lnTo>
                    <a:pt x="1025" y="28088"/>
                  </a:lnTo>
                  <a:lnTo>
                    <a:pt x="1204" y="28370"/>
                  </a:lnTo>
                  <a:lnTo>
                    <a:pt x="1397" y="28652"/>
                  </a:lnTo>
                  <a:lnTo>
                    <a:pt x="1614" y="28921"/>
                  </a:lnTo>
                  <a:lnTo>
                    <a:pt x="1832" y="29177"/>
                  </a:lnTo>
                  <a:lnTo>
                    <a:pt x="2063" y="29420"/>
                  </a:lnTo>
                  <a:lnTo>
                    <a:pt x="2306" y="29651"/>
                  </a:lnTo>
                  <a:lnTo>
                    <a:pt x="2562" y="29881"/>
                  </a:lnTo>
                  <a:lnTo>
                    <a:pt x="2831" y="30086"/>
                  </a:lnTo>
                  <a:lnTo>
                    <a:pt x="3113" y="30278"/>
                  </a:lnTo>
                  <a:lnTo>
                    <a:pt x="3395" y="30470"/>
                  </a:lnTo>
                  <a:lnTo>
                    <a:pt x="3689" y="30637"/>
                  </a:lnTo>
                  <a:lnTo>
                    <a:pt x="3997" y="30791"/>
                  </a:lnTo>
                  <a:lnTo>
                    <a:pt x="4304" y="30931"/>
                  </a:lnTo>
                  <a:lnTo>
                    <a:pt x="4624" y="31060"/>
                  </a:lnTo>
                  <a:lnTo>
                    <a:pt x="4957" y="31175"/>
                  </a:lnTo>
                  <a:lnTo>
                    <a:pt x="5290" y="31264"/>
                  </a:lnTo>
                  <a:lnTo>
                    <a:pt x="5636" y="31341"/>
                  </a:lnTo>
                  <a:lnTo>
                    <a:pt x="5982" y="31405"/>
                  </a:lnTo>
                  <a:lnTo>
                    <a:pt x="6340" y="31444"/>
                  </a:lnTo>
                  <a:lnTo>
                    <a:pt x="6686" y="31482"/>
                  </a:lnTo>
                  <a:lnTo>
                    <a:pt x="25334" y="31482"/>
                  </a:lnTo>
                  <a:lnTo>
                    <a:pt x="25693" y="31444"/>
                  </a:lnTo>
                  <a:lnTo>
                    <a:pt x="26052" y="31405"/>
                  </a:lnTo>
                  <a:lnTo>
                    <a:pt x="26398" y="31341"/>
                  </a:lnTo>
                  <a:lnTo>
                    <a:pt x="26731" y="31264"/>
                  </a:lnTo>
                  <a:lnTo>
                    <a:pt x="27076" y="31175"/>
                  </a:lnTo>
                  <a:lnTo>
                    <a:pt x="27397" y="31060"/>
                  </a:lnTo>
                  <a:lnTo>
                    <a:pt x="27717" y="30931"/>
                  </a:lnTo>
                  <a:lnTo>
                    <a:pt x="28037" y="30791"/>
                  </a:lnTo>
                  <a:lnTo>
                    <a:pt x="28331" y="30637"/>
                  </a:lnTo>
                  <a:lnTo>
                    <a:pt x="28626" y="30470"/>
                  </a:lnTo>
                  <a:lnTo>
                    <a:pt x="28921" y="30278"/>
                  </a:lnTo>
                  <a:lnTo>
                    <a:pt x="29190" y="30086"/>
                  </a:lnTo>
                  <a:lnTo>
                    <a:pt x="29459" y="29881"/>
                  </a:lnTo>
                  <a:lnTo>
                    <a:pt x="29715" y="29651"/>
                  </a:lnTo>
                  <a:lnTo>
                    <a:pt x="29958" y="29420"/>
                  </a:lnTo>
                  <a:lnTo>
                    <a:pt x="30201" y="29177"/>
                  </a:lnTo>
                  <a:lnTo>
                    <a:pt x="30419" y="28921"/>
                  </a:lnTo>
                  <a:lnTo>
                    <a:pt x="30624" y="28652"/>
                  </a:lnTo>
                  <a:lnTo>
                    <a:pt x="30829" y="28370"/>
                  </a:lnTo>
                  <a:lnTo>
                    <a:pt x="31008" y="28088"/>
                  </a:lnTo>
                  <a:lnTo>
                    <a:pt x="31175" y="27794"/>
                  </a:lnTo>
                  <a:lnTo>
                    <a:pt x="31329" y="27486"/>
                  </a:lnTo>
                  <a:lnTo>
                    <a:pt x="31469" y="27179"/>
                  </a:lnTo>
                  <a:lnTo>
                    <a:pt x="31597" y="26859"/>
                  </a:lnTo>
                  <a:lnTo>
                    <a:pt x="31713" y="26526"/>
                  </a:lnTo>
                  <a:lnTo>
                    <a:pt x="31802" y="26193"/>
                  </a:lnTo>
                  <a:lnTo>
                    <a:pt x="31892" y="25847"/>
                  </a:lnTo>
                  <a:lnTo>
                    <a:pt x="31943" y="25501"/>
                  </a:lnTo>
                  <a:lnTo>
                    <a:pt x="31995" y="25155"/>
                  </a:lnTo>
                  <a:lnTo>
                    <a:pt x="32020" y="24796"/>
                  </a:lnTo>
                  <a:lnTo>
                    <a:pt x="32033" y="24425"/>
                  </a:lnTo>
                  <a:lnTo>
                    <a:pt x="32033" y="0"/>
                  </a:lnTo>
                  <a:close/>
                </a:path>
              </a:pathLst>
            </a:custGeom>
            <a:solidFill>
              <a:srgbClr val="79B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38"/>
            <p:cNvSpPr/>
            <p:nvPr/>
          </p:nvSpPr>
          <p:spPr>
            <a:xfrm>
              <a:off x="1675595" y="2506569"/>
              <a:ext cx="355741" cy="356343"/>
            </a:xfrm>
            <a:custGeom>
              <a:avLst/>
              <a:gdLst/>
              <a:ahLst/>
              <a:cxnLst/>
              <a:rect l="l" t="t" r="r" b="b"/>
              <a:pathLst>
                <a:path w="7084" h="7096" extrusionOk="0">
                  <a:moveTo>
                    <a:pt x="3356" y="0"/>
                  </a:moveTo>
                  <a:lnTo>
                    <a:pt x="3177" y="13"/>
                  </a:lnTo>
                  <a:lnTo>
                    <a:pt x="2998" y="39"/>
                  </a:lnTo>
                  <a:lnTo>
                    <a:pt x="2831" y="64"/>
                  </a:lnTo>
                  <a:lnTo>
                    <a:pt x="2652" y="116"/>
                  </a:lnTo>
                  <a:lnTo>
                    <a:pt x="2486" y="154"/>
                  </a:lnTo>
                  <a:lnTo>
                    <a:pt x="2319" y="218"/>
                  </a:lnTo>
                  <a:lnTo>
                    <a:pt x="2165" y="282"/>
                  </a:lnTo>
                  <a:lnTo>
                    <a:pt x="1999" y="346"/>
                  </a:lnTo>
                  <a:lnTo>
                    <a:pt x="1845" y="423"/>
                  </a:lnTo>
                  <a:lnTo>
                    <a:pt x="1704" y="513"/>
                  </a:lnTo>
                  <a:lnTo>
                    <a:pt x="1563" y="602"/>
                  </a:lnTo>
                  <a:lnTo>
                    <a:pt x="1422" y="705"/>
                  </a:lnTo>
                  <a:lnTo>
                    <a:pt x="1282" y="807"/>
                  </a:lnTo>
                  <a:lnTo>
                    <a:pt x="1154" y="922"/>
                  </a:lnTo>
                  <a:lnTo>
                    <a:pt x="1038" y="1038"/>
                  </a:lnTo>
                  <a:lnTo>
                    <a:pt x="910" y="1166"/>
                  </a:lnTo>
                  <a:lnTo>
                    <a:pt x="808" y="1294"/>
                  </a:lnTo>
                  <a:lnTo>
                    <a:pt x="705" y="1422"/>
                  </a:lnTo>
                  <a:lnTo>
                    <a:pt x="603" y="1563"/>
                  </a:lnTo>
                  <a:lnTo>
                    <a:pt x="513" y="1704"/>
                  </a:lnTo>
                  <a:lnTo>
                    <a:pt x="423" y="1857"/>
                  </a:lnTo>
                  <a:lnTo>
                    <a:pt x="347" y="2011"/>
                  </a:lnTo>
                  <a:lnTo>
                    <a:pt x="270" y="2165"/>
                  </a:lnTo>
                  <a:lnTo>
                    <a:pt x="206" y="2331"/>
                  </a:lnTo>
                  <a:lnTo>
                    <a:pt x="155" y="2485"/>
                  </a:lnTo>
                  <a:lnTo>
                    <a:pt x="103" y="2664"/>
                  </a:lnTo>
                  <a:lnTo>
                    <a:pt x="65" y="2831"/>
                  </a:lnTo>
                  <a:lnTo>
                    <a:pt x="39" y="3010"/>
                  </a:lnTo>
                  <a:lnTo>
                    <a:pt x="14" y="3177"/>
                  </a:lnTo>
                  <a:lnTo>
                    <a:pt x="1" y="3356"/>
                  </a:lnTo>
                  <a:lnTo>
                    <a:pt x="1" y="3548"/>
                  </a:lnTo>
                  <a:lnTo>
                    <a:pt x="1" y="3727"/>
                  </a:lnTo>
                  <a:lnTo>
                    <a:pt x="14" y="3907"/>
                  </a:lnTo>
                  <a:lnTo>
                    <a:pt x="39" y="4086"/>
                  </a:lnTo>
                  <a:lnTo>
                    <a:pt x="65" y="4265"/>
                  </a:lnTo>
                  <a:lnTo>
                    <a:pt x="103" y="4432"/>
                  </a:lnTo>
                  <a:lnTo>
                    <a:pt x="155" y="4598"/>
                  </a:lnTo>
                  <a:lnTo>
                    <a:pt x="206" y="4765"/>
                  </a:lnTo>
                  <a:lnTo>
                    <a:pt x="270" y="4931"/>
                  </a:lnTo>
                  <a:lnTo>
                    <a:pt x="347" y="5085"/>
                  </a:lnTo>
                  <a:lnTo>
                    <a:pt x="423" y="5239"/>
                  </a:lnTo>
                  <a:lnTo>
                    <a:pt x="513" y="5380"/>
                  </a:lnTo>
                  <a:lnTo>
                    <a:pt x="603" y="5533"/>
                  </a:lnTo>
                  <a:lnTo>
                    <a:pt x="705" y="5661"/>
                  </a:lnTo>
                  <a:lnTo>
                    <a:pt x="808" y="5802"/>
                  </a:lnTo>
                  <a:lnTo>
                    <a:pt x="910" y="5930"/>
                  </a:lnTo>
                  <a:lnTo>
                    <a:pt x="1038" y="6058"/>
                  </a:lnTo>
                  <a:lnTo>
                    <a:pt x="1154" y="6174"/>
                  </a:lnTo>
                  <a:lnTo>
                    <a:pt x="1282" y="6276"/>
                  </a:lnTo>
                  <a:lnTo>
                    <a:pt x="1422" y="6391"/>
                  </a:lnTo>
                  <a:lnTo>
                    <a:pt x="1563" y="6481"/>
                  </a:lnTo>
                  <a:lnTo>
                    <a:pt x="1704" y="6584"/>
                  </a:lnTo>
                  <a:lnTo>
                    <a:pt x="1845" y="6660"/>
                  </a:lnTo>
                  <a:lnTo>
                    <a:pt x="1999" y="6737"/>
                  </a:lnTo>
                  <a:lnTo>
                    <a:pt x="2165" y="6814"/>
                  </a:lnTo>
                  <a:lnTo>
                    <a:pt x="2319" y="6878"/>
                  </a:lnTo>
                  <a:lnTo>
                    <a:pt x="2486" y="6929"/>
                  </a:lnTo>
                  <a:lnTo>
                    <a:pt x="2652" y="6981"/>
                  </a:lnTo>
                  <a:lnTo>
                    <a:pt x="2831" y="7019"/>
                  </a:lnTo>
                  <a:lnTo>
                    <a:pt x="2998" y="7045"/>
                  </a:lnTo>
                  <a:lnTo>
                    <a:pt x="3177" y="7070"/>
                  </a:lnTo>
                  <a:lnTo>
                    <a:pt x="3356" y="7083"/>
                  </a:lnTo>
                  <a:lnTo>
                    <a:pt x="3536" y="7096"/>
                  </a:lnTo>
                  <a:lnTo>
                    <a:pt x="3728" y="7083"/>
                  </a:lnTo>
                  <a:lnTo>
                    <a:pt x="3907" y="7070"/>
                  </a:lnTo>
                  <a:lnTo>
                    <a:pt x="4087" y="7045"/>
                  </a:lnTo>
                  <a:lnTo>
                    <a:pt x="4253" y="7019"/>
                  </a:lnTo>
                  <a:lnTo>
                    <a:pt x="4432" y="6981"/>
                  </a:lnTo>
                  <a:lnTo>
                    <a:pt x="4599" y="6929"/>
                  </a:lnTo>
                  <a:lnTo>
                    <a:pt x="4765" y="6878"/>
                  </a:lnTo>
                  <a:lnTo>
                    <a:pt x="4919" y="6814"/>
                  </a:lnTo>
                  <a:lnTo>
                    <a:pt x="5086" y="6737"/>
                  </a:lnTo>
                  <a:lnTo>
                    <a:pt x="5226" y="6660"/>
                  </a:lnTo>
                  <a:lnTo>
                    <a:pt x="5380" y="6584"/>
                  </a:lnTo>
                  <a:lnTo>
                    <a:pt x="5521" y="6481"/>
                  </a:lnTo>
                  <a:lnTo>
                    <a:pt x="5662" y="6391"/>
                  </a:lnTo>
                  <a:lnTo>
                    <a:pt x="5803" y="6276"/>
                  </a:lnTo>
                  <a:lnTo>
                    <a:pt x="5931" y="6174"/>
                  </a:lnTo>
                  <a:lnTo>
                    <a:pt x="6046" y="6058"/>
                  </a:lnTo>
                  <a:lnTo>
                    <a:pt x="6161" y="5930"/>
                  </a:lnTo>
                  <a:lnTo>
                    <a:pt x="6277" y="5802"/>
                  </a:lnTo>
                  <a:lnTo>
                    <a:pt x="6379" y="5661"/>
                  </a:lnTo>
                  <a:lnTo>
                    <a:pt x="6482" y="5533"/>
                  </a:lnTo>
                  <a:lnTo>
                    <a:pt x="6571" y="5380"/>
                  </a:lnTo>
                  <a:lnTo>
                    <a:pt x="6661" y="5239"/>
                  </a:lnTo>
                  <a:lnTo>
                    <a:pt x="6738" y="5085"/>
                  </a:lnTo>
                  <a:lnTo>
                    <a:pt x="6815" y="4931"/>
                  </a:lnTo>
                  <a:lnTo>
                    <a:pt x="6879" y="4765"/>
                  </a:lnTo>
                  <a:lnTo>
                    <a:pt x="6930" y="4598"/>
                  </a:lnTo>
                  <a:lnTo>
                    <a:pt x="6981" y="4432"/>
                  </a:lnTo>
                  <a:lnTo>
                    <a:pt x="7020" y="4265"/>
                  </a:lnTo>
                  <a:lnTo>
                    <a:pt x="7045" y="4086"/>
                  </a:lnTo>
                  <a:lnTo>
                    <a:pt x="7071" y="3907"/>
                  </a:lnTo>
                  <a:lnTo>
                    <a:pt x="7084" y="3727"/>
                  </a:lnTo>
                  <a:lnTo>
                    <a:pt x="7084" y="3548"/>
                  </a:lnTo>
                  <a:lnTo>
                    <a:pt x="7084" y="3356"/>
                  </a:lnTo>
                  <a:lnTo>
                    <a:pt x="7071" y="3177"/>
                  </a:lnTo>
                  <a:lnTo>
                    <a:pt x="7045" y="3010"/>
                  </a:lnTo>
                  <a:lnTo>
                    <a:pt x="7020" y="2831"/>
                  </a:lnTo>
                  <a:lnTo>
                    <a:pt x="6981" y="2664"/>
                  </a:lnTo>
                  <a:lnTo>
                    <a:pt x="6930" y="2485"/>
                  </a:lnTo>
                  <a:lnTo>
                    <a:pt x="6879" y="2331"/>
                  </a:lnTo>
                  <a:lnTo>
                    <a:pt x="6815" y="2165"/>
                  </a:lnTo>
                  <a:lnTo>
                    <a:pt x="6738" y="2011"/>
                  </a:lnTo>
                  <a:lnTo>
                    <a:pt x="6661" y="1857"/>
                  </a:lnTo>
                  <a:lnTo>
                    <a:pt x="6571" y="1704"/>
                  </a:lnTo>
                  <a:lnTo>
                    <a:pt x="6482" y="1563"/>
                  </a:lnTo>
                  <a:lnTo>
                    <a:pt x="6379" y="1422"/>
                  </a:lnTo>
                  <a:lnTo>
                    <a:pt x="6277" y="1294"/>
                  </a:lnTo>
                  <a:lnTo>
                    <a:pt x="6161" y="1166"/>
                  </a:lnTo>
                  <a:lnTo>
                    <a:pt x="6046" y="1038"/>
                  </a:lnTo>
                  <a:lnTo>
                    <a:pt x="5931" y="922"/>
                  </a:lnTo>
                  <a:lnTo>
                    <a:pt x="5803" y="807"/>
                  </a:lnTo>
                  <a:lnTo>
                    <a:pt x="5662" y="705"/>
                  </a:lnTo>
                  <a:lnTo>
                    <a:pt x="5521" y="602"/>
                  </a:lnTo>
                  <a:lnTo>
                    <a:pt x="5380" y="513"/>
                  </a:lnTo>
                  <a:lnTo>
                    <a:pt x="5226" y="423"/>
                  </a:lnTo>
                  <a:lnTo>
                    <a:pt x="5086" y="346"/>
                  </a:lnTo>
                  <a:lnTo>
                    <a:pt x="4919" y="282"/>
                  </a:lnTo>
                  <a:lnTo>
                    <a:pt x="4765" y="218"/>
                  </a:lnTo>
                  <a:lnTo>
                    <a:pt x="4599" y="154"/>
                  </a:lnTo>
                  <a:lnTo>
                    <a:pt x="4432" y="116"/>
                  </a:lnTo>
                  <a:lnTo>
                    <a:pt x="4253" y="64"/>
                  </a:lnTo>
                  <a:lnTo>
                    <a:pt x="4087" y="39"/>
                  </a:lnTo>
                  <a:lnTo>
                    <a:pt x="3907" y="13"/>
                  </a:lnTo>
                  <a:lnTo>
                    <a:pt x="37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38"/>
            <p:cNvSpPr/>
            <p:nvPr/>
          </p:nvSpPr>
          <p:spPr>
            <a:xfrm>
              <a:off x="1731586" y="2562510"/>
              <a:ext cx="243806" cy="244459"/>
            </a:xfrm>
            <a:custGeom>
              <a:avLst/>
              <a:gdLst/>
              <a:ahLst/>
              <a:cxnLst/>
              <a:rect l="l" t="t" r="r" b="b"/>
              <a:pathLst>
                <a:path w="4855" h="4868" extrusionOk="0">
                  <a:moveTo>
                    <a:pt x="2421" y="1"/>
                  </a:moveTo>
                  <a:lnTo>
                    <a:pt x="2177" y="13"/>
                  </a:lnTo>
                  <a:lnTo>
                    <a:pt x="1934" y="52"/>
                  </a:lnTo>
                  <a:lnTo>
                    <a:pt x="1704" y="103"/>
                  </a:lnTo>
                  <a:lnTo>
                    <a:pt x="1486" y="193"/>
                  </a:lnTo>
                  <a:lnTo>
                    <a:pt x="1268" y="295"/>
                  </a:lnTo>
                  <a:lnTo>
                    <a:pt x="1063" y="410"/>
                  </a:lnTo>
                  <a:lnTo>
                    <a:pt x="884" y="551"/>
                  </a:lnTo>
                  <a:lnTo>
                    <a:pt x="705" y="705"/>
                  </a:lnTo>
                  <a:lnTo>
                    <a:pt x="551" y="884"/>
                  </a:lnTo>
                  <a:lnTo>
                    <a:pt x="410" y="1076"/>
                  </a:lnTo>
                  <a:lnTo>
                    <a:pt x="282" y="1269"/>
                  </a:lnTo>
                  <a:lnTo>
                    <a:pt x="179" y="1486"/>
                  </a:lnTo>
                  <a:lnTo>
                    <a:pt x="103" y="1704"/>
                  </a:lnTo>
                  <a:lnTo>
                    <a:pt x="39" y="1935"/>
                  </a:lnTo>
                  <a:lnTo>
                    <a:pt x="13" y="2178"/>
                  </a:lnTo>
                  <a:lnTo>
                    <a:pt x="0" y="2434"/>
                  </a:lnTo>
                  <a:lnTo>
                    <a:pt x="13" y="2677"/>
                  </a:lnTo>
                  <a:lnTo>
                    <a:pt x="39" y="2921"/>
                  </a:lnTo>
                  <a:lnTo>
                    <a:pt x="103" y="3151"/>
                  </a:lnTo>
                  <a:lnTo>
                    <a:pt x="179" y="3382"/>
                  </a:lnTo>
                  <a:lnTo>
                    <a:pt x="282" y="3587"/>
                  </a:lnTo>
                  <a:lnTo>
                    <a:pt x="410" y="3792"/>
                  </a:lnTo>
                  <a:lnTo>
                    <a:pt x="551" y="3984"/>
                  </a:lnTo>
                  <a:lnTo>
                    <a:pt x="705" y="4150"/>
                  </a:lnTo>
                  <a:lnTo>
                    <a:pt x="884" y="4304"/>
                  </a:lnTo>
                  <a:lnTo>
                    <a:pt x="1063" y="4445"/>
                  </a:lnTo>
                  <a:lnTo>
                    <a:pt x="1268" y="4573"/>
                  </a:lnTo>
                  <a:lnTo>
                    <a:pt x="1486" y="4675"/>
                  </a:lnTo>
                  <a:lnTo>
                    <a:pt x="1704" y="4752"/>
                  </a:lnTo>
                  <a:lnTo>
                    <a:pt x="1934" y="4816"/>
                  </a:lnTo>
                  <a:lnTo>
                    <a:pt x="2177" y="4855"/>
                  </a:lnTo>
                  <a:lnTo>
                    <a:pt x="2421" y="4868"/>
                  </a:lnTo>
                  <a:lnTo>
                    <a:pt x="2677" y="4855"/>
                  </a:lnTo>
                  <a:lnTo>
                    <a:pt x="2920" y="4816"/>
                  </a:lnTo>
                  <a:lnTo>
                    <a:pt x="3151" y="4752"/>
                  </a:lnTo>
                  <a:lnTo>
                    <a:pt x="3369" y="4675"/>
                  </a:lnTo>
                  <a:lnTo>
                    <a:pt x="3586" y="4573"/>
                  </a:lnTo>
                  <a:lnTo>
                    <a:pt x="3791" y="4445"/>
                  </a:lnTo>
                  <a:lnTo>
                    <a:pt x="3971" y="4304"/>
                  </a:lnTo>
                  <a:lnTo>
                    <a:pt x="4150" y="4150"/>
                  </a:lnTo>
                  <a:lnTo>
                    <a:pt x="4304" y="3984"/>
                  </a:lnTo>
                  <a:lnTo>
                    <a:pt x="4444" y="3792"/>
                  </a:lnTo>
                  <a:lnTo>
                    <a:pt x="4560" y="3587"/>
                  </a:lnTo>
                  <a:lnTo>
                    <a:pt x="4662" y="3382"/>
                  </a:lnTo>
                  <a:lnTo>
                    <a:pt x="4752" y="3151"/>
                  </a:lnTo>
                  <a:lnTo>
                    <a:pt x="4803" y="2921"/>
                  </a:lnTo>
                  <a:lnTo>
                    <a:pt x="4841" y="2677"/>
                  </a:lnTo>
                  <a:lnTo>
                    <a:pt x="4854" y="2434"/>
                  </a:lnTo>
                  <a:lnTo>
                    <a:pt x="4841" y="2178"/>
                  </a:lnTo>
                  <a:lnTo>
                    <a:pt x="4803" y="1935"/>
                  </a:lnTo>
                  <a:lnTo>
                    <a:pt x="4752" y="1704"/>
                  </a:lnTo>
                  <a:lnTo>
                    <a:pt x="4662" y="1486"/>
                  </a:lnTo>
                  <a:lnTo>
                    <a:pt x="4560" y="1269"/>
                  </a:lnTo>
                  <a:lnTo>
                    <a:pt x="4444" y="1076"/>
                  </a:lnTo>
                  <a:lnTo>
                    <a:pt x="4304" y="884"/>
                  </a:lnTo>
                  <a:lnTo>
                    <a:pt x="4150" y="705"/>
                  </a:lnTo>
                  <a:lnTo>
                    <a:pt x="3971" y="551"/>
                  </a:lnTo>
                  <a:lnTo>
                    <a:pt x="3791" y="410"/>
                  </a:lnTo>
                  <a:lnTo>
                    <a:pt x="3586" y="295"/>
                  </a:lnTo>
                  <a:lnTo>
                    <a:pt x="3369" y="193"/>
                  </a:lnTo>
                  <a:lnTo>
                    <a:pt x="3151" y="103"/>
                  </a:lnTo>
                  <a:lnTo>
                    <a:pt x="2920" y="52"/>
                  </a:lnTo>
                  <a:lnTo>
                    <a:pt x="2677" y="13"/>
                  </a:lnTo>
                  <a:lnTo>
                    <a:pt x="24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38"/>
            <p:cNvSpPr/>
            <p:nvPr/>
          </p:nvSpPr>
          <p:spPr>
            <a:xfrm>
              <a:off x="2387617" y="2506569"/>
              <a:ext cx="356343" cy="356343"/>
            </a:xfrm>
            <a:custGeom>
              <a:avLst/>
              <a:gdLst/>
              <a:ahLst/>
              <a:cxnLst/>
              <a:rect l="l" t="t" r="r" b="b"/>
              <a:pathLst>
                <a:path w="7096" h="7096" extrusionOk="0">
                  <a:moveTo>
                    <a:pt x="3369" y="0"/>
                  </a:moveTo>
                  <a:lnTo>
                    <a:pt x="3189" y="13"/>
                  </a:lnTo>
                  <a:lnTo>
                    <a:pt x="3010" y="39"/>
                  </a:lnTo>
                  <a:lnTo>
                    <a:pt x="2831" y="64"/>
                  </a:lnTo>
                  <a:lnTo>
                    <a:pt x="2664" y="116"/>
                  </a:lnTo>
                  <a:lnTo>
                    <a:pt x="2498" y="154"/>
                  </a:lnTo>
                  <a:lnTo>
                    <a:pt x="2331" y="218"/>
                  </a:lnTo>
                  <a:lnTo>
                    <a:pt x="2165" y="282"/>
                  </a:lnTo>
                  <a:lnTo>
                    <a:pt x="2011" y="346"/>
                  </a:lnTo>
                  <a:lnTo>
                    <a:pt x="1857" y="423"/>
                  </a:lnTo>
                  <a:lnTo>
                    <a:pt x="1716" y="513"/>
                  </a:lnTo>
                  <a:lnTo>
                    <a:pt x="1563" y="602"/>
                  </a:lnTo>
                  <a:lnTo>
                    <a:pt x="1422" y="705"/>
                  </a:lnTo>
                  <a:lnTo>
                    <a:pt x="1294" y="807"/>
                  </a:lnTo>
                  <a:lnTo>
                    <a:pt x="1166" y="922"/>
                  </a:lnTo>
                  <a:lnTo>
                    <a:pt x="1038" y="1038"/>
                  </a:lnTo>
                  <a:lnTo>
                    <a:pt x="922" y="1166"/>
                  </a:lnTo>
                  <a:lnTo>
                    <a:pt x="807" y="1294"/>
                  </a:lnTo>
                  <a:lnTo>
                    <a:pt x="705" y="1422"/>
                  </a:lnTo>
                  <a:lnTo>
                    <a:pt x="615" y="1563"/>
                  </a:lnTo>
                  <a:lnTo>
                    <a:pt x="512" y="1704"/>
                  </a:lnTo>
                  <a:lnTo>
                    <a:pt x="436" y="1857"/>
                  </a:lnTo>
                  <a:lnTo>
                    <a:pt x="359" y="2011"/>
                  </a:lnTo>
                  <a:lnTo>
                    <a:pt x="282" y="2165"/>
                  </a:lnTo>
                  <a:lnTo>
                    <a:pt x="218" y="2331"/>
                  </a:lnTo>
                  <a:lnTo>
                    <a:pt x="167" y="2485"/>
                  </a:lnTo>
                  <a:lnTo>
                    <a:pt x="115" y="2664"/>
                  </a:lnTo>
                  <a:lnTo>
                    <a:pt x="77" y="2831"/>
                  </a:lnTo>
                  <a:lnTo>
                    <a:pt x="39" y="3010"/>
                  </a:lnTo>
                  <a:lnTo>
                    <a:pt x="26" y="3177"/>
                  </a:lnTo>
                  <a:lnTo>
                    <a:pt x="13" y="3356"/>
                  </a:lnTo>
                  <a:lnTo>
                    <a:pt x="0" y="3548"/>
                  </a:lnTo>
                  <a:lnTo>
                    <a:pt x="13" y="3727"/>
                  </a:lnTo>
                  <a:lnTo>
                    <a:pt x="26" y="3907"/>
                  </a:lnTo>
                  <a:lnTo>
                    <a:pt x="39" y="4086"/>
                  </a:lnTo>
                  <a:lnTo>
                    <a:pt x="77" y="4265"/>
                  </a:lnTo>
                  <a:lnTo>
                    <a:pt x="115" y="4432"/>
                  </a:lnTo>
                  <a:lnTo>
                    <a:pt x="167" y="4598"/>
                  </a:lnTo>
                  <a:lnTo>
                    <a:pt x="218" y="4765"/>
                  </a:lnTo>
                  <a:lnTo>
                    <a:pt x="282" y="4931"/>
                  </a:lnTo>
                  <a:lnTo>
                    <a:pt x="359" y="5085"/>
                  </a:lnTo>
                  <a:lnTo>
                    <a:pt x="436" y="5239"/>
                  </a:lnTo>
                  <a:lnTo>
                    <a:pt x="512" y="5380"/>
                  </a:lnTo>
                  <a:lnTo>
                    <a:pt x="615" y="5533"/>
                  </a:lnTo>
                  <a:lnTo>
                    <a:pt x="705" y="5661"/>
                  </a:lnTo>
                  <a:lnTo>
                    <a:pt x="807" y="5802"/>
                  </a:lnTo>
                  <a:lnTo>
                    <a:pt x="922" y="5930"/>
                  </a:lnTo>
                  <a:lnTo>
                    <a:pt x="1038" y="6058"/>
                  </a:lnTo>
                  <a:lnTo>
                    <a:pt x="1166" y="6174"/>
                  </a:lnTo>
                  <a:lnTo>
                    <a:pt x="1294" y="6276"/>
                  </a:lnTo>
                  <a:lnTo>
                    <a:pt x="1422" y="6391"/>
                  </a:lnTo>
                  <a:lnTo>
                    <a:pt x="1563" y="6481"/>
                  </a:lnTo>
                  <a:lnTo>
                    <a:pt x="1716" y="6584"/>
                  </a:lnTo>
                  <a:lnTo>
                    <a:pt x="1857" y="6660"/>
                  </a:lnTo>
                  <a:lnTo>
                    <a:pt x="2011" y="6737"/>
                  </a:lnTo>
                  <a:lnTo>
                    <a:pt x="2165" y="6814"/>
                  </a:lnTo>
                  <a:lnTo>
                    <a:pt x="2331" y="6878"/>
                  </a:lnTo>
                  <a:lnTo>
                    <a:pt x="2498" y="6929"/>
                  </a:lnTo>
                  <a:lnTo>
                    <a:pt x="2664" y="6981"/>
                  </a:lnTo>
                  <a:lnTo>
                    <a:pt x="2831" y="7019"/>
                  </a:lnTo>
                  <a:lnTo>
                    <a:pt x="3010" y="7045"/>
                  </a:lnTo>
                  <a:lnTo>
                    <a:pt x="3189" y="7070"/>
                  </a:lnTo>
                  <a:lnTo>
                    <a:pt x="3369" y="7083"/>
                  </a:lnTo>
                  <a:lnTo>
                    <a:pt x="3548" y="7096"/>
                  </a:lnTo>
                  <a:lnTo>
                    <a:pt x="3727" y="7083"/>
                  </a:lnTo>
                  <a:lnTo>
                    <a:pt x="3919" y="7070"/>
                  </a:lnTo>
                  <a:lnTo>
                    <a:pt x="4086" y="7045"/>
                  </a:lnTo>
                  <a:lnTo>
                    <a:pt x="4265" y="7019"/>
                  </a:lnTo>
                  <a:lnTo>
                    <a:pt x="4432" y="6981"/>
                  </a:lnTo>
                  <a:lnTo>
                    <a:pt x="4611" y="6929"/>
                  </a:lnTo>
                  <a:lnTo>
                    <a:pt x="4765" y="6878"/>
                  </a:lnTo>
                  <a:lnTo>
                    <a:pt x="4931" y="6814"/>
                  </a:lnTo>
                  <a:lnTo>
                    <a:pt x="5085" y="6737"/>
                  </a:lnTo>
                  <a:lnTo>
                    <a:pt x="5239" y="6660"/>
                  </a:lnTo>
                  <a:lnTo>
                    <a:pt x="5392" y="6584"/>
                  </a:lnTo>
                  <a:lnTo>
                    <a:pt x="5533" y="6481"/>
                  </a:lnTo>
                  <a:lnTo>
                    <a:pt x="5674" y="6391"/>
                  </a:lnTo>
                  <a:lnTo>
                    <a:pt x="5802" y="6276"/>
                  </a:lnTo>
                  <a:lnTo>
                    <a:pt x="5930" y="6174"/>
                  </a:lnTo>
                  <a:lnTo>
                    <a:pt x="6058" y="6058"/>
                  </a:lnTo>
                  <a:lnTo>
                    <a:pt x="6173" y="5930"/>
                  </a:lnTo>
                  <a:lnTo>
                    <a:pt x="6289" y="5802"/>
                  </a:lnTo>
                  <a:lnTo>
                    <a:pt x="6391" y="5661"/>
                  </a:lnTo>
                  <a:lnTo>
                    <a:pt x="6494" y="5533"/>
                  </a:lnTo>
                  <a:lnTo>
                    <a:pt x="6583" y="5380"/>
                  </a:lnTo>
                  <a:lnTo>
                    <a:pt x="6673" y="5239"/>
                  </a:lnTo>
                  <a:lnTo>
                    <a:pt x="6750" y="5085"/>
                  </a:lnTo>
                  <a:lnTo>
                    <a:pt x="6814" y="4931"/>
                  </a:lnTo>
                  <a:lnTo>
                    <a:pt x="6878" y="4765"/>
                  </a:lnTo>
                  <a:lnTo>
                    <a:pt x="6942" y="4598"/>
                  </a:lnTo>
                  <a:lnTo>
                    <a:pt x="6980" y="4432"/>
                  </a:lnTo>
                  <a:lnTo>
                    <a:pt x="7019" y="4265"/>
                  </a:lnTo>
                  <a:lnTo>
                    <a:pt x="7057" y="4086"/>
                  </a:lnTo>
                  <a:lnTo>
                    <a:pt x="7083" y="3907"/>
                  </a:lnTo>
                  <a:lnTo>
                    <a:pt x="7096" y="3727"/>
                  </a:lnTo>
                  <a:lnTo>
                    <a:pt x="7096" y="3548"/>
                  </a:lnTo>
                  <a:lnTo>
                    <a:pt x="7096" y="3356"/>
                  </a:lnTo>
                  <a:lnTo>
                    <a:pt x="7083" y="3177"/>
                  </a:lnTo>
                  <a:lnTo>
                    <a:pt x="7057" y="3010"/>
                  </a:lnTo>
                  <a:lnTo>
                    <a:pt x="7019" y="2831"/>
                  </a:lnTo>
                  <a:lnTo>
                    <a:pt x="6980" y="2664"/>
                  </a:lnTo>
                  <a:lnTo>
                    <a:pt x="6942" y="2485"/>
                  </a:lnTo>
                  <a:lnTo>
                    <a:pt x="6878" y="2331"/>
                  </a:lnTo>
                  <a:lnTo>
                    <a:pt x="6814" y="2165"/>
                  </a:lnTo>
                  <a:lnTo>
                    <a:pt x="6750" y="2011"/>
                  </a:lnTo>
                  <a:lnTo>
                    <a:pt x="6673" y="1857"/>
                  </a:lnTo>
                  <a:lnTo>
                    <a:pt x="6583" y="1704"/>
                  </a:lnTo>
                  <a:lnTo>
                    <a:pt x="6494" y="1563"/>
                  </a:lnTo>
                  <a:lnTo>
                    <a:pt x="6391" y="1422"/>
                  </a:lnTo>
                  <a:lnTo>
                    <a:pt x="6289" y="1294"/>
                  </a:lnTo>
                  <a:lnTo>
                    <a:pt x="6173" y="1166"/>
                  </a:lnTo>
                  <a:lnTo>
                    <a:pt x="6058" y="1038"/>
                  </a:lnTo>
                  <a:lnTo>
                    <a:pt x="5930" y="922"/>
                  </a:lnTo>
                  <a:lnTo>
                    <a:pt x="5802" y="807"/>
                  </a:lnTo>
                  <a:lnTo>
                    <a:pt x="5674" y="705"/>
                  </a:lnTo>
                  <a:lnTo>
                    <a:pt x="5533" y="602"/>
                  </a:lnTo>
                  <a:lnTo>
                    <a:pt x="5392" y="513"/>
                  </a:lnTo>
                  <a:lnTo>
                    <a:pt x="5239" y="423"/>
                  </a:lnTo>
                  <a:lnTo>
                    <a:pt x="5085" y="346"/>
                  </a:lnTo>
                  <a:lnTo>
                    <a:pt x="4931" y="282"/>
                  </a:lnTo>
                  <a:lnTo>
                    <a:pt x="4765" y="218"/>
                  </a:lnTo>
                  <a:lnTo>
                    <a:pt x="4611" y="154"/>
                  </a:lnTo>
                  <a:lnTo>
                    <a:pt x="4432" y="116"/>
                  </a:lnTo>
                  <a:lnTo>
                    <a:pt x="4265" y="64"/>
                  </a:lnTo>
                  <a:lnTo>
                    <a:pt x="4086" y="39"/>
                  </a:lnTo>
                  <a:lnTo>
                    <a:pt x="3919" y="13"/>
                  </a:lnTo>
                  <a:lnTo>
                    <a:pt x="37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38"/>
            <p:cNvSpPr/>
            <p:nvPr/>
          </p:nvSpPr>
          <p:spPr>
            <a:xfrm>
              <a:off x="2443559" y="2562510"/>
              <a:ext cx="244459" cy="244459"/>
            </a:xfrm>
            <a:custGeom>
              <a:avLst/>
              <a:gdLst/>
              <a:ahLst/>
              <a:cxnLst/>
              <a:rect l="l" t="t" r="r" b="b"/>
              <a:pathLst>
                <a:path w="4868" h="4868" extrusionOk="0">
                  <a:moveTo>
                    <a:pt x="2434" y="1"/>
                  </a:moveTo>
                  <a:lnTo>
                    <a:pt x="2191" y="13"/>
                  </a:lnTo>
                  <a:lnTo>
                    <a:pt x="1947" y="52"/>
                  </a:lnTo>
                  <a:lnTo>
                    <a:pt x="1717" y="103"/>
                  </a:lnTo>
                  <a:lnTo>
                    <a:pt x="1486" y="193"/>
                  </a:lnTo>
                  <a:lnTo>
                    <a:pt x="1281" y="295"/>
                  </a:lnTo>
                  <a:lnTo>
                    <a:pt x="1076" y="410"/>
                  </a:lnTo>
                  <a:lnTo>
                    <a:pt x="884" y="551"/>
                  </a:lnTo>
                  <a:lnTo>
                    <a:pt x="718" y="705"/>
                  </a:lnTo>
                  <a:lnTo>
                    <a:pt x="564" y="884"/>
                  </a:lnTo>
                  <a:lnTo>
                    <a:pt x="423" y="1076"/>
                  </a:lnTo>
                  <a:lnTo>
                    <a:pt x="295" y="1269"/>
                  </a:lnTo>
                  <a:lnTo>
                    <a:pt x="193" y="1486"/>
                  </a:lnTo>
                  <a:lnTo>
                    <a:pt x="116" y="1704"/>
                  </a:lnTo>
                  <a:lnTo>
                    <a:pt x="52" y="1935"/>
                  </a:lnTo>
                  <a:lnTo>
                    <a:pt x="13" y="2178"/>
                  </a:lnTo>
                  <a:lnTo>
                    <a:pt x="0" y="2434"/>
                  </a:lnTo>
                  <a:lnTo>
                    <a:pt x="13" y="2677"/>
                  </a:lnTo>
                  <a:lnTo>
                    <a:pt x="52" y="2921"/>
                  </a:lnTo>
                  <a:lnTo>
                    <a:pt x="116" y="3151"/>
                  </a:lnTo>
                  <a:lnTo>
                    <a:pt x="193" y="3382"/>
                  </a:lnTo>
                  <a:lnTo>
                    <a:pt x="295" y="3587"/>
                  </a:lnTo>
                  <a:lnTo>
                    <a:pt x="423" y="3792"/>
                  </a:lnTo>
                  <a:lnTo>
                    <a:pt x="564" y="3984"/>
                  </a:lnTo>
                  <a:lnTo>
                    <a:pt x="718" y="4150"/>
                  </a:lnTo>
                  <a:lnTo>
                    <a:pt x="884" y="4304"/>
                  </a:lnTo>
                  <a:lnTo>
                    <a:pt x="1076" y="4445"/>
                  </a:lnTo>
                  <a:lnTo>
                    <a:pt x="1281" y="4573"/>
                  </a:lnTo>
                  <a:lnTo>
                    <a:pt x="1486" y="4675"/>
                  </a:lnTo>
                  <a:lnTo>
                    <a:pt x="1717" y="4752"/>
                  </a:lnTo>
                  <a:lnTo>
                    <a:pt x="1947" y="4816"/>
                  </a:lnTo>
                  <a:lnTo>
                    <a:pt x="2191" y="4855"/>
                  </a:lnTo>
                  <a:lnTo>
                    <a:pt x="2434" y="4868"/>
                  </a:lnTo>
                  <a:lnTo>
                    <a:pt x="2690" y="4855"/>
                  </a:lnTo>
                  <a:lnTo>
                    <a:pt x="2921" y="4816"/>
                  </a:lnTo>
                  <a:lnTo>
                    <a:pt x="3164" y="4752"/>
                  </a:lnTo>
                  <a:lnTo>
                    <a:pt x="3382" y="4675"/>
                  </a:lnTo>
                  <a:lnTo>
                    <a:pt x="3599" y="4573"/>
                  </a:lnTo>
                  <a:lnTo>
                    <a:pt x="3792" y="4445"/>
                  </a:lnTo>
                  <a:lnTo>
                    <a:pt x="3984" y="4304"/>
                  </a:lnTo>
                  <a:lnTo>
                    <a:pt x="4150" y="4150"/>
                  </a:lnTo>
                  <a:lnTo>
                    <a:pt x="4317" y="3984"/>
                  </a:lnTo>
                  <a:lnTo>
                    <a:pt x="4458" y="3792"/>
                  </a:lnTo>
                  <a:lnTo>
                    <a:pt x="4573" y="3587"/>
                  </a:lnTo>
                  <a:lnTo>
                    <a:pt x="4675" y="3382"/>
                  </a:lnTo>
                  <a:lnTo>
                    <a:pt x="4765" y="3151"/>
                  </a:lnTo>
                  <a:lnTo>
                    <a:pt x="4816" y="2921"/>
                  </a:lnTo>
                  <a:lnTo>
                    <a:pt x="4855" y="2677"/>
                  </a:lnTo>
                  <a:lnTo>
                    <a:pt x="4867" y="2434"/>
                  </a:lnTo>
                  <a:lnTo>
                    <a:pt x="4855" y="2178"/>
                  </a:lnTo>
                  <a:lnTo>
                    <a:pt x="4816" y="1935"/>
                  </a:lnTo>
                  <a:lnTo>
                    <a:pt x="4765" y="1704"/>
                  </a:lnTo>
                  <a:lnTo>
                    <a:pt x="4675" y="1486"/>
                  </a:lnTo>
                  <a:lnTo>
                    <a:pt x="4573" y="1269"/>
                  </a:lnTo>
                  <a:lnTo>
                    <a:pt x="4458" y="1076"/>
                  </a:lnTo>
                  <a:lnTo>
                    <a:pt x="4317" y="884"/>
                  </a:lnTo>
                  <a:lnTo>
                    <a:pt x="4150" y="705"/>
                  </a:lnTo>
                  <a:lnTo>
                    <a:pt x="3984" y="551"/>
                  </a:lnTo>
                  <a:lnTo>
                    <a:pt x="3792" y="410"/>
                  </a:lnTo>
                  <a:lnTo>
                    <a:pt x="3599" y="295"/>
                  </a:lnTo>
                  <a:lnTo>
                    <a:pt x="3382" y="193"/>
                  </a:lnTo>
                  <a:lnTo>
                    <a:pt x="3164" y="103"/>
                  </a:lnTo>
                  <a:lnTo>
                    <a:pt x="2921" y="52"/>
                  </a:lnTo>
                  <a:lnTo>
                    <a:pt x="2690" y="13"/>
                  </a:lnTo>
                  <a:lnTo>
                    <a:pt x="24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38"/>
            <p:cNvSpPr/>
            <p:nvPr/>
          </p:nvSpPr>
          <p:spPr>
            <a:xfrm>
              <a:off x="1697489" y="3169681"/>
              <a:ext cx="1024638" cy="292668"/>
            </a:xfrm>
            <a:custGeom>
              <a:avLst/>
              <a:gdLst/>
              <a:ahLst/>
              <a:cxnLst/>
              <a:rect l="l" t="t" r="r" b="b"/>
              <a:pathLst>
                <a:path w="20404" h="5828" extrusionOk="0">
                  <a:moveTo>
                    <a:pt x="2664" y="0"/>
                  </a:moveTo>
                  <a:lnTo>
                    <a:pt x="2395" y="13"/>
                  </a:lnTo>
                  <a:lnTo>
                    <a:pt x="2126" y="51"/>
                  </a:lnTo>
                  <a:lnTo>
                    <a:pt x="1870" y="116"/>
                  </a:lnTo>
                  <a:lnTo>
                    <a:pt x="1627" y="205"/>
                  </a:lnTo>
                  <a:lnTo>
                    <a:pt x="1396" y="320"/>
                  </a:lnTo>
                  <a:lnTo>
                    <a:pt x="1179" y="449"/>
                  </a:lnTo>
                  <a:lnTo>
                    <a:pt x="974" y="602"/>
                  </a:lnTo>
                  <a:lnTo>
                    <a:pt x="782" y="782"/>
                  </a:lnTo>
                  <a:lnTo>
                    <a:pt x="615" y="961"/>
                  </a:lnTo>
                  <a:lnTo>
                    <a:pt x="461" y="1166"/>
                  </a:lnTo>
                  <a:lnTo>
                    <a:pt x="320" y="1383"/>
                  </a:lnTo>
                  <a:lnTo>
                    <a:pt x="205" y="1627"/>
                  </a:lnTo>
                  <a:lnTo>
                    <a:pt x="116" y="1870"/>
                  </a:lnTo>
                  <a:lnTo>
                    <a:pt x="52" y="2126"/>
                  </a:lnTo>
                  <a:lnTo>
                    <a:pt x="13" y="2383"/>
                  </a:lnTo>
                  <a:lnTo>
                    <a:pt x="0" y="2651"/>
                  </a:lnTo>
                  <a:lnTo>
                    <a:pt x="0" y="3164"/>
                  </a:lnTo>
                  <a:lnTo>
                    <a:pt x="13" y="3433"/>
                  </a:lnTo>
                  <a:lnTo>
                    <a:pt x="52" y="3702"/>
                  </a:lnTo>
                  <a:lnTo>
                    <a:pt x="116" y="3958"/>
                  </a:lnTo>
                  <a:lnTo>
                    <a:pt x="205" y="4201"/>
                  </a:lnTo>
                  <a:lnTo>
                    <a:pt x="320" y="4432"/>
                  </a:lnTo>
                  <a:lnTo>
                    <a:pt x="461" y="4649"/>
                  </a:lnTo>
                  <a:lnTo>
                    <a:pt x="615" y="4854"/>
                  </a:lnTo>
                  <a:lnTo>
                    <a:pt x="782" y="5047"/>
                  </a:lnTo>
                  <a:lnTo>
                    <a:pt x="974" y="5213"/>
                  </a:lnTo>
                  <a:lnTo>
                    <a:pt x="1179" y="5367"/>
                  </a:lnTo>
                  <a:lnTo>
                    <a:pt x="1396" y="5508"/>
                  </a:lnTo>
                  <a:lnTo>
                    <a:pt x="1627" y="5610"/>
                  </a:lnTo>
                  <a:lnTo>
                    <a:pt x="1870" y="5700"/>
                  </a:lnTo>
                  <a:lnTo>
                    <a:pt x="2126" y="5764"/>
                  </a:lnTo>
                  <a:lnTo>
                    <a:pt x="2395" y="5815"/>
                  </a:lnTo>
                  <a:lnTo>
                    <a:pt x="2664" y="5828"/>
                  </a:lnTo>
                  <a:lnTo>
                    <a:pt x="17739" y="5828"/>
                  </a:lnTo>
                  <a:lnTo>
                    <a:pt x="18008" y="5815"/>
                  </a:lnTo>
                  <a:lnTo>
                    <a:pt x="18277" y="5764"/>
                  </a:lnTo>
                  <a:lnTo>
                    <a:pt x="18533" y="5700"/>
                  </a:lnTo>
                  <a:lnTo>
                    <a:pt x="18777" y="5610"/>
                  </a:lnTo>
                  <a:lnTo>
                    <a:pt x="19007" y="5508"/>
                  </a:lnTo>
                  <a:lnTo>
                    <a:pt x="19225" y="5367"/>
                  </a:lnTo>
                  <a:lnTo>
                    <a:pt x="19430" y="5213"/>
                  </a:lnTo>
                  <a:lnTo>
                    <a:pt x="19622" y="5047"/>
                  </a:lnTo>
                  <a:lnTo>
                    <a:pt x="19788" y="4854"/>
                  </a:lnTo>
                  <a:lnTo>
                    <a:pt x="19942" y="4649"/>
                  </a:lnTo>
                  <a:lnTo>
                    <a:pt x="20070" y="4432"/>
                  </a:lnTo>
                  <a:lnTo>
                    <a:pt x="20185" y="4201"/>
                  </a:lnTo>
                  <a:lnTo>
                    <a:pt x="20275" y="3958"/>
                  </a:lnTo>
                  <a:lnTo>
                    <a:pt x="20339" y="3702"/>
                  </a:lnTo>
                  <a:lnTo>
                    <a:pt x="20378" y="3433"/>
                  </a:lnTo>
                  <a:lnTo>
                    <a:pt x="20403" y="3164"/>
                  </a:lnTo>
                  <a:lnTo>
                    <a:pt x="20403" y="2651"/>
                  </a:lnTo>
                  <a:lnTo>
                    <a:pt x="20378" y="2383"/>
                  </a:lnTo>
                  <a:lnTo>
                    <a:pt x="20339" y="2126"/>
                  </a:lnTo>
                  <a:lnTo>
                    <a:pt x="20275" y="1870"/>
                  </a:lnTo>
                  <a:lnTo>
                    <a:pt x="20185" y="1627"/>
                  </a:lnTo>
                  <a:lnTo>
                    <a:pt x="20070" y="1383"/>
                  </a:lnTo>
                  <a:lnTo>
                    <a:pt x="19942" y="1166"/>
                  </a:lnTo>
                  <a:lnTo>
                    <a:pt x="19788" y="961"/>
                  </a:lnTo>
                  <a:lnTo>
                    <a:pt x="19622" y="782"/>
                  </a:lnTo>
                  <a:lnTo>
                    <a:pt x="19430" y="602"/>
                  </a:lnTo>
                  <a:lnTo>
                    <a:pt x="19225" y="449"/>
                  </a:lnTo>
                  <a:lnTo>
                    <a:pt x="19007" y="320"/>
                  </a:lnTo>
                  <a:lnTo>
                    <a:pt x="18777" y="205"/>
                  </a:lnTo>
                  <a:lnTo>
                    <a:pt x="18533" y="116"/>
                  </a:lnTo>
                  <a:lnTo>
                    <a:pt x="18277" y="51"/>
                  </a:lnTo>
                  <a:lnTo>
                    <a:pt x="18008" y="13"/>
                  </a:lnTo>
                  <a:lnTo>
                    <a:pt x="1773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38"/>
            <p:cNvSpPr/>
            <p:nvPr/>
          </p:nvSpPr>
          <p:spPr>
            <a:xfrm>
              <a:off x="1751522" y="3224317"/>
              <a:ext cx="915917" cy="183394"/>
            </a:xfrm>
            <a:custGeom>
              <a:avLst/>
              <a:gdLst/>
              <a:ahLst/>
              <a:cxnLst/>
              <a:rect l="l" t="t" r="r" b="b"/>
              <a:pathLst>
                <a:path w="18239" h="3652" extrusionOk="0">
                  <a:moveTo>
                    <a:pt x="1640" y="1"/>
                  </a:moveTo>
                  <a:lnTo>
                    <a:pt x="1460" y="39"/>
                  </a:lnTo>
                  <a:lnTo>
                    <a:pt x="1281" y="78"/>
                  </a:lnTo>
                  <a:lnTo>
                    <a:pt x="1114" y="142"/>
                  </a:lnTo>
                  <a:lnTo>
                    <a:pt x="961" y="219"/>
                  </a:lnTo>
                  <a:lnTo>
                    <a:pt x="807" y="308"/>
                  </a:lnTo>
                  <a:lnTo>
                    <a:pt x="666" y="411"/>
                  </a:lnTo>
                  <a:lnTo>
                    <a:pt x="538" y="526"/>
                  </a:lnTo>
                  <a:lnTo>
                    <a:pt x="423" y="667"/>
                  </a:lnTo>
                  <a:lnTo>
                    <a:pt x="320" y="795"/>
                  </a:lnTo>
                  <a:lnTo>
                    <a:pt x="218" y="949"/>
                  </a:lnTo>
                  <a:lnTo>
                    <a:pt x="141" y="1115"/>
                  </a:lnTo>
                  <a:lnTo>
                    <a:pt x="90" y="1282"/>
                  </a:lnTo>
                  <a:lnTo>
                    <a:pt x="39" y="1448"/>
                  </a:lnTo>
                  <a:lnTo>
                    <a:pt x="13" y="1640"/>
                  </a:lnTo>
                  <a:lnTo>
                    <a:pt x="0" y="1820"/>
                  </a:lnTo>
                  <a:lnTo>
                    <a:pt x="13" y="2012"/>
                  </a:lnTo>
                  <a:lnTo>
                    <a:pt x="39" y="2191"/>
                  </a:lnTo>
                  <a:lnTo>
                    <a:pt x="90" y="2358"/>
                  </a:lnTo>
                  <a:lnTo>
                    <a:pt x="141" y="2537"/>
                  </a:lnTo>
                  <a:lnTo>
                    <a:pt x="218" y="2691"/>
                  </a:lnTo>
                  <a:lnTo>
                    <a:pt x="320" y="2844"/>
                  </a:lnTo>
                  <a:lnTo>
                    <a:pt x="423" y="2985"/>
                  </a:lnTo>
                  <a:lnTo>
                    <a:pt x="538" y="3113"/>
                  </a:lnTo>
                  <a:lnTo>
                    <a:pt x="666" y="3228"/>
                  </a:lnTo>
                  <a:lnTo>
                    <a:pt x="807" y="3331"/>
                  </a:lnTo>
                  <a:lnTo>
                    <a:pt x="961" y="3421"/>
                  </a:lnTo>
                  <a:lnTo>
                    <a:pt x="1114" y="3497"/>
                  </a:lnTo>
                  <a:lnTo>
                    <a:pt x="1281" y="3561"/>
                  </a:lnTo>
                  <a:lnTo>
                    <a:pt x="1460" y="3613"/>
                  </a:lnTo>
                  <a:lnTo>
                    <a:pt x="1640" y="3638"/>
                  </a:lnTo>
                  <a:lnTo>
                    <a:pt x="1832" y="3651"/>
                  </a:lnTo>
                  <a:lnTo>
                    <a:pt x="16420" y="3651"/>
                  </a:lnTo>
                  <a:lnTo>
                    <a:pt x="16612" y="3638"/>
                  </a:lnTo>
                  <a:lnTo>
                    <a:pt x="16791" y="3613"/>
                  </a:lnTo>
                  <a:lnTo>
                    <a:pt x="16958" y="3561"/>
                  </a:lnTo>
                  <a:lnTo>
                    <a:pt x="17124" y="3497"/>
                  </a:lnTo>
                  <a:lnTo>
                    <a:pt x="17291" y="3421"/>
                  </a:lnTo>
                  <a:lnTo>
                    <a:pt x="17444" y="3331"/>
                  </a:lnTo>
                  <a:lnTo>
                    <a:pt x="17585" y="3228"/>
                  </a:lnTo>
                  <a:lnTo>
                    <a:pt x="17713" y="3113"/>
                  </a:lnTo>
                  <a:lnTo>
                    <a:pt x="17829" y="2985"/>
                  </a:lnTo>
                  <a:lnTo>
                    <a:pt x="17931" y="2844"/>
                  </a:lnTo>
                  <a:lnTo>
                    <a:pt x="18021" y="2691"/>
                  </a:lnTo>
                  <a:lnTo>
                    <a:pt x="18098" y="2537"/>
                  </a:lnTo>
                  <a:lnTo>
                    <a:pt x="18162" y="2358"/>
                  </a:lnTo>
                  <a:lnTo>
                    <a:pt x="18213" y="2191"/>
                  </a:lnTo>
                  <a:lnTo>
                    <a:pt x="18239" y="2012"/>
                  </a:lnTo>
                  <a:lnTo>
                    <a:pt x="18239" y="1820"/>
                  </a:lnTo>
                  <a:lnTo>
                    <a:pt x="18239" y="1640"/>
                  </a:lnTo>
                  <a:lnTo>
                    <a:pt x="18213" y="1448"/>
                  </a:lnTo>
                  <a:lnTo>
                    <a:pt x="18162" y="1282"/>
                  </a:lnTo>
                  <a:lnTo>
                    <a:pt x="18098" y="1115"/>
                  </a:lnTo>
                  <a:lnTo>
                    <a:pt x="18021" y="949"/>
                  </a:lnTo>
                  <a:lnTo>
                    <a:pt x="17931" y="795"/>
                  </a:lnTo>
                  <a:lnTo>
                    <a:pt x="17829" y="667"/>
                  </a:lnTo>
                  <a:lnTo>
                    <a:pt x="17713" y="526"/>
                  </a:lnTo>
                  <a:lnTo>
                    <a:pt x="17585" y="411"/>
                  </a:lnTo>
                  <a:lnTo>
                    <a:pt x="17444" y="308"/>
                  </a:lnTo>
                  <a:lnTo>
                    <a:pt x="17291" y="219"/>
                  </a:lnTo>
                  <a:lnTo>
                    <a:pt x="17124" y="142"/>
                  </a:lnTo>
                  <a:lnTo>
                    <a:pt x="16958" y="78"/>
                  </a:lnTo>
                  <a:lnTo>
                    <a:pt x="16791" y="39"/>
                  </a:lnTo>
                  <a:lnTo>
                    <a:pt x="1661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38"/>
            <p:cNvSpPr/>
            <p:nvPr/>
          </p:nvSpPr>
          <p:spPr>
            <a:xfrm>
              <a:off x="2133571" y="3224317"/>
              <a:ext cx="152460" cy="183394"/>
            </a:xfrm>
            <a:custGeom>
              <a:avLst/>
              <a:gdLst/>
              <a:ahLst/>
              <a:cxnLst/>
              <a:rect l="l" t="t" r="r" b="b"/>
              <a:pathLst>
                <a:path w="3036" h="3652" extrusionOk="0">
                  <a:moveTo>
                    <a:pt x="0" y="1"/>
                  </a:moveTo>
                  <a:lnTo>
                    <a:pt x="0" y="3651"/>
                  </a:lnTo>
                  <a:lnTo>
                    <a:pt x="3035" y="3651"/>
                  </a:lnTo>
                  <a:lnTo>
                    <a:pt x="3035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38"/>
            <p:cNvSpPr/>
            <p:nvPr/>
          </p:nvSpPr>
          <p:spPr>
            <a:xfrm>
              <a:off x="1828053" y="3224317"/>
              <a:ext cx="152460" cy="183394"/>
            </a:xfrm>
            <a:custGeom>
              <a:avLst/>
              <a:gdLst/>
              <a:ahLst/>
              <a:cxnLst/>
              <a:rect l="l" t="t" r="r" b="b"/>
              <a:pathLst>
                <a:path w="3036" h="3652" extrusionOk="0">
                  <a:moveTo>
                    <a:pt x="0" y="1"/>
                  </a:moveTo>
                  <a:lnTo>
                    <a:pt x="0" y="3651"/>
                  </a:lnTo>
                  <a:lnTo>
                    <a:pt x="3036" y="3651"/>
                  </a:lnTo>
                  <a:lnTo>
                    <a:pt x="3036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38"/>
            <p:cNvSpPr/>
            <p:nvPr/>
          </p:nvSpPr>
          <p:spPr>
            <a:xfrm>
              <a:off x="2438386" y="3224317"/>
              <a:ext cx="153163" cy="183394"/>
            </a:xfrm>
            <a:custGeom>
              <a:avLst/>
              <a:gdLst/>
              <a:ahLst/>
              <a:cxnLst/>
              <a:rect l="l" t="t" r="r" b="b"/>
              <a:pathLst>
                <a:path w="3050" h="3652" extrusionOk="0">
                  <a:moveTo>
                    <a:pt x="1" y="1"/>
                  </a:moveTo>
                  <a:lnTo>
                    <a:pt x="1" y="3651"/>
                  </a:lnTo>
                  <a:lnTo>
                    <a:pt x="3049" y="3651"/>
                  </a:lnTo>
                  <a:lnTo>
                    <a:pt x="3049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38"/>
            <p:cNvSpPr/>
            <p:nvPr/>
          </p:nvSpPr>
          <p:spPr>
            <a:xfrm>
              <a:off x="1904583" y="3672000"/>
              <a:ext cx="610444" cy="83010"/>
            </a:xfrm>
            <a:custGeom>
              <a:avLst/>
              <a:gdLst/>
              <a:ahLst/>
              <a:cxnLst/>
              <a:rect l="l" t="t" r="r" b="b"/>
              <a:pathLst>
                <a:path w="12156" h="1653" extrusionOk="0">
                  <a:moveTo>
                    <a:pt x="0" y="0"/>
                  </a:moveTo>
                  <a:lnTo>
                    <a:pt x="0" y="167"/>
                  </a:lnTo>
                  <a:lnTo>
                    <a:pt x="26" y="333"/>
                  </a:lnTo>
                  <a:lnTo>
                    <a:pt x="64" y="487"/>
                  </a:lnTo>
                  <a:lnTo>
                    <a:pt x="128" y="641"/>
                  </a:lnTo>
                  <a:lnTo>
                    <a:pt x="193" y="781"/>
                  </a:lnTo>
                  <a:lnTo>
                    <a:pt x="269" y="922"/>
                  </a:lnTo>
                  <a:lnTo>
                    <a:pt x="372" y="1050"/>
                  </a:lnTo>
                  <a:lnTo>
                    <a:pt x="474" y="1166"/>
                  </a:lnTo>
                  <a:lnTo>
                    <a:pt x="590" y="1268"/>
                  </a:lnTo>
                  <a:lnTo>
                    <a:pt x="718" y="1371"/>
                  </a:lnTo>
                  <a:lnTo>
                    <a:pt x="859" y="1447"/>
                  </a:lnTo>
                  <a:lnTo>
                    <a:pt x="999" y="1512"/>
                  </a:lnTo>
                  <a:lnTo>
                    <a:pt x="1153" y="1576"/>
                  </a:lnTo>
                  <a:lnTo>
                    <a:pt x="1307" y="1614"/>
                  </a:lnTo>
                  <a:lnTo>
                    <a:pt x="1473" y="1640"/>
                  </a:lnTo>
                  <a:lnTo>
                    <a:pt x="1640" y="1652"/>
                  </a:lnTo>
                  <a:lnTo>
                    <a:pt x="10516" y="1652"/>
                  </a:lnTo>
                  <a:lnTo>
                    <a:pt x="10682" y="1640"/>
                  </a:lnTo>
                  <a:lnTo>
                    <a:pt x="10849" y="1614"/>
                  </a:lnTo>
                  <a:lnTo>
                    <a:pt x="11002" y="1576"/>
                  </a:lnTo>
                  <a:lnTo>
                    <a:pt x="11156" y="1512"/>
                  </a:lnTo>
                  <a:lnTo>
                    <a:pt x="11297" y="1447"/>
                  </a:lnTo>
                  <a:lnTo>
                    <a:pt x="11438" y="1371"/>
                  </a:lnTo>
                  <a:lnTo>
                    <a:pt x="11553" y="1268"/>
                  </a:lnTo>
                  <a:lnTo>
                    <a:pt x="11681" y="1166"/>
                  </a:lnTo>
                  <a:lnTo>
                    <a:pt x="11784" y="1050"/>
                  </a:lnTo>
                  <a:lnTo>
                    <a:pt x="11873" y="922"/>
                  </a:lnTo>
                  <a:lnTo>
                    <a:pt x="11963" y="781"/>
                  </a:lnTo>
                  <a:lnTo>
                    <a:pt x="12027" y="641"/>
                  </a:lnTo>
                  <a:lnTo>
                    <a:pt x="12078" y="487"/>
                  </a:lnTo>
                  <a:lnTo>
                    <a:pt x="12117" y="333"/>
                  </a:lnTo>
                  <a:lnTo>
                    <a:pt x="12142" y="167"/>
                  </a:lnTo>
                  <a:lnTo>
                    <a:pt x="12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38"/>
            <p:cNvSpPr/>
            <p:nvPr/>
          </p:nvSpPr>
          <p:spPr>
            <a:xfrm>
              <a:off x="2034494" y="3754958"/>
              <a:ext cx="350568" cy="274690"/>
            </a:xfrm>
            <a:custGeom>
              <a:avLst/>
              <a:gdLst/>
              <a:ahLst/>
              <a:cxnLst/>
              <a:rect l="l" t="t" r="r" b="b"/>
              <a:pathLst>
                <a:path w="6981" h="5470" extrusionOk="0">
                  <a:moveTo>
                    <a:pt x="1" y="0"/>
                  </a:moveTo>
                  <a:lnTo>
                    <a:pt x="1" y="5469"/>
                  </a:lnTo>
                  <a:lnTo>
                    <a:pt x="6981" y="5469"/>
                  </a:lnTo>
                  <a:lnTo>
                    <a:pt x="6981" y="0"/>
                  </a:lnTo>
                  <a:close/>
                </a:path>
              </a:pathLst>
            </a:custGeom>
            <a:solidFill>
              <a:srgbClr val="79B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38"/>
            <p:cNvSpPr/>
            <p:nvPr/>
          </p:nvSpPr>
          <p:spPr>
            <a:xfrm>
              <a:off x="2034494" y="3846302"/>
              <a:ext cx="350568" cy="91346"/>
            </a:xfrm>
            <a:custGeom>
              <a:avLst/>
              <a:gdLst/>
              <a:ahLst/>
              <a:cxnLst/>
              <a:rect l="l" t="t" r="r" b="b"/>
              <a:pathLst>
                <a:path w="6981" h="1819" extrusionOk="0">
                  <a:moveTo>
                    <a:pt x="1" y="0"/>
                  </a:moveTo>
                  <a:lnTo>
                    <a:pt x="1" y="1819"/>
                  </a:lnTo>
                  <a:lnTo>
                    <a:pt x="6981" y="1819"/>
                  </a:lnTo>
                  <a:lnTo>
                    <a:pt x="698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38"/>
            <p:cNvSpPr/>
            <p:nvPr/>
          </p:nvSpPr>
          <p:spPr>
            <a:xfrm>
              <a:off x="1226658" y="4029593"/>
              <a:ext cx="1965613" cy="702392"/>
            </a:xfrm>
            <a:custGeom>
              <a:avLst/>
              <a:gdLst/>
              <a:ahLst/>
              <a:cxnLst/>
              <a:rect l="l" t="t" r="r" b="b"/>
              <a:pathLst>
                <a:path w="39142" h="13987" extrusionOk="0">
                  <a:moveTo>
                    <a:pt x="6097" y="0"/>
                  </a:moveTo>
                  <a:lnTo>
                    <a:pt x="5764" y="26"/>
                  </a:lnTo>
                  <a:lnTo>
                    <a:pt x="5444" y="77"/>
                  </a:lnTo>
                  <a:lnTo>
                    <a:pt x="5137" y="128"/>
                  </a:lnTo>
                  <a:lnTo>
                    <a:pt x="4817" y="205"/>
                  </a:lnTo>
                  <a:lnTo>
                    <a:pt x="4522" y="282"/>
                  </a:lnTo>
                  <a:lnTo>
                    <a:pt x="4215" y="385"/>
                  </a:lnTo>
                  <a:lnTo>
                    <a:pt x="3933" y="500"/>
                  </a:lnTo>
                  <a:lnTo>
                    <a:pt x="3638" y="628"/>
                  </a:lnTo>
                  <a:lnTo>
                    <a:pt x="3369" y="769"/>
                  </a:lnTo>
                  <a:lnTo>
                    <a:pt x="3100" y="923"/>
                  </a:lnTo>
                  <a:lnTo>
                    <a:pt x="2831" y="1089"/>
                  </a:lnTo>
                  <a:lnTo>
                    <a:pt x="2588" y="1268"/>
                  </a:lnTo>
                  <a:lnTo>
                    <a:pt x="2345" y="1460"/>
                  </a:lnTo>
                  <a:lnTo>
                    <a:pt x="2114" y="1665"/>
                  </a:lnTo>
                  <a:lnTo>
                    <a:pt x="1884" y="1883"/>
                  </a:lnTo>
                  <a:lnTo>
                    <a:pt x="1679" y="2101"/>
                  </a:lnTo>
                  <a:lnTo>
                    <a:pt x="1474" y="2331"/>
                  </a:lnTo>
                  <a:lnTo>
                    <a:pt x="1282" y="2575"/>
                  </a:lnTo>
                  <a:lnTo>
                    <a:pt x="1102" y="2831"/>
                  </a:lnTo>
                  <a:lnTo>
                    <a:pt x="936" y="3087"/>
                  </a:lnTo>
                  <a:lnTo>
                    <a:pt x="782" y="3356"/>
                  </a:lnTo>
                  <a:lnTo>
                    <a:pt x="641" y="3638"/>
                  </a:lnTo>
                  <a:lnTo>
                    <a:pt x="513" y="3920"/>
                  </a:lnTo>
                  <a:lnTo>
                    <a:pt x="398" y="4214"/>
                  </a:lnTo>
                  <a:lnTo>
                    <a:pt x="296" y="4509"/>
                  </a:lnTo>
                  <a:lnTo>
                    <a:pt x="206" y="4816"/>
                  </a:lnTo>
                  <a:lnTo>
                    <a:pt x="129" y="5124"/>
                  </a:lnTo>
                  <a:lnTo>
                    <a:pt x="78" y="5444"/>
                  </a:lnTo>
                  <a:lnTo>
                    <a:pt x="39" y="5764"/>
                  </a:lnTo>
                  <a:lnTo>
                    <a:pt x="14" y="6084"/>
                  </a:lnTo>
                  <a:lnTo>
                    <a:pt x="1" y="6417"/>
                  </a:lnTo>
                  <a:lnTo>
                    <a:pt x="1" y="13987"/>
                  </a:lnTo>
                  <a:lnTo>
                    <a:pt x="39142" y="13987"/>
                  </a:lnTo>
                  <a:lnTo>
                    <a:pt x="39142" y="6417"/>
                  </a:lnTo>
                  <a:lnTo>
                    <a:pt x="39142" y="6084"/>
                  </a:lnTo>
                  <a:lnTo>
                    <a:pt x="39116" y="5764"/>
                  </a:lnTo>
                  <a:lnTo>
                    <a:pt x="39078" y="5444"/>
                  </a:lnTo>
                  <a:lnTo>
                    <a:pt x="39014" y="5124"/>
                  </a:lnTo>
                  <a:lnTo>
                    <a:pt x="38950" y="4816"/>
                  </a:lnTo>
                  <a:lnTo>
                    <a:pt x="38860" y="4509"/>
                  </a:lnTo>
                  <a:lnTo>
                    <a:pt x="38758" y="4214"/>
                  </a:lnTo>
                  <a:lnTo>
                    <a:pt x="38642" y="3920"/>
                  </a:lnTo>
                  <a:lnTo>
                    <a:pt x="38514" y="3638"/>
                  </a:lnTo>
                  <a:lnTo>
                    <a:pt x="38373" y="3356"/>
                  </a:lnTo>
                  <a:lnTo>
                    <a:pt x="38220" y="3087"/>
                  </a:lnTo>
                  <a:lnTo>
                    <a:pt x="38053" y="2831"/>
                  </a:lnTo>
                  <a:lnTo>
                    <a:pt x="37874" y="2575"/>
                  </a:lnTo>
                  <a:lnTo>
                    <a:pt x="37682" y="2331"/>
                  </a:lnTo>
                  <a:lnTo>
                    <a:pt x="37477" y="2101"/>
                  </a:lnTo>
                  <a:lnTo>
                    <a:pt x="37272" y="1883"/>
                  </a:lnTo>
                  <a:lnTo>
                    <a:pt x="37041" y="1665"/>
                  </a:lnTo>
                  <a:lnTo>
                    <a:pt x="36811" y="1460"/>
                  </a:lnTo>
                  <a:lnTo>
                    <a:pt x="36567" y="1268"/>
                  </a:lnTo>
                  <a:lnTo>
                    <a:pt x="36311" y="1089"/>
                  </a:lnTo>
                  <a:lnTo>
                    <a:pt x="36055" y="923"/>
                  </a:lnTo>
                  <a:lnTo>
                    <a:pt x="35786" y="769"/>
                  </a:lnTo>
                  <a:lnTo>
                    <a:pt x="35504" y="628"/>
                  </a:lnTo>
                  <a:lnTo>
                    <a:pt x="35223" y="500"/>
                  </a:lnTo>
                  <a:lnTo>
                    <a:pt x="34928" y="385"/>
                  </a:lnTo>
                  <a:lnTo>
                    <a:pt x="34633" y="282"/>
                  </a:lnTo>
                  <a:lnTo>
                    <a:pt x="34326" y="205"/>
                  </a:lnTo>
                  <a:lnTo>
                    <a:pt x="34019" y="128"/>
                  </a:lnTo>
                  <a:lnTo>
                    <a:pt x="33698" y="77"/>
                  </a:lnTo>
                  <a:lnTo>
                    <a:pt x="33378" y="26"/>
                  </a:lnTo>
                  <a:lnTo>
                    <a:pt x="33058" y="0"/>
                  </a:lnTo>
                  <a:close/>
                </a:path>
              </a:pathLst>
            </a:custGeom>
            <a:solidFill>
              <a:srgbClr val="79B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9" name="Google Shape;1969;p38"/>
          <p:cNvGrpSpPr/>
          <p:nvPr/>
        </p:nvGrpSpPr>
        <p:grpSpPr>
          <a:xfrm>
            <a:off x="457188" y="1105450"/>
            <a:ext cx="2653511" cy="678049"/>
            <a:chOff x="457188" y="1105450"/>
            <a:chExt cx="2653511" cy="678049"/>
          </a:xfrm>
        </p:grpSpPr>
        <p:sp>
          <p:nvSpPr>
            <p:cNvPr id="1970" name="Google Shape;1970;p38"/>
            <p:cNvSpPr/>
            <p:nvPr/>
          </p:nvSpPr>
          <p:spPr>
            <a:xfrm>
              <a:off x="2514599" y="1187399"/>
              <a:ext cx="596100" cy="596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>
                <a:solidFill>
                  <a:schemeClr val="lt1"/>
                </a:solidFill>
              </a:endParaRPr>
            </a:p>
          </p:txBody>
        </p:sp>
        <p:grpSp>
          <p:nvGrpSpPr>
            <p:cNvPr id="1971" name="Google Shape;1971;p38"/>
            <p:cNvGrpSpPr/>
            <p:nvPr/>
          </p:nvGrpSpPr>
          <p:grpSpPr>
            <a:xfrm>
              <a:off x="457188" y="1105450"/>
              <a:ext cx="2057413" cy="673388"/>
              <a:chOff x="3969538" y="1108688"/>
              <a:chExt cx="2057413" cy="673388"/>
            </a:xfrm>
          </p:grpSpPr>
          <p:sp>
            <p:nvSpPr>
              <p:cNvPr id="1972" name="Google Shape;1972;p38"/>
              <p:cNvSpPr txBox="1"/>
              <p:nvPr/>
            </p:nvSpPr>
            <p:spPr>
              <a:xfrm>
                <a:off x="3969551" y="1108688"/>
                <a:ext cx="2057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Predict trends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973" name="Google Shape;1973;p38"/>
              <p:cNvSpPr txBox="1"/>
              <p:nvPr/>
            </p:nvSpPr>
            <p:spPr>
              <a:xfrm>
                <a:off x="3969538" y="1450275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Venus has a beautiful name, but it’s hot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974" name="Google Shape;1974;p38"/>
          <p:cNvGrpSpPr/>
          <p:nvPr/>
        </p:nvGrpSpPr>
        <p:grpSpPr>
          <a:xfrm>
            <a:off x="6033300" y="1105450"/>
            <a:ext cx="2653500" cy="678050"/>
            <a:chOff x="6033300" y="1105450"/>
            <a:chExt cx="2653500" cy="678050"/>
          </a:xfrm>
        </p:grpSpPr>
        <p:grpSp>
          <p:nvGrpSpPr>
            <p:cNvPr id="1975" name="Google Shape;1975;p38"/>
            <p:cNvGrpSpPr/>
            <p:nvPr/>
          </p:nvGrpSpPr>
          <p:grpSpPr>
            <a:xfrm>
              <a:off x="6629400" y="1105450"/>
              <a:ext cx="2057400" cy="671238"/>
              <a:chOff x="5976875" y="700383"/>
              <a:chExt cx="2057400" cy="671238"/>
            </a:xfrm>
          </p:grpSpPr>
          <p:sp>
            <p:nvSpPr>
              <p:cNvPr id="1976" name="Google Shape;1976;p38"/>
              <p:cNvSpPr txBox="1"/>
              <p:nvPr/>
            </p:nvSpPr>
            <p:spPr>
              <a:xfrm>
                <a:off x="5976875" y="700383"/>
                <a:ext cx="2057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Innovation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977" name="Google Shape;1977;p38"/>
              <p:cNvSpPr txBox="1"/>
              <p:nvPr/>
            </p:nvSpPr>
            <p:spPr>
              <a:xfrm>
                <a:off x="6053048" y="103982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Despite being red, Mars is a cold place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978" name="Google Shape;1978;p38"/>
            <p:cNvSpPr/>
            <p:nvPr/>
          </p:nvSpPr>
          <p:spPr>
            <a:xfrm>
              <a:off x="6033300" y="1187400"/>
              <a:ext cx="596100" cy="596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1979" name="Google Shape;1979;p38"/>
          <p:cNvGrpSpPr/>
          <p:nvPr/>
        </p:nvGrpSpPr>
        <p:grpSpPr>
          <a:xfrm>
            <a:off x="457198" y="2579175"/>
            <a:ext cx="2653500" cy="682835"/>
            <a:chOff x="457198" y="2502863"/>
            <a:chExt cx="2653500" cy="682835"/>
          </a:xfrm>
        </p:grpSpPr>
        <p:grpSp>
          <p:nvGrpSpPr>
            <p:cNvPr id="1980" name="Google Shape;1980;p38"/>
            <p:cNvGrpSpPr/>
            <p:nvPr/>
          </p:nvGrpSpPr>
          <p:grpSpPr>
            <a:xfrm>
              <a:off x="457198" y="2502863"/>
              <a:ext cx="2057402" cy="673397"/>
              <a:chOff x="3581360" y="1153915"/>
              <a:chExt cx="2057402" cy="673397"/>
            </a:xfrm>
          </p:grpSpPr>
          <p:sp>
            <p:nvSpPr>
              <p:cNvPr id="1981" name="Google Shape;1981;p38"/>
              <p:cNvSpPr txBox="1"/>
              <p:nvPr/>
            </p:nvSpPr>
            <p:spPr>
              <a:xfrm>
                <a:off x="3581362" y="1153915"/>
                <a:ext cx="2057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Target segmentation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982" name="Google Shape;1982;p38"/>
              <p:cNvSpPr txBox="1"/>
              <p:nvPr/>
            </p:nvSpPr>
            <p:spPr>
              <a:xfrm>
                <a:off x="3581360" y="1495513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Mercury is the closest planet to the Sun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983" name="Google Shape;1983;p38"/>
            <p:cNvSpPr/>
            <p:nvPr/>
          </p:nvSpPr>
          <p:spPr>
            <a:xfrm>
              <a:off x="2514598" y="2589598"/>
              <a:ext cx="596100" cy="596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1984" name="Google Shape;1984;p38"/>
          <p:cNvGrpSpPr/>
          <p:nvPr/>
        </p:nvGrpSpPr>
        <p:grpSpPr>
          <a:xfrm>
            <a:off x="457198" y="4057675"/>
            <a:ext cx="2653501" cy="673408"/>
            <a:chOff x="457198" y="4057675"/>
            <a:chExt cx="2653501" cy="673408"/>
          </a:xfrm>
        </p:grpSpPr>
        <p:grpSp>
          <p:nvGrpSpPr>
            <p:cNvPr id="1985" name="Google Shape;1985;p38"/>
            <p:cNvGrpSpPr/>
            <p:nvPr/>
          </p:nvGrpSpPr>
          <p:grpSpPr>
            <a:xfrm>
              <a:off x="457198" y="4057675"/>
              <a:ext cx="2057402" cy="673408"/>
              <a:chOff x="3581360" y="2254813"/>
              <a:chExt cx="2057402" cy="673408"/>
            </a:xfrm>
          </p:grpSpPr>
          <p:sp>
            <p:nvSpPr>
              <p:cNvPr id="1986" name="Google Shape;1986;p38"/>
              <p:cNvSpPr txBox="1"/>
              <p:nvPr/>
            </p:nvSpPr>
            <p:spPr>
              <a:xfrm>
                <a:off x="3581362" y="2254813"/>
                <a:ext cx="2057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Advert segmentation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987" name="Google Shape;1987;p38"/>
              <p:cNvSpPr txBox="1"/>
              <p:nvPr/>
            </p:nvSpPr>
            <p:spPr>
              <a:xfrm>
                <a:off x="3581360" y="259642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The Earth is the third planet from the Sun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988" name="Google Shape;1988;p38"/>
            <p:cNvSpPr/>
            <p:nvPr/>
          </p:nvSpPr>
          <p:spPr>
            <a:xfrm>
              <a:off x="2514598" y="4134898"/>
              <a:ext cx="596100" cy="596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05</a:t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1989" name="Google Shape;1989;p38"/>
          <p:cNvGrpSpPr/>
          <p:nvPr/>
        </p:nvGrpSpPr>
        <p:grpSpPr>
          <a:xfrm>
            <a:off x="6033300" y="2564975"/>
            <a:ext cx="2653510" cy="711251"/>
            <a:chOff x="6033300" y="2501799"/>
            <a:chExt cx="2653510" cy="711251"/>
          </a:xfrm>
        </p:grpSpPr>
        <p:grpSp>
          <p:nvGrpSpPr>
            <p:cNvPr id="1990" name="Google Shape;1990;p38"/>
            <p:cNvGrpSpPr/>
            <p:nvPr/>
          </p:nvGrpSpPr>
          <p:grpSpPr>
            <a:xfrm>
              <a:off x="6629400" y="2501799"/>
              <a:ext cx="2057410" cy="673391"/>
              <a:chOff x="6629450" y="2628889"/>
              <a:chExt cx="2057410" cy="673391"/>
            </a:xfrm>
          </p:grpSpPr>
          <p:sp>
            <p:nvSpPr>
              <p:cNvPr id="1991" name="Google Shape;1991;p38"/>
              <p:cNvSpPr txBox="1"/>
              <p:nvPr/>
            </p:nvSpPr>
            <p:spPr>
              <a:xfrm>
                <a:off x="6629450" y="2628889"/>
                <a:ext cx="2057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Cost reduction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992" name="Google Shape;1992;p38"/>
              <p:cNvSpPr txBox="1"/>
              <p:nvPr/>
            </p:nvSpPr>
            <p:spPr>
              <a:xfrm>
                <a:off x="6705660" y="2970479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Neptune is very far away from the Sun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993" name="Google Shape;1993;p38"/>
            <p:cNvSpPr/>
            <p:nvPr/>
          </p:nvSpPr>
          <p:spPr>
            <a:xfrm>
              <a:off x="6033300" y="2616950"/>
              <a:ext cx="596100" cy="5961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1994" name="Google Shape;1994;p38"/>
          <p:cNvGrpSpPr/>
          <p:nvPr/>
        </p:nvGrpSpPr>
        <p:grpSpPr>
          <a:xfrm>
            <a:off x="6033300" y="4057700"/>
            <a:ext cx="2653500" cy="674275"/>
            <a:chOff x="6033300" y="4057700"/>
            <a:chExt cx="2653500" cy="674275"/>
          </a:xfrm>
        </p:grpSpPr>
        <p:grpSp>
          <p:nvGrpSpPr>
            <p:cNvPr id="1995" name="Google Shape;1995;p38"/>
            <p:cNvGrpSpPr/>
            <p:nvPr/>
          </p:nvGrpSpPr>
          <p:grpSpPr>
            <a:xfrm>
              <a:off x="6629400" y="4057700"/>
              <a:ext cx="2057400" cy="673392"/>
              <a:chOff x="6629450" y="4058588"/>
              <a:chExt cx="2057400" cy="673392"/>
            </a:xfrm>
          </p:grpSpPr>
          <p:sp>
            <p:nvSpPr>
              <p:cNvPr id="1996" name="Google Shape;1996;p38"/>
              <p:cNvSpPr txBox="1"/>
              <p:nvPr/>
            </p:nvSpPr>
            <p:spPr>
              <a:xfrm>
                <a:off x="6629450" y="4058588"/>
                <a:ext cx="2057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Customer relations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997" name="Google Shape;1997;p38"/>
              <p:cNvSpPr txBox="1"/>
              <p:nvPr/>
            </p:nvSpPr>
            <p:spPr>
              <a:xfrm>
                <a:off x="6705623" y="4400179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Jupiter is the biggest planet of them all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998" name="Google Shape;1998;p38"/>
            <p:cNvSpPr/>
            <p:nvPr/>
          </p:nvSpPr>
          <p:spPr>
            <a:xfrm>
              <a:off x="6033300" y="4135875"/>
              <a:ext cx="596100" cy="59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06</a:t>
              </a:r>
              <a:endParaRPr sz="1800">
                <a:solidFill>
                  <a:schemeClr val="lt1"/>
                </a:solidFill>
              </a:endParaRPr>
            </a:p>
          </p:txBody>
        </p:sp>
      </p:grpSp>
      <p:sp>
        <p:nvSpPr>
          <p:cNvPr id="1999" name="Google Shape;1999;p38"/>
          <p:cNvSpPr txBox="1"/>
          <p:nvPr/>
        </p:nvSpPr>
        <p:spPr>
          <a:xfrm>
            <a:off x="3667125" y="4267750"/>
            <a:ext cx="18096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ML for business</a:t>
            </a: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p39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sp>
        <p:nvSpPr>
          <p:cNvPr id="2005" name="Google Shape;2005;p39"/>
          <p:cNvSpPr/>
          <p:nvPr/>
        </p:nvSpPr>
        <p:spPr>
          <a:xfrm>
            <a:off x="2612225" y="1019175"/>
            <a:ext cx="3931500" cy="703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6" name="Google Shape;2006;p39"/>
          <p:cNvSpPr txBox="1"/>
          <p:nvPr/>
        </p:nvSpPr>
        <p:spPr>
          <a:xfrm>
            <a:off x="2755050" y="1090650"/>
            <a:ext cx="36456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Machine learning application example</a:t>
            </a:r>
            <a:endParaRPr sz="18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2007" name="Google Shape;2007;p39"/>
          <p:cNvGrpSpPr/>
          <p:nvPr/>
        </p:nvGrpSpPr>
        <p:grpSpPr>
          <a:xfrm>
            <a:off x="1042228" y="2105026"/>
            <a:ext cx="771000" cy="771000"/>
            <a:chOff x="1042228" y="2105026"/>
            <a:chExt cx="771000" cy="771000"/>
          </a:xfrm>
        </p:grpSpPr>
        <p:sp>
          <p:nvSpPr>
            <p:cNvPr id="2008" name="Google Shape;2008;p39"/>
            <p:cNvSpPr/>
            <p:nvPr/>
          </p:nvSpPr>
          <p:spPr>
            <a:xfrm>
              <a:off x="1042228" y="2105026"/>
              <a:ext cx="771000" cy="7710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009" name="Google Shape;2009;p39"/>
            <p:cNvSpPr/>
            <p:nvPr/>
          </p:nvSpPr>
          <p:spPr>
            <a:xfrm>
              <a:off x="1233277" y="2331938"/>
              <a:ext cx="388846" cy="317145"/>
            </a:xfrm>
            <a:custGeom>
              <a:avLst/>
              <a:gdLst/>
              <a:ahLst/>
              <a:cxnLst/>
              <a:rect l="l" t="t" r="r" b="b"/>
              <a:pathLst>
                <a:path w="19122" h="15596" extrusionOk="0">
                  <a:moveTo>
                    <a:pt x="12981" y="0"/>
                  </a:moveTo>
                  <a:cubicBezTo>
                    <a:pt x="12091" y="0"/>
                    <a:pt x="10821" y="352"/>
                    <a:pt x="9915" y="1352"/>
                  </a:cubicBezTo>
                  <a:cubicBezTo>
                    <a:pt x="9203" y="2141"/>
                    <a:pt x="8847" y="3174"/>
                    <a:pt x="8856" y="4430"/>
                  </a:cubicBezTo>
                  <a:cubicBezTo>
                    <a:pt x="6243" y="4110"/>
                    <a:pt x="4101" y="2933"/>
                    <a:pt x="2323" y="846"/>
                  </a:cubicBezTo>
                  <a:cubicBezTo>
                    <a:pt x="2216" y="723"/>
                    <a:pt x="2064" y="650"/>
                    <a:pt x="1902" y="650"/>
                  </a:cubicBezTo>
                  <a:cubicBezTo>
                    <a:pt x="1875" y="650"/>
                    <a:pt x="1848" y="652"/>
                    <a:pt x="1820" y="656"/>
                  </a:cubicBezTo>
                  <a:cubicBezTo>
                    <a:pt x="1631" y="683"/>
                    <a:pt x="1468" y="805"/>
                    <a:pt x="1391" y="977"/>
                  </a:cubicBezTo>
                  <a:cubicBezTo>
                    <a:pt x="695" y="2512"/>
                    <a:pt x="701" y="3895"/>
                    <a:pt x="1403" y="5113"/>
                  </a:cubicBezTo>
                  <a:cubicBezTo>
                    <a:pt x="1389" y="5111"/>
                    <a:pt x="1374" y="5111"/>
                    <a:pt x="1360" y="5111"/>
                  </a:cubicBezTo>
                  <a:cubicBezTo>
                    <a:pt x="1076" y="5111"/>
                    <a:pt x="803" y="5375"/>
                    <a:pt x="824" y="5707"/>
                  </a:cubicBezTo>
                  <a:cubicBezTo>
                    <a:pt x="916" y="7101"/>
                    <a:pt x="1428" y="8182"/>
                    <a:pt x="2351" y="8934"/>
                  </a:cubicBezTo>
                  <a:cubicBezTo>
                    <a:pt x="2176" y="9073"/>
                    <a:pt x="2102" y="9307"/>
                    <a:pt x="2164" y="9524"/>
                  </a:cubicBezTo>
                  <a:cubicBezTo>
                    <a:pt x="2456" y="10535"/>
                    <a:pt x="3310" y="11633"/>
                    <a:pt x="4615" y="12155"/>
                  </a:cubicBezTo>
                  <a:cubicBezTo>
                    <a:pt x="3657" y="12655"/>
                    <a:pt x="2516" y="12903"/>
                    <a:pt x="1345" y="12903"/>
                  </a:cubicBezTo>
                  <a:cubicBezTo>
                    <a:pt x="1111" y="12903"/>
                    <a:pt x="876" y="12893"/>
                    <a:pt x="641" y="12873"/>
                  </a:cubicBezTo>
                  <a:cubicBezTo>
                    <a:pt x="628" y="12872"/>
                    <a:pt x="615" y="12872"/>
                    <a:pt x="603" y="12872"/>
                  </a:cubicBezTo>
                  <a:cubicBezTo>
                    <a:pt x="362" y="12872"/>
                    <a:pt x="155" y="13031"/>
                    <a:pt x="78" y="13266"/>
                  </a:cubicBezTo>
                  <a:cubicBezTo>
                    <a:pt x="0" y="13512"/>
                    <a:pt x="113" y="13788"/>
                    <a:pt x="334" y="13922"/>
                  </a:cubicBezTo>
                  <a:cubicBezTo>
                    <a:pt x="1162" y="14423"/>
                    <a:pt x="3243" y="15596"/>
                    <a:pt x="6294" y="15596"/>
                  </a:cubicBezTo>
                  <a:cubicBezTo>
                    <a:pt x="14568" y="15596"/>
                    <a:pt x="17244" y="8279"/>
                    <a:pt x="17244" y="4736"/>
                  </a:cubicBezTo>
                  <a:cubicBezTo>
                    <a:pt x="17241" y="4515"/>
                    <a:pt x="17243" y="4541"/>
                    <a:pt x="17230" y="4426"/>
                  </a:cubicBezTo>
                  <a:cubicBezTo>
                    <a:pt x="17250" y="4403"/>
                    <a:pt x="17326" y="4347"/>
                    <a:pt x="17386" y="4301"/>
                  </a:cubicBezTo>
                  <a:cubicBezTo>
                    <a:pt x="17696" y="4067"/>
                    <a:pt x="18237" y="3680"/>
                    <a:pt x="18983" y="2590"/>
                  </a:cubicBezTo>
                  <a:cubicBezTo>
                    <a:pt x="19121" y="2386"/>
                    <a:pt x="19111" y="2118"/>
                    <a:pt x="18957" y="1925"/>
                  </a:cubicBezTo>
                  <a:cubicBezTo>
                    <a:pt x="18840" y="1779"/>
                    <a:pt x="18708" y="1722"/>
                    <a:pt x="18558" y="1722"/>
                  </a:cubicBezTo>
                  <a:cubicBezTo>
                    <a:pt x="18451" y="1722"/>
                    <a:pt x="18336" y="1751"/>
                    <a:pt x="18212" y="1799"/>
                  </a:cubicBezTo>
                  <a:cubicBezTo>
                    <a:pt x="18352" y="1553"/>
                    <a:pt x="18467" y="1291"/>
                    <a:pt x="18559" y="1014"/>
                  </a:cubicBezTo>
                  <a:cubicBezTo>
                    <a:pt x="18631" y="800"/>
                    <a:pt x="18553" y="614"/>
                    <a:pt x="18382" y="465"/>
                  </a:cubicBezTo>
                  <a:cubicBezTo>
                    <a:pt x="18282" y="379"/>
                    <a:pt x="18151" y="335"/>
                    <a:pt x="18020" y="335"/>
                  </a:cubicBezTo>
                  <a:cubicBezTo>
                    <a:pt x="17928" y="335"/>
                    <a:pt x="17837" y="356"/>
                    <a:pt x="17754" y="398"/>
                  </a:cubicBezTo>
                  <a:cubicBezTo>
                    <a:pt x="16848" y="856"/>
                    <a:pt x="16172" y="1054"/>
                    <a:pt x="15873" y="1113"/>
                  </a:cubicBezTo>
                  <a:cubicBezTo>
                    <a:pt x="15090" y="395"/>
                    <a:pt x="14251" y="0"/>
                    <a:pt x="129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0" name="Google Shape;2010;p39"/>
          <p:cNvGrpSpPr/>
          <p:nvPr/>
        </p:nvGrpSpPr>
        <p:grpSpPr>
          <a:xfrm>
            <a:off x="3146974" y="2105013"/>
            <a:ext cx="771000" cy="771000"/>
            <a:chOff x="3146974" y="2105013"/>
            <a:chExt cx="771000" cy="771000"/>
          </a:xfrm>
        </p:grpSpPr>
        <p:sp>
          <p:nvSpPr>
            <p:cNvPr id="2011" name="Google Shape;2011;p39"/>
            <p:cNvSpPr/>
            <p:nvPr/>
          </p:nvSpPr>
          <p:spPr>
            <a:xfrm>
              <a:off x="3146974" y="2105013"/>
              <a:ext cx="771000" cy="7710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2012" name="Google Shape;2012;p39"/>
            <p:cNvGrpSpPr/>
            <p:nvPr/>
          </p:nvGrpSpPr>
          <p:grpSpPr>
            <a:xfrm>
              <a:off x="3355185" y="2313339"/>
              <a:ext cx="354586" cy="354343"/>
              <a:chOff x="-34004625" y="3585850"/>
              <a:chExt cx="292225" cy="292025"/>
            </a:xfrm>
          </p:grpSpPr>
          <p:sp>
            <p:nvSpPr>
              <p:cNvPr id="2013" name="Google Shape;2013;p39"/>
              <p:cNvSpPr/>
              <p:nvPr/>
            </p:nvSpPr>
            <p:spPr>
              <a:xfrm>
                <a:off x="-33832150" y="3585850"/>
                <a:ext cx="103200" cy="154200"/>
              </a:xfrm>
              <a:custGeom>
                <a:avLst/>
                <a:gdLst/>
                <a:ahLst/>
                <a:cxnLst/>
                <a:rect l="l" t="t" r="r" b="b"/>
                <a:pathLst>
                  <a:path w="4128" h="6168" extrusionOk="0">
                    <a:moveTo>
                      <a:pt x="2426" y="1"/>
                    </a:moveTo>
                    <a:cubicBezTo>
                      <a:pt x="2286" y="1"/>
                      <a:pt x="2136" y="77"/>
                      <a:pt x="2112" y="244"/>
                    </a:cubicBezTo>
                    <a:lnTo>
                      <a:pt x="64" y="5064"/>
                    </a:lnTo>
                    <a:cubicBezTo>
                      <a:pt x="1" y="5222"/>
                      <a:pt x="64" y="5474"/>
                      <a:pt x="253" y="5506"/>
                    </a:cubicBezTo>
                    <a:cubicBezTo>
                      <a:pt x="295" y="5531"/>
                      <a:pt x="342" y="5543"/>
                      <a:pt x="389" y="5543"/>
                    </a:cubicBezTo>
                    <a:cubicBezTo>
                      <a:pt x="517" y="5543"/>
                      <a:pt x="648" y="5455"/>
                      <a:pt x="694" y="5317"/>
                    </a:cubicBezTo>
                    <a:lnTo>
                      <a:pt x="1261" y="4025"/>
                    </a:lnTo>
                    <a:cubicBezTo>
                      <a:pt x="1419" y="4088"/>
                      <a:pt x="1576" y="4119"/>
                      <a:pt x="1765" y="4119"/>
                    </a:cubicBezTo>
                    <a:cubicBezTo>
                      <a:pt x="1891" y="4119"/>
                      <a:pt x="1986" y="4088"/>
                      <a:pt x="2112" y="4056"/>
                    </a:cubicBezTo>
                    <a:lnTo>
                      <a:pt x="2112" y="4844"/>
                    </a:lnTo>
                    <a:cubicBezTo>
                      <a:pt x="1450" y="4970"/>
                      <a:pt x="946" y="5506"/>
                      <a:pt x="789" y="6167"/>
                    </a:cubicBezTo>
                    <a:lnTo>
                      <a:pt x="4128" y="6167"/>
                    </a:lnTo>
                    <a:cubicBezTo>
                      <a:pt x="4002" y="5506"/>
                      <a:pt x="3466" y="5001"/>
                      <a:pt x="2773" y="4844"/>
                    </a:cubicBezTo>
                    <a:lnTo>
                      <a:pt x="2773" y="3143"/>
                    </a:lnTo>
                    <a:cubicBezTo>
                      <a:pt x="2773" y="2670"/>
                      <a:pt x="2458" y="2324"/>
                      <a:pt x="2080" y="2166"/>
                    </a:cubicBezTo>
                    <a:lnTo>
                      <a:pt x="2773" y="496"/>
                    </a:lnTo>
                    <a:cubicBezTo>
                      <a:pt x="2773" y="307"/>
                      <a:pt x="2710" y="118"/>
                      <a:pt x="2553" y="24"/>
                    </a:cubicBezTo>
                    <a:cubicBezTo>
                      <a:pt x="2515" y="8"/>
                      <a:pt x="2471" y="1"/>
                      <a:pt x="242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39"/>
              <p:cNvSpPr/>
              <p:nvPr/>
            </p:nvSpPr>
            <p:spPr>
              <a:xfrm>
                <a:off x="-34004625" y="3690400"/>
                <a:ext cx="155175" cy="187475"/>
              </a:xfrm>
              <a:custGeom>
                <a:avLst/>
                <a:gdLst/>
                <a:ahLst/>
                <a:cxnLst/>
                <a:rect l="l" t="t" r="r" b="b"/>
                <a:pathLst>
                  <a:path w="6207" h="7499" extrusionOk="0">
                    <a:moveTo>
                      <a:pt x="693" y="0"/>
                    </a:moveTo>
                    <a:cubicBezTo>
                      <a:pt x="315" y="0"/>
                      <a:pt x="0" y="315"/>
                      <a:pt x="0" y="662"/>
                    </a:cubicBezTo>
                    <a:lnTo>
                      <a:pt x="0" y="6490"/>
                    </a:lnTo>
                    <a:cubicBezTo>
                      <a:pt x="32" y="7026"/>
                      <a:pt x="504" y="7498"/>
                      <a:pt x="1103" y="7498"/>
                    </a:cubicBezTo>
                    <a:lnTo>
                      <a:pt x="6207" y="7498"/>
                    </a:lnTo>
                    <a:lnTo>
                      <a:pt x="6207" y="5797"/>
                    </a:lnTo>
                    <a:cubicBezTo>
                      <a:pt x="6207" y="5608"/>
                      <a:pt x="6049" y="5451"/>
                      <a:pt x="5860" y="5451"/>
                    </a:cubicBezTo>
                    <a:lnTo>
                      <a:pt x="1765" y="5451"/>
                    </a:lnTo>
                    <a:cubicBezTo>
                      <a:pt x="1576" y="5451"/>
                      <a:pt x="1418" y="5293"/>
                      <a:pt x="1418" y="5104"/>
                    </a:cubicBezTo>
                    <a:lnTo>
                      <a:pt x="1418" y="662"/>
                    </a:lnTo>
                    <a:cubicBezTo>
                      <a:pt x="1418" y="252"/>
                      <a:pt x="1103" y="0"/>
                      <a:pt x="69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39"/>
              <p:cNvSpPr/>
              <p:nvPr/>
            </p:nvSpPr>
            <p:spPr>
              <a:xfrm>
                <a:off x="-33936100" y="3621075"/>
                <a:ext cx="5120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2049" extrusionOk="0">
                    <a:moveTo>
                      <a:pt x="1040" y="1"/>
                    </a:moveTo>
                    <a:cubicBezTo>
                      <a:pt x="473" y="1"/>
                      <a:pt x="0" y="473"/>
                      <a:pt x="0" y="1041"/>
                    </a:cubicBezTo>
                    <a:cubicBezTo>
                      <a:pt x="0" y="1576"/>
                      <a:pt x="473" y="2049"/>
                      <a:pt x="1040" y="2049"/>
                    </a:cubicBezTo>
                    <a:cubicBezTo>
                      <a:pt x="1576" y="2049"/>
                      <a:pt x="2048" y="1576"/>
                      <a:pt x="2048" y="1041"/>
                    </a:cubicBezTo>
                    <a:cubicBezTo>
                      <a:pt x="2048" y="473"/>
                      <a:pt x="1607" y="1"/>
                      <a:pt x="104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39"/>
              <p:cNvSpPr/>
              <p:nvPr/>
            </p:nvSpPr>
            <p:spPr>
              <a:xfrm>
                <a:off x="-33952650" y="3690125"/>
                <a:ext cx="155975" cy="186950"/>
              </a:xfrm>
              <a:custGeom>
                <a:avLst/>
                <a:gdLst/>
                <a:ahLst/>
                <a:cxnLst/>
                <a:rect l="l" t="t" r="r" b="b"/>
                <a:pathLst>
                  <a:path w="6239" h="7478" extrusionOk="0">
                    <a:moveTo>
                      <a:pt x="1641" y="1"/>
                    </a:moveTo>
                    <a:cubicBezTo>
                      <a:pt x="1242" y="1"/>
                      <a:pt x="819" y="205"/>
                      <a:pt x="568" y="484"/>
                    </a:cubicBezTo>
                    <a:cubicBezTo>
                      <a:pt x="190" y="799"/>
                      <a:pt x="1" y="1209"/>
                      <a:pt x="1" y="1681"/>
                    </a:cubicBezTo>
                    <a:lnTo>
                      <a:pt x="1" y="4769"/>
                    </a:lnTo>
                    <a:lnTo>
                      <a:pt x="2679" y="4769"/>
                    </a:lnTo>
                    <a:cubicBezTo>
                      <a:pt x="2521" y="4359"/>
                      <a:pt x="2175" y="4107"/>
                      <a:pt x="1702" y="4107"/>
                    </a:cubicBezTo>
                    <a:lnTo>
                      <a:pt x="1040" y="4107"/>
                    </a:lnTo>
                    <a:cubicBezTo>
                      <a:pt x="820" y="4107"/>
                      <a:pt x="662" y="3949"/>
                      <a:pt x="662" y="3729"/>
                    </a:cubicBezTo>
                    <a:lnTo>
                      <a:pt x="662" y="2374"/>
                    </a:lnTo>
                    <a:cubicBezTo>
                      <a:pt x="662" y="2154"/>
                      <a:pt x="820" y="1996"/>
                      <a:pt x="1040" y="1996"/>
                    </a:cubicBezTo>
                    <a:cubicBezTo>
                      <a:pt x="1229" y="1996"/>
                      <a:pt x="1387" y="2154"/>
                      <a:pt x="1387" y="2374"/>
                    </a:cubicBezTo>
                    <a:lnTo>
                      <a:pt x="1387" y="3382"/>
                    </a:lnTo>
                    <a:lnTo>
                      <a:pt x="1733" y="3382"/>
                    </a:lnTo>
                    <a:cubicBezTo>
                      <a:pt x="2553" y="3382"/>
                      <a:pt x="3277" y="3981"/>
                      <a:pt x="3435" y="4769"/>
                    </a:cubicBezTo>
                    <a:lnTo>
                      <a:pt x="3813" y="4769"/>
                    </a:lnTo>
                    <a:cubicBezTo>
                      <a:pt x="4380" y="4769"/>
                      <a:pt x="4852" y="5241"/>
                      <a:pt x="4852" y="5777"/>
                    </a:cubicBezTo>
                    <a:lnTo>
                      <a:pt x="4852" y="7478"/>
                    </a:lnTo>
                    <a:lnTo>
                      <a:pt x="6239" y="7478"/>
                    </a:lnTo>
                    <a:lnTo>
                      <a:pt x="6239" y="5084"/>
                    </a:lnTo>
                    <a:cubicBezTo>
                      <a:pt x="6176" y="4580"/>
                      <a:pt x="5703" y="4107"/>
                      <a:pt x="5168" y="4107"/>
                    </a:cubicBezTo>
                    <a:lnTo>
                      <a:pt x="3781" y="4107"/>
                    </a:lnTo>
                    <a:cubicBezTo>
                      <a:pt x="3592" y="4107"/>
                      <a:pt x="3435" y="3949"/>
                      <a:pt x="3435" y="3729"/>
                    </a:cubicBezTo>
                    <a:lnTo>
                      <a:pt x="3435" y="1807"/>
                    </a:lnTo>
                    <a:cubicBezTo>
                      <a:pt x="3435" y="862"/>
                      <a:pt x="2710" y="43"/>
                      <a:pt x="1796" y="11"/>
                    </a:cubicBezTo>
                    <a:cubicBezTo>
                      <a:pt x="1745" y="4"/>
                      <a:pt x="1694" y="1"/>
                      <a:pt x="164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39"/>
              <p:cNvSpPr/>
              <p:nvPr/>
            </p:nvSpPr>
            <p:spPr>
              <a:xfrm>
                <a:off x="-33849475" y="3758125"/>
                <a:ext cx="137075" cy="331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1324" extrusionOk="0">
                    <a:moveTo>
                      <a:pt x="1" y="1"/>
                    </a:moveTo>
                    <a:lnTo>
                      <a:pt x="1" y="662"/>
                    </a:lnTo>
                    <a:lnTo>
                      <a:pt x="1041" y="662"/>
                    </a:lnTo>
                    <a:cubicBezTo>
                      <a:pt x="1576" y="662"/>
                      <a:pt x="2080" y="946"/>
                      <a:pt x="2395" y="1324"/>
                    </a:cubicBezTo>
                    <a:lnTo>
                      <a:pt x="5136" y="1324"/>
                    </a:lnTo>
                    <a:cubicBezTo>
                      <a:pt x="5325" y="1324"/>
                      <a:pt x="5483" y="1166"/>
                      <a:pt x="5483" y="977"/>
                    </a:cubicBezTo>
                    <a:lnTo>
                      <a:pt x="5483" y="316"/>
                    </a:lnTo>
                    <a:cubicBezTo>
                      <a:pt x="5483" y="158"/>
                      <a:pt x="5325" y="1"/>
                      <a:pt x="513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18" name="Google Shape;2018;p39"/>
          <p:cNvGrpSpPr/>
          <p:nvPr/>
        </p:nvGrpSpPr>
        <p:grpSpPr>
          <a:xfrm>
            <a:off x="5234624" y="2105013"/>
            <a:ext cx="771000" cy="771000"/>
            <a:chOff x="5234624" y="2105013"/>
            <a:chExt cx="771000" cy="771000"/>
          </a:xfrm>
        </p:grpSpPr>
        <p:sp>
          <p:nvSpPr>
            <p:cNvPr id="2019" name="Google Shape;2019;p39"/>
            <p:cNvSpPr/>
            <p:nvPr/>
          </p:nvSpPr>
          <p:spPr>
            <a:xfrm>
              <a:off x="5234624" y="2105013"/>
              <a:ext cx="771000" cy="7710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2020" name="Google Shape;2020;p39"/>
            <p:cNvGrpSpPr/>
            <p:nvPr/>
          </p:nvGrpSpPr>
          <p:grpSpPr>
            <a:xfrm>
              <a:off x="5442832" y="2312784"/>
              <a:ext cx="354599" cy="355453"/>
              <a:chOff x="-3771675" y="3971775"/>
              <a:chExt cx="291300" cy="292025"/>
            </a:xfrm>
          </p:grpSpPr>
          <p:sp>
            <p:nvSpPr>
              <p:cNvPr id="2021" name="Google Shape;2021;p39"/>
              <p:cNvSpPr/>
              <p:nvPr/>
            </p:nvSpPr>
            <p:spPr>
              <a:xfrm>
                <a:off x="-3770100" y="3971775"/>
                <a:ext cx="21897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8759" h="2671" extrusionOk="0">
                    <a:moveTo>
                      <a:pt x="4391" y="0"/>
                    </a:moveTo>
                    <a:cubicBezTo>
                      <a:pt x="2410" y="0"/>
                      <a:pt x="426" y="449"/>
                      <a:pt x="0" y="1347"/>
                    </a:cubicBezTo>
                    <a:cubicBezTo>
                      <a:pt x="426" y="2229"/>
                      <a:pt x="2410" y="2670"/>
                      <a:pt x="4391" y="2670"/>
                    </a:cubicBezTo>
                    <a:cubicBezTo>
                      <a:pt x="6372" y="2670"/>
                      <a:pt x="8349" y="2229"/>
                      <a:pt x="8759" y="1347"/>
                    </a:cubicBezTo>
                    <a:cubicBezTo>
                      <a:pt x="8349" y="449"/>
                      <a:pt x="6372" y="0"/>
                      <a:pt x="439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39"/>
              <p:cNvSpPr/>
              <p:nvPr/>
            </p:nvSpPr>
            <p:spPr>
              <a:xfrm>
                <a:off x="-3771675" y="4030650"/>
                <a:ext cx="222125" cy="78000"/>
              </a:xfrm>
              <a:custGeom>
                <a:avLst/>
                <a:gdLst/>
                <a:ahLst/>
                <a:cxnLst/>
                <a:rect l="l" t="t" r="r" b="b"/>
                <a:pathLst>
                  <a:path w="8885" h="3120" extrusionOk="0">
                    <a:moveTo>
                      <a:pt x="0" y="0"/>
                    </a:moveTo>
                    <a:lnTo>
                      <a:pt x="0" y="1418"/>
                    </a:lnTo>
                    <a:cubicBezTo>
                      <a:pt x="0" y="2521"/>
                      <a:pt x="2048" y="3088"/>
                      <a:pt x="4127" y="3119"/>
                    </a:cubicBezTo>
                    <a:cubicBezTo>
                      <a:pt x="4915" y="1891"/>
                      <a:pt x="6301" y="1103"/>
                      <a:pt x="7877" y="1103"/>
                    </a:cubicBezTo>
                    <a:cubicBezTo>
                      <a:pt x="8223" y="1103"/>
                      <a:pt x="8570" y="1135"/>
                      <a:pt x="8885" y="1229"/>
                    </a:cubicBezTo>
                    <a:lnTo>
                      <a:pt x="8885" y="0"/>
                    </a:lnTo>
                    <a:cubicBezTo>
                      <a:pt x="7908" y="788"/>
                      <a:pt x="6112" y="1072"/>
                      <a:pt x="4443" y="1072"/>
                    </a:cubicBezTo>
                    <a:cubicBezTo>
                      <a:pt x="2804" y="1072"/>
                      <a:pt x="977" y="757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39"/>
              <p:cNvSpPr/>
              <p:nvPr/>
            </p:nvSpPr>
            <p:spPr>
              <a:xfrm>
                <a:off x="-3669425" y="4074750"/>
                <a:ext cx="189050" cy="189050"/>
              </a:xfrm>
              <a:custGeom>
                <a:avLst/>
                <a:gdLst/>
                <a:ahLst/>
                <a:cxnLst/>
                <a:rect l="l" t="t" r="r" b="b"/>
                <a:pathLst>
                  <a:path w="7562" h="7562" extrusionOk="0">
                    <a:moveTo>
                      <a:pt x="5501" y="2732"/>
                    </a:moveTo>
                    <a:cubicBezTo>
                      <a:pt x="5748" y="2732"/>
                      <a:pt x="6008" y="3067"/>
                      <a:pt x="5766" y="3309"/>
                    </a:cubicBezTo>
                    <a:lnTo>
                      <a:pt x="3718" y="5356"/>
                    </a:lnTo>
                    <a:cubicBezTo>
                      <a:pt x="3655" y="5420"/>
                      <a:pt x="3568" y="5451"/>
                      <a:pt x="3482" y="5451"/>
                    </a:cubicBezTo>
                    <a:cubicBezTo>
                      <a:pt x="3395" y="5451"/>
                      <a:pt x="3308" y="5420"/>
                      <a:pt x="3245" y="5356"/>
                    </a:cubicBezTo>
                    <a:lnTo>
                      <a:pt x="1859" y="4002"/>
                    </a:lnTo>
                    <a:cubicBezTo>
                      <a:pt x="1617" y="3760"/>
                      <a:pt x="1840" y="3425"/>
                      <a:pt x="2099" y="3425"/>
                    </a:cubicBezTo>
                    <a:cubicBezTo>
                      <a:pt x="2177" y="3425"/>
                      <a:pt x="2259" y="3456"/>
                      <a:pt x="2332" y="3529"/>
                    </a:cubicBezTo>
                    <a:lnTo>
                      <a:pt x="3466" y="4663"/>
                    </a:lnTo>
                    <a:lnTo>
                      <a:pt x="5293" y="2836"/>
                    </a:lnTo>
                    <a:cubicBezTo>
                      <a:pt x="5352" y="2763"/>
                      <a:pt x="5426" y="2732"/>
                      <a:pt x="5501" y="2732"/>
                    </a:cubicBezTo>
                    <a:close/>
                    <a:moveTo>
                      <a:pt x="3781" y="1"/>
                    </a:moveTo>
                    <a:cubicBezTo>
                      <a:pt x="1702" y="1"/>
                      <a:pt x="0" y="1702"/>
                      <a:pt x="0" y="3781"/>
                    </a:cubicBezTo>
                    <a:cubicBezTo>
                      <a:pt x="0" y="5892"/>
                      <a:pt x="1702" y="7562"/>
                      <a:pt x="3781" y="7562"/>
                    </a:cubicBezTo>
                    <a:cubicBezTo>
                      <a:pt x="5860" y="7562"/>
                      <a:pt x="7562" y="5892"/>
                      <a:pt x="7562" y="3781"/>
                    </a:cubicBezTo>
                    <a:cubicBezTo>
                      <a:pt x="7562" y="1702"/>
                      <a:pt x="5860" y="1"/>
                      <a:pt x="378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39"/>
              <p:cNvSpPr/>
              <p:nvPr/>
            </p:nvSpPr>
            <p:spPr>
              <a:xfrm>
                <a:off x="-3771675" y="4099950"/>
                <a:ext cx="94525" cy="76425"/>
              </a:xfrm>
              <a:custGeom>
                <a:avLst/>
                <a:gdLst/>
                <a:ahLst/>
                <a:cxnLst/>
                <a:rect l="l" t="t" r="r" b="b"/>
                <a:pathLst>
                  <a:path w="3781" h="3057" extrusionOk="0">
                    <a:moveTo>
                      <a:pt x="0" y="1"/>
                    </a:moveTo>
                    <a:lnTo>
                      <a:pt x="0" y="1419"/>
                    </a:lnTo>
                    <a:cubicBezTo>
                      <a:pt x="0" y="2364"/>
                      <a:pt x="1607" y="2899"/>
                      <a:pt x="3434" y="3057"/>
                    </a:cubicBezTo>
                    <a:cubicBezTo>
                      <a:pt x="3371" y="2364"/>
                      <a:pt x="3497" y="1671"/>
                      <a:pt x="3781" y="1040"/>
                    </a:cubicBezTo>
                    <a:cubicBezTo>
                      <a:pt x="2332" y="977"/>
                      <a:pt x="819" y="662"/>
                      <a:pt x="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39"/>
              <p:cNvSpPr/>
              <p:nvPr/>
            </p:nvSpPr>
            <p:spPr>
              <a:xfrm>
                <a:off x="-3771675" y="4167700"/>
                <a:ext cx="135500" cy="95325"/>
              </a:xfrm>
              <a:custGeom>
                <a:avLst/>
                <a:gdLst/>
                <a:ahLst/>
                <a:cxnLst/>
                <a:rect l="l" t="t" r="r" b="b"/>
                <a:pathLst>
                  <a:path w="5420" h="3813" extrusionOk="0">
                    <a:moveTo>
                      <a:pt x="0" y="0"/>
                    </a:moveTo>
                    <a:lnTo>
                      <a:pt x="0" y="2111"/>
                    </a:lnTo>
                    <a:cubicBezTo>
                      <a:pt x="0" y="3277"/>
                      <a:pt x="2237" y="3812"/>
                      <a:pt x="4443" y="3812"/>
                    </a:cubicBezTo>
                    <a:cubicBezTo>
                      <a:pt x="4789" y="3812"/>
                      <a:pt x="5104" y="3812"/>
                      <a:pt x="5419" y="3781"/>
                    </a:cubicBezTo>
                    <a:cubicBezTo>
                      <a:pt x="4474" y="3151"/>
                      <a:pt x="3781" y="2206"/>
                      <a:pt x="3529" y="1071"/>
                    </a:cubicBezTo>
                    <a:cubicBezTo>
                      <a:pt x="2174" y="977"/>
                      <a:pt x="788" y="662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26" name="Google Shape;2026;p39"/>
          <p:cNvGrpSpPr/>
          <p:nvPr/>
        </p:nvGrpSpPr>
        <p:grpSpPr>
          <a:xfrm>
            <a:off x="6745799" y="3200875"/>
            <a:ext cx="1941000" cy="1529475"/>
            <a:chOff x="6846374" y="3042675"/>
            <a:chExt cx="1941000" cy="1529475"/>
          </a:xfrm>
        </p:grpSpPr>
        <p:sp>
          <p:nvSpPr>
            <p:cNvPr id="2027" name="Google Shape;2027;p39"/>
            <p:cNvSpPr/>
            <p:nvPr/>
          </p:nvSpPr>
          <p:spPr>
            <a:xfrm>
              <a:off x="7514630" y="3042675"/>
              <a:ext cx="604500" cy="60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028" name="Google Shape;2028;p39"/>
            <p:cNvSpPr txBox="1"/>
            <p:nvPr/>
          </p:nvSpPr>
          <p:spPr>
            <a:xfrm>
              <a:off x="6846374" y="3791400"/>
              <a:ext cx="194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Output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029" name="Google Shape;2029;p39"/>
            <p:cNvSpPr txBox="1"/>
            <p:nvPr/>
          </p:nvSpPr>
          <p:spPr>
            <a:xfrm>
              <a:off x="6846375" y="4130850"/>
              <a:ext cx="1941000" cy="44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30" name="Google Shape;2030;p39"/>
          <p:cNvGrpSpPr/>
          <p:nvPr/>
        </p:nvGrpSpPr>
        <p:grpSpPr>
          <a:xfrm>
            <a:off x="2553383" y="3148560"/>
            <a:ext cx="1941050" cy="1581790"/>
            <a:chOff x="2535800" y="2990360"/>
            <a:chExt cx="1941050" cy="1581790"/>
          </a:xfrm>
        </p:grpSpPr>
        <p:sp>
          <p:nvSpPr>
            <p:cNvPr id="2031" name="Google Shape;2031;p39"/>
            <p:cNvSpPr/>
            <p:nvPr/>
          </p:nvSpPr>
          <p:spPr>
            <a:xfrm>
              <a:off x="3204055" y="2990360"/>
              <a:ext cx="604500" cy="604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032" name="Google Shape;2032;p39"/>
            <p:cNvSpPr txBox="1"/>
            <p:nvPr/>
          </p:nvSpPr>
          <p:spPr>
            <a:xfrm>
              <a:off x="2535849" y="3773550"/>
              <a:ext cx="194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Feature engineering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033" name="Google Shape;2033;p39"/>
            <p:cNvSpPr txBox="1"/>
            <p:nvPr/>
          </p:nvSpPr>
          <p:spPr>
            <a:xfrm>
              <a:off x="2535800" y="4130850"/>
              <a:ext cx="1941000" cy="44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Venus has a beautiful name, but it’s hot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34" name="Google Shape;2034;p39"/>
          <p:cNvGrpSpPr/>
          <p:nvPr/>
        </p:nvGrpSpPr>
        <p:grpSpPr>
          <a:xfrm>
            <a:off x="457200" y="3148560"/>
            <a:ext cx="1941000" cy="1581790"/>
            <a:chOff x="457200" y="3148560"/>
            <a:chExt cx="1941000" cy="1581790"/>
          </a:xfrm>
        </p:grpSpPr>
        <p:sp>
          <p:nvSpPr>
            <p:cNvPr id="2035" name="Google Shape;2035;p39"/>
            <p:cNvSpPr/>
            <p:nvPr/>
          </p:nvSpPr>
          <p:spPr>
            <a:xfrm>
              <a:off x="1125453" y="3148560"/>
              <a:ext cx="604500" cy="60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036" name="Google Shape;2036;p39"/>
            <p:cNvSpPr txBox="1"/>
            <p:nvPr/>
          </p:nvSpPr>
          <p:spPr>
            <a:xfrm>
              <a:off x="457200" y="3931750"/>
              <a:ext cx="194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Tweet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037" name="Google Shape;2037;p39"/>
            <p:cNvSpPr txBox="1"/>
            <p:nvPr/>
          </p:nvSpPr>
          <p:spPr>
            <a:xfrm>
              <a:off x="457200" y="4289050"/>
              <a:ext cx="1941000" cy="44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38" name="Google Shape;2038;p39"/>
          <p:cNvGrpSpPr/>
          <p:nvPr/>
        </p:nvGrpSpPr>
        <p:grpSpPr>
          <a:xfrm>
            <a:off x="4649616" y="3200875"/>
            <a:ext cx="1941001" cy="1529475"/>
            <a:chOff x="5111775" y="3042675"/>
            <a:chExt cx="1941001" cy="1529475"/>
          </a:xfrm>
        </p:grpSpPr>
        <p:sp>
          <p:nvSpPr>
            <p:cNvPr id="2039" name="Google Shape;2039;p39"/>
            <p:cNvSpPr/>
            <p:nvPr/>
          </p:nvSpPr>
          <p:spPr>
            <a:xfrm>
              <a:off x="5780028" y="3042675"/>
              <a:ext cx="604500" cy="60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040" name="Google Shape;2040;p39"/>
            <p:cNvSpPr txBox="1"/>
            <p:nvPr/>
          </p:nvSpPr>
          <p:spPr>
            <a:xfrm>
              <a:off x="5111775" y="3791400"/>
              <a:ext cx="194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Classification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041" name="Google Shape;2041;p39"/>
            <p:cNvSpPr txBox="1"/>
            <p:nvPr/>
          </p:nvSpPr>
          <p:spPr>
            <a:xfrm>
              <a:off x="5111775" y="4130850"/>
              <a:ext cx="1941000" cy="44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The Earth is the third planet from the Sun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042" name="Google Shape;2042;p39"/>
          <p:cNvCxnSpPr>
            <a:stCxn id="2008" idx="6"/>
            <a:endCxn id="2011" idx="2"/>
          </p:cNvCxnSpPr>
          <p:nvPr/>
        </p:nvCxnSpPr>
        <p:spPr>
          <a:xfrm>
            <a:off x="1813228" y="2490526"/>
            <a:ext cx="1333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43" name="Google Shape;2043;p39"/>
          <p:cNvCxnSpPr>
            <a:stCxn id="2011" idx="6"/>
            <a:endCxn id="2019" idx="2"/>
          </p:cNvCxnSpPr>
          <p:nvPr/>
        </p:nvCxnSpPr>
        <p:spPr>
          <a:xfrm>
            <a:off x="3917974" y="2490513"/>
            <a:ext cx="1316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44" name="Google Shape;2044;p39"/>
          <p:cNvCxnSpPr>
            <a:stCxn id="2019" idx="6"/>
            <a:endCxn id="2045" idx="1"/>
          </p:cNvCxnSpPr>
          <p:nvPr/>
        </p:nvCxnSpPr>
        <p:spPr>
          <a:xfrm rot="10800000" flipH="1">
            <a:off x="6005624" y="2210613"/>
            <a:ext cx="1224000" cy="27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46" name="Google Shape;2046;p39"/>
          <p:cNvCxnSpPr>
            <a:stCxn id="2019" idx="6"/>
            <a:endCxn id="2047" idx="1"/>
          </p:cNvCxnSpPr>
          <p:nvPr/>
        </p:nvCxnSpPr>
        <p:spPr>
          <a:xfrm>
            <a:off x="6005624" y="2490513"/>
            <a:ext cx="1224000" cy="27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048" name="Google Shape;2048;p39"/>
          <p:cNvGrpSpPr/>
          <p:nvPr/>
        </p:nvGrpSpPr>
        <p:grpSpPr>
          <a:xfrm>
            <a:off x="7229475" y="2040992"/>
            <a:ext cx="1313061" cy="339253"/>
            <a:chOff x="7229475" y="2040992"/>
            <a:chExt cx="1313061" cy="339253"/>
          </a:xfrm>
        </p:grpSpPr>
        <p:sp>
          <p:nvSpPr>
            <p:cNvPr id="2045" name="Google Shape;2045;p39"/>
            <p:cNvSpPr txBox="1"/>
            <p:nvPr/>
          </p:nvSpPr>
          <p:spPr>
            <a:xfrm>
              <a:off x="7229475" y="2044725"/>
              <a:ext cx="973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Polite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049" name="Google Shape;2049;p39"/>
            <p:cNvGrpSpPr/>
            <p:nvPr/>
          </p:nvGrpSpPr>
          <p:grpSpPr>
            <a:xfrm>
              <a:off x="8203283" y="2040992"/>
              <a:ext cx="339253" cy="339253"/>
              <a:chOff x="1492675" y="4992125"/>
              <a:chExt cx="481825" cy="481825"/>
            </a:xfrm>
          </p:grpSpPr>
          <p:sp>
            <p:nvSpPr>
              <p:cNvPr id="2050" name="Google Shape;2050;p39"/>
              <p:cNvSpPr/>
              <p:nvPr/>
            </p:nvSpPr>
            <p:spPr>
              <a:xfrm>
                <a:off x="1492675" y="4992125"/>
                <a:ext cx="481825" cy="481825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9273" extrusionOk="0">
                    <a:moveTo>
                      <a:pt x="12728" y="5990"/>
                    </a:moveTo>
                    <a:cubicBezTo>
                      <a:pt x="13161" y="5990"/>
                      <a:pt x="13595" y="6156"/>
                      <a:pt x="13925" y="6487"/>
                    </a:cubicBezTo>
                    <a:cubicBezTo>
                      <a:pt x="14587" y="7149"/>
                      <a:pt x="14587" y="8221"/>
                      <a:pt x="13928" y="8884"/>
                    </a:cubicBezTo>
                    <a:lnTo>
                      <a:pt x="10028" y="12780"/>
                    </a:lnTo>
                    <a:cubicBezTo>
                      <a:pt x="9709" y="13100"/>
                      <a:pt x="9278" y="13280"/>
                      <a:pt x="8830" y="13280"/>
                    </a:cubicBezTo>
                    <a:lnTo>
                      <a:pt x="8815" y="13280"/>
                    </a:lnTo>
                    <a:cubicBezTo>
                      <a:pt x="8811" y="13280"/>
                      <a:pt x="8807" y="13280"/>
                      <a:pt x="8804" y="13280"/>
                    </a:cubicBezTo>
                    <a:cubicBezTo>
                      <a:pt x="8362" y="13280"/>
                      <a:pt x="7936" y="13103"/>
                      <a:pt x="7622" y="12789"/>
                    </a:cubicBezTo>
                    <a:lnTo>
                      <a:pt x="5346" y="10528"/>
                    </a:lnTo>
                    <a:cubicBezTo>
                      <a:pt x="4632" y="9877"/>
                      <a:pt x="4605" y="8760"/>
                      <a:pt x="5288" y="8077"/>
                    </a:cubicBezTo>
                    <a:cubicBezTo>
                      <a:pt x="5620" y="7745"/>
                      <a:pt x="6053" y="7581"/>
                      <a:pt x="6485" y="7581"/>
                    </a:cubicBezTo>
                    <a:cubicBezTo>
                      <a:pt x="6944" y="7581"/>
                      <a:pt x="7402" y="7766"/>
                      <a:pt x="7737" y="8134"/>
                    </a:cubicBezTo>
                    <a:lnTo>
                      <a:pt x="8812" y="9206"/>
                    </a:lnTo>
                    <a:lnTo>
                      <a:pt x="11531" y="6487"/>
                    </a:lnTo>
                    <a:cubicBezTo>
                      <a:pt x="11861" y="6156"/>
                      <a:pt x="12294" y="5990"/>
                      <a:pt x="12728" y="5990"/>
                    </a:cubicBezTo>
                    <a:close/>
                    <a:moveTo>
                      <a:pt x="9637" y="1"/>
                    </a:moveTo>
                    <a:cubicBezTo>
                      <a:pt x="7095" y="1"/>
                      <a:pt x="4686" y="1012"/>
                      <a:pt x="2849" y="2849"/>
                    </a:cubicBezTo>
                    <a:cubicBezTo>
                      <a:pt x="1013" y="4686"/>
                      <a:pt x="1" y="7098"/>
                      <a:pt x="1" y="9637"/>
                    </a:cubicBezTo>
                    <a:cubicBezTo>
                      <a:pt x="1" y="12175"/>
                      <a:pt x="1013" y="14587"/>
                      <a:pt x="2849" y="16424"/>
                    </a:cubicBezTo>
                    <a:cubicBezTo>
                      <a:pt x="4686" y="18261"/>
                      <a:pt x="7095" y="19273"/>
                      <a:pt x="9637" y="19273"/>
                    </a:cubicBezTo>
                    <a:cubicBezTo>
                      <a:pt x="12175" y="19273"/>
                      <a:pt x="14584" y="18261"/>
                      <a:pt x="16421" y="16424"/>
                    </a:cubicBezTo>
                    <a:cubicBezTo>
                      <a:pt x="18258" y="14587"/>
                      <a:pt x="19273" y="12175"/>
                      <a:pt x="19273" y="9637"/>
                    </a:cubicBezTo>
                    <a:cubicBezTo>
                      <a:pt x="19273" y="7098"/>
                      <a:pt x="18258" y="4686"/>
                      <a:pt x="16421" y="2849"/>
                    </a:cubicBezTo>
                    <a:cubicBezTo>
                      <a:pt x="14584" y="1012"/>
                      <a:pt x="12175" y="1"/>
                      <a:pt x="963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051" name="Google Shape;2051;p39"/>
              <p:cNvSpPr/>
              <p:nvPr/>
            </p:nvSpPr>
            <p:spPr>
              <a:xfrm>
                <a:off x="1639625" y="5170175"/>
                <a:ext cx="190100" cy="125750"/>
              </a:xfrm>
              <a:custGeom>
                <a:avLst/>
                <a:gdLst/>
                <a:ahLst/>
                <a:cxnLst/>
                <a:rect l="l" t="t" r="r" b="b"/>
                <a:pathLst>
                  <a:path w="7604" h="5030" extrusionOk="0">
                    <a:moveTo>
                      <a:pt x="6852" y="0"/>
                    </a:moveTo>
                    <a:cubicBezTo>
                      <a:pt x="6851" y="0"/>
                      <a:pt x="6850" y="0"/>
                      <a:pt x="6848" y="0"/>
                    </a:cubicBezTo>
                    <a:cubicBezTo>
                      <a:pt x="6698" y="0"/>
                      <a:pt x="6556" y="57"/>
                      <a:pt x="6451" y="163"/>
                    </a:cubicBezTo>
                    <a:lnTo>
                      <a:pt x="3334" y="3279"/>
                    </a:lnTo>
                    <a:cubicBezTo>
                      <a:pt x="3224" y="3391"/>
                      <a:pt x="3080" y="3447"/>
                      <a:pt x="2935" y="3447"/>
                    </a:cubicBezTo>
                    <a:cubicBezTo>
                      <a:pt x="2791" y="3447"/>
                      <a:pt x="2646" y="3391"/>
                      <a:pt x="2536" y="3279"/>
                    </a:cubicBezTo>
                    <a:cubicBezTo>
                      <a:pt x="2533" y="3279"/>
                      <a:pt x="2533" y="3279"/>
                      <a:pt x="2530" y="3276"/>
                    </a:cubicBezTo>
                    <a:cubicBezTo>
                      <a:pt x="2521" y="3267"/>
                      <a:pt x="2509" y="3255"/>
                      <a:pt x="2497" y="3246"/>
                    </a:cubicBezTo>
                    <a:lnTo>
                      <a:pt x="1061" y="1810"/>
                    </a:lnTo>
                    <a:cubicBezTo>
                      <a:pt x="948" y="1678"/>
                      <a:pt x="789" y="1611"/>
                      <a:pt x="629" y="1611"/>
                    </a:cubicBezTo>
                    <a:cubicBezTo>
                      <a:pt x="486" y="1611"/>
                      <a:pt x="342" y="1666"/>
                      <a:pt x="233" y="1777"/>
                    </a:cubicBezTo>
                    <a:cubicBezTo>
                      <a:pt x="1" y="2009"/>
                      <a:pt x="16" y="2391"/>
                      <a:pt x="266" y="2605"/>
                    </a:cubicBezTo>
                    <a:lnTo>
                      <a:pt x="2542" y="4869"/>
                    </a:lnTo>
                    <a:cubicBezTo>
                      <a:pt x="2645" y="4972"/>
                      <a:pt x="2782" y="5029"/>
                      <a:pt x="2926" y="5029"/>
                    </a:cubicBezTo>
                    <a:cubicBezTo>
                      <a:pt x="2929" y="5029"/>
                      <a:pt x="2933" y="5029"/>
                      <a:pt x="2937" y="5029"/>
                    </a:cubicBezTo>
                    <a:lnTo>
                      <a:pt x="2943" y="5029"/>
                    </a:lnTo>
                    <a:cubicBezTo>
                      <a:pt x="3096" y="5029"/>
                      <a:pt x="3241" y="4969"/>
                      <a:pt x="3352" y="4860"/>
                    </a:cubicBezTo>
                    <a:lnTo>
                      <a:pt x="7249" y="964"/>
                    </a:lnTo>
                    <a:cubicBezTo>
                      <a:pt x="7603" y="606"/>
                      <a:pt x="7352" y="0"/>
                      <a:pt x="685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2052" name="Google Shape;2052;p39"/>
          <p:cNvGrpSpPr/>
          <p:nvPr/>
        </p:nvGrpSpPr>
        <p:grpSpPr>
          <a:xfrm>
            <a:off x="7229475" y="2600742"/>
            <a:ext cx="1313053" cy="339253"/>
            <a:chOff x="7229475" y="2600742"/>
            <a:chExt cx="1313053" cy="339253"/>
          </a:xfrm>
        </p:grpSpPr>
        <p:sp>
          <p:nvSpPr>
            <p:cNvPr id="2047" name="Google Shape;2047;p39"/>
            <p:cNvSpPr txBox="1"/>
            <p:nvPr/>
          </p:nvSpPr>
          <p:spPr>
            <a:xfrm>
              <a:off x="7229475" y="2604463"/>
              <a:ext cx="973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Offensive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053" name="Google Shape;2053;p39"/>
            <p:cNvGrpSpPr/>
            <p:nvPr/>
          </p:nvGrpSpPr>
          <p:grpSpPr>
            <a:xfrm>
              <a:off x="8203275" y="2600742"/>
              <a:ext cx="339253" cy="339253"/>
              <a:chOff x="2085525" y="4992125"/>
              <a:chExt cx="481825" cy="481825"/>
            </a:xfrm>
          </p:grpSpPr>
          <p:sp>
            <p:nvSpPr>
              <p:cNvPr id="2054" name="Google Shape;2054;p39"/>
              <p:cNvSpPr/>
              <p:nvPr/>
            </p:nvSpPr>
            <p:spPr>
              <a:xfrm>
                <a:off x="2244150" y="5152125"/>
                <a:ext cx="164500" cy="161825"/>
              </a:xfrm>
              <a:custGeom>
                <a:avLst/>
                <a:gdLst/>
                <a:ahLst/>
                <a:cxnLst/>
                <a:rect l="l" t="t" r="r" b="b"/>
                <a:pathLst>
                  <a:path w="6580" h="6473" extrusionOk="0">
                    <a:moveTo>
                      <a:pt x="618" y="1"/>
                    </a:moveTo>
                    <a:cubicBezTo>
                      <a:pt x="474" y="1"/>
                      <a:pt x="329" y="56"/>
                      <a:pt x="220" y="165"/>
                    </a:cubicBezTo>
                    <a:cubicBezTo>
                      <a:pt x="3" y="385"/>
                      <a:pt x="0" y="737"/>
                      <a:pt x="214" y="957"/>
                    </a:cubicBezTo>
                    <a:lnTo>
                      <a:pt x="2093" y="2836"/>
                    </a:lnTo>
                    <a:cubicBezTo>
                      <a:pt x="2313" y="3059"/>
                      <a:pt x="2313" y="3414"/>
                      <a:pt x="2093" y="3637"/>
                    </a:cubicBezTo>
                    <a:lnTo>
                      <a:pt x="214" y="5516"/>
                    </a:lnTo>
                    <a:cubicBezTo>
                      <a:pt x="0" y="5736"/>
                      <a:pt x="3" y="6088"/>
                      <a:pt x="220" y="6308"/>
                    </a:cubicBezTo>
                    <a:cubicBezTo>
                      <a:pt x="329" y="6418"/>
                      <a:pt x="474" y="6473"/>
                      <a:pt x="618" y="6473"/>
                    </a:cubicBezTo>
                    <a:cubicBezTo>
                      <a:pt x="760" y="6473"/>
                      <a:pt x="902" y="6420"/>
                      <a:pt x="1012" y="6314"/>
                    </a:cubicBezTo>
                    <a:lnTo>
                      <a:pt x="1018" y="6308"/>
                    </a:lnTo>
                    <a:lnTo>
                      <a:pt x="2897" y="4495"/>
                    </a:lnTo>
                    <a:cubicBezTo>
                      <a:pt x="3007" y="4390"/>
                      <a:pt x="3148" y="4337"/>
                      <a:pt x="3290" y="4337"/>
                    </a:cubicBezTo>
                    <a:cubicBezTo>
                      <a:pt x="3431" y="4337"/>
                      <a:pt x="3573" y="4390"/>
                      <a:pt x="3683" y="4495"/>
                    </a:cubicBezTo>
                    <a:lnTo>
                      <a:pt x="5562" y="6308"/>
                    </a:lnTo>
                    <a:lnTo>
                      <a:pt x="5568" y="6314"/>
                    </a:lnTo>
                    <a:cubicBezTo>
                      <a:pt x="5678" y="6420"/>
                      <a:pt x="5820" y="6473"/>
                      <a:pt x="5962" y="6473"/>
                    </a:cubicBezTo>
                    <a:cubicBezTo>
                      <a:pt x="6106" y="6473"/>
                      <a:pt x="6250" y="6418"/>
                      <a:pt x="6360" y="6308"/>
                    </a:cubicBezTo>
                    <a:cubicBezTo>
                      <a:pt x="6577" y="6088"/>
                      <a:pt x="6580" y="5736"/>
                      <a:pt x="6366" y="5516"/>
                    </a:cubicBezTo>
                    <a:lnTo>
                      <a:pt x="4487" y="3637"/>
                    </a:lnTo>
                    <a:cubicBezTo>
                      <a:pt x="4267" y="3414"/>
                      <a:pt x="4267" y="3059"/>
                      <a:pt x="4487" y="2836"/>
                    </a:cubicBezTo>
                    <a:lnTo>
                      <a:pt x="6366" y="957"/>
                    </a:lnTo>
                    <a:cubicBezTo>
                      <a:pt x="6580" y="737"/>
                      <a:pt x="6577" y="385"/>
                      <a:pt x="6360" y="165"/>
                    </a:cubicBezTo>
                    <a:cubicBezTo>
                      <a:pt x="6250" y="56"/>
                      <a:pt x="6106" y="1"/>
                      <a:pt x="5962" y="1"/>
                    </a:cubicBezTo>
                    <a:cubicBezTo>
                      <a:pt x="5820" y="1"/>
                      <a:pt x="5678" y="53"/>
                      <a:pt x="5568" y="159"/>
                    </a:cubicBezTo>
                    <a:lnTo>
                      <a:pt x="5562" y="165"/>
                    </a:lnTo>
                    <a:lnTo>
                      <a:pt x="3683" y="1978"/>
                    </a:lnTo>
                    <a:cubicBezTo>
                      <a:pt x="3573" y="2083"/>
                      <a:pt x="3431" y="2136"/>
                      <a:pt x="3290" y="2136"/>
                    </a:cubicBezTo>
                    <a:cubicBezTo>
                      <a:pt x="3148" y="2136"/>
                      <a:pt x="3007" y="2083"/>
                      <a:pt x="2897" y="1978"/>
                    </a:cubicBezTo>
                    <a:lnTo>
                      <a:pt x="1018" y="165"/>
                    </a:lnTo>
                    <a:lnTo>
                      <a:pt x="1012" y="159"/>
                    </a:lnTo>
                    <a:cubicBezTo>
                      <a:pt x="902" y="53"/>
                      <a:pt x="760" y="1"/>
                      <a:pt x="61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055" name="Google Shape;2055;p39"/>
              <p:cNvSpPr/>
              <p:nvPr/>
            </p:nvSpPr>
            <p:spPr>
              <a:xfrm>
                <a:off x="2085525" y="4992125"/>
                <a:ext cx="481825" cy="481825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9273" extrusionOk="0">
                    <a:moveTo>
                      <a:pt x="12313" y="5263"/>
                    </a:moveTo>
                    <a:cubicBezTo>
                      <a:pt x="12748" y="5263"/>
                      <a:pt x="13183" y="5429"/>
                      <a:pt x="13515" y="5761"/>
                    </a:cubicBezTo>
                    <a:cubicBezTo>
                      <a:pt x="14174" y="6424"/>
                      <a:pt x="14171" y="7496"/>
                      <a:pt x="13509" y="8155"/>
                    </a:cubicBezTo>
                    <a:lnTo>
                      <a:pt x="12030" y="9637"/>
                    </a:lnTo>
                    <a:lnTo>
                      <a:pt x="13512" y="11118"/>
                    </a:lnTo>
                    <a:cubicBezTo>
                      <a:pt x="14174" y="11778"/>
                      <a:pt x="14177" y="12850"/>
                      <a:pt x="13515" y="13512"/>
                    </a:cubicBezTo>
                    <a:cubicBezTo>
                      <a:pt x="13184" y="13844"/>
                      <a:pt x="12749" y="14011"/>
                      <a:pt x="12315" y="14011"/>
                    </a:cubicBezTo>
                    <a:cubicBezTo>
                      <a:pt x="11883" y="14011"/>
                      <a:pt x="11451" y="13847"/>
                      <a:pt x="11121" y="13518"/>
                    </a:cubicBezTo>
                    <a:lnTo>
                      <a:pt x="9636" y="12088"/>
                    </a:lnTo>
                    <a:lnTo>
                      <a:pt x="8152" y="13518"/>
                    </a:lnTo>
                    <a:cubicBezTo>
                      <a:pt x="7822" y="13847"/>
                      <a:pt x="7390" y="14011"/>
                      <a:pt x="6958" y="14011"/>
                    </a:cubicBezTo>
                    <a:cubicBezTo>
                      <a:pt x="6523" y="14011"/>
                      <a:pt x="6087" y="13844"/>
                      <a:pt x="5755" y="13512"/>
                    </a:cubicBezTo>
                    <a:cubicBezTo>
                      <a:pt x="5095" y="12850"/>
                      <a:pt x="5098" y="11778"/>
                      <a:pt x="5761" y="11118"/>
                    </a:cubicBezTo>
                    <a:lnTo>
                      <a:pt x="7239" y="9637"/>
                    </a:lnTo>
                    <a:lnTo>
                      <a:pt x="5758" y="8155"/>
                    </a:lnTo>
                    <a:cubicBezTo>
                      <a:pt x="5095" y="7496"/>
                      <a:pt x="5092" y="6424"/>
                      <a:pt x="5755" y="5761"/>
                    </a:cubicBezTo>
                    <a:cubicBezTo>
                      <a:pt x="6085" y="5429"/>
                      <a:pt x="6519" y="5263"/>
                      <a:pt x="6954" y="5263"/>
                    </a:cubicBezTo>
                    <a:cubicBezTo>
                      <a:pt x="7386" y="5263"/>
                      <a:pt x="7818" y="5428"/>
                      <a:pt x="8149" y="5758"/>
                    </a:cubicBezTo>
                    <a:lnTo>
                      <a:pt x="9633" y="7188"/>
                    </a:lnTo>
                    <a:lnTo>
                      <a:pt x="11118" y="5758"/>
                    </a:lnTo>
                    <a:cubicBezTo>
                      <a:pt x="11448" y="5428"/>
                      <a:pt x="11881" y="5263"/>
                      <a:pt x="12313" y="5263"/>
                    </a:cubicBezTo>
                    <a:close/>
                    <a:moveTo>
                      <a:pt x="9636" y="1"/>
                    </a:moveTo>
                    <a:cubicBezTo>
                      <a:pt x="7095" y="1"/>
                      <a:pt x="4686" y="1012"/>
                      <a:pt x="2849" y="2849"/>
                    </a:cubicBezTo>
                    <a:cubicBezTo>
                      <a:pt x="1012" y="4686"/>
                      <a:pt x="0" y="7098"/>
                      <a:pt x="0" y="9637"/>
                    </a:cubicBezTo>
                    <a:cubicBezTo>
                      <a:pt x="0" y="12175"/>
                      <a:pt x="1012" y="14587"/>
                      <a:pt x="2849" y="16424"/>
                    </a:cubicBezTo>
                    <a:cubicBezTo>
                      <a:pt x="4686" y="18261"/>
                      <a:pt x="7095" y="19273"/>
                      <a:pt x="9636" y="19273"/>
                    </a:cubicBezTo>
                    <a:cubicBezTo>
                      <a:pt x="12175" y="19273"/>
                      <a:pt x="14584" y="18261"/>
                      <a:pt x="16421" y="16424"/>
                    </a:cubicBezTo>
                    <a:cubicBezTo>
                      <a:pt x="18261" y="14587"/>
                      <a:pt x="19272" y="12175"/>
                      <a:pt x="19272" y="9637"/>
                    </a:cubicBezTo>
                    <a:cubicBezTo>
                      <a:pt x="19272" y="7098"/>
                      <a:pt x="18261" y="4686"/>
                      <a:pt x="16421" y="2849"/>
                    </a:cubicBezTo>
                    <a:cubicBezTo>
                      <a:pt x="14584" y="1012"/>
                      <a:pt x="12175" y="1"/>
                      <a:pt x="963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Google Shape;2060;p40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pic>
        <p:nvPicPr>
          <p:cNvPr id="2061" name="Google Shape;2061;p40" title="Gráfic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2350" y="982738"/>
            <a:ext cx="5479301" cy="3387524"/>
          </a:xfrm>
          <a:prstGeom prst="rect">
            <a:avLst/>
          </a:prstGeom>
          <a:noFill/>
          <a:ln>
            <a:noFill/>
          </a:ln>
        </p:spPr>
      </p:pic>
      <p:sp>
        <p:nvSpPr>
          <p:cNvPr id="2062" name="Google Shape;2062;p40"/>
          <p:cNvSpPr txBox="1"/>
          <p:nvPr/>
        </p:nvSpPr>
        <p:spPr>
          <a:xfrm>
            <a:off x="457200" y="4488375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Follow the link in the graph to modify its data and then paste the new one here. </a:t>
            </a: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more info,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here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63" name="Google Shape;2063;p40"/>
          <p:cNvGrpSpPr/>
          <p:nvPr/>
        </p:nvGrpSpPr>
        <p:grpSpPr>
          <a:xfrm>
            <a:off x="3657525" y="1757237"/>
            <a:ext cx="1857600" cy="2354488"/>
            <a:chOff x="3657525" y="1700087"/>
            <a:chExt cx="1857600" cy="2354488"/>
          </a:xfrm>
        </p:grpSpPr>
        <p:sp>
          <p:nvSpPr>
            <p:cNvPr id="2064" name="Google Shape;2064;p40"/>
            <p:cNvSpPr/>
            <p:nvPr/>
          </p:nvSpPr>
          <p:spPr>
            <a:xfrm>
              <a:off x="3657525" y="3876675"/>
              <a:ext cx="1857600" cy="177900"/>
            </a:xfrm>
            <a:prstGeom prst="ellipse">
              <a:avLst/>
            </a:pr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65" name="Google Shape;2065;p40"/>
            <p:cNvGrpSpPr/>
            <p:nvPr/>
          </p:nvGrpSpPr>
          <p:grpSpPr>
            <a:xfrm>
              <a:off x="3914644" y="1700087"/>
              <a:ext cx="1314414" cy="2297556"/>
              <a:chOff x="5672100" y="1487825"/>
              <a:chExt cx="1557363" cy="2722223"/>
            </a:xfrm>
          </p:grpSpPr>
          <p:sp>
            <p:nvSpPr>
              <p:cNvPr id="2066" name="Google Shape;2066;p40"/>
              <p:cNvSpPr/>
              <p:nvPr/>
            </p:nvSpPr>
            <p:spPr>
              <a:xfrm>
                <a:off x="6396824" y="1958728"/>
                <a:ext cx="129354" cy="452692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14345" extrusionOk="0">
                    <a:moveTo>
                      <a:pt x="2050" y="0"/>
                    </a:moveTo>
                    <a:lnTo>
                      <a:pt x="0" y="14345"/>
                    </a:lnTo>
                    <a:lnTo>
                      <a:pt x="4099" y="14345"/>
                    </a:lnTo>
                    <a:lnTo>
                      <a:pt x="205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40"/>
              <p:cNvSpPr/>
              <p:nvPr/>
            </p:nvSpPr>
            <p:spPr>
              <a:xfrm>
                <a:off x="6221394" y="2363297"/>
                <a:ext cx="480210" cy="55825"/>
              </a:xfrm>
              <a:custGeom>
                <a:avLst/>
                <a:gdLst/>
                <a:ahLst/>
                <a:cxnLst/>
                <a:rect l="l" t="t" r="r" b="b"/>
                <a:pathLst>
                  <a:path w="15217" h="1769" extrusionOk="0">
                    <a:moveTo>
                      <a:pt x="718" y="1"/>
                    </a:moveTo>
                    <a:lnTo>
                      <a:pt x="1" y="1768"/>
                    </a:lnTo>
                    <a:lnTo>
                      <a:pt x="15217" y="1768"/>
                    </a:lnTo>
                    <a:lnTo>
                      <a:pt x="1449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40"/>
              <p:cNvSpPr/>
              <p:nvPr/>
            </p:nvSpPr>
            <p:spPr>
              <a:xfrm>
                <a:off x="6345479" y="3269506"/>
                <a:ext cx="230023" cy="498766"/>
              </a:xfrm>
              <a:custGeom>
                <a:avLst/>
                <a:gdLst/>
                <a:ahLst/>
                <a:cxnLst/>
                <a:rect l="l" t="t" r="r" b="b"/>
                <a:pathLst>
                  <a:path w="7289" h="15805" extrusionOk="0">
                    <a:moveTo>
                      <a:pt x="1" y="0"/>
                    </a:moveTo>
                    <a:lnTo>
                      <a:pt x="1" y="15805"/>
                    </a:lnTo>
                    <a:lnTo>
                      <a:pt x="7289" y="15805"/>
                    </a:lnTo>
                    <a:lnTo>
                      <a:pt x="728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40"/>
              <p:cNvSpPr/>
              <p:nvPr/>
            </p:nvSpPr>
            <p:spPr>
              <a:xfrm>
                <a:off x="6292147" y="3768243"/>
                <a:ext cx="336719" cy="90191"/>
              </a:xfrm>
              <a:custGeom>
                <a:avLst/>
                <a:gdLst/>
                <a:ahLst/>
                <a:cxnLst/>
                <a:rect l="l" t="t" r="r" b="b"/>
                <a:pathLst>
                  <a:path w="10670" h="2858" extrusionOk="0">
                    <a:moveTo>
                      <a:pt x="2049" y="1"/>
                    </a:moveTo>
                    <a:lnTo>
                      <a:pt x="1832" y="14"/>
                    </a:lnTo>
                    <a:lnTo>
                      <a:pt x="1640" y="39"/>
                    </a:lnTo>
                    <a:lnTo>
                      <a:pt x="1435" y="91"/>
                    </a:lnTo>
                    <a:lnTo>
                      <a:pt x="1255" y="155"/>
                    </a:lnTo>
                    <a:lnTo>
                      <a:pt x="1076" y="244"/>
                    </a:lnTo>
                    <a:lnTo>
                      <a:pt x="897" y="347"/>
                    </a:lnTo>
                    <a:lnTo>
                      <a:pt x="743" y="462"/>
                    </a:lnTo>
                    <a:lnTo>
                      <a:pt x="602" y="603"/>
                    </a:lnTo>
                    <a:lnTo>
                      <a:pt x="474" y="744"/>
                    </a:lnTo>
                    <a:lnTo>
                      <a:pt x="346" y="898"/>
                    </a:lnTo>
                    <a:lnTo>
                      <a:pt x="244" y="1064"/>
                    </a:lnTo>
                    <a:lnTo>
                      <a:pt x="167" y="1243"/>
                    </a:lnTo>
                    <a:lnTo>
                      <a:pt x="90" y="1435"/>
                    </a:lnTo>
                    <a:lnTo>
                      <a:pt x="39" y="1628"/>
                    </a:lnTo>
                    <a:lnTo>
                      <a:pt x="13" y="1833"/>
                    </a:lnTo>
                    <a:lnTo>
                      <a:pt x="0" y="2050"/>
                    </a:lnTo>
                    <a:lnTo>
                      <a:pt x="0" y="2857"/>
                    </a:lnTo>
                    <a:lnTo>
                      <a:pt x="10669" y="2857"/>
                    </a:lnTo>
                    <a:lnTo>
                      <a:pt x="10669" y="2050"/>
                    </a:lnTo>
                    <a:lnTo>
                      <a:pt x="10656" y="1833"/>
                    </a:lnTo>
                    <a:lnTo>
                      <a:pt x="10618" y="1628"/>
                    </a:lnTo>
                    <a:lnTo>
                      <a:pt x="10567" y="1435"/>
                    </a:lnTo>
                    <a:lnTo>
                      <a:pt x="10503" y="1243"/>
                    </a:lnTo>
                    <a:lnTo>
                      <a:pt x="10413" y="1064"/>
                    </a:lnTo>
                    <a:lnTo>
                      <a:pt x="10311" y="898"/>
                    </a:lnTo>
                    <a:lnTo>
                      <a:pt x="10195" y="744"/>
                    </a:lnTo>
                    <a:lnTo>
                      <a:pt x="10067" y="603"/>
                    </a:lnTo>
                    <a:lnTo>
                      <a:pt x="9913" y="462"/>
                    </a:lnTo>
                    <a:lnTo>
                      <a:pt x="9760" y="347"/>
                    </a:lnTo>
                    <a:lnTo>
                      <a:pt x="9593" y="244"/>
                    </a:lnTo>
                    <a:lnTo>
                      <a:pt x="9414" y="155"/>
                    </a:lnTo>
                    <a:lnTo>
                      <a:pt x="9222" y="91"/>
                    </a:lnTo>
                    <a:lnTo>
                      <a:pt x="9030" y="39"/>
                    </a:lnTo>
                    <a:lnTo>
                      <a:pt x="8825" y="14"/>
                    </a:lnTo>
                    <a:lnTo>
                      <a:pt x="862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40"/>
              <p:cNvSpPr/>
              <p:nvPr/>
            </p:nvSpPr>
            <p:spPr>
              <a:xfrm>
                <a:off x="5809944" y="3820818"/>
                <a:ext cx="1300705" cy="389230"/>
              </a:xfrm>
              <a:custGeom>
                <a:avLst/>
                <a:gdLst/>
                <a:ahLst/>
                <a:cxnLst/>
                <a:rect l="l" t="t" r="r" b="b"/>
                <a:pathLst>
                  <a:path w="41217" h="12334" extrusionOk="0">
                    <a:moveTo>
                      <a:pt x="5162" y="0"/>
                    </a:moveTo>
                    <a:lnTo>
                      <a:pt x="5162" y="1204"/>
                    </a:lnTo>
                    <a:lnTo>
                      <a:pt x="2959" y="1947"/>
                    </a:lnTo>
                    <a:lnTo>
                      <a:pt x="1973" y="1255"/>
                    </a:lnTo>
                    <a:lnTo>
                      <a:pt x="0" y="4060"/>
                    </a:lnTo>
                    <a:lnTo>
                      <a:pt x="961" y="4739"/>
                    </a:lnTo>
                    <a:lnTo>
                      <a:pt x="871" y="5085"/>
                    </a:lnTo>
                    <a:lnTo>
                      <a:pt x="807" y="5431"/>
                    </a:lnTo>
                    <a:lnTo>
                      <a:pt x="769" y="5802"/>
                    </a:lnTo>
                    <a:lnTo>
                      <a:pt x="743" y="6173"/>
                    </a:lnTo>
                    <a:lnTo>
                      <a:pt x="769" y="6545"/>
                    </a:lnTo>
                    <a:lnTo>
                      <a:pt x="807" y="6903"/>
                    </a:lnTo>
                    <a:lnTo>
                      <a:pt x="871" y="7262"/>
                    </a:lnTo>
                    <a:lnTo>
                      <a:pt x="961" y="7608"/>
                    </a:lnTo>
                    <a:lnTo>
                      <a:pt x="0" y="8274"/>
                    </a:lnTo>
                    <a:lnTo>
                      <a:pt x="1973" y="11079"/>
                    </a:lnTo>
                    <a:lnTo>
                      <a:pt x="2959" y="10387"/>
                    </a:lnTo>
                    <a:lnTo>
                      <a:pt x="5098" y="11130"/>
                    </a:lnTo>
                    <a:lnTo>
                      <a:pt x="5098" y="12334"/>
                    </a:lnTo>
                    <a:lnTo>
                      <a:pt x="8530" y="12334"/>
                    </a:lnTo>
                    <a:lnTo>
                      <a:pt x="8530" y="11130"/>
                    </a:lnTo>
                    <a:lnTo>
                      <a:pt x="11950" y="11130"/>
                    </a:lnTo>
                    <a:lnTo>
                      <a:pt x="11950" y="12334"/>
                    </a:lnTo>
                    <a:lnTo>
                      <a:pt x="15383" y="12334"/>
                    </a:lnTo>
                    <a:lnTo>
                      <a:pt x="15383" y="11130"/>
                    </a:lnTo>
                    <a:lnTo>
                      <a:pt x="18930" y="11130"/>
                    </a:lnTo>
                    <a:lnTo>
                      <a:pt x="18930" y="12334"/>
                    </a:lnTo>
                    <a:lnTo>
                      <a:pt x="22350" y="12334"/>
                    </a:lnTo>
                    <a:lnTo>
                      <a:pt x="22350" y="11130"/>
                    </a:lnTo>
                    <a:lnTo>
                      <a:pt x="25783" y="11130"/>
                    </a:lnTo>
                    <a:lnTo>
                      <a:pt x="25783" y="12334"/>
                    </a:lnTo>
                    <a:lnTo>
                      <a:pt x="29215" y="12334"/>
                    </a:lnTo>
                    <a:lnTo>
                      <a:pt x="29215" y="11130"/>
                    </a:lnTo>
                    <a:lnTo>
                      <a:pt x="32635" y="11130"/>
                    </a:lnTo>
                    <a:lnTo>
                      <a:pt x="32635" y="12334"/>
                    </a:lnTo>
                    <a:lnTo>
                      <a:pt x="36067" y="12334"/>
                    </a:lnTo>
                    <a:lnTo>
                      <a:pt x="36067" y="11130"/>
                    </a:lnTo>
                    <a:lnTo>
                      <a:pt x="38270" y="10387"/>
                    </a:lnTo>
                    <a:lnTo>
                      <a:pt x="39257" y="11079"/>
                    </a:lnTo>
                    <a:lnTo>
                      <a:pt x="41216" y="8274"/>
                    </a:lnTo>
                    <a:lnTo>
                      <a:pt x="40268" y="7608"/>
                    </a:lnTo>
                    <a:lnTo>
                      <a:pt x="40358" y="7262"/>
                    </a:lnTo>
                    <a:lnTo>
                      <a:pt x="40422" y="6903"/>
                    </a:lnTo>
                    <a:lnTo>
                      <a:pt x="40460" y="6545"/>
                    </a:lnTo>
                    <a:lnTo>
                      <a:pt x="40473" y="6173"/>
                    </a:lnTo>
                    <a:lnTo>
                      <a:pt x="40460" y="5802"/>
                    </a:lnTo>
                    <a:lnTo>
                      <a:pt x="40422" y="5431"/>
                    </a:lnTo>
                    <a:lnTo>
                      <a:pt x="40358" y="5085"/>
                    </a:lnTo>
                    <a:lnTo>
                      <a:pt x="40268" y="4739"/>
                    </a:lnTo>
                    <a:lnTo>
                      <a:pt x="41216" y="4060"/>
                    </a:lnTo>
                    <a:lnTo>
                      <a:pt x="39257" y="1255"/>
                    </a:lnTo>
                    <a:lnTo>
                      <a:pt x="38270" y="1947"/>
                    </a:lnTo>
                    <a:lnTo>
                      <a:pt x="36131" y="1204"/>
                    </a:lnTo>
                    <a:lnTo>
                      <a:pt x="36131" y="0"/>
                    </a:lnTo>
                    <a:lnTo>
                      <a:pt x="32699" y="0"/>
                    </a:lnTo>
                    <a:lnTo>
                      <a:pt x="32699" y="1204"/>
                    </a:lnTo>
                    <a:lnTo>
                      <a:pt x="29266" y="1204"/>
                    </a:lnTo>
                    <a:lnTo>
                      <a:pt x="29266" y="0"/>
                    </a:lnTo>
                    <a:lnTo>
                      <a:pt x="25847" y="0"/>
                    </a:lnTo>
                    <a:lnTo>
                      <a:pt x="25847" y="1204"/>
                    </a:lnTo>
                    <a:lnTo>
                      <a:pt x="22414" y="1204"/>
                    </a:lnTo>
                    <a:lnTo>
                      <a:pt x="22414" y="0"/>
                    </a:lnTo>
                    <a:lnTo>
                      <a:pt x="18994" y="0"/>
                    </a:lnTo>
                    <a:lnTo>
                      <a:pt x="18994" y="1204"/>
                    </a:lnTo>
                    <a:lnTo>
                      <a:pt x="15434" y="1204"/>
                    </a:lnTo>
                    <a:lnTo>
                      <a:pt x="15434" y="0"/>
                    </a:lnTo>
                    <a:lnTo>
                      <a:pt x="12014" y="0"/>
                    </a:lnTo>
                    <a:lnTo>
                      <a:pt x="12014" y="1204"/>
                    </a:lnTo>
                    <a:lnTo>
                      <a:pt x="8582" y="1204"/>
                    </a:lnTo>
                    <a:lnTo>
                      <a:pt x="858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40"/>
              <p:cNvSpPr/>
              <p:nvPr/>
            </p:nvSpPr>
            <p:spPr>
              <a:xfrm>
                <a:off x="5864918" y="3889929"/>
                <a:ext cx="1191169" cy="251008"/>
              </a:xfrm>
              <a:custGeom>
                <a:avLst/>
                <a:gdLst/>
                <a:ahLst/>
                <a:cxnLst/>
                <a:rect l="l" t="t" r="r" b="b"/>
                <a:pathLst>
                  <a:path w="37746" h="7954" extrusionOk="0">
                    <a:moveTo>
                      <a:pt x="3971" y="0"/>
                    </a:moveTo>
                    <a:lnTo>
                      <a:pt x="3766" y="13"/>
                    </a:lnTo>
                    <a:lnTo>
                      <a:pt x="3561" y="26"/>
                    </a:lnTo>
                    <a:lnTo>
                      <a:pt x="3369" y="51"/>
                    </a:lnTo>
                    <a:lnTo>
                      <a:pt x="3177" y="90"/>
                    </a:lnTo>
                    <a:lnTo>
                      <a:pt x="2985" y="128"/>
                    </a:lnTo>
                    <a:lnTo>
                      <a:pt x="2792" y="179"/>
                    </a:lnTo>
                    <a:lnTo>
                      <a:pt x="2600" y="244"/>
                    </a:lnTo>
                    <a:lnTo>
                      <a:pt x="2421" y="320"/>
                    </a:lnTo>
                    <a:lnTo>
                      <a:pt x="2255" y="397"/>
                    </a:lnTo>
                    <a:lnTo>
                      <a:pt x="2075" y="487"/>
                    </a:lnTo>
                    <a:lnTo>
                      <a:pt x="1909" y="577"/>
                    </a:lnTo>
                    <a:lnTo>
                      <a:pt x="1755" y="679"/>
                    </a:lnTo>
                    <a:lnTo>
                      <a:pt x="1601" y="794"/>
                    </a:lnTo>
                    <a:lnTo>
                      <a:pt x="1448" y="910"/>
                    </a:lnTo>
                    <a:lnTo>
                      <a:pt x="1307" y="1038"/>
                    </a:lnTo>
                    <a:lnTo>
                      <a:pt x="1166" y="1166"/>
                    </a:lnTo>
                    <a:lnTo>
                      <a:pt x="1038" y="1307"/>
                    </a:lnTo>
                    <a:lnTo>
                      <a:pt x="910" y="1447"/>
                    </a:lnTo>
                    <a:lnTo>
                      <a:pt x="794" y="1601"/>
                    </a:lnTo>
                    <a:lnTo>
                      <a:pt x="679" y="1755"/>
                    </a:lnTo>
                    <a:lnTo>
                      <a:pt x="577" y="1921"/>
                    </a:lnTo>
                    <a:lnTo>
                      <a:pt x="474" y="2088"/>
                    </a:lnTo>
                    <a:lnTo>
                      <a:pt x="397" y="2254"/>
                    </a:lnTo>
                    <a:lnTo>
                      <a:pt x="308" y="2434"/>
                    </a:lnTo>
                    <a:lnTo>
                      <a:pt x="244" y="2613"/>
                    </a:lnTo>
                    <a:lnTo>
                      <a:pt x="180" y="2792"/>
                    </a:lnTo>
                    <a:lnTo>
                      <a:pt x="128" y="2984"/>
                    </a:lnTo>
                    <a:lnTo>
                      <a:pt x="77" y="3177"/>
                    </a:lnTo>
                    <a:lnTo>
                      <a:pt x="52" y="3369"/>
                    </a:lnTo>
                    <a:lnTo>
                      <a:pt x="26" y="3574"/>
                    </a:lnTo>
                    <a:lnTo>
                      <a:pt x="0" y="3778"/>
                    </a:lnTo>
                    <a:lnTo>
                      <a:pt x="0" y="3983"/>
                    </a:lnTo>
                    <a:lnTo>
                      <a:pt x="0" y="4188"/>
                    </a:lnTo>
                    <a:lnTo>
                      <a:pt x="26" y="4380"/>
                    </a:lnTo>
                    <a:lnTo>
                      <a:pt x="52" y="4585"/>
                    </a:lnTo>
                    <a:lnTo>
                      <a:pt x="77" y="4777"/>
                    </a:lnTo>
                    <a:lnTo>
                      <a:pt x="128" y="4970"/>
                    </a:lnTo>
                    <a:lnTo>
                      <a:pt x="180" y="5162"/>
                    </a:lnTo>
                    <a:lnTo>
                      <a:pt x="244" y="5341"/>
                    </a:lnTo>
                    <a:lnTo>
                      <a:pt x="308" y="5520"/>
                    </a:lnTo>
                    <a:lnTo>
                      <a:pt x="397" y="5700"/>
                    </a:lnTo>
                    <a:lnTo>
                      <a:pt x="474" y="5866"/>
                    </a:lnTo>
                    <a:lnTo>
                      <a:pt x="577" y="6033"/>
                    </a:lnTo>
                    <a:lnTo>
                      <a:pt x="679" y="6199"/>
                    </a:lnTo>
                    <a:lnTo>
                      <a:pt x="794" y="6353"/>
                    </a:lnTo>
                    <a:lnTo>
                      <a:pt x="910" y="6507"/>
                    </a:lnTo>
                    <a:lnTo>
                      <a:pt x="1038" y="6647"/>
                    </a:lnTo>
                    <a:lnTo>
                      <a:pt x="1166" y="6788"/>
                    </a:lnTo>
                    <a:lnTo>
                      <a:pt x="1307" y="6916"/>
                    </a:lnTo>
                    <a:lnTo>
                      <a:pt x="1448" y="7044"/>
                    </a:lnTo>
                    <a:lnTo>
                      <a:pt x="1601" y="7160"/>
                    </a:lnTo>
                    <a:lnTo>
                      <a:pt x="1755" y="7275"/>
                    </a:lnTo>
                    <a:lnTo>
                      <a:pt x="1909" y="7378"/>
                    </a:lnTo>
                    <a:lnTo>
                      <a:pt x="2075" y="7467"/>
                    </a:lnTo>
                    <a:lnTo>
                      <a:pt x="2255" y="7557"/>
                    </a:lnTo>
                    <a:lnTo>
                      <a:pt x="2421" y="7634"/>
                    </a:lnTo>
                    <a:lnTo>
                      <a:pt x="2600" y="7711"/>
                    </a:lnTo>
                    <a:lnTo>
                      <a:pt x="2792" y="7775"/>
                    </a:lnTo>
                    <a:lnTo>
                      <a:pt x="2985" y="7826"/>
                    </a:lnTo>
                    <a:lnTo>
                      <a:pt x="3177" y="7877"/>
                    </a:lnTo>
                    <a:lnTo>
                      <a:pt x="3369" y="7903"/>
                    </a:lnTo>
                    <a:lnTo>
                      <a:pt x="3561" y="7928"/>
                    </a:lnTo>
                    <a:lnTo>
                      <a:pt x="3766" y="7941"/>
                    </a:lnTo>
                    <a:lnTo>
                      <a:pt x="3971" y="7954"/>
                    </a:lnTo>
                    <a:lnTo>
                      <a:pt x="33762" y="7954"/>
                    </a:lnTo>
                    <a:lnTo>
                      <a:pt x="33967" y="7941"/>
                    </a:lnTo>
                    <a:lnTo>
                      <a:pt x="34172" y="7928"/>
                    </a:lnTo>
                    <a:lnTo>
                      <a:pt x="34377" y="7903"/>
                    </a:lnTo>
                    <a:lnTo>
                      <a:pt x="34569" y="7877"/>
                    </a:lnTo>
                    <a:lnTo>
                      <a:pt x="34761" y="7826"/>
                    </a:lnTo>
                    <a:lnTo>
                      <a:pt x="34953" y="7775"/>
                    </a:lnTo>
                    <a:lnTo>
                      <a:pt x="35132" y="7711"/>
                    </a:lnTo>
                    <a:lnTo>
                      <a:pt x="35312" y="7634"/>
                    </a:lnTo>
                    <a:lnTo>
                      <a:pt x="35491" y="7557"/>
                    </a:lnTo>
                    <a:lnTo>
                      <a:pt x="35657" y="7467"/>
                    </a:lnTo>
                    <a:lnTo>
                      <a:pt x="35824" y="7378"/>
                    </a:lnTo>
                    <a:lnTo>
                      <a:pt x="35990" y="7275"/>
                    </a:lnTo>
                    <a:lnTo>
                      <a:pt x="36144" y="7160"/>
                    </a:lnTo>
                    <a:lnTo>
                      <a:pt x="36298" y="7044"/>
                    </a:lnTo>
                    <a:lnTo>
                      <a:pt x="36439" y="6916"/>
                    </a:lnTo>
                    <a:lnTo>
                      <a:pt x="36580" y="6788"/>
                    </a:lnTo>
                    <a:lnTo>
                      <a:pt x="36708" y="6647"/>
                    </a:lnTo>
                    <a:lnTo>
                      <a:pt x="36836" y="6507"/>
                    </a:lnTo>
                    <a:lnTo>
                      <a:pt x="36951" y="6353"/>
                    </a:lnTo>
                    <a:lnTo>
                      <a:pt x="37066" y="6199"/>
                    </a:lnTo>
                    <a:lnTo>
                      <a:pt x="37169" y="6033"/>
                    </a:lnTo>
                    <a:lnTo>
                      <a:pt x="37258" y="5866"/>
                    </a:lnTo>
                    <a:lnTo>
                      <a:pt x="37348" y="5700"/>
                    </a:lnTo>
                    <a:lnTo>
                      <a:pt x="37425" y="5520"/>
                    </a:lnTo>
                    <a:lnTo>
                      <a:pt x="37502" y="5341"/>
                    </a:lnTo>
                    <a:lnTo>
                      <a:pt x="37566" y="5162"/>
                    </a:lnTo>
                    <a:lnTo>
                      <a:pt x="37617" y="4970"/>
                    </a:lnTo>
                    <a:lnTo>
                      <a:pt x="37655" y="4777"/>
                    </a:lnTo>
                    <a:lnTo>
                      <a:pt x="37694" y="4585"/>
                    </a:lnTo>
                    <a:lnTo>
                      <a:pt x="37719" y="4380"/>
                    </a:lnTo>
                    <a:lnTo>
                      <a:pt x="37732" y="4188"/>
                    </a:lnTo>
                    <a:lnTo>
                      <a:pt x="37745" y="3983"/>
                    </a:lnTo>
                    <a:lnTo>
                      <a:pt x="37732" y="3778"/>
                    </a:lnTo>
                    <a:lnTo>
                      <a:pt x="37719" y="3574"/>
                    </a:lnTo>
                    <a:lnTo>
                      <a:pt x="37694" y="3369"/>
                    </a:lnTo>
                    <a:lnTo>
                      <a:pt x="37655" y="3177"/>
                    </a:lnTo>
                    <a:lnTo>
                      <a:pt x="37617" y="2984"/>
                    </a:lnTo>
                    <a:lnTo>
                      <a:pt x="37566" y="2792"/>
                    </a:lnTo>
                    <a:lnTo>
                      <a:pt x="37502" y="2613"/>
                    </a:lnTo>
                    <a:lnTo>
                      <a:pt x="37425" y="2434"/>
                    </a:lnTo>
                    <a:lnTo>
                      <a:pt x="37348" y="2254"/>
                    </a:lnTo>
                    <a:lnTo>
                      <a:pt x="37258" y="2088"/>
                    </a:lnTo>
                    <a:lnTo>
                      <a:pt x="37169" y="1921"/>
                    </a:lnTo>
                    <a:lnTo>
                      <a:pt x="37066" y="1755"/>
                    </a:lnTo>
                    <a:lnTo>
                      <a:pt x="36951" y="1601"/>
                    </a:lnTo>
                    <a:lnTo>
                      <a:pt x="36836" y="1447"/>
                    </a:lnTo>
                    <a:lnTo>
                      <a:pt x="36708" y="1307"/>
                    </a:lnTo>
                    <a:lnTo>
                      <a:pt x="36580" y="1166"/>
                    </a:lnTo>
                    <a:lnTo>
                      <a:pt x="36439" y="1038"/>
                    </a:lnTo>
                    <a:lnTo>
                      <a:pt x="36298" y="910"/>
                    </a:lnTo>
                    <a:lnTo>
                      <a:pt x="36144" y="794"/>
                    </a:lnTo>
                    <a:lnTo>
                      <a:pt x="35990" y="679"/>
                    </a:lnTo>
                    <a:lnTo>
                      <a:pt x="35824" y="577"/>
                    </a:lnTo>
                    <a:lnTo>
                      <a:pt x="35657" y="487"/>
                    </a:lnTo>
                    <a:lnTo>
                      <a:pt x="35491" y="397"/>
                    </a:lnTo>
                    <a:lnTo>
                      <a:pt x="35312" y="320"/>
                    </a:lnTo>
                    <a:lnTo>
                      <a:pt x="35132" y="244"/>
                    </a:lnTo>
                    <a:lnTo>
                      <a:pt x="34953" y="179"/>
                    </a:lnTo>
                    <a:lnTo>
                      <a:pt x="34761" y="128"/>
                    </a:lnTo>
                    <a:lnTo>
                      <a:pt x="34569" y="90"/>
                    </a:lnTo>
                    <a:lnTo>
                      <a:pt x="34377" y="51"/>
                    </a:lnTo>
                    <a:lnTo>
                      <a:pt x="34172" y="26"/>
                    </a:lnTo>
                    <a:lnTo>
                      <a:pt x="33967" y="13"/>
                    </a:lnTo>
                    <a:lnTo>
                      <a:pt x="3376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40"/>
              <p:cNvSpPr/>
              <p:nvPr/>
            </p:nvSpPr>
            <p:spPr>
              <a:xfrm>
                <a:off x="5896444" y="3921455"/>
                <a:ext cx="1128118" cy="187956"/>
              </a:xfrm>
              <a:custGeom>
                <a:avLst/>
                <a:gdLst/>
                <a:ahLst/>
                <a:cxnLst/>
                <a:rect l="l" t="t" r="r" b="b"/>
                <a:pathLst>
                  <a:path w="35748" h="5956" extrusionOk="0">
                    <a:moveTo>
                      <a:pt x="2818" y="0"/>
                    </a:moveTo>
                    <a:lnTo>
                      <a:pt x="2664" y="13"/>
                    </a:lnTo>
                    <a:lnTo>
                      <a:pt x="2370" y="64"/>
                    </a:lnTo>
                    <a:lnTo>
                      <a:pt x="2088" y="128"/>
                    </a:lnTo>
                    <a:lnTo>
                      <a:pt x="1819" y="231"/>
                    </a:lnTo>
                    <a:lnTo>
                      <a:pt x="1550" y="359"/>
                    </a:lnTo>
                    <a:lnTo>
                      <a:pt x="1307" y="512"/>
                    </a:lnTo>
                    <a:lnTo>
                      <a:pt x="1076" y="679"/>
                    </a:lnTo>
                    <a:lnTo>
                      <a:pt x="871" y="871"/>
                    </a:lnTo>
                    <a:lnTo>
                      <a:pt x="679" y="1089"/>
                    </a:lnTo>
                    <a:lnTo>
                      <a:pt x="500" y="1319"/>
                    </a:lnTo>
                    <a:lnTo>
                      <a:pt x="359" y="1563"/>
                    </a:lnTo>
                    <a:lnTo>
                      <a:pt x="231" y="1819"/>
                    </a:lnTo>
                    <a:lnTo>
                      <a:pt x="128" y="2088"/>
                    </a:lnTo>
                    <a:lnTo>
                      <a:pt x="52" y="2382"/>
                    </a:lnTo>
                    <a:lnTo>
                      <a:pt x="13" y="2677"/>
                    </a:lnTo>
                    <a:lnTo>
                      <a:pt x="0" y="2831"/>
                    </a:lnTo>
                    <a:lnTo>
                      <a:pt x="0" y="2984"/>
                    </a:lnTo>
                    <a:lnTo>
                      <a:pt x="0" y="3138"/>
                    </a:lnTo>
                    <a:lnTo>
                      <a:pt x="13" y="3279"/>
                    </a:lnTo>
                    <a:lnTo>
                      <a:pt x="52" y="3586"/>
                    </a:lnTo>
                    <a:lnTo>
                      <a:pt x="128" y="3868"/>
                    </a:lnTo>
                    <a:lnTo>
                      <a:pt x="231" y="4137"/>
                    </a:lnTo>
                    <a:lnTo>
                      <a:pt x="359" y="4406"/>
                    </a:lnTo>
                    <a:lnTo>
                      <a:pt x="500" y="4649"/>
                    </a:lnTo>
                    <a:lnTo>
                      <a:pt x="679" y="4880"/>
                    </a:lnTo>
                    <a:lnTo>
                      <a:pt x="871" y="5085"/>
                    </a:lnTo>
                    <a:lnTo>
                      <a:pt x="1076" y="5277"/>
                    </a:lnTo>
                    <a:lnTo>
                      <a:pt x="1307" y="5456"/>
                    </a:lnTo>
                    <a:lnTo>
                      <a:pt x="1550" y="5597"/>
                    </a:lnTo>
                    <a:lnTo>
                      <a:pt x="1819" y="5725"/>
                    </a:lnTo>
                    <a:lnTo>
                      <a:pt x="2088" y="5828"/>
                    </a:lnTo>
                    <a:lnTo>
                      <a:pt x="2370" y="5905"/>
                    </a:lnTo>
                    <a:lnTo>
                      <a:pt x="2664" y="5943"/>
                    </a:lnTo>
                    <a:lnTo>
                      <a:pt x="2818" y="5956"/>
                    </a:lnTo>
                    <a:lnTo>
                      <a:pt x="32917" y="5956"/>
                    </a:lnTo>
                    <a:lnTo>
                      <a:pt x="33070" y="5943"/>
                    </a:lnTo>
                    <a:lnTo>
                      <a:pt x="33365" y="5905"/>
                    </a:lnTo>
                    <a:lnTo>
                      <a:pt x="33659" y="5828"/>
                    </a:lnTo>
                    <a:lnTo>
                      <a:pt x="33928" y="5725"/>
                    </a:lnTo>
                    <a:lnTo>
                      <a:pt x="34184" y="5597"/>
                    </a:lnTo>
                    <a:lnTo>
                      <a:pt x="34428" y="5456"/>
                    </a:lnTo>
                    <a:lnTo>
                      <a:pt x="34658" y="5277"/>
                    </a:lnTo>
                    <a:lnTo>
                      <a:pt x="34876" y="5085"/>
                    </a:lnTo>
                    <a:lnTo>
                      <a:pt x="35068" y="4880"/>
                    </a:lnTo>
                    <a:lnTo>
                      <a:pt x="35235" y="4649"/>
                    </a:lnTo>
                    <a:lnTo>
                      <a:pt x="35388" y="4406"/>
                    </a:lnTo>
                    <a:lnTo>
                      <a:pt x="35517" y="4137"/>
                    </a:lnTo>
                    <a:lnTo>
                      <a:pt x="35619" y="3868"/>
                    </a:lnTo>
                    <a:lnTo>
                      <a:pt x="35683" y="3586"/>
                    </a:lnTo>
                    <a:lnTo>
                      <a:pt x="35734" y="3279"/>
                    </a:lnTo>
                    <a:lnTo>
                      <a:pt x="35747" y="3138"/>
                    </a:lnTo>
                    <a:lnTo>
                      <a:pt x="35747" y="2984"/>
                    </a:lnTo>
                    <a:lnTo>
                      <a:pt x="35747" y="2831"/>
                    </a:lnTo>
                    <a:lnTo>
                      <a:pt x="35734" y="2677"/>
                    </a:lnTo>
                    <a:lnTo>
                      <a:pt x="35683" y="2382"/>
                    </a:lnTo>
                    <a:lnTo>
                      <a:pt x="35619" y="2088"/>
                    </a:lnTo>
                    <a:lnTo>
                      <a:pt x="35517" y="1819"/>
                    </a:lnTo>
                    <a:lnTo>
                      <a:pt x="35388" y="1563"/>
                    </a:lnTo>
                    <a:lnTo>
                      <a:pt x="35235" y="1319"/>
                    </a:lnTo>
                    <a:lnTo>
                      <a:pt x="35068" y="1089"/>
                    </a:lnTo>
                    <a:lnTo>
                      <a:pt x="34876" y="871"/>
                    </a:lnTo>
                    <a:lnTo>
                      <a:pt x="34658" y="679"/>
                    </a:lnTo>
                    <a:lnTo>
                      <a:pt x="34428" y="512"/>
                    </a:lnTo>
                    <a:lnTo>
                      <a:pt x="34184" y="359"/>
                    </a:lnTo>
                    <a:lnTo>
                      <a:pt x="33928" y="231"/>
                    </a:lnTo>
                    <a:lnTo>
                      <a:pt x="33659" y="128"/>
                    </a:lnTo>
                    <a:lnTo>
                      <a:pt x="33365" y="64"/>
                    </a:lnTo>
                    <a:lnTo>
                      <a:pt x="33070" y="13"/>
                    </a:lnTo>
                    <a:lnTo>
                      <a:pt x="329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40"/>
              <p:cNvSpPr/>
              <p:nvPr/>
            </p:nvSpPr>
            <p:spPr>
              <a:xfrm>
                <a:off x="5693528" y="2429189"/>
                <a:ext cx="1535935" cy="1155194"/>
              </a:xfrm>
              <a:custGeom>
                <a:avLst/>
                <a:gdLst/>
                <a:ahLst/>
                <a:cxnLst/>
                <a:rect l="l" t="t" r="r" b="b"/>
                <a:pathLst>
                  <a:path w="48671" h="36606" extrusionOk="0">
                    <a:moveTo>
                      <a:pt x="18162" y="0"/>
                    </a:moveTo>
                    <a:lnTo>
                      <a:pt x="17881" y="13"/>
                    </a:lnTo>
                    <a:lnTo>
                      <a:pt x="17599" y="39"/>
                    </a:lnTo>
                    <a:lnTo>
                      <a:pt x="17330" y="77"/>
                    </a:lnTo>
                    <a:lnTo>
                      <a:pt x="17048" y="116"/>
                    </a:lnTo>
                    <a:lnTo>
                      <a:pt x="16779" y="167"/>
                    </a:lnTo>
                    <a:lnTo>
                      <a:pt x="16510" y="218"/>
                    </a:lnTo>
                    <a:lnTo>
                      <a:pt x="16241" y="282"/>
                    </a:lnTo>
                    <a:lnTo>
                      <a:pt x="15985" y="359"/>
                    </a:lnTo>
                    <a:lnTo>
                      <a:pt x="15729" y="449"/>
                    </a:lnTo>
                    <a:lnTo>
                      <a:pt x="15473" y="538"/>
                    </a:lnTo>
                    <a:lnTo>
                      <a:pt x="15217" y="628"/>
                    </a:lnTo>
                    <a:lnTo>
                      <a:pt x="14973" y="743"/>
                    </a:lnTo>
                    <a:lnTo>
                      <a:pt x="14730" y="846"/>
                    </a:lnTo>
                    <a:lnTo>
                      <a:pt x="14486" y="974"/>
                    </a:lnTo>
                    <a:lnTo>
                      <a:pt x="14256" y="1102"/>
                    </a:lnTo>
                    <a:lnTo>
                      <a:pt x="14025" y="1230"/>
                    </a:lnTo>
                    <a:lnTo>
                      <a:pt x="13795" y="1371"/>
                    </a:lnTo>
                    <a:lnTo>
                      <a:pt x="13577" y="1525"/>
                    </a:lnTo>
                    <a:lnTo>
                      <a:pt x="13359" y="1678"/>
                    </a:lnTo>
                    <a:lnTo>
                      <a:pt x="13154" y="1845"/>
                    </a:lnTo>
                    <a:lnTo>
                      <a:pt x="12950" y="2011"/>
                    </a:lnTo>
                    <a:lnTo>
                      <a:pt x="12745" y="2178"/>
                    </a:lnTo>
                    <a:lnTo>
                      <a:pt x="12552" y="2357"/>
                    </a:lnTo>
                    <a:lnTo>
                      <a:pt x="12360" y="2549"/>
                    </a:lnTo>
                    <a:lnTo>
                      <a:pt x="12181" y="2741"/>
                    </a:lnTo>
                    <a:lnTo>
                      <a:pt x="12002" y="2933"/>
                    </a:lnTo>
                    <a:lnTo>
                      <a:pt x="11835" y="3138"/>
                    </a:lnTo>
                    <a:lnTo>
                      <a:pt x="11669" y="3343"/>
                    </a:lnTo>
                    <a:lnTo>
                      <a:pt x="11502" y="3561"/>
                    </a:lnTo>
                    <a:lnTo>
                      <a:pt x="11361" y="3779"/>
                    </a:lnTo>
                    <a:lnTo>
                      <a:pt x="11208" y="3996"/>
                    </a:lnTo>
                    <a:lnTo>
                      <a:pt x="10990" y="3971"/>
                    </a:lnTo>
                    <a:lnTo>
                      <a:pt x="10772" y="3945"/>
                    </a:lnTo>
                    <a:lnTo>
                      <a:pt x="10542" y="3932"/>
                    </a:lnTo>
                    <a:lnTo>
                      <a:pt x="10311" y="3920"/>
                    </a:lnTo>
                    <a:lnTo>
                      <a:pt x="10017" y="3932"/>
                    </a:lnTo>
                    <a:lnTo>
                      <a:pt x="9722" y="3958"/>
                    </a:lnTo>
                    <a:lnTo>
                      <a:pt x="9427" y="3984"/>
                    </a:lnTo>
                    <a:lnTo>
                      <a:pt x="9146" y="4035"/>
                    </a:lnTo>
                    <a:lnTo>
                      <a:pt x="8864" y="4099"/>
                    </a:lnTo>
                    <a:lnTo>
                      <a:pt x="8582" y="4189"/>
                    </a:lnTo>
                    <a:lnTo>
                      <a:pt x="8313" y="4278"/>
                    </a:lnTo>
                    <a:lnTo>
                      <a:pt x="8057" y="4381"/>
                    </a:lnTo>
                    <a:lnTo>
                      <a:pt x="7801" y="4496"/>
                    </a:lnTo>
                    <a:lnTo>
                      <a:pt x="7545" y="4624"/>
                    </a:lnTo>
                    <a:lnTo>
                      <a:pt x="7301" y="4765"/>
                    </a:lnTo>
                    <a:lnTo>
                      <a:pt x="7071" y="4919"/>
                    </a:lnTo>
                    <a:lnTo>
                      <a:pt x="6840" y="5072"/>
                    </a:lnTo>
                    <a:lnTo>
                      <a:pt x="6622" y="5252"/>
                    </a:lnTo>
                    <a:lnTo>
                      <a:pt x="6405" y="5431"/>
                    </a:lnTo>
                    <a:lnTo>
                      <a:pt x="6213" y="5623"/>
                    </a:lnTo>
                    <a:lnTo>
                      <a:pt x="6008" y="5828"/>
                    </a:lnTo>
                    <a:lnTo>
                      <a:pt x="5828" y="6033"/>
                    </a:lnTo>
                    <a:lnTo>
                      <a:pt x="5662" y="6251"/>
                    </a:lnTo>
                    <a:lnTo>
                      <a:pt x="5495" y="6481"/>
                    </a:lnTo>
                    <a:lnTo>
                      <a:pt x="5342" y="6725"/>
                    </a:lnTo>
                    <a:lnTo>
                      <a:pt x="5201" y="6968"/>
                    </a:lnTo>
                    <a:lnTo>
                      <a:pt x="5073" y="7211"/>
                    </a:lnTo>
                    <a:lnTo>
                      <a:pt x="4957" y="7467"/>
                    </a:lnTo>
                    <a:lnTo>
                      <a:pt x="4855" y="7736"/>
                    </a:lnTo>
                    <a:lnTo>
                      <a:pt x="4765" y="8005"/>
                    </a:lnTo>
                    <a:lnTo>
                      <a:pt x="4688" y="8287"/>
                    </a:lnTo>
                    <a:lnTo>
                      <a:pt x="4624" y="8556"/>
                    </a:lnTo>
                    <a:lnTo>
                      <a:pt x="4573" y="8851"/>
                    </a:lnTo>
                    <a:lnTo>
                      <a:pt x="4535" y="9145"/>
                    </a:lnTo>
                    <a:lnTo>
                      <a:pt x="4509" y="9440"/>
                    </a:lnTo>
                    <a:lnTo>
                      <a:pt x="4509" y="9734"/>
                    </a:lnTo>
                    <a:lnTo>
                      <a:pt x="4509" y="9978"/>
                    </a:lnTo>
                    <a:lnTo>
                      <a:pt x="4535" y="10234"/>
                    </a:lnTo>
                    <a:lnTo>
                      <a:pt x="4560" y="10477"/>
                    </a:lnTo>
                    <a:lnTo>
                      <a:pt x="4599" y="10721"/>
                    </a:lnTo>
                    <a:lnTo>
                      <a:pt x="4343" y="10849"/>
                    </a:lnTo>
                    <a:lnTo>
                      <a:pt x="4086" y="11002"/>
                    </a:lnTo>
                    <a:lnTo>
                      <a:pt x="3856" y="11156"/>
                    </a:lnTo>
                    <a:lnTo>
                      <a:pt x="3613" y="11323"/>
                    </a:lnTo>
                    <a:lnTo>
                      <a:pt x="3382" y="11489"/>
                    </a:lnTo>
                    <a:lnTo>
                      <a:pt x="3152" y="11668"/>
                    </a:lnTo>
                    <a:lnTo>
                      <a:pt x="2934" y="11848"/>
                    </a:lnTo>
                    <a:lnTo>
                      <a:pt x="2729" y="12040"/>
                    </a:lnTo>
                    <a:lnTo>
                      <a:pt x="2524" y="12245"/>
                    </a:lnTo>
                    <a:lnTo>
                      <a:pt x="2319" y="12450"/>
                    </a:lnTo>
                    <a:lnTo>
                      <a:pt x="2127" y="12655"/>
                    </a:lnTo>
                    <a:lnTo>
                      <a:pt x="1935" y="12872"/>
                    </a:lnTo>
                    <a:lnTo>
                      <a:pt x="1768" y="13103"/>
                    </a:lnTo>
                    <a:lnTo>
                      <a:pt x="1589" y="13333"/>
                    </a:lnTo>
                    <a:lnTo>
                      <a:pt x="1422" y="13564"/>
                    </a:lnTo>
                    <a:lnTo>
                      <a:pt x="1269" y="13807"/>
                    </a:lnTo>
                    <a:lnTo>
                      <a:pt x="1128" y="14063"/>
                    </a:lnTo>
                    <a:lnTo>
                      <a:pt x="987" y="14307"/>
                    </a:lnTo>
                    <a:lnTo>
                      <a:pt x="859" y="14576"/>
                    </a:lnTo>
                    <a:lnTo>
                      <a:pt x="731" y="14832"/>
                    </a:lnTo>
                    <a:lnTo>
                      <a:pt x="616" y="15101"/>
                    </a:lnTo>
                    <a:lnTo>
                      <a:pt x="513" y="15370"/>
                    </a:lnTo>
                    <a:lnTo>
                      <a:pt x="423" y="15652"/>
                    </a:lnTo>
                    <a:lnTo>
                      <a:pt x="334" y="15933"/>
                    </a:lnTo>
                    <a:lnTo>
                      <a:pt x="257" y="16215"/>
                    </a:lnTo>
                    <a:lnTo>
                      <a:pt x="193" y="16497"/>
                    </a:lnTo>
                    <a:lnTo>
                      <a:pt x="129" y="16792"/>
                    </a:lnTo>
                    <a:lnTo>
                      <a:pt x="90" y="17086"/>
                    </a:lnTo>
                    <a:lnTo>
                      <a:pt x="52" y="17394"/>
                    </a:lnTo>
                    <a:lnTo>
                      <a:pt x="26" y="17688"/>
                    </a:lnTo>
                    <a:lnTo>
                      <a:pt x="1" y="17996"/>
                    </a:lnTo>
                    <a:lnTo>
                      <a:pt x="1" y="18303"/>
                    </a:lnTo>
                    <a:lnTo>
                      <a:pt x="1" y="18610"/>
                    </a:lnTo>
                    <a:lnTo>
                      <a:pt x="26" y="18918"/>
                    </a:lnTo>
                    <a:lnTo>
                      <a:pt x="52" y="19225"/>
                    </a:lnTo>
                    <a:lnTo>
                      <a:pt x="90" y="19520"/>
                    </a:lnTo>
                    <a:lnTo>
                      <a:pt x="129" y="19814"/>
                    </a:lnTo>
                    <a:lnTo>
                      <a:pt x="193" y="20109"/>
                    </a:lnTo>
                    <a:lnTo>
                      <a:pt x="257" y="20391"/>
                    </a:lnTo>
                    <a:lnTo>
                      <a:pt x="334" y="20685"/>
                    </a:lnTo>
                    <a:lnTo>
                      <a:pt x="423" y="20967"/>
                    </a:lnTo>
                    <a:lnTo>
                      <a:pt x="513" y="21236"/>
                    </a:lnTo>
                    <a:lnTo>
                      <a:pt x="616" y="21505"/>
                    </a:lnTo>
                    <a:lnTo>
                      <a:pt x="731" y="21774"/>
                    </a:lnTo>
                    <a:lnTo>
                      <a:pt x="859" y="22043"/>
                    </a:lnTo>
                    <a:lnTo>
                      <a:pt x="987" y="22299"/>
                    </a:lnTo>
                    <a:lnTo>
                      <a:pt x="1128" y="22555"/>
                    </a:lnTo>
                    <a:lnTo>
                      <a:pt x="1269" y="22798"/>
                    </a:lnTo>
                    <a:lnTo>
                      <a:pt x="1422" y="23042"/>
                    </a:lnTo>
                    <a:lnTo>
                      <a:pt x="1589" y="23272"/>
                    </a:lnTo>
                    <a:lnTo>
                      <a:pt x="1768" y="23503"/>
                    </a:lnTo>
                    <a:lnTo>
                      <a:pt x="1935" y="23733"/>
                    </a:lnTo>
                    <a:lnTo>
                      <a:pt x="2127" y="23951"/>
                    </a:lnTo>
                    <a:lnTo>
                      <a:pt x="2319" y="24156"/>
                    </a:lnTo>
                    <a:lnTo>
                      <a:pt x="2524" y="24374"/>
                    </a:lnTo>
                    <a:lnTo>
                      <a:pt x="2729" y="24566"/>
                    </a:lnTo>
                    <a:lnTo>
                      <a:pt x="2934" y="24758"/>
                    </a:lnTo>
                    <a:lnTo>
                      <a:pt x="3152" y="24937"/>
                    </a:lnTo>
                    <a:lnTo>
                      <a:pt x="3382" y="25117"/>
                    </a:lnTo>
                    <a:lnTo>
                      <a:pt x="3613" y="25296"/>
                    </a:lnTo>
                    <a:lnTo>
                      <a:pt x="3856" y="25450"/>
                    </a:lnTo>
                    <a:lnTo>
                      <a:pt x="4086" y="25603"/>
                    </a:lnTo>
                    <a:lnTo>
                      <a:pt x="4343" y="25757"/>
                    </a:lnTo>
                    <a:lnTo>
                      <a:pt x="4599" y="25898"/>
                    </a:lnTo>
                    <a:lnTo>
                      <a:pt x="4560" y="26141"/>
                    </a:lnTo>
                    <a:lnTo>
                      <a:pt x="4535" y="26385"/>
                    </a:lnTo>
                    <a:lnTo>
                      <a:pt x="4509" y="26628"/>
                    </a:lnTo>
                    <a:lnTo>
                      <a:pt x="4509" y="26871"/>
                    </a:lnTo>
                    <a:lnTo>
                      <a:pt x="4509" y="27179"/>
                    </a:lnTo>
                    <a:lnTo>
                      <a:pt x="4535" y="27473"/>
                    </a:lnTo>
                    <a:lnTo>
                      <a:pt x="4573" y="27768"/>
                    </a:lnTo>
                    <a:lnTo>
                      <a:pt x="4624" y="28050"/>
                    </a:lnTo>
                    <a:lnTo>
                      <a:pt x="4688" y="28331"/>
                    </a:lnTo>
                    <a:lnTo>
                      <a:pt x="4765" y="28600"/>
                    </a:lnTo>
                    <a:lnTo>
                      <a:pt x="4855" y="28869"/>
                    </a:lnTo>
                    <a:lnTo>
                      <a:pt x="4957" y="29138"/>
                    </a:lnTo>
                    <a:lnTo>
                      <a:pt x="5073" y="29395"/>
                    </a:lnTo>
                    <a:lnTo>
                      <a:pt x="5201" y="29651"/>
                    </a:lnTo>
                    <a:lnTo>
                      <a:pt x="5342" y="29894"/>
                    </a:lnTo>
                    <a:lnTo>
                      <a:pt x="5495" y="30125"/>
                    </a:lnTo>
                    <a:lnTo>
                      <a:pt x="5662" y="30355"/>
                    </a:lnTo>
                    <a:lnTo>
                      <a:pt x="5828" y="30573"/>
                    </a:lnTo>
                    <a:lnTo>
                      <a:pt x="6008" y="30791"/>
                    </a:lnTo>
                    <a:lnTo>
                      <a:pt x="6213" y="30983"/>
                    </a:lnTo>
                    <a:lnTo>
                      <a:pt x="6405" y="31175"/>
                    </a:lnTo>
                    <a:lnTo>
                      <a:pt x="6622" y="31367"/>
                    </a:lnTo>
                    <a:lnTo>
                      <a:pt x="6840" y="31533"/>
                    </a:lnTo>
                    <a:lnTo>
                      <a:pt x="7071" y="31700"/>
                    </a:lnTo>
                    <a:lnTo>
                      <a:pt x="7301" y="31841"/>
                    </a:lnTo>
                    <a:lnTo>
                      <a:pt x="7545" y="31982"/>
                    </a:lnTo>
                    <a:lnTo>
                      <a:pt x="7801" y="32110"/>
                    </a:lnTo>
                    <a:lnTo>
                      <a:pt x="8057" y="32238"/>
                    </a:lnTo>
                    <a:lnTo>
                      <a:pt x="8313" y="32340"/>
                    </a:lnTo>
                    <a:lnTo>
                      <a:pt x="8582" y="32430"/>
                    </a:lnTo>
                    <a:lnTo>
                      <a:pt x="8864" y="32507"/>
                    </a:lnTo>
                    <a:lnTo>
                      <a:pt x="9146" y="32571"/>
                    </a:lnTo>
                    <a:lnTo>
                      <a:pt x="9427" y="32622"/>
                    </a:lnTo>
                    <a:lnTo>
                      <a:pt x="9722" y="32661"/>
                    </a:lnTo>
                    <a:lnTo>
                      <a:pt x="10017" y="32686"/>
                    </a:lnTo>
                    <a:lnTo>
                      <a:pt x="10542" y="32686"/>
                    </a:lnTo>
                    <a:lnTo>
                      <a:pt x="10772" y="32673"/>
                    </a:lnTo>
                    <a:lnTo>
                      <a:pt x="10990" y="32648"/>
                    </a:lnTo>
                    <a:lnTo>
                      <a:pt x="11208" y="32609"/>
                    </a:lnTo>
                    <a:lnTo>
                      <a:pt x="11361" y="32840"/>
                    </a:lnTo>
                    <a:lnTo>
                      <a:pt x="11502" y="33058"/>
                    </a:lnTo>
                    <a:lnTo>
                      <a:pt x="11669" y="33263"/>
                    </a:lnTo>
                    <a:lnTo>
                      <a:pt x="11835" y="33467"/>
                    </a:lnTo>
                    <a:lnTo>
                      <a:pt x="12002" y="33672"/>
                    </a:lnTo>
                    <a:lnTo>
                      <a:pt x="12181" y="33877"/>
                    </a:lnTo>
                    <a:lnTo>
                      <a:pt x="12360" y="34069"/>
                    </a:lnTo>
                    <a:lnTo>
                      <a:pt x="12552" y="34249"/>
                    </a:lnTo>
                    <a:lnTo>
                      <a:pt x="12745" y="34428"/>
                    </a:lnTo>
                    <a:lnTo>
                      <a:pt x="12950" y="34607"/>
                    </a:lnTo>
                    <a:lnTo>
                      <a:pt x="13154" y="34774"/>
                    </a:lnTo>
                    <a:lnTo>
                      <a:pt x="13359" y="34928"/>
                    </a:lnTo>
                    <a:lnTo>
                      <a:pt x="13577" y="35081"/>
                    </a:lnTo>
                    <a:lnTo>
                      <a:pt x="13795" y="35235"/>
                    </a:lnTo>
                    <a:lnTo>
                      <a:pt x="14025" y="35376"/>
                    </a:lnTo>
                    <a:lnTo>
                      <a:pt x="14256" y="35517"/>
                    </a:lnTo>
                    <a:lnTo>
                      <a:pt x="14486" y="35645"/>
                    </a:lnTo>
                    <a:lnTo>
                      <a:pt x="14730" y="35760"/>
                    </a:lnTo>
                    <a:lnTo>
                      <a:pt x="14973" y="35875"/>
                    </a:lnTo>
                    <a:lnTo>
                      <a:pt x="15217" y="35978"/>
                    </a:lnTo>
                    <a:lnTo>
                      <a:pt x="15473" y="36080"/>
                    </a:lnTo>
                    <a:lnTo>
                      <a:pt x="15729" y="36170"/>
                    </a:lnTo>
                    <a:lnTo>
                      <a:pt x="15985" y="36247"/>
                    </a:lnTo>
                    <a:lnTo>
                      <a:pt x="16241" y="36324"/>
                    </a:lnTo>
                    <a:lnTo>
                      <a:pt x="16510" y="36388"/>
                    </a:lnTo>
                    <a:lnTo>
                      <a:pt x="16779" y="36452"/>
                    </a:lnTo>
                    <a:lnTo>
                      <a:pt x="17048" y="36503"/>
                    </a:lnTo>
                    <a:lnTo>
                      <a:pt x="17330" y="36541"/>
                    </a:lnTo>
                    <a:lnTo>
                      <a:pt x="17599" y="36567"/>
                    </a:lnTo>
                    <a:lnTo>
                      <a:pt x="17881" y="36593"/>
                    </a:lnTo>
                    <a:lnTo>
                      <a:pt x="18162" y="36605"/>
                    </a:lnTo>
                    <a:lnTo>
                      <a:pt x="18790" y="36605"/>
                    </a:lnTo>
                    <a:lnTo>
                      <a:pt x="19123" y="36580"/>
                    </a:lnTo>
                    <a:lnTo>
                      <a:pt x="19456" y="36554"/>
                    </a:lnTo>
                    <a:lnTo>
                      <a:pt x="19789" y="36503"/>
                    </a:lnTo>
                    <a:lnTo>
                      <a:pt x="20109" y="36452"/>
                    </a:lnTo>
                    <a:lnTo>
                      <a:pt x="20429" y="36375"/>
                    </a:lnTo>
                    <a:lnTo>
                      <a:pt x="20750" y="36298"/>
                    </a:lnTo>
                    <a:lnTo>
                      <a:pt x="21057" y="36208"/>
                    </a:lnTo>
                    <a:lnTo>
                      <a:pt x="21364" y="36106"/>
                    </a:lnTo>
                    <a:lnTo>
                      <a:pt x="21659" y="35991"/>
                    </a:lnTo>
                    <a:lnTo>
                      <a:pt x="21953" y="35863"/>
                    </a:lnTo>
                    <a:lnTo>
                      <a:pt x="22248" y="35722"/>
                    </a:lnTo>
                    <a:lnTo>
                      <a:pt x="22530" y="35581"/>
                    </a:lnTo>
                    <a:lnTo>
                      <a:pt x="22812" y="35427"/>
                    </a:lnTo>
                    <a:lnTo>
                      <a:pt x="23081" y="35248"/>
                    </a:lnTo>
                    <a:lnTo>
                      <a:pt x="23337" y="35081"/>
                    </a:lnTo>
                    <a:lnTo>
                      <a:pt x="23593" y="34889"/>
                    </a:lnTo>
                    <a:lnTo>
                      <a:pt x="23849" y="34697"/>
                    </a:lnTo>
                    <a:lnTo>
                      <a:pt x="24080" y="34492"/>
                    </a:lnTo>
                    <a:lnTo>
                      <a:pt x="24323" y="34274"/>
                    </a:lnTo>
                    <a:lnTo>
                      <a:pt x="24541" y="34057"/>
                    </a:lnTo>
                    <a:lnTo>
                      <a:pt x="24758" y="33826"/>
                    </a:lnTo>
                    <a:lnTo>
                      <a:pt x="24976" y="33596"/>
                    </a:lnTo>
                    <a:lnTo>
                      <a:pt x="25168" y="33352"/>
                    </a:lnTo>
                    <a:lnTo>
                      <a:pt x="25360" y="33096"/>
                    </a:lnTo>
                    <a:lnTo>
                      <a:pt x="25540" y="32840"/>
                    </a:lnTo>
                    <a:lnTo>
                      <a:pt x="25719" y="32571"/>
                    </a:lnTo>
                    <a:lnTo>
                      <a:pt x="25885" y="32302"/>
                    </a:lnTo>
                    <a:lnTo>
                      <a:pt x="26039" y="32020"/>
                    </a:lnTo>
                    <a:lnTo>
                      <a:pt x="26180" y="31738"/>
                    </a:lnTo>
                    <a:lnTo>
                      <a:pt x="26308" y="31444"/>
                    </a:lnTo>
                    <a:lnTo>
                      <a:pt x="26436" y="31149"/>
                    </a:lnTo>
                    <a:lnTo>
                      <a:pt x="26628" y="31316"/>
                    </a:lnTo>
                    <a:lnTo>
                      <a:pt x="26833" y="31482"/>
                    </a:lnTo>
                    <a:lnTo>
                      <a:pt x="27051" y="31649"/>
                    </a:lnTo>
                    <a:lnTo>
                      <a:pt x="27269" y="31790"/>
                    </a:lnTo>
                    <a:lnTo>
                      <a:pt x="27499" y="31931"/>
                    </a:lnTo>
                    <a:lnTo>
                      <a:pt x="27730" y="32059"/>
                    </a:lnTo>
                    <a:lnTo>
                      <a:pt x="27973" y="32174"/>
                    </a:lnTo>
                    <a:lnTo>
                      <a:pt x="28216" y="32276"/>
                    </a:lnTo>
                    <a:lnTo>
                      <a:pt x="28473" y="32366"/>
                    </a:lnTo>
                    <a:lnTo>
                      <a:pt x="28729" y="32456"/>
                    </a:lnTo>
                    <a:lnTo>
                      <a:pt x="28985" y="32520"/>
                    </a:lnTo>
                    <a:lnTo>
                      <a:pt x="29254" y="32584"/>
                    </a:lnTo>
                    <a:lnTo>
                      <a:pt x="29523" y="32622"/>
                    </a:lnTo>
                    <a:lnTo>
                      <a:pt x="29805" y="32661"/>
                    </a:lnTo>
                    <a:lnTo>
                      <a:pt x="30086" y="32686"/>
                    </a:lnTo>
                    <a:lnTo>
                      <a:pt x="30368" y="32686"/>
                    </a:lnTo>
                    <a:lnTo>
                      <a:pt x="30688" y="32673"/>
                    </a:lnTo>
                    <a:lnTo>
                      <a:pt x="31009" y="32648"/>
                    </a:lnTo>
                    <a:lnTo>
                      <a:pt x="31329" y="32609"/>
                    </a:lnTo>
                    <a:lnTo>
                      <a:pt x="31636" y="32545"/>
                    </a:lnTo>
                    <a:lnTo>
                      <a:pt x="31931" y="32468"/>
                    </a:lnTo>
                    <a:lnTo>
                      <a:pt x="32238" y="32379"/>
                    </a:lnTo>
                    <a:lnTo>
                      <a:pt x="32520" y="32276"/>
                    </a:lnTo>
                    <a:lnTo>
                      <a:pt x="32802" y="32148"/>
                    </a:lnTo>
                    <a:lnTo>
                      <a:pt x="33083" y="32020"/>
                    </a:lnTo>
                    <a:lnTo>
                      <a:pt x="33340" y="31866"/>
                    </a:lnTo>
                    <a:lnTo>
                      <a:pt x="33596" y="31700"/>
                    </a:lnTo>
                    <a:lnTo>
                      <a:pt x="33852" y="31521"/>
                    </a:lnTo>
                    <a:lnTo>
                      <a:pt x="34082" y="31341"/>
                    </a:lnTo>
                    <a:lnTo>
                      <a:pt x="34313" y="31136"/>
                    </a:lnTo>
                    <a:lnTo>
                      <a:pt x="34531" y="30919"/>
                    </a:lnTo>
                    <a:lnTo>
                      <a:pt x="34736" y="30701"/>
                    </a:lnTo>
                    <a:lnTo>
                      <a:pt x="34915" y="30867"/>
                    </a:lnTo>
                    <a:lnTo>
                      <a:pt x="35107" y="31021"/>
                    </a:lnTo>
                    <a:lnTo>
                      <a:pt x="35299" y="31162"/>
                    </a:lnTo>
                    <a:lnTo>
                      <a:pt x="35504" y="31303"/>
                    </a:lnTo>
                    <a:lnTo>
                      <a:pt x="35709" y="31431"/>
                    </a:lnTo>
                    <a:lnTo>
                      <a:pt x="35927" y="31546"/>
                    </a:lnTo>
                    <a:lnTo>
                      <a:pt x="36145" y="31662"/>
                    </a:lnTo>
                    <a:lnTo>
                      <a:pt x="36375" y="31764"/>
                    </a:lnTo>
                    <a:lnTo>
                      <a:pt x="36606" y="31854"/>
                    </a:lnTo>
                    <a:lnTo>
                      <a:pt x="36836" y="31931"/>
                    </a:lnTo>
                    <a:lnTo>
                      <a:pt x="37080" y="31995"/>
                    </a:lnTo>
                    <a:lnTo>
                      <a:pt x="37336" y="32046"/>
                    </a:lnTo>
                    <a:lnTo>
                      <a:pt x="37579" y="32097"/>
                    </a:lnTo>
                    <a:lnTo>
                      <a:pt x="37835" y="32123"/>
                    </a:lnTo>
                    <a:lnTo>
                      <a:pt x="38091" y="32135"/>
                    </a:lnTo>
                    <a:lnTo>
                      <a:pt x="38360" y="32148"/>
                    </a:lnTo>
                    <a:lnTo>
                      <a:pt x="38629" y="32135"/>
                    </a:lnTo>
                    <a:lnTo>
                      <a:pt x="38898" y="32123"/>
                    </a:lnTo>
                    <a:lnTo>
                      <a:pt x="39154" y="32084"/>
                    </a:lnTo>
                    <a:lnTo>
                      <a:pt x="39423" y="32046"/>
                    </a:lnTo>
                    <a:lnTo>
                      <a:pt x="39667" y="31982"/>
                    </a:lnTo>
                    <a:lnTo>
                      <a:pt x="39923" y="31905"/>
                    </a:lnTo>
                    <a:lnTo>
                      <a:pt x="40166" y="31828"/>
                    </a:lnTo>
                    <a:lnTo>
                      <a:pt x="40410" y="31738"/>
                    </a:lnTo>
                    <a:lnTo>
                      <a:pt x="40640" y="31623"/>
                    </a:lnTo>
                    <a:lnTo>
                      <a:pt x="40871" y="31508"/>
                    </a:lnTo>
                    <a:lnTo>
                      <a:pt x="41088" y="31380"/>
                    </a:lnTo>
                    <a:lnTo>
                      <a:pt x="41306" y="31252"/>
                    </a:lnTo>
                    <a:lnTo>
                      <a:pt x="41511" y="31098"/>
                    </a:lnTo>
                    <a:lnTo>
                      <a:pt x="41703" y="30944"/>
                    </a:lnTo>
                    <a:lnTo>
                      <a:pt x="41895" y="30778"/>
                    </a:lnTo>
                    <a:lnTo>
                      <a:pt x="42087" y="30598"/>
                    </a:lnTo>
                    <a:lnTo>
                      <a:pt x="42254" y="30419"/>
                    </a:lnTo>
                    <a:lnTo>
                      <a:pt x="42420" y="30227"/>
                    </a:lnTo>
                    <a:lnTo>
                      <a:pt x="42574" y="30035"/>
                    </a:lnTo>
                    <a:lnTo>
                      <a:pt x="42728" y="29830"/>
                    </a:lnTo>
                    <a:lnTo>
                      <a:pt x="42869" y="29612"/>
                    </a:lnTo>
                    <a:lnTo>
                      <a:pt x="42984" y="29395"/>
                    </a:lnTo>
                    <a:lnTo>
                      <a:pt x="43112" y="29164"/>
                    </a:lnTo>
                    <a:lnTo>
                      <a:pt x="43214" y="28933"/>
                    </a:lnTo>
                    <a:lnTo>
                      <a:pt x="43304" y="28690"/>
                    </a:lnTo>
                    <a:lnTo>
                      <a:pt x="43394" y="28447"/>
                    </a:lnTo>
                    <a:lnTo>
                      <a:pt x="43458" y="28191"/>
                    </a:lnTo>
                    <a:lnTo>
                      <a:pt x="43522" y="27934"/>
                    </a:lnTo>
                    <a:lnTo>
                      <a:pt x="43560" y="27678"/>
                    </a:lnTo>
                    <a:lnTo>
                      <a:pt x="43599" y="27422"/>
                    </a:lnTo>
                    <a:lnTo>
                      <a:pt x="43624" y="27153"/>
                    </a:lnTo>
                    <a:lnTo>
                      <a:pt x="43624" y="26871"/>
                    </a:lnTo>
                    <a:lnTo>
                      <a:pt x="43624" y="26692"/>
                    </a:lnTo>
                    <a:lnTo>
                      <a:pt x="43612" y="26500"/>
                    </a:lnTo>
                    <a:lnTo>
                      <a:pt x="43573" y="26141"/>
                    </a:lnTo>
                    <a:lnTo>
                      <a:pt x="43842" y="26013"/>
                    </a:lnTo>
                    <a:lnTo>
                      <a:pt x="44124" y="25872"/>
                    </a:lnTo>
                    <a:lnTo>
                      <a:pt x="44393" y="25719"/>
                    </a:lnTo>
                    <a:lnTo>
                      <a:pt x="44649" y="25565"/>
                    </a:lnTo>
                    <a:lnTo>
                      <a:pt x="44905" y="25398"/>
                    </a:lnTo>
                    <a:lnTo>
                      <a:pt x="45161" y="25219"/>
                    </a:lnTo>
                    <a:lnTo>
                      <a:pt x="45392" y="25040"/>
                    </a:lnTo>
                    <a:lnTo>
                      <a:pt x="45635" y="24848"/>
                    </a:lnTo>
                    <a:lnTo>
                      <a:pt x="45866" y="24643"/>
                    </a:lnTo>
                    <a:lnTo>
                      <a:pt x="46083" y="24438"/>
                    </a:lnTo>
                    <a:lnTo>
                      <a:pt x="46301" y="24220"/>
                    </a:lnTo>
                    <a:lnTo>
                      <a:pt x="46506" y="24002"/>
                    </a:lnTo>
                    <a:lnTo>
                      <a:pt x="46698" y="23772"/>
                    </a:lnTo>
                    <a:lnTo>
                      <a:pt x="46890" y="23529"/>
                    </a:lnTo>
                    <a:lnTo>
                      <a:pt x="47070" y="23285"/>
                    </a:lnTo>
                    <a:lnTo>
                      <a:pt x="47249" y="23029"/>
                    </a:lnTo>
                    <a:lnTo>
                      <a:pt x="47415" y="22773"/>
                    </a:lnTo>
                    <a:lnTo>
                      <a:pt x="47569" y="22517"/>
                    </a:lnTo>
                    <a:lnTo>
                      <a:pt x="47710" y="22248"/>
                    </a:lnTo>
                    <a:lnTo>
                      <a:pt x="47851" y="21966"/>
                    </a:lnTo>
                    <a:lnTo>
                      <a:pt x="47979" y="21684"/>
                    </a:lnTo>
                    <a:lnTo>
                      <a:pt x="48094" y="21402"/>
                    </a:lnTo>
                    <a:lnTo>
                      <a:pt x="48197" y="21108"/>
                    </a:lnTo>
                    <a:lnTo>
                      <a:pt x="48299" y="20813"/>
                    </a:lnTo>
                    <a:lnTo>
                      <a:pt x="48376" y="20519"/>
                    </a:lnTo>
                    <a:lnTo>
                      <a:pt x="48453" y="20211"/>
                    </a:lnTo>
                    <a:lnTo>
                      <a:pt x="48517" y="19904"/>
                    </a:lnTo>
                    <a:lnTo>
                      <a:pt x="48568" y="19596"/>
                    </a:lnTo>
                    <a:lnTo>
                      <a:pt x="48619" y="19276"/>
                    </a:lnTo>
                    <a:lnTo>
                      <a:pt x="48645" y="18956"/>
                    </a:lnTo>
                    <a:lnTo>
                      <a:pt x="48671" y="18636"/>
                    </a:lnTo>
                    <a:lnTo>
                      <a:pt x="48671" y="18303"/>
                    </a:lnTo>
                    <a:lnTo>
                      <a:pt x="48671" y="17996"/>
                    </a:lnTo>
                    <a:lnTo>
                      <a:pt x="48645" y="17688"/>
                    </a:lnTo>
                    <a:lnTo>
                      <a:pt x="48619" y="17394"/>
                    </a:lnTo>
                    <a:lnTo>
                      <a:pt x="48581" y="17086"/>
                    </a:lnTo>
                    <a:lnTo>
                      <a:pt x="48543" y="16792"/>
                    </a:lnTo>
                    <a:lnTo>
                      <a:pt x="48479" y="16497"/>
                    </a:lnTo>
                    <a:lnTo>
                      <a:pt x="48414" y="16215"/>
                    </a:lnTo>
                    <a:lnTo>
                      <a:pt x="48338" y="15933"/>
                    </a:lnTo>
                    <a:lnTo>
                      <a:pt x="48248" y="15652"/>
                    </a:lnTo>
                    <a:lnTo>
                      <a:pt x="48158" y="15370"/>
                    </a:lnTo>
                    <a:lnTo>
                      <a:pt x="48056" y="15101"/>
                    </a:lnTo>
                    <a:lnTo>
                      <a:pt x="47941" y="14832"/>
                    </a:lnTo>
                    <a:lnTo>
                      <a:pt x="47813" y="14576"/>
                    </a:lnTo>
                    <a:lnTo>
                      <a:pt x="47684" y="14307"/>
                    </a:lnTo>
                    <a:lnTo>
                      <a:pt x="47544" y="14063"/>
                    </a:lnTo>
                    <a:lnTo>
                      <a:pt x="47403" y="13807"/>
                    </a:lnTo>
                    <a:lnTo>
                      <a:pt x="47236" y="13564"/>
                    </a:lnTo>
                    <a:lnTo>
                      <a:pt x="47082" y="13333"/>
                    </a:lnTo>
                    <a:lnTo>
                      <a:pt x="46903" y="13103"/>
                    </a:lnTo>
                    <a:lnTo>
                      <a:pt x="46724" y="12872"/>
                    </a:lnTo>
                    <a:lnTo>
                      <a:pt x="46545" y="12655"/>
                    </a:lnTo>
                    <a:lnTo>
                      <a:pt x="46352" y="12450"/>
                    </a:lnTo>
                    <a:lnTo>
                      <a:pt x="46147" y="12245"/>
                    </a:lnTo>
                    <a:lnTo>
                      <a:pt x="45943" y="12040"/>
                    </a:lnTo>
                    <a:lnTo>
                      <a:pt x="45738" y="11848"/>
                    </a:lnTo>
                    <a:lnTo>
                      <a:pt x="45520" y="11668"/>
                    </a:lnTo>
                    <a:lnTo>
                      <a:pt x="45289" y="11489"/>
                    </a:lnTo>
                    <a:lnTo>
                      <a:pt x="45059" y="11323"/>
                    </a:lnTo>
                    <a:lnTo>
                      <a:pt x="44815" y="11156"/>
                    </a:lnTo>
                    <a:lnTo>
                      <a:pt x="44585" y="11002"/>
                    </a:lnTo>
                    <a:lnTo>
                      <a:pt x="44329" y="10849"/>
                    </a:lnTo>
                    <a:lnTo>
                      <a:pt x="44073" y="10721"/>
                    </a:lnTo>
                    <a:lnTo>
                      <a:pt x="44111" y="10477"/>
                    </a:lnTo>
                    <a:lnTo>
                      <a:pt x="44137" y="10234"/>
                    </a:lnTo>
                    <a:lnTo>
                      <a:pt x="44162" y="9978"/>
                    </a:lnTo>
                    <a:lnTo>
                      <a:pt x="44162" y="9734"/>
                    </a:lnTo>
                    <a:lnTo>
                      <a:pt x="44162" y="9440"/>
                    </a:lnTo>
                    <a:lnTo>
                      <a:pt x="44137" y="9145"/>
                    </a:lnTo>
                    <a:lnTo>
                      <a:pt x="44098" y="8851"/>
                    </a:lnTo>
                    <a:lnTo>
                      <a:pt x="44047" y="8556"/>
                    </a:lnTo>
                    <a:lnTo>
                      <a:pt x="43983" y="8287"/>
                    </a:lnTo>
                    <a:lnTo>
                      <a:pt x="43906" y="8005"/>
                    </a:lnTo>
                    <a:lnTo>
                      <a:pt x="43816" y="7736"/>
                    </a:lnTo>
                    <a:lnTo>
                      <a:pt x="43714" y="7467"/>
                    </a:lnTo>
                    <a:lnTo>
                      <a:pt x="43599" y="7211"/>
                    </a:lnTo>
                    <a:lnTo>
                      <a:pt x="43471" y="6968"/>
                    </a:lnTo>
                    <a:lnTo>
                      <a:pt x="43330" y="6725"/>
                    </a:lnTo>
                    <a:lnTo>
                      <a:pt x="43176" y="6481"/>
                    </a:lnTo>
                    <a:lnTo>
                      <a:pt x="43010" y="6251"/>
                    </a:lnTo>
                    <a:lnTo>
                      <a:pt x="42843" y="6033"/>
                    </a:lnTo>
                    <a:lnTo>
                      <a:pt x="42651" y="5828"/>
                    </a:lnTo>
                    <a:lnTo>
                      <a:pt x="42459" y="5623"/>
                    </a:lnTo>
                    <a:lnTo>
                      <a:pt x="42267" y="5431"/>
                    </a:lnTo>
                    <a:lnTo>
                      <a:pt x="42049" y="5252"/>
                    </a:lnTo>
                    <a:lnTo>
                      <a:pt x="41831" y="5072"/>
                    </a:lnTo>
                    <a:lnTo>
                      <a:pt x="41601" y="4919"/>
                    </a:lnTo>
                    <a:lnTo>
                      <a:pt x="41370" y="4765"/>
                    </a:lnTo>
                    <a:lnTo>
                      <a:pt x="41127" y="4624"/>
                    </a:lnTo>
                    <a:lnTo>
                      <a:pt x="40871" y="4496"/>
                    </a:lnTo>
                    <a:lnTo>
                      <a:pt x="40614" y="4381"/>
                    </a:lnTo>
                    <a:lnTo>
                      <a:pt x="40358" y="4278"/>
                    </a:lnTo>
                    <a:lnTo>
                      <a:pt x="40089" y="4189"/>
                    </a:lnTo>
                    <a:lnTo>
                      <a:pt x="39808" y="4099"/>
                    </a:lnTo>
                    <a:lnTo>
                      <a:pt x="39526" y="4035"/>
                    </a:lnTo>
                    <a:lnTo>
                      <a:pt x="39244" y="3984"/>
                    </a:lnTo>
                    <a:lnTo>
                      <a:pt x="38949" y="3958"/>
                    </a:lnTo>
                    <a:lnTo>
                      <a:pt x="38655" y="3932"/>
                    </a:lnTo>
                    <a:lnTo>
                      <a:pt x="38360" y="3920"/>
                    </a:lnTo>
                    <a:lnTo>
                      <a:pt x="38130" y="3932"/>
                    </a:lnTo>
                    <a:lnTo>
                      <a:pt x="37899" y="3945"/>
                    </a:lnTo>
                    <a:lnTo>
                      <a:pt x="37681" y="3971"/>
                    </a:lnTo>
                    <a:lnTo>
                      <a:pt x="37464" y="3996"/>
                    </a:lnTo>
                    <a:lnTo>
                      <a:pt x="37310" y="3779"/>
                    </a:lnTo>
                    <a:lnTo>
                      <a:pt x="37156" y="3561"/>
                    </a:lnTo>
                    <a:lnTo>
                      <a:pt x="37003" y="3343"/>
                    </a:lnTo>
                    <a:lnTo>
                      <a:pt x="36836" y="3138"/>
                    </a:lnTo>
                    <a:lnTo>
                      <a:pt x="36670" y="2933"/>
                    </a:lnTo>
                    <a:lnTo>
                      <a:pt x="36490" y="2741"/>
                    </a:lnTo>
                    <a:lnTo>
                      <a:pt x="36311" y="2549"/>
                    </a:lnTo>
                    <a:lnTo>
                      <a:pt x="36119" y="2357"/>
                    </a:lnTo>
                    <a:lnTo>
                      <a:pt x="35927" y="2178"/>
                    </a:lnTo>
                    <a:lnTo>
                      <a:pt x="35722" y="2011"/>
                    </a:lnTo>
                    <a:lnTo>
                      <a:pt x="35517" y="1845"/>
                    </a:lnTo>
                    <a:lnTo>
                      <a:pt x="35312" y="1678"/>
                    </a:lnTo>
                    <a:lnTo>
                      <a:pt x="35094" y="1525"/>
                    </a:lnTo>
                    <a:lnTo>
                      <a:pt x="34864" y="1371"/>
                    </a:lnTo>
                    <a:lnTo>
                      <a:pt x="34646" y="1230"/>
                    </a:lnTo>
                    <a:lnTo>
                      <a:pt x="34415" y="1102"/>
                    </a:lnTo>
                    <a:lnTo>
                      <a:pt x="34185" y="974"/>
                    </a:lnTo>
                    <a:lnTo>
                      <a:pt x="33942" y="846"/>
                    </a:lnTo>
                    <a:lnTo>
                      <a:pt x="33698" y="743"/>
                    </a:lnTo>
                    <a:lnTo>
                      <a:pt x="33455" y="628"/>
                    </a:lnTo>
                    <a:lnTo>
                      <a:pt x="33199" y="538"/>
                    </a:lnTo>
                    <a:lnTo>
                      <a:pt x="32943" y="449"/>
                    </a:lnTo>
                    <a:lnTo>
                      <a:pt x="32686" y="359"/>
                    </a:lnTo>
                    <a:lnTo>
                      <a:pt x="32430" y="282"/>
                    </a:lnTo>
                    <a:lnTo>
                      <a:pt x="32161" y="218"/>
                    </a:lnTo>
                    <a:lnTo>
                      <a:pt x="31892" y="167"/>
                    </a:lnTo>
                    <a:lnTo>
                      <a:pt x="31623" y="116"/>
                    </a:lnTo>
                    <a:lnTo>
                      <a:pt x="31342" y="77"/>
                    </a:lnTo>
                    <a:lnTo>
                      <a:pt x="31073" y="39"/>
                    </a:lnTo>
                    <a:lnTo>
                      <a:pt x="30791" y="13"/>
                    </a:lnTo>
                    <a:lnTo>
                      <a:pt x="30509" y="0"/>
                    </a:lnTo>
                    <a:lnTo>
                      <a:pt x="30215" y="0"/>
                    </a:lnTo>
                    <a:lnTo>
                      <a:pt x="29792" y="13"/>
                    </a:lnTo>
                    <a:lnTo>
                      <a:pt x="29369" y="39"/>
                    </a:lnTo>
                    <a:lnTo>
                      <a:pt x="28959" y="90"/>
                    </a:lnTo>
                    <a:lnTo>
                      <a:pt x="28549" y="167"/>
                    </a:lnTo>
                    <a:lnTo>
                      <a:pt x="28152" y="257"/>
                    </a:lnTo>
                    <a:lnTo>
                      <a:pt x="27755" y="359"/>
                    </a:lnTo>
                    <a:lnTo>
                      <a:pt x="27371" y="487"/>
                    </a:lnTo>
                    <a:lnTo>
                      <a:pt x="27000" y="628"/>
                    </a:lnTo>
                    <a:lnTo>
                      <a:pt x="26628" y="795"/>
                    </a:lnTo>
                    <a:lnTo>
                      <a:pt x="26270" y="961"/>
                    </a:lnTo>
                    <a:lnTo>
                      <a:pt x="25924" y="1166"/>
                    </a:lnTo>
                    <a:lnTo>
                      <a:pt x="25578" y="1371"/>
                    </a:lnTo>
                    <a:lnTo>
                      <a:pt x="25258" y="1589"/>
                    </a:lnTo>
                    <a:lnTo>
                      <a:pt x="24938" y="1832"/>
                    </a:lnTo>
                    <a:lnTo>
                      <a:pt x="24630" y="2088"/>
                    </a:lnTo>
                    <a:lnTo>
                      <a:pt x="24336" y="2344"/>
                    </a:lnTo>
                    <a:lnTo>
                      <a:pt x="24041" y="2088"/>
                    </a:lnTo>
                    <a:lnTo>
                      <a:pt x="23734" y="1832"/>
                    </a:lnTo>
                    <a:lnTo>
                      <a:pt x="23414" y="1589"/>
                    </a:lnTo>
                    <a:lnTo>
                      <a:pt x="23093" y="1371"/>
                    </a:lnTo>
                    <a:lnTo>
                      <a:pt x="22748" y="1166"/>
                    </a:lnTo>
                    <a:lnTo>
                      <a:pt x="22402" y="961"/>
                    </a:lnTo>
                    <a:lnTo>
                      <a:pt x="22043" y="795"/>
                    </a:lnTo>
                    <a:lnTo>
                      <a:pt x="21672" y="628"/>
                    </a:lnTo>
                    <a:lnTo>
                      <a:pt x="21300" y="487"/>
                    </a:lnTo>
                    <a:lnTo>
                      <a:pt x="20916" y="359"/>
                    </a:lnTo>
                    <a:lnTo>
                      <a:pt x="20519" y="257"/>
                    </a:lnTo>
                    <a:lnTo>
                      <a:pt x="20122" y="167"/>
                    </a:lnTo>
                    <a:lnTo>
                      <a:pt x="19712" y="90"/>
                    </a:lnTo>
                    <a:lnTo>
                      <a:pt x="19302" y="39"/>
                    </a:lnTo>
                    <a:lnTo>
                      <a:pt x="18880" y="13"/>
                    </a:lnTo>
                    <a:lnTo>
                      <a:pt x="184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40"/>
              <p:cNvSpPr/>
              <p:nvPr/>
            </p:nvSpPr>
            <p:spPr>
              <a:xfrm>
                <a:off x="6390765" y="1919092"/>
                <a:ext cx="141504" cy="141914"/>
              </a:xfrm>
              <a:custGeom>
                <a:avLst/>
                <a:gdLst/>
                <a:ahLst/>
                <a:cxnLst/>
                <a:rect l="l" t="t" r="r" b="b"/>
                <a:pathLst>
                  <a:path w="4484" h="4497" extrusionOk="0">
                    <a:moveTo>
                      <a:pt x="2242" y="1"/>
                    </a:moveTo>
                    <a:lnTo>
                      <a:pt x="2011" y="14"/>
                    </a:lnTo>
                    <a:lnTo>
                      <a:pt x="1793" y="52"/>
                    </a:lnTo>
                    <a:lnTo>
                      <a:pt x="1576" y="103"/>
                    </a:lnTo>
                    <a:lnTo>
                      <a:pt x="1371" y="180"/>
                    </a:lnTo>
                    <a:lnTo>
                      <a:pt x="1166" y="283"/>
                    </a:lnTo>
                    <a:lnTo>
                      <a:pt x="987" y="385"/>
                    </a:lnTo>
                    <a:lnTo>
                      <a:pt x="807" y="526"/>
                    </a:lnTo>
                    <a:lnTo>
                      <a:pt x="654" y="667"/>
                    </a:lnTo>
                    <a:lnTo>
                      <a:pt x="513" y="821"/>
                    </a:lnTo>
                    <a:lnTo>
                      <a:pt x="385" y="1000"/>
                    </a:lnTo>
                    <a:lnTo>
                      <a:pt x="269" y="1179"/>
                    </a:lnTo>
                    <a:lnTo>
                      <a:pt x="167" y="1384"/>
                    </a:lnTo>
                    <a:lnTo>
                      <a:pt x="90" y="1589"/>
                    </a:lnTo>
                    <a:lnTo>
                      <a:pt x="39" y="1807"/>
                    </a:lnTo>
                    <a:lnTo>
                      <a:pt x="0" y="2024"/>
                    </a:lnTo>
                    <a:lnTo>
                      <a:pt x="0" y="2255"/>
                    </a:lnTo>
                    <a:lnTo>
                      <a:pt x="0" y="2486"/>
                    </a:lnTo>
                    <a:lnTo>
                      <a:pt x="39" y="2703"/>
                    </a:lnTo>
                    <a:lnTo>
                      <a:pt x="90" y="2921"/>
                    </a:lnTo>
                    <a:lnTo>
                      <a:pt x="167" y="3126"/>
                    </a:lnTo>
                    <a:lnTo>
                      <a:pt x="269" y="3331"/>
                    </a:lnTo>
                    <a:lnTo>
                      <a:pt x="385" y="3510"/>
                    </a:lnTo>
                    <a:lnTo>
                      <a:pt x="513" y="3677"/>
                    </a:lnTo>
                    <a:lnTo>
                      <a:pt x="654" y="3843"/>
                    </a:lnTo>
                    <a:lnTo>
                      <a:pt x="807" y="3984"/>
                    </a:lnTo>
                    <a:lnTo>
                      <a:pt x="987" y="4112"/>
                    </a:lnTo>
                    <a:lnTo>
                      <a:pt x="1166" y="4227"/>
                    </a:lnTo>
                    <a:lnTo>
                      <a:pt x="1371" y="4330"/>
                    </a:lnTo>
                    <a:lnTo>
                      <a:pt x="1576" y="4394"/>
                    </a:lnTo>
                    <a:lnTo>
                      <a:pt x="1793" y="4458"/>
                    </a:lnTo>
                    <a:lnTo>
                      <a:pt x="2011" y="4484"/>
                    </a:lnTo>
                    <a:lnTo>
                      <a:pt x="2242" y="4496"/>
                    </a:lnTo>
                    <a:lnTo>
                      <a:pt x="2472" y="4484"/>
                    </a:lnTo>
                    <a:lnTo>
                      <a:pt x="2690" y="4458"/>
                    </a:lnTo>
                    <a:lnTo>
                      <a:pt x="2908" y="4394"/>
                    </a:lnTo>
                    <a:lnTo>
                      <a:pt x="3113" y="4330"/>
                    </a:lnTo>
                    <a:lnTo>
                      <a:pt x="3318" y="4227"/>
                    </a:lnTo>
                    <a:lnTo>
                      <a:pt x="3497" y="4112"/>
                    </a:lnTo>
                    <a:lnTo>
                      <a:pt x="3676" y="3984"/>
                    </a:lnTo>
                    <a:lnTo>
                      <a:pt x="3830" y="3843"/>
                    </a:lnTo>
                    <a:lnTo>
                      <a:pt x="3971" y="3677"/>
                    </a:lnTo>
                    <a:lnTo>
                      <a:pt x="4099" y="3510"/>
                    </a:lnTo>
                    <a:lnTo>
                      <a:pt x="4214" y="3331"/>
                    </a:lnTo>
                    <a:lnTo>
                      <a:pt x="4317" y="3126"/>
                    </a:lnTo>
                    <a:lnTo>
                      <a:pt x="4393" y="2921"/>
                    </a:lnTo>
                    <a:lnTo>
                      <a:pt x="4445" y="2703"/>
                    </a:lnTo>
                    <a:lnTo>
                      <a:pt x="4470" y="2486"/>
                    </a:lnTo>
                    <a:lnTo>
                      <a:pt x="4483" y="2255"/>
                    </a:lnTo>
                    <a:lnTo>
                      <a:pt x="4470" y="2024"/>
                    </a:lnTo>
                    <a:lnTo>
                      <a:pt x="4445" y="1807"/>
                    </a:lnTo>
                    <a:lnTo>
                      <a:pt x="4393" y="1589"/>
                    </a:lnTo>
                    <a:lnTo>
                      <a:pt x="4317" y="1384"/>
                    </a:lnTo>
                    <a:lnTo>
                      <a:pt x="4214" y="1179"/>
                    </a:lnTo>
                    <a:lnTo>
                      <a:pt x="4099" y="1000"/>
                    </a:lnTo>
                    <a:lnTo>
                      <a:pt x="3971" y="821"/>
                    </a:lnTo>
                    <a:lnTo>
                      <a:pt x="3830" y="667"/>
                    </a:lnTo>
                    <a:lnTo>
                      <a:pt x="3676" y="526"/>
                    </a:lnTo>
                    <a:lnTo>
                      <a:pt x="3497" y="385"/>
                    </a:lnTo>
                    <a:lnTo>
                      <a:pt x="3318" y="283"/>
                    </a:lnTo>
                    <a:lnTo>
                      <a:pt x="3113" y="180"/>
                    </a:lnTo>
                    <a:lnTo>
                      <a:pt x="2908" y="103"/>
                    </a:lnTo>
                    <a:lnTo>
                      <a:pt x="2690" y="52"/>
                    </a:lnTo>
                    <a:lnTo>
                      <a:pt x="2472" y="14"/>
                    </a:lnTo>
                    <a:lnTo>
                      <a:pt x="224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40"/>
              <p:cNvSpPr/>
              <p:nvPr/>
            </p:nvSpPr>
            <p:spPr>
              <a:xfrm>
                <a:off x="6244842" y="2482932"/>
                <a:ext cx="39636" cy="115248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3652" extrusionOk="0">
                    <a:moveTo>
                      <a:pt x="1" y="1"/>
                    </a:moveTo>
                    <a:lnTo>
                      <a:pt x="1" y="3651"/>
                    </a:lnTo>
                    <a:lnTo>
                      <a:pt x="1256" y="3651"/>
                    </a:lnTo>
                    <a:lnTo>
                      <a:pt x="1256" y="1"/>
                    </a:lnTo>
                    <a:close/>
                  </a:path>
                </a:pathLst>
              </a:custGeom>
              <a:solidFill>
                <a:srgbClr val="F9CD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40"/>
              <p:cNvSpPr/>
              <p:nvPr/>
            </p:nvSpPr>
            <p:spPr>
              <a:xfrm>
                <a:off x="6323673" y="2482932"/>
                <a:ext cx="39226" cy="115248"/>
              </a:xfrm>
              <a:custGeom>
                <a:avLst/>
                <a:gdLst/>
                <a:ahLst/>
                <a:cxnLst/>
                <a:rect l="l" t="t" r="r" b="b"/>
                <a:pathLst>
                  <a:path w="1243" h="3652" extrusionOk="0">
                    <a:moveTo>
                      <a:pt x="0" y="1"/>
                    </a:moveTo>
                    <a:lnTo>
                      <a:pt x="0" y="3651"/>
                    </a:lnTo>
                    <a:lnTo>
                      <a:pt x="1243" y="3651"/>
                    </a:lnTo>
                    <a:lnTo>
                      <a:pt x="1243" y="1"/>
                    </a:lnTo>
                    <a:close/>
                  </a:path>
                </a:pathLst>
              </a:custGeom>
              <a:solidFill>
                <a:srgbClr val="F9CD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40"/>
              <p:cNvSpPr/>
              <p:nvPr/>
            </p:nvSpPr>
            <p:spPr>
              <a:xfrm>
                <a:off x="6402473" y="2482932"/>
                <a:ext cx="39636" cy="115248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3652" extrusionOk="0">
                    <a:moveTo>
                      <a:pt x="1" y="1"/>
                    </a:moveTo>
                    <a:lnTo>
                      <a:pt x="1" y="3651"/>
                    </a:lnTo>
                    <a:lnTo>
                      <a:pt x="1256" y="3651"/>
                    </a:lnTo>
                    <a:lnTo>
                      <a:pt x="1256" y="1"/>
                    </a:lnTo>
                    <a:close/>
                  </a:path>
                </a:pathLst>
              </a:custGeom>
              <a:solidFill>
                <a:srgbClr val="F9CD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40"/>
              <p:cNvSpPr/>
              <p:nvPr/>
            </p:nvSpPr>
            <p:spPr>
              <a:xfrm>
                <a:off x="6481304" y="2482932"/>
                <a:ext cx="39226" cy="115248"/>
              </a:xfrm>
              <a:custGeom>
                <a:avLst/>
                <a:gdLst/>
                <a:ahLst/>
                <a:cxnLst/>
                <a:rect l="l" t="t" r="r" b="b"/>
                <a:pathLst>
                  <a:path w="1243" h="3652" extrusionOk="0">
                    <a:moveTo>
                      <a:pt x="0" y="1"/>
                    </a:moveTo>
                    <a:lnTo>
                      <a:pt x="0" y="3651"/>
                    </a:lnTo>
                    <a:lnTo>
                      <a:pt x="1243" y="3651"/>
                    </a:lnTo>
                    <a:lnTo>
                      <a:pt x="1243" y="1"/>
                    </a:lnTo>
                    <a:close/>
                  </a:path>
                </a:pathLst>
              </a:custGeom>
              <a:solidFill>
                <a:srgbClr val="F9CD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40"/>
              <p:cNvSpPr/>
              <p:nvPr/>
            </p:nvSpPr>
            <p:spPr>
              <a:xfrm>
                <a:off x="6560104" y="2482932"/>
                <a:ext cx="39258" cy="115248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3652" extrusionOk="0">
                    <a:moveTo>
                      <a:pt x="1" y="1"/>
                    </a:moveTo>
                    <a:lnTo>
                      <a:pt x="1" y="3651"/>
                    </a:lnTo>
                    <a:lnTo>
                      <a:pt x="1243" y="3651"/>
                    </a:lnTo>
                    <a:lnTo>
                      <a:pt x="1243" y="1"/>
                    </a:lnTo>
                    <a:close/>
                  </a:path>
                </a:pathLst>
              </a:custGeom>
              <a:solidFill>
                <a:srgbClr val="F9CD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40"/>
              <p:cNvSpPr/>
              <p:nvPr/>
            </p:nvSpPr>
            <p:spPr>
              <a:xfrm>
                <a:off x="6638525" y="2482932"/>
                <a:ext cx="39636" cy="115248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3652" extrusionOk="0">
                    <a:moveTo>
                      <a:pt x="1" y="1"/>
                    </a:moveTo>
                    <a:lnTo>
                      <a:pt x="1" y="3651"/>
                    </a:lnTo>
                    <a:lnTo>
                      <a:pt x="1256" y="3651"/>
                    </a:lnTo>
                    <a:lnTo>
                      <a:pt x="1256" y="1"/>
                    </a:lnTo>
                    <a:close/>
                  </a:path>
                </a:pathLst>
              </a:custGeom>
              <a:solidFill>
                <a:srgbClr val="F9CD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40"/>
              <p:cNvSpPr/>
              <p:nvPr/>
            </p:nvSpPr>
            <p:spPr>
              <a:xfrm>
                <a:off x="6659542" y="1637787"/>
                <a:ext cx="263978" cy="391692"/>
              </a:xfrm>
              <a:custGeom>
                <a:avLst/>
                <a:gdLst/>
                <a:ahLst/>
                <a:cxnLst/>
                <a:rect l="l" t="t" r="r" b="b"/>
                <a:pathLst>
                  <a:path w="8365" h="12412" extrusionOk="0">
                    <a:moveTo>
                      <a:pt x="8364" y="1"/>
                    </a:moveTo>
                    <a:lnTo>
                      <a:pt x="1" y="6200"/>
                    </a:lnTo>
                    <a:lnTo>
                      <a:pt x="3062" y="6200"/>
                    </a:lnTo>
                    <a:lnTo>
                      <a:pt x="1" y="12411"/>
                    </a:lnTo>
                    <a:lnTo>
                      <a:pt x="8364" y="6200"/>
                    </a:lnTo>
                    <a:lnTo>
                      <a:pt x="5303" y="6200"/>
                    </a:lnTo>
                    <a:lnTo>
                      <a:pt x="836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40"/>
              <p:cNvSpPr/>
              <p:nvPr/>
            </p:nvSpPr>
            <p:spPr>
              <a:xfrm>
                <a:off x="6034667" y="1487825"/>
                <a:ext cx="264357" cy="392102"/>
              </a:xfrm>
              <a:custGeom>
                <a:avLst/>
                <a:gdLst/>
                <a:ahLst/>
                <a:cxnLst/>
                <a:rect l="l" t="t" r="r" b="b"/>
                <a:pathLst>
                  <a:path w="8377" h="12425" extrusionOk="0">
                    <a:moveTo>
                      <a:pt x="1" y="1"/>
                    </a:moveTo>
                    <a:lnTo>
                      <a:pt x="3075" y="6213"/>
                    </a:lnTo>
                    <a:lnTo>
                      <a:pt x="1" y="6213"/>
                    </a:lnTo>
                    <a:lnTo>
                      <a:pt x="8377" y="12424"/>
                    </a:lnTo>
                    <a:lnTo>
                      <a:pt x="5316" y="6213"/>
                    </a:lnTo>
                    <a:lnTo>
                      <a:pt x="8377" y="621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40"/>
              <p:cNvSpPr/>
              <p:nvPr/>
            </p:nvSpPr>
            <p:spPr>
              <a:xfrm>
                <a:off x="5816003" y="2744860"/>
                <a:ext cx="603474" cy="155231"/>
              </a:xfrm>
              <a:custGeom>
                <a:avLst/>
                <a:gdLst/>
                <a:ahLst/>
                <a:cxnLst/>
                <a:rect l="l" t="t" r="r" b="b"/>
                <a:pathLst>
                  <a:path w="19123" h="4919" extrusionOk="0">
                    <a:moveTo>
                      <a:pt x="718" y="0"/>
                    </a:moveTo>
                    <a:lnTo>
                      <a:pt x="564" y="13"/>
                    </a:lnTo>
                    <a:lnTo>
                      <a:pt x="436" y="52"/>
                    </a:lnTo>
                    <a:lnTo>
                      <a:pt x="308" y="116"/>
                    </a:lnTo>
                    <a:lnTo>
                      <a:pt x="205" y="205"/>
                    </a:lnTo>
                    <a:lnTo>
                      <a:pt x="116" y="308"/>
                    </a:lnTo>
                    <a:lnTo>
                      <a:pt x="52" y="436"/>
                    </a:lnTo>
                    <a:lnTo>
                      <a:pt x="13" y="564"/>
                    </a:lnTo>
                    <a:lnTo>
                      <a:pt x="1" y="718"/>
                    </a:lnTo>
                    <a:lnTo>
                      <a:pt x="13" y="859"/>
                    </a:lnTo>
                    <a:lnTo>
                      <a:pt x="52" y="987"/>
                    </a:lnTo>
                    <a:lnTo>
                      <a:pt x="116" y="1115"/>
                    </a:lnTo>
                    <a:lnTo>
                      <a:pt x="205" y="1217"/>
                    </a:lnTo>
                    <a:lnTo>
                      <a:pt x="308" y="1307"/>
                    </a:lnTo>
                    <a:lnTo>
                      <a:pt x="436" y="1371"/>
                    </a:lnTo>
                    <a:lnTo>
                      <a:pt x="564" y="1409"/>
                    </a:lnTo>
                    <a:lnTo>
                      <a:pt x="718" y="1435"/>
                    </a:lnTo>
                    <a:lnTo>
                      <a:pt x="14550" y="1435"/>
                    </a:lnTo>
                    <a:lnTo>
                      <a:pt x="17906" y="4714"/>
                    </a:lnTo>
                    <a:lnTo>
                      <a:pt x="18021" y="4803"/>
                    </a:lnTo>
                    <a:lnTo>
                      <a:pt x="18136" y="4867"/>
                    </a:lnTo>
                    <a:lnTo>
                      <a:pt x="18277" y="4906"/>
                    </a:lnTo>
                    <a:lnTo>
                      <a:pt x="18405" y="4919"/>
                    </a:lnTo>
                    <a:lnTo>
                      <a:pt x="18546" y="4906"/>
                    </a:lnTo>
                    <a:lnTo>
                      <a:pt x="18674" y="4867"/>
                    </a:lnTo>
                    <a:lnTo>
                      <a:pt x="18802" y="4803"/>
                    </a:lnTo>
                    <a:lnTo>
                      <a:pt x="18918" y="4701"/>
                    </a:lnTo>
                    <a:lnTo>
                      <a:pt x="19007" y="4598"/>
                    </a:lnTo>
                    <a:lnTo>
                      <a:pt x="19071" y="4470"/>
                    </a:lnTo>
                    <a:lnTo>
                      <a:pt x="19110" y="4329"/>
                    </a:lnTo>
                    <a:lnTo>
                      <a:pt x="19123" y="4201"/>
                    </a:lnTo>
                    <a:lnTo>
                      <a:pt x="19110" y="4060"/>
                    </a:lnTo>
                    <a:lnTo>
                      <a:pt x="19071" y="3932"/>
                    </a:lnTo>
                    <a:lnTo>
                      <a:pt x="18995" y="3804"/>
                    </a:lnTo>
                    <a:lnTo>
                      <a:pt x="18905" y="3689"/>
                    </a:lnTo>
                    <a:lnTo>
                      <a:pt x="15344" y="205"/>
                    </a:lnTo>
                    <a:lnTo>
                      <a:pt x="15229" y="116"/>
                    </a:lnTo>
                    <a:lnTo>
                      <a:pt x="15114" y="52"/>
                    </a:lnTo>
                    <a:lnTo>
                      <a:pt x="14973" y="13"/>
                    </a:lnTo>
                    <a:lnTo>
                      <a:pt x="1484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40"/>
              <p:cNvSpPr/>
              <p:nvPr/>
            </p:nvSpPr>
            <p:spPr>
              <a:xfrm>
                <a:off x="5672100" y="3007988"/>
                <a:ext cx="371495" cy="44875"/>
              </a:xfrm>
              <a:custGeom>
                <a:avLst/>
                <a:gdLst/>
                <a:ahLst/>
                <a:cxnLst/>
                <a:rect l="l" t="t" r="r" b="b"/>
                <a:pathLst>
                  <a:path w="11772" h="1422" extrusionOk="0">
                    <a:moveTo>
                      <a:pt x="718" y="0"/>
                    </a:moveTo>
                    <a:lnTo>
                      <a:pt x="577" y="13"/>
                    </a:lnTo>
                    <a:lnTo>
                      <a:pt x="436" y="52"/>
                    </a:lnTo>
                    <a:lnTo>
                      <a:pt x="321" y="116"/>
                    </a:lnTo>
                    <a:lnTo>
                      <a:pt x="206" y="205"/>
                    </a:lnTo>
                    <a:lnTo>
                      <a:pt x="116" y="308"/>
                    </a:lnTo>
                    <a:lnTo>
                      <a:pt x="52" y="436"/>
                    </a:lnTo>
                    <a:lnTo>
                      <a:pt x="14" y="564"/>
                    </a:lnTo>
                    <a:lnTo>
                      <a:pt x="1" y="718"/>
                    </a:lnTo>
                    <a:lnTo>
                      <a:pt x="14" y="858"/>
                    </a:lnTo>
                    <a:lnTo>
                      <a:pt x="52" y="987"/>
                    </a:lnTo>
                    <a:lnTo>
                      <a:pt x="116" y="1115"/>
                    </a:lnTo>
                    <a:lnTo>
                      <a:pt x="206" y="1217"/>
                    </a:lnTo>
                    <a:lnTo>
                      <a:pt x="321" y="1307"/>
                    </a:lnTo>
                    <a:lnTo>
                      <a:pt x="436" y="1371"/>
                    </a:lnTo>
                    <a:lnTo>
                      <a:pt x="577" y="1409"/>
                    </a:lnTo>
                    <a:lnTo>
                      <a:pt x="718" y="1422"/>
                    </a:lnTo>
                    <a:lnTo>
                      <a:pt x="11054" y="1422"/>
                    </a:lnTo>
                    <a:lnTo>
                      <a:pt x="11195" y="1409"/>
                    </a:lnTo>
                    <a:lnTo>
                      <a:pt x="11323" y="1371"/>
                    </a:lnTo>
                    <a:lnTo>
                      <a:pt x="11451" y="1307"/>
                    </a:lnTo>
                    <a:lnTo>
                      <a:pt x="11554" y="1217"/>
                    </a:lnTo>
                    <a:lnTo>
                      <a:pt x="11643" y="1115"/>
                    </a:lnTo>
                    <a:lnTo>
                      <a:pt x="11707" y="987"/>
                    </a:lnTo>
                    <a:lnTo>
                      <a:pt x="11746" y="858"/>
                    </a:lnTo>
                    <a:lnTo>
                      <a:pt x="11771" y="718"/>
                    </a:lnTo>
                    <a:lnTo>
                      <a:pt x="11746" y="564"/>
                    </a:lnTo>
                    <a:lnTo>
                      <a:pt x="11707" y="436"/>
                    </a:lnTo>
                    <a:lnTo>
                      <a:pt x="11643" y="308"/>
                    </a:lnTo>
                    <a:lnTo>
                      <a:pt x="11554" y="205"/>
                    </a:lnTo>
                    <a:lnTo>
                      <a:pt x="11451" y="116"/>
                    </a:lnTo>
                    <a:lnTo>
                      <a:pt x="11323" y="52"/>
                    </a:lnTo>
                    <a:lnTo>
                      <a:pt x="11195" y="13"/>
                    </a:lnTo>
                    <a:lnTo>
                      <a:pt x="1105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40"/>
              <p:cNvSpPr/>
              <p:nvPr/>
            </p:nvSpPr>
            <p:spPr>
              <a:xfrm>
                <a:off x="5816003" y="3109824"/>
                <a:ext cx="405419" cy="159302"/>
              </a:xfrm>
              <a:custGeom>
                <a:avLst/>
                <a:gdLst/>
                <a:ahLst/>
                <a:cxnLst/>
                <a:rect l="l" t="t" r="r" b="b"/>
                <a:pathLst>
                  <a:path w="12847" h="5048" extrusionOk="0">
                    <a:moveTo>
                      <a:pt x="12078" y="1"/>
                    </a:moveTo>
                    <a:lnTo>
                      <a:pt x="11937" y="14"/>
                    </a:lnTo>
                    <a:lnTo>
                      <a:pt x="11809" y="65"/>
                    </a:lnTo>
                    <a:lnTo>
                      <a:pt x="11694" y="155"/>
                    </a:lnTo>
                    <a:lnTo>
                      <a:pt x="7352" y="3613"/>
                    </a:lnTo>
                    <a:lnTo>
                      <a:pt x="718" y="3613"/>
                    </a:lnTo>
                    <a:lnTo>
                      <a:pt x="564" y="3626"/>
                    </a:lnTo>
                    <a:lnTo>
                      <a:pt x="436" y="3664"/>
                    </a:lnTo>
                    <a:lnTo>
                      <a:pt x="308" y="3728"/>
                    </a:lnTo>
                    <a:lnTo>
                      <a:pt x="205" y="3818"/>
                    </a:lnTo>
                    <a:lnTo>
                      <a:pt x="116" y="3920"/>
                    </a:lnTo>
                    <a:lnTo>
                      <a:pt x="52" y="4048"/>
                    </a:lnTo>
                    <a:lnTo>
                      <a:pt x="13" y="4176"/>
                    </a:lnTo>
                    <a:lnTo>
                      <a:pt x="1" y="4330"/>
                    </a:lnTo>
                    <a:lnTo>
                      <a:pt x="13" y="4471"/>
                    </a:lnTo>
                    <a:lnTo>
                      <a:pt x="52" y="4599"/>
                    </a:lnTo>
                    <a:lnTo>
                      <a:pt x="116" y="4727"/>
                    </a:lnTo>
                    <a:lnTo>
                      <a:pt x="205" y="4829"/>
                    </a:lnTo>
                    <a:lnTo>
                      <a:pt x="308" y="4919"/>
                    </a:lnTo>
                    <a:lnTo>
                      <a:pt x="436" y="4983"/>
                    </a:lnTo>
                    <a:lnTo>
                      <a:pt x="564" y="5022"/>
                    </a:lnTo>
                    <a:lnTo>
                      <a:pt x="718" y="5047"/>
                    </a:lnTo>
                    <a:lnTo>
                      <a:pt x="7608" y="5047"/>
                    </a:lnTo>
                    <a:lnTo>
                      <a:pt x="7724" y="5034"/>
                    </a:lnTo>
                    <a:lnTo>
                      <a:pt x="7839" y="4996"/>
                    </a:lnTo>
                    <a:lnTo>
                      <a:pt x="7954" y="4958"/>
                    </a:lnTo>
                    <a:lnTo>
                      <a:pt x="8057" y="4881"/>
                    </a:lnTo>
                    <a:lnTo>
                      <a:pt x="12578" y="1269"/>
                    </a:lnTo>
                    <a:lnTo>
                      <a:pt x="12693" y="1166"/>
                    </a:lnTo>
                    <a:lnTo>
                      <a:pt x="12770" y="1051"/>
                    </a:lnTo>
                    <a:lnTo>
                      <a:pt x="12821" y="923"/>
                    </a:lnTo>
                    <a:lnTo>
                      <a:pt x="12847" y="795"/>
                    </a:lnTo>
                    <a:lnTo>
                      <a:pt x="12847" y="654"/>
                    </a:lnTo>
                    <a:lnTo>
                      <a:pt x="12821" y="513"/>
                    </a:lnTo>
                    <a:lnTo>
                      <a:pt x="12770" y="385"/>
                    </a:lnTo>
                    <a:lnTo>
                      <a:pt x="12693" y="257"/>
                    </a:lnTo>
                    <a:lnTo>
                      <a:pt x="12591" y="155"/>
                    </a:lnTo>
                    <a:lnTo>
                      <a:pt x="12475" y="78"/>
                    </a:lnTo>
                    <a:lnTo>
                      <a:pt x="12347" y="27"/>
                    </a:lnTo>
                    <a:lnTo>
                      <a:pt x="1221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40"/>
              <p:cNvSpPr/>
              <p:nvPr/>
            </p:nvSpPr>
            <p:spPr>
              <a:xfrm>
                <a:off x="6701577" y="2532667"/>
                <a:ext cx="196856" cy="210615"/>
              </a:xfrm>
              <a:custGeom>
                <a:avLst/>
                <a:gdLst/>
                <a:ahLst/>
                <a:cxnLst/>
                <a:rect l="l" t="t" r="r" b="b"/>
                <a:pathLst>
                  <a:path w="6238" h="6674" extrusionOk="0">
                    <a:moveTo>
                      <a:pt x="5521" y="0"/>
                    </a:moveTo>
                    <a:lnTo>
                      <a:pt x="5367" y="13"/>
                    </a:lnTo>
                    <a:lnTo>
                      <a:pt x="5239" y="64"/>
                    </a:lnTo>
                    <a:lnTo>
                      <a:pt x="5124" y="128"/>
                    </a:lnTo>
                    <a:lnTo>
                      <a:pt x="5008" y="218"/>
                    </a:lnTo>
                    <a:lnTo>
                      <a:pt x="4919" y="320"/>
                    </a:lnTo>
                    <a:lnTo>
                      <a:pt x="4855" y="436"/>
                    </a:lnTo>
                    <a:lnTo>
                      <a:pt x="4816" y="577"/>
                    </a:lnTo>
                    <a:lnTo>
                      <a:pt x="4804" y="717"/>
                    </a:lnTo>
                    <a:lnTo>
                      <a:pt x="4804" y="5251"/>
                    </a:lnTo>
                    <a:lnTo>
                      <a:pt x="705" y="5251"/>
                    </a:lnTo>
                    <a:lnTo>
                      <a:pt x="564" y="5264"/>
                    </a:lnTo>
                    <a:lnTo>
                      <a:pt x="436" y="5303"/>
                    </a:lnTo>
                    <a:lnTo>
                      <a:pt x="308" y="5367"/>
                    </a:lnTo>
                    <a:lnTo>
                      <a:pt x="205" y="5456"/>
                    </a:lnTo>
                    <a:lnTo>
                      <a:pt x="116" y="5559"/>
                    </a:lnTo>
                    <a:lnTo>
                      <a:pt x="52" y="5687"/>
                    </a:lnTo>
                    <a:lnTo>
                      <a:pt x="13" y="5815"/>
                    </a:lnTo>
                    <a:lnTo>
                      <a:pt x="1" y="5969"/>
                    </a:lnTo>
                    <a:lnTo>
                      <a:pt x="13" y="6110"/>
                    </a:lnTo>
                    <a:lnTo>
                      <a:pt x="52" y="6238"/>
                    </a:lnTo>
                    <a:lnTo>
                      <a:pt x="116" y="6366"/>
                    </a:lnTo>
                    <a:lnTo>
                      <a:pt x="205" y="6468"/>
                    </a:lnTo>
                    <a:lnTo>
                      <a:pt x="308" y="6558"/>
                    </a:lnTo>
                    <a:lnTo>
                      <a:pt x="436" y="6622"/>
                    </a:lnTo>
                    <a:lnTo>
                      <a:pt x="564" y="6660"/>
                    </a:lnTo>
                    <a:lnTo>
                      <a:pt x="705" y="6673"/>
                    </a:lnTo>
                    <a:lnTo>
                      <a:pt x="5521" y="6673"/>
                    </a:lnTo>
                    <a:lnTo>
                      <a:pt x="5662" y="6660"/>
                    </a:lnTo>
                    <a:lnTo>
                      <a:pt x="5803" y="6622"/>
                    </a:lnTo>
                    <a:lnTo>
                      <a:pt x="5918" y="6558"/>
                    </a:lnTo>
                    <a:lnTo>
                      <a:pt x="6020" y="6468"/>
                    </a:lnTo>
                    <a:lnTo>
                      <a:pt x="6110" y="6366"/>
                    </a:lnTo>
                    <a:lnTo>
                      <a:pt x="6174" y="6238"/>
                    </a:lnTo>
                    <a:lnTo>
                      <a:pt x="6225" y="6110"/>
                    </a:lnTo>
                    <a:lnTo>
                      <a:pt x="6238" y="5969"/>
                    </a:lnTo>
                    <a:lnTo>
                      <a:pt x="6238" y="717"/>
                    </a:lnTo>
                    <a:lnTo>
                      <a:pt x="6225" y="577"/>
                    </a:lnTo>
                    <a:lnTo>
                      <a:pt x="6174" y="436"/>
                    </a:lnTo>
                    <a:lnTo>
                      <a:pt x="6110" y="320"/>
                    </a:lnTo>
                    <a:lnTo>
                      <a:pt x="6020" y="218"/>
                    </a:lnTo>
                    <a:lnTo>
                      <a:pt x="5918" y="128"/>
                    </a:lnTo>
                    <a:lnTo>
                      <a:pt x="5803" y="64"/>
                    </a:lnTo>
                    <a:lnTo>
                      <a:pt x="5662" y="13"/>
                    </a:lnTo>
                    <a:lnTo>
                      <a:pt x="55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40"/>
              <p:cNvSpPr/>
              <p:nvPr/>
            </p:nvSpPr>
            <p:spPr>
              <a:xfrm>
                <a:off x="6636915" y="2872164"/>
                <a:ext cx="590535" cy="180698"/>
              </a:xfrm>
              <a:custGeom>
                <a:avLst/>
                <a:gdLst/>
                <a:ahLst/>
                <a:cxnLst/>
                <a:rect l="l" t="t" r="r" b="b"/>
                <a:pathLst>
                  <a:path w="18713" h="5726" extrusionOk="0">
                    <a:moveTo>
                      <a:pt x="9747" y="1"/>
                    </a:moveTo>
                    <a:lnTo>
                      <a:pt x="9657" y="14"/>
                    </a:lnTo>
                    <a:lnTo>
                      <a:pt x="9581" y="39"/>
                    </a:lnTo>
                    <a:lnTo>
                      <a:pt x="9504" y="78"/>
                    </a:lnTo>
                    <a:lnTo>
                      <a:pt x="9427" y="129"/>
                    </a:lnTo>
                    <a:lnTo>
                      <a:pt x="9363" y="180"/>
                    </a:lnTo>
                    <a:lnTo>
                      <a:pt x="9299" y="244"/>
                    </a:lnTo>
                    <a:lnTo>
                      <a:pt x="9248" y="308"/>
                    </a:lnTo>
                    <a:lnTo>
                      <a:pt x="6545" y="4304"/>
                    </a:lnTo>
                    <a:lnTo>
                      <a:pt x="718" y="4304"/>
                    </a:lnTo>
                    <a:lnTo>
                      <a:pt x="564" y="4317"/>
                    </a:lnTo>
                    <a:lnTo>
                      <a:pt x="436" y="4356"/>
                    </a:lnTo>
                    <a:lnTo>
                      <a:pt x="308" y="4420"/>
                    </a:lnTo>
                    <a:lnTo>
                      <a:pt x="205" y="4509"/>
                    </a:lnTo>
                    <a:lnTo>
                      <a:pt x="116" y="4612"/>
                    </a:lnTo>
                    <a:lnTo>
                      <a:pt x="52" y="4740"/>
                    </a:lnTo>
                    <a:lnTo>
                      <a:pt x="13" y="4868"/>
                    </a:lnTo>
                    <a:lnTo>
                      <a:pt x="0" y="5022"/>
                    </a:lnTo>
                    <a:lnTo>
                      <a:pt x="13" y="5162"/>
                    </a:lnTo>
                    <a:lnTo>
                      <a:pt x="52" y="5291"/>
                    </a:lnTo>
                    <a:lnTo>
                      <a:pt x="116" y="5419"/>
                    </a:lnTo>
                    <a:lnTo>
                      <a:pt x="205" y="5521"/>
                    </a:lnTo>
                    <a:lnTo>
                      <a:pt x="308" y="5611"/>
                    </a:lnTo>
                    <a:lnTo>
                      <a:pt x="436" y="5675"/>
                    </a:lnTo>
                    <a:lnTo>
                      <a:pt x="564" y="5713"/>
                    </a:lnTo>
                    <a:lnTo>
                      <a:pt x="718" y="5726"/>
                    </a:lnTo>
                    <a:lnTo>
                      <a:pt x="7006" y="5726"/>
                    </a:lnTo>
                    <a:lnTo>
                      <a:pt x="7096" y="5713"/>
                    </a:lnTo>
                    <a:lnTo>
                      <a:pt x="7173" y="5688"/>
                    </a:lnTo>
                    <a:lnTo>
                      <a:pt x="7250" y="5649"/>
                    </a:lnTo>
                    <a:lnTo>
                      <a:pt x="7326" y="5598"/>
                    </a:lnTo>
                    <a:lnTo>
                      <a:pt x="7390" y="5547"/>
                    </a:lnTo>
                    <a:lnTo>
                      <a:pt x="7454" y="5483"/>
                    </a:lnTo>
                    <a:lnTo>
                      <a:pt x="7506" y="5419"/>
                    </a:lnTo>
                    <a:lnTo>
                      <a:pt x="10221" y="1423"/>
                    </a:lnTo>
                    <a:lnTo>
                      <a:pt x="18008" y="1423"/>
                    </a:lnTo>
                    <a:lnTo>
                      <a:pt x="18149" y="1410"/>
                    </a:lnTo>
                    <a:lnTo>
                      <a:pt x="18277" y="1371"/>
                    </a:lnTo>
                    <a:lnTo>
                      <a:pt x="18405" y="1307"/>
                    </a:lnTo>
                    <a:lnTo>
                      <a:pt x="18508" y="1218"/>
                    </a:lnTo>
                    <a:lnTo>
                      <a:pt x="18597" y="1115"/>
                    </a:lnTo>
                    <a:lnTo>
                      <a:pt x="18661" y="987"/>
                    </a:lnTo>
                    <a:lnTo>
                      <a:pt x="18700" y="859"/>
                    </a:lnTo>
                    <a:lnTo>
                      <a:pt x="18713" y="718"/>
                    </a:lnTo>
                    <a:lnTo>
                      <a:pt x="18700" y="564"/>
                    </a:lnTo>
                    <a:lnTo>
                      <a:pt x="18661" y="436"/>
                    </a:lnTo>
                    <a:lnTo>
                      <a:pt x="18597" y="308"/>
                    </a:lnTo>
                    <a:lnTo>
                      <a:pt x="18508" y="206"/>
                    </a:lnTo>
                    <a:lnTo>
                      <a:pt x="18405" y="116"/>
                    </a:lnTo>
                    <a:lnTo>
                      <a:pt x="18277" y="52"/>
                    </a:lnTo>
                    <a:lnTo>
                      <a:pt x="18149" y="14"/>
                    </a:lnTo>
                    <a:lnTo>
                      <a:pt x="180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40"/>
              <p:cNvSpPr/>
              <p:nvPr/>
            </p:nvSpPr>
            <p:spPr>
              <a:xfrm>
                <a:off x="6767059" y="3199574"/>
                <a:ext cx="154032" cy="221123"/>
              </a:xfrm>
              <a:custGeom>
                <a:avLst/>
                <a:gdLst/>
                <a:ahLst/>
                <a:cxnLst/>
                <a:rect l="l" t="t" r="r" b="b"/>
                <a:pathLst>
                  <a:path w="4881" h="7007" extrusionOk="0">
                    <a:moveTo>
                      <a:pt x="718" y="0"/>
                    </a:moveTo>
                    <a:lnTo>
                      <a:pt x="577" y="26"/>
                    </a:lnTo>
                    <a:lnTo>
                      <a:pt x="436" y="64"/>
                    </a:lnTo>
                    <a:lnTo>
                      <a:pt x="321" y="128"/>
                    </a:lnTo>
                    <a:lnTo>
                      <a:pt x="205" y="218"/>
                    </a:lnTo>
                    <a:lnTo>
                      <a:pt x="129" y="320"/>
                    </a:lnTo>
                    <a:lnTo>
                      <a:pt x="52" y="449"/>
                    </a:lnTo>
                    <a:lnTo>
                      <a:pt x="13" y="577"/>
                    </a:lnTo>
                    <a:lnTo>
                      <a:pt x="0" y="718"/>
                    </a:lnTo>
                    <a:lnTo>
                      <a:pt x="0" y="6289"/>
                    </a:lnTo>
                    <a:lnTo>
                      <a:pt x="13" y="6430"/>
                    </a:lnTo>
                    <a:lnTo>
                      <a:pt x="52" y="6571"/>
                    </a:lnTo>
                    <a:lnTo>
                      <a:pt x="129" y="6686"/>
                    </a:lnTo>
                    <a:lnTo>
                      <a:pt x="205" y="6788"/>
                    </a:lnTo>
                    <a:lnTo>
                      <a:pt x="321" y="6878"/>
                    </a:lnTo>
                    <a:lnTo>
                      <a:pt x="436" y="6942"/>
                    </a:lnTo>
                    <a:lnTo>
                      <a:pt x="577" y="6993"/>
                    </a:lnTo>
                    <a:lnTo>
                      <a:pt x="718" y="7006"/>
                    </a:lnTo>
                    <a:lnTo>
                      <a:pt x="859" y="6993"/>
                    </a:lnTo>
                    <a:lnTo>
                      <a:pt x="999" y="6942"/>
                    </a:lnTo>
                    <a:lnTo>
                      <a:pt x="1115" y="6878"/>
                    </a:lnTo>
                    <a:lnTo>
                      <a:pt x="1217" y="6788"/>
                    </a:lnTo>
                    <a:lnTo>
                      <a:pt x="1307" y="6686"/>
                    </a:lnTo>
                    <a:lnTo>
                      <a:pt x="1371" y="6571"/>
                    </a:lnTo>
                    <a:lnTo>
                      <a:pt x="1422" y="6430"/>
                    </a:lnTo>
                    <a:lnTo>
                      <a:pt x="1435" y="6289"/>
                    </a:lnTo>
                    <a:lnTo>
                      <a:pt x="1435" y="1435"/>
                    </a:lnTo>
                    <a:lnTo>
                      <a:pt x="4163" y="1435"/>
                    </a:lnTo>
                    <a:lnTo>
                      <a:pt x="4304" y="1422"/>
                    </a:lnTo>
                    <a:lnTo>
                      <a:pt x="4445" y="1384"/>
                    </a:lnTo>
                    <a:lnTo>
                      <a:pt x="4560" y="1319"/>
                    </a:lnTo>
                    <a:lnTo>
                      <a:pt x="4663" y="1230"/>
                    </a:lnTo>
                    <a:lnTo>
                      <a:pt x="4752" y="1127"/>
                    </a:lnTo>
                    <a:lnTo>
                      <a:pt x="4816" y="999"/>
                    </a:lnTo>
                    <a:lnTo>
                      <a:pt x="4867" y="871"/>
                    </a:lnTo>
                    <a:lnTo>
                      <a:pt x="4880" y="718"/>
                    </a:lnTo>
                    <a:lnTo>
                      <a:pt x="4867" y="577"/>
                    </a:lnTo>
                    <a:lnTo>
                      <a:pt x="4816" y="449"/>
                    </a:lnTo>
                    <a:lnTo>
                      <a:pt x="4752" y="320"/>
                    </a:lnTo>
                    <a:lnTo>
                      <a:pt x="4663" y="218"/>
                    </a:lnTo>
                    <a:lnTo>
                      <a:pt x="4560" y="128"/>
                    </a:lnTo>
                    <a:lnTo>
                      <a:pt x="4445" y="64"/>
                    </a:lnTo>
                    <a:lnTo>
                      <a:pt x="4304" y="26"/>
                    </a:lnTo>
                    <a:lnTo>
                      <a:pt x="416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40"/>
              <p:cNvSpPr/>
              <p:nvPr/>
            </p:nvSpPr>
            <p:spPr>
              <a:xfrm>
                <a:off x="6253331" y="3407318"/>
                <a:ext cx="44906" cy="199696"/>
              </a:xfrm>
              <a:custGeom>
                <a:avLst/>
                <a:gdLst/>
                <a:ahLst/>
                <a:cxnLst/>
                <a:rect l="l" t="t" r="r" b="b"/>
                <a:pathLst>
                  <a:path w="1423" h="6328" extrusionOk="0">
                    <a:moveTo>
                      <a:pt x="718" y="1"/>
                    </a:moveTo>
                    <a:lnTo>
                      <a:pt x="564" y="13"/>
                    </a:lnTo>
                    <a:lnTo>
                      <a:pt x="436" y="52"/>
                    </a:lnTo>
                    <a:lnTo>
                      <a:pt x="308" y="129"/>
                    </a:lnTo>
                    <a:lnTo>
                      <a:pt x="206" y="205"/>
                    </a:lnTo>
                    <a:lnTo>
                      <a:pt x="116" y="321"/>
                    </a:lnTo>
                    <a:lnTo>
                      <a:pt x="52" y="436"/>
                    </a:lnTo>
                    <a:lnTo>
                      <a:pt x="13" y="577"/>
                    </a:lnTo>
                    <a:lnTo>
                      <a:pt x="1" y="718"/>
                    </a:lnTo>
                    <a:lnTo>
                      <a:pt x="1" y="5610"/>
                    </a:lnTo>
                    <a:lnTo>
                      <a:pt x="13" y="5764"/>
                    </a:lnTo>
                    <a:lnTo>
                      <a:pt x="52" y="5892"/>
                    </a:lnTo>
                    <a:lnTo>
                      <a:pt x="116" y="6020"/>
                    </a:lnTo>
                    <a:lnTo>
                      <a:pt x="206" y="6123"/>
                    </a:lnTo>
                    <a:lnTo>
                      <a:pt x="308" y="6212"/>
                    </a:lnTo>
                    <a:lnTo>
                      <a:pt x="436" y="6276"/>
                    </a:lnTo>
                    <a:lnTo>
                      <a:pt x="564" y="6315"/>
                    </a:lnTo>
                    <a:lnTo>
                      <a:pt x="718" y="6328"/>
                    </a:lnTo>
                    <a:lnTo>
                      <a:pt x="859" y="6315"/>
                    </a:lnTo>
                    <a:lnTo>
                      <a:pt x="987" y="6276"/>
                    </a:lnTo>
                    <a:lnTo>
                      <a:pt x="1115" y="6212"/>
                    </a:lnTo>
                    <a:lnTo>
                      <a:pt x="1217" y="6123"/>
                    </a:lnTo>
                    <a:lnTo>
                      <a:pt x="1307" y="6020"/>
                    </a:lnTo>
                    <a:lnTo>
                      <a:pt x="1371" y="5892"/>
                    </a:lnTo>
                    <a:lnTo>
                      <a:pt x="1410" y="5764"/>
                    </a:lnTo>
                    <a:lnTo>
                      <a:pt x="1422" y="5610"/>
                    </a:lnTo>
                    <a:lnTo>
                      <a:pt x="1422" y="718"/>
                    </a:lnTo>
                    <a:lnTo>
                      <a:pt x="1410" y="577"/>
                    </a:lnTo>
                    <a:lnTo>
                      <a:pt x="1371" y="436"/>
                    </a:lnTo>
                    <a:lnTo>
                      <a:pt x="1307" y="321"/>
                    </a:lnTo>
                    <a:lnTo>
                      <a:pt x="1217" y="205"/>
                    </a:lnTo>
                    <a:lnTo>
                      <a:pt x="1115" y="129"/>
                    </a:lnTo>
                    <a:lnTo>
                      <a:pt x="987" y="52"/>
                    </a:lnTo>
                    <a:lnTo>
                      <a:pt x="859" y="13"/>
                    </a:lnTo>
                    <a:lnTo>
                      <a:pt x="71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40"/>
              <p:cNvSpPr/>
              <p:nvPr/>
            </p:nvSpPr>
            <p:spPr>
              <a:xfrm>
                <a:off x="6399664" y="3287683"/>
                <a:ext cx="150782" cy="147153"/>
              </a:xfrm>
              <a:custGeom>
                <a:avLst/>
                <a:gdLst/>
                <a:ahLst/>
                <a:cxnLst/>
                <a:rect l="l" t="t" r="r" b="b"/>
                <a:pathLst>
                  <a:path w="4778" h="4663" extrusionOk="0">
                    <a:moveTo>
                      <a:pt x="705" y="0"/>
                    </a:moveTo>
                    <a:lnTo>
                      <a:pt x="564" y="13"/>
                    </a:lnTo>
                    <a:lnTo>
                      <a:pt x="436" y="52"/>
                    </a:lnTo>
                    <a:lnTo>
                      <a:pt x="307" y="116"/>
                    </a:lnTo>
                    <a:lnTo>
                      <a:pt x="205" y="218"/>
                    </a:lnTo>
                    <a:lnTo>
                      <a:pt x="115" y="333"/>
                    </a:lnTo>
                    <a:lnTo>
                      <a:pt x="51" y="449"/>
                    </a:lnTo>
                    <a:lnTo>
                      <a:pt x="13" y="590"/>
                    </a:lnTo>
                    <a:lnTo>
                      <a:pt x="0" y="730"/>
                    </a:lnTo>
                    <a:lnTo>
                      <a:pt x="13" y="859"/>
                    </a:lnTo>
                    <a:lnTo>
                      <a:pt x="64" y="987"/>
                    </a:lnTo>
                    <a:lnTo>
                      <a:pt x="128" y="1115"/>
                    </a:lnTo>
                    <a:lnTo>
                      <a:pt x="218" y="1230"/>
                    </a:lnTo>
                    <a:lnTo>
                      <a:pt x="3561" y="4458"/>
                    </a:lnTo>
                    <a:lnTo>
                      <a:pt x="3676" y="4547"/>
                    </a:lnTo>
                    <a:lnTo>
                      <a:pt x="3791" y="4611"/>
                    </a:lnTo>
                    <a:lnTo>
                      <a:pt x="3919" y="4650"/>
                    </a:lnTo>
                    <a:lnTo>
                      <a:pt x="4060" y="4662"/>
                    </a:lnTo>
                    <a:lnTo>
                      <a:pt x="4201" y="4650"/>
                    </a:lnTo>
                    <a:lnTo>
                      <a:pt x="4329" y="4598"/>
                    </a:lnTo>
                    <a:lnTo>
                      <a:pt x="4457" y="4534"/>
                    </a:lnTo>
                    <a:lnTo>
                      <a:pt x="4521" y="4496"/>
                    </a:lnTo>
                    <a:lnTo>
                      <a:pt x="4573" y="4445"/>
                    </a:lnTo>
                    <a:lnTo>
                      <a:pt x="4662" y="4329"/>
                    </a:lnTo>
                    <a:lnTo>
                      <a:pt x="4726" y="4201"/>
                    </a:lnTo>
                    <a:lnTo>
                      <a:pt x="4765" y="4073"/>
                    </a:lnTo>
                    <a:lnTo>
                      <a:pt x="4777" y="3932"/>
                    </a:lnTo>
                    <a:lnTo>
                      <a:pt x="4752" y="3792"/>
                    </a:lnTo>
                    <a:lnTo>
                      <a:pt x="4713" y="3663"/>
                    </a:lnTo>
                    <a:lnTo>
                      <a:pt x="4649" y="3535"/>
                    </a:lnTo>
                    <a:lnTo>
                      <a:pt x="4560" y="3433"/>
                    </a:lnTo>
                    <a:lnTo>
                      <a:pt x="1217" y="193"/>
                    </a:lnTo>
                    <a:lnTo>
                      <a:pt x="1102" y="103"/>
                    </a:lnTo>
                    <a:lnTo>
                      <a:pt x="974" y="39"/>
                    </a:lnTo>
                    <a:lnTo>
                      <a:pt x="845" y="13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40"/>
              <p:cNvSpPr/>
              <p:nvPr/>
            </p:nvSpPr>
            <p:spPr>
              <a:xfrm>
                <a:off x="5973634" y="2985361"/>
                <a:ext cx="90160" cy="90160"/>
              </a:xfrm>
              <a:custGeom>
                <a:avLst/>
                <a:gdLst/>
                <a:ahLst/>
                <a:cxnLst/>
                <a:rect l="l" t="t" r="r" b="b"/>
                <a:pathLst>
                  <a:path w="2857" h="2857" extrusionOk="0">
                    <a:moveTo>
                      <a:pt x="1435" y="0"/>
                    </a:moveTo>
                    <a:lnTo>
                      <a:pt x="1281" y="13"/>
                    </a:lnTo>
                    <a:lnTo>
                      <a:pt x="1141" y="26"/>
                    </a:lnTo>
                    <a:lnTo>
                      <a:pt x="1000" y="64"/>
                    </a:lnTo>
                    <a:lnTo>
                      <a:pt x="872" y="115"/>
                    </a:lnTo>
                    <a:lnTo>
                      <a:pt x="743" y="179"/>
                    </a:lnTo>
                    <a:lnTo>
                      <a:pt x="628" y="243"/>
                    </a:lnTo>
                    <a:lnTo>
                      <a:pt x="526" y="333"/>
                    </a:lnTo>
                    <a:lnTo>
                      <a:pt x="423" y="423"/>
                    </a:lnTo>
                    <a:lnTo>
                      <a:pt x="334" y="525"/>
                    </a:lnTo>
                    <a:lnTo>
                      <a:pt x="244" y="628"/>
                    </a:lnTo>
                    <a:lnTo>
                      <a:pt x="180" y="743"/>
                    </a:lnTo>
                    <a:lnTo>
                      <a:pt x="116" y="871"/>
                    </a:lnTo>
                    <a:lnTo>
                      <a:pt x="65" y="999"/>
                    </a:lnTo>
                    <a:lnTo>
                      <a:pt x="26" y="1140"/>
                    </a:lnTo>
                    <a:lnTo>
                      <a:pt x="13" y="1281"/>
                    </a:lnTo>
                    <a:lnTo>
                      <a:pt x="1" y="1435"/>
                    </a:lnTo>
                    <a:lnTo>
                      <a:pt x="13" y="1575"/>
                    </a:lnTo>
                    <a:lnTo>
                      <a:pt x="26" y="1716"/>
                    </a:lnTo>
                    <a:lnTo>
                      <a:pt x="65" y="1857"/>
                    </a:lnTo>
                    <a:lnTo>
                      <a:pt x="116" y="1985"/>
                    </a:lnTo>
                    <a:lnTo>
                      <a:pt x="180" y="2113"/>
                    </a:lnTo>
                    <a:lnTo>
                      <a:pt x="244" y="2229"/>
                    </a:lnTo>
                    <a:lnTo>
                      <a:pt x="334" y="2344"/>
                    </a:lnTo>
                    <a:lnTo>
                      <a:pt x="423" y="2434"/>
                    </a:lnTo>
                    <a:lnTo>
                      <a:pt x="526" y="2536"/>
                    </a:lnTo>
                    <a:lnTo>
                      <a:pt x="628" y="2613"/>
                    </a:lnTo>
                    <a:lnTo>
                      <a:pt x="743" y="2690"/>
                    </a:lnTo>
                    <a:lnTo>
                      <a:pt x="872" y="2741"/>
                    </a:lnTo>
                    <a:lnTo>
                      <a:pt x="1000" y="2792"/>
                    </a:lnTo>
                    <a:lnTo>
                      <a:pt x="1141" y="2831"/>
                    </a:lnTo>
                    <a:lnTo>
                      <a:pt x="1281" y="2856"/>
                    </a:lnTo>
                    <a:lnTo>
                      <a:pt x="1576" y="2856"/>
                    </a:lnTo>
                    <a:lnTo>
                      <a:pt x="1717" y="2831"/>
                    </a:lnTo>
                    <a:lnTo>
                      <a:pt x="1858" y="2792"/>
                    </a:lnTo>
                    <a:lnTo>
                      <a:pt x="1986" y="2741"/>
                    </a:lnTo>
                    <a:lnTo>
                      <a:pt x="2114" y="2690"/>
                    </a:lnTo>
                    <a:lnTo>
                      <a:pt x="2229" y="2613"/>
                    </a:lnTo>
                    <a:lnTo>
                      <a:pt x="2344" y="2536"/>
                    </a:lnTo>
                    <a:lnTo>
                      <a:pt x="2434" y="2434"/>
                    </a:lnTo>
                    <a:lnTo>
                      <a:pt x="2537" y="2344"/>
                    </a:lnTo>
                    <a:lnTo>
                      <a:pt x="2613" y="2229"/>
                    </a:lnTo>
                    <a:lnTo>
                      <a:pt x="2690" y="2113"/>
                    </a:lnTo>
                    <a:lnTo>
                      <a:pt x="2742" y="1985"/>
                    </a:lnTo>
                    <a:lnTo>
                      <a:pt x="2793" y="1857"/>
                    </a:lnTo>
                    <a:lnTo>
                      <a:pt x="2831" y="1716"/>
                    </a:lnTo>
                    <a:lnTo>
                      <a:pt x="2857" y="1575"/>
                    </a:lnTo>
                    <a:lnTo>
                      <a:pt x="2857" y="1435"/>
                    </a:lnTo>
                    <a:lnTo>
                      <a:pt x="2857" y="1281"/>
                    </a:lnTo>
                    <a:lnTo>
                      <a:pt x="2831" y="1140"/>
                    </a:lnTo>
                    <a:lnTo>
                      <a:pt x="2793" y="999"/>
                    </a:lnTo>
                    <a:lnTo>
                      <a:pt x="2742" y="871"/>
                    </a:lnTo>
                    <a:lnTo>
                      <a:pt x="2690" y="743"/>
                    </a:lnTo>
                    <a:lnTo>
                      <a:pt x="2613" y="628"/>
                    </a:lnTo>
                    <a:lnTo>
                      <a:pt x="2537" y="525"/>
                    </a:lnTo>
                    <a:lnTo>
                      <a:pt x="2434" y="423"/>
                    </a:lnTo>
                    <a:lnTo>
                      <a:pt x="2344" y="333"/>
                    </a:lnTo>
                    <a:lnTo>
                      <a:pt x="2229" y="243"/>
                    </a:lnTo>
                    <a:lnTo>
                      <a:pt x="2114" y="179"/>
                    </a:lnTo>
                    <a:lnTo>
                      <a:pt x="1986" y="115"/>
                    </a:lnTo>
                    <a:lnTo>
                      <a:pt x="1858" y="64"/>
                    </a:lnTo>
                    <a:lnTo>
                      <a:pt x="1717" y="26"/>
                    </a:lnTo>
                    <a:lnTo>
                      <a:pt x="1576" y="13"/>
                    </a:lnTo>
                    <a:lnTo>
                      <a:pt x="143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40"/>
              <p:cNvSpPr/>
              <p:nvPr/>
            </p:nvSpPr>
            <p:spPr>
              <a:xfrm>
                <a:off x="6351949" y="2832559"/>
                <a:ext cx="90160" cy="90160"/>
              </a:xfrm>
              <a:custGeom>
                <a:avLst/>
                <a:gdLst/>
                <a:ahLst/>
                <a:cxnLst/>
                <a:rect l="l" t="t" r="r" b="b"/>
                <a:pathLst>
                  <a:path w="2857" h="2857" extrusionOk="0">
                    <a:moveTo>
                      <a:pt x="1282" y="1"/>
                    </a:moveTo>
                    <a:lnTo>
                      <a:pt x="1141" y="26"/>
                    </a:lnTo>
                    <a:lnTo>
                      <a:pt x="1000" y="65"/>
                    </a:lnTo>
                    <a:lnTo>
                      <a:pt x="872" y="116"/>
                    </a:lnTo>
                    <a:lnTo>
                      <a:pt x="744" y="167"/>
                    </a:lnTo>
                    <a:lnTo>
                      <a:pt x="628" y="244"/>
                    </a:lnTo>
                    <a:lnTo>
                      <a:pt x="513" y="321"/>
                    </a:lnTo>
                    <a:lnTo>
                      <a:pt x="411" y="411"/>
                    </a:lnTo>
                    <a:lnTo>
                      <a:pt x="321" y="513"/>
                    </a:lnTo>
                    <a:lnTo>
                      <a:pt x="244" y="628"/>
                    </a:lnTo>
                    <a:lnTo>
                      <a:pt x="167" y="744"/>
                    </a:lnTo>
                    <a:lnTo>
                      <a:pt x="103" y="872"/>
                    </a:lnTo>
                    <a:lnTo>
                      <a:pt x="65" y="1000"/>
                    </a:lnTo>
                    <a:lnTo>
                      <a:pt x="26" y="1141"/>
                    </a:lnTo>
                    <a:lnTo>
                      <a:pt x="1" y="1281"/>
                    </a:lnTo>
                    <a:lnTo>
                      <a:pt x="1" y="1422"/>
                    </a:lnTo>
                    <a:lnTo>
                      <a:pt x="1" y="1576"/>
                    </a:lnTo>
                    <a:lnTo>
                      <a:pt x="26" y="1717"/>
                    </a:lnTo>
                    <a:lnTo>
                      <a:pt x="65" y="1845"/>
                    </a:lnTo>
                    <a:lnTo>
                      <a:pt x="103" y="1986"/>
                    </a:lnTo>
                    <a:lnTo>
                      <a:pt x="167" y="2101"/>
                    </a:lnTo>
                    <a:lnTo>
                      <a:pt x="244" y="2229"/>
                    </a:lnTo>
                    <a:lnTo>
                      <a:pt x="321" y="2332"/>
                    </a:lnTo>
                    <a:lnTo>
                      <a:pt x="411" y="2434"/>
                    </a:lnTo>
                    <a:lnTo>
                      <a:pt x="513" y="2524"/>
                    </a:lnTo>
                    <a:lnTo>
                      <a:pt x="628" y="2614"/>
                    </a:lnTo>
                    <a:lnTo>
                      <a:pt x="744" y="2678"/>
                    </a:lnTo>
                    <a:lnTo>
                      <a:pt x="872" y="2742"/>
                    </a:lnTo>
                    <a:lnTo>
                      <a:pt x="1000" y="2793"/>
                    </a:lnTo>
                    <a:lnTo>
                      <a:pt x="1141" y="2831"/>
                    </a:lnTo>
                    <a:lnTo>
                      <a:pt x="1282" y="2844"/>
                    </a:lnTo>
                    <a:lnTo>
                      <a:pt x="1422" y="2857"/>
                    </a:lnTo>
                    <a:lnTo>
                      <a:pt x="1563" y="2844"/>
                    </a:lnTo>
                    <a:lnTo>
                      <a:pt x="1717" y="2831"/>
                    </a:lnTo>
                    <a:lnTo>
                      <a:pt x="1845" y="2793"/>
                    </a:lnTo>
                    <a:lnTo>
                      <a:pt x="1973" y="2742"/>
                    </a:lnTo>
                    <a:lnTo>
                      <a:pt x="2101" y="2678"/>
                    </a:lnTo>
                    <a:lnTo>
                      <a:pt x="2217" y="2614"/>
                    </a:lnTo>
                    <a:lnTo>
                      <a:pt x="2332" y="2524"/>
                    </a:lnTo>
                    <a:lnTo>
                      <a:pt x="2434" y="2434"/>
                    </a:lnTo>
                    <a:lnTo>
                      <a:pt x="2524" y="2332"/>
                    </a:lnTo>
                    <a:lnTo>
                      <a:pt x="2614" y="2229"/>
                    </a:lnTo>
                    <a:lnTo>
                      <a:pt x="2678" y="2101"/>
                    </a:lnTo>
                    <a:lnTo>
                      <a:pt x="2742" y="1986"/>
                    </a:lnTo>
                    <a:lnTo>
                      <a:pt x="2793" y="1845"/>
                    </a:lnTo>
                    <a:lnTo>
                      <a:pt x="2819" y="1717"/>
                    </a:lnTo>
                    <a:lnTo>
                      <a:pt x="2844" y="1576"/>
                    </a:lnTo>
                    <a:lnTo>
                      <a:pt x="2857" y="1422"/>
                    </a:lnTo>
                    <a:lnTo>
                      <a:pt x="2844" y="1281"/>
                    </a:lnTo>
                    <a:lnTo>
                      <a:pt x="2819" y="1141"/>
                    </a:lnTo>
                    <a:lnTo>
                      <a:pt x="2793" y="1000"/>
                    </a:lnTo>
                    <a:lnTo>
                      <a:pt x="2742" y="872"/>
                    </a:lnTo>
                    <a:lnTo>
                      <a:pt x="2678" y="744"/>
                    </a:lnTo>
                    <a:lnTo>
                      <a:pt x="2614" y="628"/>
                    </a:lnTo>
                    <a:lnTo>
                      <a:pt x="2524" y="513"/>
                    </a:lnTo>
                    <a:lnTo>
                      <a:pt x="2434" y="411"/>
                    </a:lnTo>
                    <a:lnTo>
                      <a:pt x="2332" y="321"/>
                    </a:lnTo>
                    <a:lnTo>
                      <a:pt x="2217" y="244"/>
                    </a:lnTo>
                    <a:lnTo>
                      <a:pt x="2101" y="167"/>
                    </a:lnTo>
                    <a:lnTo>
                      <a:pt x="1973" y="116"/>
                    </a:lnTo>
                    <a:lnTo>
                      <a:pt x="1845" y="65"/>
                    </a:lnTo>
                    <a:lnTo>
                      <a:pt x="1717" y="26"/>
                    </a:lnTo>
                    <a:lnTo>
                      <a:pt x="156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40"/>
              <p:cNvSpPr/>
              <p:nvPr/>
            </p:nvSpPr>
            <p:spPr>
              <a:xfrm>
                <a:off x="6619937" y="2985361"/>
                <a:ext cx="90570" cy="90160"/>
              </a:xfrm>
              <a:custGeom>
                <a:avLst/>
                <a:gdLst/>
                <a:ahLst/>
                <a:cxnLst/>
                <a:rect l="l" t="t" r="r" b="b"/>
                <a:pathLst>
                  <a:path w="2870" h="2857" extrusionOk="0">
                    <a:moveTo>
                      <a:pt x="1435" y="0"/>
                    </a:moveTo>
                    <a:lnTo>
                      <a:pt x="1294" y="13"/>
                    </a:lnTo>
                    <a:lnTo>
                      <a:pt x="1153" y="26"/>
                    </a:lnTo>
                    <a:lnTo>
                      <a:pt x="1012" y="64"/>
                    </a:lnTo>
                    <a:lnTo>
                      <a:pt x="884" y="115"/>
                    </a:lnTo>
                    <a:lnTo>
                      <a:pt x="756" y="179"/>
                    </a:lnTo>
                    <a:lnTo>
                      <a:pt x="641" y="243"/>
                    </a:lnTo>
                    <a:lnTo>
                      <a:pt x="526" y="333"/>
                    </a:lnTo>
                    <a:lnTo>
                      <a:pt x="423" y="423"/>
                    </a:lnTo>
                    <a:lnTo>
                      <a:pt x="333" y="525"/>
                    </a:lnTo>
                    <a:lnTo>
                      <a:pt x="257" y="628"/>
                    </a:lnTo>
                    <a:lnTo>
                      <a:pt x="180" y="743"/>
                    </a:lnTo>
                    <a:lnTo>
                      <a:pt x="116" y="871"/>
                    </a:lnTo>
                    <a:lnTo>
                      <a:pt x="64" y="999"/>
                    </a:lnTo>
                    <a:lnTo>
                      <a:pt x="39" y="1140"/>
                    </a:lnTo>
                    <a:lnTo>
                      <a:pt x="13" y="1281"/>
                    </a:lnTo>
                    <a:lnTo>
                      <a:pt x="0" y="1435"/>
                    </a:lnTo>
                    <a:lnTo>
                      <a:pt x="13" y="1575"/>
                    </a:lnTo>
                    <a:lnTo>
                      <a:pt x="39" y="1716"/>
                    </a:lnTo>
                    <a:lnTo>
                      <a:pt x="64" y="1857"/>
                    </a:lnTo>
                    <a:lnTo>
                      <a:pt x="116" y="1985"/>
                    </a:lnTo>
                    <a:lnTo>
                      <a:pt x="180" y="2113"/>
                    </a:lnTo>
                    <a:lnTo>
                      <a:pt x="257" y="2229"/>
                    </a:lnTo>
                    <a:lnTo>
                      <a:pt x="333" y="2344"/>
                    </a:lnTo>
                    <a:lnTo>
                      <a:pt x="423" y="2434"/>
                    </a:lnTo>
                    <a:lnTo>
                      <a:pt x="526" y="2536"/>
                    </a:lnTo>
                    <a:lnTo>
                      <a:pt x="641" y="2613"/>
                    </a:lnTo>
                    <a:lnTo>
                      <a:pt x="756" y="2690"/>
                    </a:lnTo>
                    <a:lnTo>
                      <a:pt x="884" y="2741"/>
                    </a:lnTo>
                    <a:lnTo>
                      <a:pt x="1012" y="2792"/>
                    </a:lnTo>
                    <a:lnTo>
                      <a:pt x="1153" y="2831"/>
                    </a:lnTo>
                    <a:lnTo>
                      <a:pt x="1294" y="2856"/>
                    </a:lnTo>
                    <a:lnTo>
                      <a:pt x="1576" y="2856"/>
                    </a:lnTo>
                    <a:lnTo>
                      <a:pt x="1717" y="2831"/>
                    </a:lnTo>
                    <a:lnTo>
                      <a:pt x="1858" y="2792"/>
                    </a:lnTo>
                    <a:lnTo>
                      <a:pt x="1986" y="2741"/>
                    </a:lnTo>
                    <a:lnTo>
                      <a:pt x="2114" y="2690"/>
                    </a:lnTo>
                    <a:lnTo>
                      <a:pt x="2229" y="2613"/>
                    </a:lnTo>
                    <a:lnTo>
                      <a:pt x="2344" y="2536"/>
                    </a:lnTo>
                    <a:lnTo>
                      <a:pt x="2447" y="2434"/>
                    </a:lnTo>
                    <a:lnTo>
                      <a:pt x="2536" y="2344"/>
                    </a:lnTo>
                    <a:lnTo>
                      <a:pt x="2613" y="2229"/>
                    </a:lnTo>
                    <a:lnTo>
                      <a:pt x="2690" y="2113"/>
                    </a:lnTo>
                    <a:lnTo>
                      <a:pt x="2754" y="1985"/>
                    </a:lnTo>
                    <a:lnTo>
                      <a:pt x="2805" y="1857"/>
                    </a:lnTo>
                    <a:lnTo>
                      <a:pt x="2831" y="1716"/>
                    </a:lnTo>
                    <a:lnTo>
                      <a:pt x="2857" y="1575"/>
                    </a:lnTo>
                    <a:lnTo>
                      <a:pt x="2869" y="1435"/>
                    </a:lnTo>
                    <a:lnTo>
                      <a:pt x="2857" y="1281"/>
                    </a:lnTo>
                    <a:lnTo>
                      <a:pt x="2831" y="1140"/>
                    </a:lnTo>
                    <a:lnTo>
                      <a:pt x="2805" y="999"/>
                    </a:lnTo>
                    <a:lnTo>
                      <a:pt x="2754" y="871"/>
                    </a:lnTo>
                    <a:lnTo>
                      <a:pt x="2690" y="743"/>
                    </a:lnTo>
                    <a:lnTo>
                      <a:pt x="2613" y="628"/>
                    </a:lnTo>
                    <a:lnTo>
                      <a:pt x="2536" y="525"/>
                    </a:lnTo>
                    <a:lnTo>
                      <a:pt x="2447" y="423"/>
                    </a:lnTo>
                    <a:lnTo>
                      <a:pt x="2344" y="333"/>
                    </a:lnTo>
                    <a:lnTo>
                      <a:pt x="2229" y="243"/>
                    </a:lnTo>
                    <a:lnTo>
                      <a:pt x="2114" y="179"/>
                    </a:lnTo>
                    <a:lnTo>
                      <a:pt x="1986" y="115"/>
                    </a:lnTo>
                    <a:lnTo>
                      <a:pt x="1858" y="64"/>
                    </a:lnTo>
                    <a:lnTo>
                      <a:pt x="1717" y="26"/>
                    </a:lnTo>
                    <a:lnTo>
                      <a:pt x="1576" y="13"/>
                    </a:lnTo>
                    <a:lnTo>
                      <a:pt x="143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40"/>
              <p:cNvSpPr/>
              <p:nvPr/>
            </p:nvSpPr>
            <p:spPr>
              <a:xfrm>
                <a:off x="6853149" y="3177326"/>
                <a:ext cx="90160" cy="90160"/>
              </a:xfrm>
              <a:custGeom>
                <a:avLst/>
                <a:gdLst/>
                <a:ahLst/>
                <a:cxnLst/>
                <a:rect l="l" t="t" r="r" b="b"/>
                <a:pathLst>
                  <a:path w="2857" h="2857" extrusionOk="0">
                    <a:moveTo>
                      <a:pt x="1281" y="1"/>
                    </a:moveTo>
                    <a:lnTo>
                      <a:pt x="1140" y="26"/>
                    </a:lnTo>
                    <a:lnTo>
                      <a:pt x="1012" y="65"/>
                    </a:lnTo>
                    <a:lnTo>
                      <a:pt x="871" y="103"/>
                    </a:lnTo>
                    <a:lnTo>
                      <a:pt x="756" y="167"/>
                    </a:lnTo>
                    <a:lnTo>
                      <a:pt x="628" y="244"/>
                    </a:lnTo>
                    <a:lnTo>
                      <a:pt x="526" y="321"/>
                    </a:lnTo>
                    <a:lnTo>
                      <a:pt x="423" y="411"/>
                    </a:lnTo>
                    <a:lnTo>
                      <a:pt x="334" y="513"/>
                    </a:lnTo>
                    <a:lnTo>
                      <a:pt x="244" y="628"/>
                    </a:lnTo>
                    <a:lnTo>
                      <a:pt x="180" y="744"/>
                    </a:lnTo>
                    <a:lnTo>
                      <a:pt x="116" y="872"/>
                    </a:lnTo>
                    <a:lnTo>
                      <a:pt x="65" y="1000"/>
                    </a:lnTo>
                    <a:lnTo>
                      <a:pt x="39" y="1141"/>
                    </a:lnTo>
                    <a:lnTo>
                      <a:pt x="13" y="1282"/>
                    </a:lnTo>
                    <a:lnTo>
                      <a:pt x="1" y="1423"/>
                    </a:lnTo>
                    <a:lnTo>
                      <a:pt x="13" y="1576"/>
                    </a:lnTo>
                    <a:lnTo>
                      <a:pt x="39" y="1717"/>
                    </a:lnTo>
                    <a:lnTo>
                      <a:pt x="65" y="1845"/>
                    </a:lnTo>
                    <a:lnTo>
                      <a:pt x="116" y="1986"/>
                    </a:lnTo>
                    <a:lnTo>
                      <a:pt x="180" y="2101"/>
                    </a:lnTo>
                    <a:lnTo>
                      <a:pt x="244" y="2229"/>
                    </a:lnTo>
                    <a:lnTo>
                      <a:pt x="334" y="2332"/>
                    </a:lnTo>
                    <a:lnTo>
                      <a:pt x="423" y="2434"/>
                    </a:lnTo>
                    <a:lnTo>
                      <a:pt x="526" y="2524"/>
                    </a:lnTo>
                    <a:lnTo>
                      <a:pt x="628" y="2614"/>
                    </a:lnTo>
                    <a:lnTo>
                      <a:pt x="756" y="2678"/>
                    </a:lnTo>
                    <a:lnTo>
                      <a:pt x="871" y="2742"/>
                    </a:lnTo>
                    <a:lnTo>
                      <a:pt x="1012" y="2793"/>
                    </a:lnTo>
                    <a:lnTo>
                      <a:pt x="1140" y="2831"/>
                    </a:lnTo>
                    <a:lnTo>
                      <a:pt x="1281" y="2844"/>
                    </a:lnTo>
                    <a:lnTo>
                      <a:pt x="1435" y="2857"/>
                    </a:lnTo>
                    <a:lnTo>
                      <a:pt x="1576" y="2844"/>
                    </a:lnTo>
                    <a:lnTo>
                      <a:pt x="1717" y="2831"/>
                    </a:lnTo>
                    <a:lnTo>
                      <a:pt x="1858" y="2793"/>
                    </a:lnTo>
                    <a:lnTo>
                      <a:pt x="1986" y="2742"/>
                    </a:lnTo>
                    <a:lnTo>
                      <a:pt x="2114" y="2678"/>
                    </a:lnTo>
                    <a:lnTo>
                      <a:pt x="2229" y="2614"/>
                    </a:lnTo>
                    <a:lnTo>
                      <a:pt x="2344" y="2524"/>
                    </a:lnTo>
                    <a:lnTo>
                      <a:pt x="2447" y="2434"/>
                    </a:lnTo>
                    <a:lnTo>
                      <a:pt x="2536" y="2332"/>
                    </a:lnTo>
                    <a:lnTo>
                      <a:pt x="2613" y="2229"/>
                    </a:lnTo>
                    <a:lnTo>
                      <a:pt x="2690" y="2101"/>
                    </a:lnTo>
                    <a:lnTo>
                      <a:pt x="2754" y="1986"/>
                    </a:lnTo>
                    <a:lnTo>
                      <a:pt x="2793" y="1845"/>
                    </a:lnTo>
                    <a:lnTo>
                      <a:pt x="2831" y="1717"/>
                    </a:lnTo>
                    <a:lnTo>
                      <a:pt x="2857" y="1576"/>
                    </a:lnTo>
                    <a:lnTo>
                      <a:pt x="2857" y="1423"/>
                    </a:lnTo>
                    <a:lnTo>
                      <a:pt x="2857" y="1282"/>
                    </a:lnTo>
                    <a:lnTo>
                      <a:pt x="2831" y="1141"/>
                    </a:lnTo>
                    <a:lnTo>
                      <a:pt x="2793" y="1000"/>
                    </a:lnTo>
                    <a:lnTo>
                      <a:pt x="2754" y="872"/>
                    </a:lnTo>
                    <a:lnTo>
                      <a:pt x="2690" y="744"/>
                    </a:lnTo>
                    <a:lnTo>
                      <a:pt x="2613" y="628"/>
                    </a:lnTo>
                    <a:lnTo>
                      <a:pt x="2536" y="513"/>
                    </a:lnTo>
                    <a:lnTo>
                      <a:pt x="2447" y="411"/>
                    </a:lnTo>
                    <a:lnTo>
                      <a:pt x="2344" y="321"/>
                    </a:lnTo>
                    <a:lnTo>
                      <a:pt x="2229" y="244"/>
                    </a:lnTo>
                    <a:lnTo>
                      <a:pt x="2114" y="167"/>
                    </a:lnTo>
                    <a:lnTo>
                      <a:pt x="1986" y="103"/>
                    </a:lnTo>
                    <a:lnTo>
                      <a:pt x="1858" y="65"/>
                    </a:lnTo>
                    <a:lnTo>
                      <a:pt x="1717" y="26"/>
                    </a:lnTo>
                    <a:lnTo>
                      <a:pt x="15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40"/>
              <p:cNvSpPr/>
              <p:nvPr/>
            </p:nvSpPr>
            <p:spPr>
              <a:xfrm>
                <a:off x="6665191" y="2675749"/>
                <a:ext cx="90191" cy="90160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2857" extrusionOk="0">
                    <a:moveTo>
                      <a:pt x="1435" y="0"/>
                    </a:moveTo>
                    <a:lnTo>
                      <a:pt x="1282" y="13"/>
                    </a:lnTo>
                    <a:lnTo>
                      <a:pt x="1141" y="26"/>
                    </a:lnTo>
                    <a:lnTo>
                      <a:pt x="1000" y="64"/>
                    </a:lnTo>
                    <a:lnTo>
                      <a:pt x="872" y="116"/>
                    </a:lnTo>
                    <a:lnTo>
                      <a:pt x="744" y="180"/>
                    </a:lnTo>
                    <a:lnTo>
                      <a:pt x="628" y="244"/>
                    </a:lnTo>
                    <a:lnTo>
                      <a:pt x="526" y="333"/>
                    </a:lnTo>
                    <a:lnTo>
                      <a:pt x="424" y="423"/>
                    </a:lnTo>
                    <a:lnTo>
                      <a:pt x="321" y="525"/>
                    </a:lnTo>
                    <a:lnTo>
                      <a:pt x="244" y="628"/>
                    </a:lnTo>
                    <a:lnTo>
                      <a:pt x="167" y="743"/>
                    </a:lnTo>
                    <a:lnTo>
                      <a:pt x="116" y="871"/>
                    </a:lnTo>
                    <a:lnTo>
                      <a:pt x="65" y="999"/>
                    </a:lnTo>
                    <a:lnTo>
                      <a:pt x="26" y="1140"/>
                    </a:lnTo>
                    <a:lnTo>
                      <a:pt x="14" y="1281"/>
                    </a:lnTo>
                    <a:lnTo>
                      <a:pt x="1" y="1435"/>
                    </a:lnTo>
                    <a:lnTo>
                      <a:pt x="14" y="1576"/>
                    </a:lnTo>
                    <a:lnTo>
                      <a:pt x="26" y="1716"/>
                    </a:lnTo>
                    <a:lnTo>
                      <a:pt x="65" y="1857"/>
                    </a:lnTo>
                    <a:lnTo>
                      <a:pt x="116" y="1985"/>
                    </a:lnTo>
                    <a:lnTo>
                      <a:pt x="167" y="2114"/>
                    </a:lnTo>
                    <a:lnTo>
                      <a:pt x="244" y="2229"/>
                    </a:lnTo>
                    <a:lnTo>
                      <a:pt x="321" y="2344"/>
                    </a:lnTo>
                    <a:lnTo>
                      <a:pt x="424" y="2434"/>
                    </a:lnTo>
                    <a:lnTo>
                      <a:pt x="526" y="2536"/>
                    </a:lnTo>
                    <a:lnTo>
                      <a:pt x="628" y="2613"/>
                    </a:lnTo>
                    <a:lnTo>
                      <a:pt x="744" y="2690"/>
                    </a:lnTo>
                    <a:lnTo>
                      <a:pt x="872" y="2741"/>
                    </a:lnTo>
                    <a:lnTo>
                      <a:pt x="1000" y="2792"/>
                    </a:lnTo>
                    <a:lnTo>
                      <a:pt x="1141" y="2831"/>
                    </a:lnTo>
                    <a:lnTo>
                      <a:pt x="1282" y="2856"/>
                    </a:lnTo>
                    <a:lnTo>
                      <a:pt x="1576" y="2856"/>
                    </a:lnTo>
                    <a:lnTo>
                      <a:pt x="1717" y="2831"/>
                    </a:lnTo>
                    <a:lnTo>
                      <a:pt x="1858" y="2792"/>
                    </a:lnTo>
                    <a:lnTo>
                      <a:pt x="1986" y="2741"/>
                    </a:lnTo>
                    <a:lnTo>
                      <a:pt x="2114" y="2690"/>
                    </a:lnTo>
                    <a:lnTo>
                      <a:pt x="2229" y="2613"/>
                    </a:lnTo>
                    <a:lnTo>
                      <a:pt x="2332" y="2536"/>
                    </a:lnTo>
                    <a:lnTo>
                      <a:pt x="2434" y="2434"/>
                    </a:lnTo>
                    <a:lnTo>
                      <a:pt x="2537" y="2344"/>
                    </a:lnTo>
                    <a:lnTo>
                      <a:pt x="2614" y="2229"/>
                    </a:lnTo>
                    <a:lnTo>
                      <a:pt x="2691" y="2114"/>
                    </a:lnTo>
                    <a:lnTo>
                      <a:pt x="2742" y="1985"/>
                    </a:lnTo>
                    <a:lnTo>
                      <a:pt x="2793" y="1857"/>
                    </a:lnTo>
                    <a:lnTo>
                      <a:pt x="2831" y="1716"/>
                    </a:lnTo>
                    <a:lnTo>
                      <a:pt x="2857" y="1576"/>
                    </a:lnTo>
                    <a:lnTo>
                      <a:pt x="2857" y="1435"/>
                    </a:lnTo>
                    <a:lnTo>
                      <a:pt x="2857" y="1281"/>
                    </a:lnTo>
                    <a:lnTo>
                      <a:pt x="2831" y="1140"/>
                    </a:lnTo>
                    <a:lnTo>
                      <a:pt x="2793" y="999"/>
                    </a:lnTo>
                    <a:lnTo>
                      <a:pt x="2742" y="871"/>
                    </a:lnTo>
                    <a:lnTo>
                      <a:pt x="2691" y="743"/>
                    </a:lnTo>
                    <a:lnTo>
                      <a:pt x="2614" y="628"/>
                    </a:lnTo>
                    <a:lnTo>
                      <a:pt x="2537" y="525"/>
                    </a:lnTo>
                    <a:lnTo>
                      <a:pt x="2434" y="423"/>
                    </a:lnTo>
                    <a:lnTo>
                      <a:pt x="2332" y="333"/>
                    </a:lnTo>
                    <a:lnTo>
                      <a:pt x="2229" y="244"/>
                    </a:lnTo>
                    <a:lnTo>
                      <a:pt x="2114" y="180"/>
                    </a:lnTo>
                    <a:lnTo>
                      <a:pt x="1986" y="116"/>
                    </a:lnTo>
                    <a:lnTo>
                      <a:pt x="1858" y="64"/>
                    </a:lnTo>
                    <a:lnTo>
                      <a:pt x="1717" y="26"/>
                    </a:lnTo>
                    <a:lnTo>
                      <a:pt x="1576" y="13"/>
                    </a:lnTo>
                    <a:lnTo>
                      <a:pt x="143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Google Shape;2096;p40"/>
              <p:cNvSpPr/>
              <p:nvPr/>
            </p:nvSpPr>
            <p:spPr>
              <a:xfrm>
                <a:off x="6377005" y="3265057"/>
                <a:ext cx="90191" cy="90160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2857" extrusionOk="0">
                    <a:moveTo>
                      <a:pt x="1435" y="0"/>
                    </a:moveTo>
                    <a:lnTo>
                      <a:pt x="1294" y="13"/>
                    </a:lnTo>
                    <a:lnTo>
                      <a:pt x="1141" y="26"/>
                    </a:lnTo>
                    <a:lnTo>
                      <a:pt x="1013" y="64"/>
                    </a:lnTo>
                    <a:lnTo>
                      <a:pt x="885" y="115"/>
                    </a:lnTo>
                    <a:lnTo>
                      <a:pt x="757" y="179"/>
                    </a:lnTo>
                    <a:lnTo>
                      <a:pt x="641" y="243"/>
                    </a:lnTo>
                    <a:lnTo>
                      <a:pt x="526" y="333"/>
                    </a:lnTo>
                    <a:lnTo>
                      <a:pt x="424" y="423"/>
                    </a:lnTo>
                    <a:lnTo>
                      <a:pt x="334" y="525"/>
                    </a:lnTo>
                    <a:lnTo>
                      <a:pt x="244" y="628"/>
                    </a:lnTo>
                    <a:lnTo>
                      <a:pt x="180" y="743"/>
                    </a:lnTo>
                    <a:lnTo>
                      <a:pt x="116" y="871"/>
                    </a:lnTo>
                    <a:lnTo>
                      <a:pt x="65" y="999"/>
                    </a:lnTo>
                    <a:lnTo>
                      <a:pt x="39" y="1140"/>
                    </a:lnTo>
                    <a:lnTo>
                      <a:pt x="14" y="1281"/>
                    </a:lnTo>
                    <a:lnTo>
                      <a:pt x="1" y="1435"/>
                    </a:lnTo>
                    <a:lnTo>
                      <a:pt x="14" y="1576"/>
                    </a:lnTo>
                    <a:lnTo>
                      <a:pt x="39" y="1716"/>
                    </a:lnTo>
                    <a:lnTo>
                      <a:pt x="65" y="1857"/>
                    </a:lnTo>
                    <a:lnTo>
                      <a:pt x="116" y="1985"/>
                    </a:lnTo>
                    <a:lnTo>
                      <a:pt x="180" y="2113"/>
                    </a:lnTo>
                    <a:lnTo>
                      <a:pt x="244" y="2229"/>
                    </a:lnTo>
                    <a:lnTo>
                      <a:pt x="334" y="2344"/>
                    </a:lnTo>
                    <a:lnTo>
                      <a:pt x="424" y="2434"/>
                    </a:lnTo>
                    <a:lnTo>
                      <a:pt x="526" y="2536"/>
                    </a:lnTo>
                    <a:lnTo>
                      <a:pt x="641" y="2613"/>
                    </a:lnTo>
                    <a:lnTo>
                      <a:pt x="757" y="2690"/>
                    </a:lnTo>
                    <a:lnTo>
                      <a:pt x="885" y="2741"/>
                    </a:lnTo>
                    <a:lnTo>
                      <a:pt x="1013" y="2792"/>
                    </a:lnTo>
                    <a:lnTo>
                      <a:pt x="1141" y="2831"/>
                    </a:lnTo>
                    <a:lnTo>
                      <a:pt x="1294" y="2856"/>
                    </a:lnTo>
                    <a:lnTo>
                      <a:pt x="1576" y="2856"/>
                    </a:lnTo>
                    <a:lnTo>
                      <a:pt x="1717" y="2831"/>
                    </a:lnTo>
                    <a:lnTo>
                      <a:pt x="1858" y="2792"/>
                    </a:lnTo>
                    <a:lnTo>
                      <a:pt x="1986" y="2741"/>
                    </a:lnTo>
                    <a:lnTo>
                      <a:pt x="2114" y="2690"/>
                    </a:lnTo>
                    <a:lnTo>
                      <a:pt x="2229" y="2613"/>
                    </a:lnTo>
                    <a:lnTo>
                      <a:pt x="2345" y="2536"/>
                    </a:lnTo>
                    <a:lnTo>
                      <a:pt x="2447" y="2434"/>
                    </a:lnTo>
                    <a:lnTo>
                      <a:pt x="2537" y="2344"/>
                    </a:lnTo>
                    <a:lnTo>
                      <a:pt x="2614" y="2229"/>
                    </a:lnTo>
                    <a:lnTo>
                      <a:pt x="2691" y="2113"/>
                    </a:lnTo>
                    <a:lnTo>
                      <a:pt x="2755" y="1985"/>
                    </a:lnTo>
                    <a:lnTo>
                      <a:pt x="2793" y="1857"/>
                    </a:lnTo>
                    <a:lnTo>
                      <a:pt x="2831" y="1716"/>
                    </a:lnTo>
                    <a:lnTo>
                      <a:pt x="2857" y="1576"/>
                    </a:lnTo>
                    <a:lnTo>
                      <a:pt x="2857" y="1435"/>
                    </a:lnTo>
                    <a:lnTo>
                      <a:pt x="2857" y="1281"/>
                    </a:lnTo>
                    <a:lnTo>
                      <a:pt x="2831" y="1140"/>
                    </a:lnTo>
                    <a:lnTo>
                      <a:pt x="2793" y="999"/>
                    </a:lnTo>
                    <a:lnTo>
                      <a:pt x="2755" y="871"/>
                    </a:lnTo>
                    <a:lnTo>
                      <a:pt x="2691" y="743"/>
                    </a:lnTo>
                    <a:lnTo>
                      <a:pt x="2614" y="628"/>
                    </a:lnTo>
                    <a:lnTo>
                      <a:pt x="2537" y="525"/>
                    </a:lnTo>
                    <a:lnTo>
                      <a:pt x="2447" y="423"/>
                    </a:lnTo>
                    <a:lnTo>
                      <a:pt x="2345" y="333"/>
                    </a:lnTo>
                    <a:lnTo>
                      <a:pt x="2229" y="243"/>
                    </a:lnTo>
                    <a:lnTo>
                      <a:pt x="2114" y="179"/>
                    </a:lnTo>
                    <a:lnTo>
                      <a:pt x="1986" y="115"/>
                    </a:lnTo>
                    <a:lnTo>
                      <a:pt x="1858" y="64"/>
                    </a:lnTo>
                    <a:lnTo>
                      <a:pt x="1717" y="26"/>
                    </a:lnTo>
                    <a:lnTo>
                      <a:pt x="1576" y="13"/>
                    </a:lnTo>
                    <a:lnTo>
                      <a:pt x="143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Google Shape;2097;p40"/>
              <p:cNvSpPr/>
              <p:nvPr/>
            </p:nvSpPr>
            <p:spPr>
              <a:xfrm>
                <a:off x="6153892" y="3087198"/>
                <a:ext cx="90191" cy="90160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2857" extrusionOk="0">
                    <a:moveTo>
                      <a:pt x="1282" y="1"/>
                    </a:moveTo>
                    <a:lnTo>
                      <a:pt x="1141" y="26"/>
                    </a:lnTo>
                    <a:lnTo>
                      <a:pt x="1000" y="65"/>
                    </a:lnTo>
                    <a:lnTo>
                      <a:pt x="872" y="116"/>
                    </a:lnTo>
                    <a:lnTo>
                      <a:pt x="744" y="167"/>
                    </a:lnTo>
                    <a:lnTo>
                      <a:pt x="629" y="244"/>
                    </a:lnTo>
                    <a:lnTo>
                      <a:pt x="526" y="321"/>
                    </a:lnTo>
                    <a:lnTo>
                      <a:pt x="424" y="411"/>
                    </a:lnTo>
                    <a:lnTo>
                      <a:pt x="334" y="513"/>
                    </a:lnTo>
                    <a:lnTo>
                      <a:pt x="244" y="628"/>
                    </a:lnTo>
                    <a:lnTo>
                      <a:pt x="167" y="744"/>
                    </a:lnTo>
                    <a:lnTo>
                      <a:pt x="116" y="872"/>
                    </a:lnTo>
                    <a:lnTo>
                      <a:pt x="65" y="1000"/>
                    </a:lnTo>
                    <a:lnTo>
                      <a:pt x="27" y="1141"/>
                    </a:lnTo>
                    <a:lnTo>
                      <a:pt x="14" y="1281"/>
                    </a:lnTo>
                    <a:lnTo>
                      <a:pt x="1" y="1422"/>
                    </a:lnTo>
                    <a:lnTo>
                      <a:pt x="14" y="1576"/>
                    </a:lnTo>
                    <a:lnTo>
                      <a:pt x="27" y="1717"/>
                    </a:lnTo>
                    <a:lnTo>
                      <a:pt x="65" y="1858"/>
                    </a:lnTo>
                    <a:lnTo>
                      <a:pt x="116" y="1986"/>
                    </a:lnTo>
                    <a:lnTo>
                      <a:pt x="167" y="2114"/>
                    </a:lnTo>
                    <a:lnTo>
                      <a:pt x="244" y="2229"/>
                    </a:lnTo>
                    <a:lnTo>
                      <a:pt x="334" y="2332"/>
                    </a:lnTo>
                    <a:lnTo>
                      <a:pt x="424" y="2434"/>
                    </a:lnTo>
                    <a:lnTo>
                      <a:pt x="526" y="2524"/>
                    </a:lnTo>
                    <a:lnTo>
                      <a:pt x="629" y="2613"/>
                    </a:lnTo>
                    <a:lnTo>
                      <a:pt x="744" y="2678"/>
                    </a:lnTo>
                    <a:lnTo>
                      <a:pt x="872" y="2742"/>
                    </a:lnTo>
                    <a:lnTo>
                      <a:pt x="1000" y="2793"/>
                    </a:lnTo>
                    <a:lnTo>
                      <a:pt x="1141" y="2831"/>
                    </a:lnTo>
                    <a:lnTo>
                      <a:pt x="1282" y="2844"/>
                    </a:lnTo>
                    <a:lnTo>
                      <a:pt x="1435" y="2857"/>
                    </a:lnTo>
                    <a:lnTo>
                      <a:pt x="1576" y="2844"/>
                    </a:lnTo>
                    <a:lnTo>
                      <a:pt x="1717" y="2831"/>
                    </a:lnTo>
                    <a:lnTo>
                      <a:pt x="1858" y="2793"/>
                    </a:lnTo>
                    <a:lnTo>
                      <a:pt x="1986" y="2742"/>
                    </a:lnTo>
                    <a:lnTo>
                      <a:pt x="2114" y="2678"/>
                    </a:lnTo>
                    <a:lnTo>
                      <a:pt x="2230" y="2613"/>
                    </a:lnTo>
                    <a:lnTo>
                      <a:pt x="2345" y="2524"/>
                    </a:lnTo>
                    <a:lnTo>
                      <a:pt x="2434" y="2434"/>
                    </a:lnTo>
                    <a:lnTo>
                      <a:pt x="2537" y="2332"/>
                    </a:lnTo>
                    <a:lnTo>
                      <a:pt x="2614" y="2229"/>
                    </a:lnTo>
                    <a:lnTo>
                      <a:pt x="2691" y="2114"/>
                    </a:lnTo>
                    <a:lnTo>
                      <a:pt x="2742" y="1986"/>
                    </a:lnTo>
                    <a:lnTo>
                      <a:pt x="2793" y="1858"/>
                    </a:lnTo>
                    <a:lnTo>
                      <a:pt x="2831" y="1717"/>
                    </a:lnTo>
                    <a:lnTo>
                      <a:pt x="2857" y="1576"/>
                    </a:lnTo>
                    <a:lnTo>
                      <a:pt x="2857" y="1422"/>
                    </a:lnTo>
                    <a:lnTo>
                      <a:pt x="2857" y="1281"/>
                    </a:lnTo>
                    <a:lnTo>
                      <a:pt x="2831" y="1141"/>
                    </a:lnTo>
                    <a:lnTo>
                      <a:pt x="2793" y="1000"/>
                    </a:lnTo>
                    <a:lnTo>
                      <a:pt x="2742" y="872"/>
                    </a:lnTo>
                    <a:lnTo>
                      <a:pt x="2691" y="744"/>
                    </a:lnTo>
                    <a:lnTo>
                      <a:pt x="2614" y="628"/>
                    </a:lnTo>
                    <a:lnTo>
                      <a:pt x="2537" y="513"/>
                    </a:lnTo>
                    <a:lnTo>
                      <a:pt x="2434" y="411"/>
                    </a:lnTo>
                    <a:lnTo>
                      <a:pt x="2345" y="321"/>
                    </a:lnTo>
                    <a:lnTo>
                      <a:pt x="2230" y="244"/>
                    </a:lnTo>
                    <a:lnTo>
                      <a:pt x="2114" y="167"/>
                    </a:lnTo>
                    <a:lnTo>
                      <a:pt x="1986" y="116"/>
                    </a:lnTo>
                    <a:lnTo>
                      <a:pt x="1858" y="65"/>
                    </a:lnTo>
                    <a:lnTo>
                      <a:pt x="1717" y="26"/>
                    </a:lnTo>
                    <a:lnTo>
                      <a:pt x="15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Google Shape;2098;p40"/>
              <p:cNvSpPr/>
              <p:nvPr/>
            </p:nvSpPr>
            <p:spPr>
              <a:xfrm>
                <a:off x="6230704" y="3361244"/>
                <a:ext cx="90160" cy="90160"/>
              </a:xfrm>
              <a:custGeom>
                <a:avLst/>
                <a:gdLst/>
                <a:ahLst/>
                <a:cxnLst/>
                <a:rect l="l" t="t" r="r" b="b"/>
                <a:pathLst>
                  <a:path w="2857" h="2857" extrusionOk="0">
                    <a:moveTo>
                      <a:pt x="1281" y="0"/>
                    </a:moveTo>
                    <a:lnTo>
                      <a:pt x="1140" y="26"/>
                    </a:lnTo>
                    <a:lnTo>
                      <a:pt x="999" y="64"/>
                    </a:lnTo>
                    <a:lnTo>
                      <a:pt x="871" y="103"/>
                    </a:lnTo>
                    <a:lnTo>
                      <a:pt x="743" y="167"/>
                    </a:lnTo>
                    <a:lnTo>
                      <a:pt x="628" y="244"/>
                    </a:lnTo>
                    <a:lnTo>
                      <a:pt x="526" y="321"/>
                    </a:lnTo>
                    <a:lnTo>
                      <a:pt x="423" y="410"/>
                    </a:lnTo>
                    <a:lnTo>
                      <a:pt x="333" y="513"/>
                    </a:lnTo>
                    <a:lnTo>
                      <a:pt x="244" y="628"/>
                    </a:lnTo>
                    <a:lnTo>
                      <a:pt x="180" y="743"/>
                    </a:lnTo>
                    <a:lnTo>
                      <a:pt x="116" y="871"/>
                    </a:lnTo>
                    <a:lnTo>
                      <a:pt x="64" y="999"/>
                    </a:lnTo>
                    <a:lnTo>
                      <a:pt x="26" y="1140"/>
                    </a:lnTo>
                    <a:lnTo>
                      <a:pt x="13" y="1281"/>
                    </a:lnTo>
                    <a:lnTo>
                      <a:pt x="0" y="1422"/>
                    </a:lnTo>
                    <a:lnTo>
                      <a:pt x="13" y="1576"/>
                    </a:lnTo>
                    <a:lnTo>
                      <a:pt x="26" y="1717"/>
                    </a:lnTo>
                    <a:lnTo>
                      <a:pt x="64" y="1845"/>
                    </a:lnTo>
                    <a:lnTo>
                      <a:pt x="116" y="1986"/>
                    </a:lnTo>
                    <a:lnTo>
                      <a:pt x="180" y="2101"/>
                    </a:lnTo>
                    <a:lnTo>
                      <a:pt x="244" y="2229"/>
                    </a:lnTo>
                    <a:lnTo>
                      <a:pt x="333" y="2331"/>
                    </a:lnTo>
                    <a:lnTo>
                      <a:pt x="423" y="2434"/>
                    </a:lnTo>
                    <a:lnTo>
                      <a:pt x="526" y="2524"/>
                    </a:lnTo>
                    <a:lnTo>
                      <a:pt x="628" y="2613"/>
                    </a:lnTo>
                    <a:lnTo>
                      <a:pt x="743" y="2677"/>
                    </a:lnTo>
                    <a:lnTo>
                      <a:pt x="871" y="2741"/>
                    </a:lnTo>
                    <a:lnTo>
                      <a:pt x="999" y="2793"/>
                    </a:lnTo>
                    <a:lnTo>
                      <a:pt x="1140" y="2818"/>
                    </a:lnTo>
                    <a:lnTo>
                      <a:pt x="1281" y="2844"/>
                    </a:lnTo>
                    <a:lnTo>
                      <a:pt x="1435" y="2857"/>
                    </a:lnTo>
                    <a:lnTo>
                      <a:pt x="1576" y="2844"/>
                    </a:lnTo>
                    <a:lnTo>
                      <a:pt x="1717" y="2818"/>
                    </a:lnTo>
                    <a:lnTo>
                      <a:pt x="1858" y="2793"/>
                    </a:lnTo>
                    <a:lnTo>
                      <a:pt x="1986" y="2741"/>
                    </a:lnTo>
                    <a:lnTo>
                      <a:pt x="2114" y="2677"/>
                    </a:lnTo>
                    <a:lnTo>
                      <a:pt x="2229" y="2613"/>
                    </a:lnTo>
                    <a:lnTo>
                      <a:pt x="2344" y="2524"/>
                    </a:lnTo>
                    <a:lnTo>
                      <a:pt x="2434" y="2434"/>
                    </a:lnTo>
                    <a:lnTo>
                      <a:pt x="2536" y="2331"/>
                    </a:lnTo>
                    <a:lnTo>
                      <a:pt x="2613" y="2229"/>
                    </a:lnTo>
                    <a:lnTo>
                      <a:pt x="2690" y="2101"/>
                    </a:lnTo>
                    <a:lnTo>
                      <a:pt x="2741" y="1986"/>
                    </a:lnTo>
                    <a:lnTo>
                      <a:pt x="2793" y="1845"/>
                    </a:lnTo>
                    <a:lnTo>
                      <a:pt x="2831" y="1717"/>
                    </a:lnTo>
                    <a:lnTo>
                      <a:pt x="2857" y="1576"/>
                    </a:lnTo>
                    <a:lnTo>
                      <a:pt x="2857" y="1422"/>
                    </a:lnTo>
                    <a:lnTo>
                      <a:pt x="2857" y="1281"/>
                    </a:lnTo>
                    <a:lnTo>
                      <a:pt x="2831" y="1140"/>
                    </a:lnTo>
                    <a:lnTo>
                      <a:pt x="2793" y="999"/>
                    </a:lnTo>
                    <a:lnTo>
                      <a:pt x="2741" y="871"/>
                    </a:lnTo>
                    <a:lnTo>
                      <a:pt x="2690" y="743"/>
                    </a:lnTo>
                    <a:lnTo>
                      <a:pt x="2613" y="628"/>
                    </a:lnTo>
                    <a:lnTo>
                      <a:pt x="2536" y="513"/>
                    </a:lnTo>
                    <a:lnTo>
                      <a:pt x="2434" y="410"/>
                    </a:lnTo>
                    <a:lnTo>
                      <a:pt x="2344" y="321"/>
                    </a:lnTo>
                    <a:lnTo>
                      <a:pt x="2229" y="244"/>
                    </a:lnTo>
                    <a:lnTo>
                      <a:pt x="2114" y="167"/>
                    </a:lnTo>
                    <a:lnTo>
                      <a:pt x="1986" y="103"/>
                    </a:lnTo>
                    <a:lnTo>
                      <a:pt x="1858" y="64"/>
                    </a:lnTo>
                    <a:lnTo>
                      <a:pt x="1717" y="26"/>
                    </a:lnTo>
                    <a:lnTo>
                      <a:pt x="157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Google Shape;2099;p40"/>
              <p:cNvSpPr/>
              <p:nvPr/>
            </p:nvSpPr>
            <p:spPr>
              <a:xfrm>
                <a:off x="6199178" y="2411391"/>
                <a:ext cx="524643" cy="109568"/>
              </a:xfrm>
              <a:custGeom>
                <a:avLst/>
                <a:gdLst/>
                <a:ahLst/>
                <a:cxnLst/>
                <a:rect l="l" t="t" r="r" b="b"/>
                <a:pathLst>
                  <a:path w="16625" h="3472" extrusionOk="0">
                    <a:moveTo>
                      <a:pt x="0" y="1"/>
                    </a:moveTo>
                    <a:lnTo>
                      <a:pt x="0" y="3472"/>
                    </a:lnTo>
                    <a:lnTo>
                      <a:pt x="16625" y="3472"/>
                    </a:lnTo>
                    <a:lnTo>
                      <a:pt x="166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Google Shape;2100;p40"/>
              <p:cNvSpPr/>
              <p:nvPr/>
            </p:nvSpPr>
            <p:spPr>
              <a:xfrm>
                <a:off x="6530218" y="3921455"/>
                <a:ext cx="188367" cy="187956"/>
              </a:xfrm>
              <a:custGeom>
                <a:avLst/>
                <a:gdLst/>
                <a:ahLst/>
                <a:cxnLst/>
                <a:rect l="l" t="t" r="r" b="b"/>
                <a:pathLst>
                  <a:path w="5969" h="5956" extrusionOk="0">
                    <a:moveTo>
                      <a:pt x="2831" y="0"/>
                    </a:moveTo>
                    <a:lnTo>
                      <a:pt x="2677" y="13"/>
                    </a:lnTo>
                    <a:lnTo>
                      <a:pt x="2382" y="64"/>
                    </a:lnTo>
                    <a:lnTo>
                      <a:pt x="2101" y="128"/>
                    </a:lnTo>
                    <a:lnTo>
                      <a:pt x="1832" y="231"/>
                    </a:lnTo>
                    <a:lnTo>
                      <a:pt x="1563" y="359"/>
                    </a:lnTo>
                    <a:lnTo>
                      <a:pt x="1319" y="512"/>
                    </a:lnTo>
                    <a:lnTo>
                      <a:pt x="1089" y="679"/>
                    </a:lnTo>
                    <a:lnTo>
                      <a:pt x="884" y="871"/>
                    </a:lnTo>
                    <a:lnTo>
                      <a:pt x="692" y="1089"/>
                    </a:lnTo>
                    <a:lnTo>
                      <a:pt x="512" y="1319"/>
                    </a:lnTo>
                    <a:lnTo>
                      <a:pt x="371" y="1563"/>
                    </a:lnTo>
                    <a:lnTo>
                      <a:pt x="243" y="1819"/>
                    </a:lnTo>
                    <a:lnTo>
                      <a:pt x="141" y="2088"/>
                    </a:lnTo>
                    <a:lnTo>
                      <a:pt x="64" y="2382"/>
                    </a:lnTo>
                    <a:lnTo>
                      <a:pt x="26" y="2677"/>
                    </a:lnTo>
                    <a:lnTo>
                      <a:pt x="13" y="2831"/>
                    </a:lnTo>
                    <a:lnTo>
                      <a:pt x="0" y="2984"/>
                    </a:lnTo>
                    <a:lnTo>
                      <a:pt x="13" y="3138"/>
                    </a:lnTo>
                    <a:lnTo>
                      <a:pt x="26" y="3279"/>
                    </a:lnTo>
                    <a:lnTo>
                      <a:pt x="64" y="3586"/>
                    </a:lnTo>
                    <a:lnTo>
                      <a:pt x="141" y="3868"/>
                    </a:lnTo>
                    <a:lnTo>
                      <a:pt x="243" y="4137"/>
                    </a:lnTo>
                    <a:lnTo>
                      <a:pt x="371" y="4406"/>
                    </a:lnTo>
                    <a:lnTo>
                      <a:pt x="512" y="4649"/>
                    </a:lnTo>
                    <a:lnTo>
                      <a:pt x="692" y="4880"/>
                    </a:lnTo>
                    <a:lnTo>
                      <a:pt x="884" y="5085"/>
                    </a:lnTo>
                    <a:lnTo>
                      <a:pt x="1089" y="5277"/>
                    </a:lnTo>
                    <a:lnTo>
                      <a:pt x="1319" y="5456"/>
                    </a:lnTo>
                    <a:lnTo>
                      <a:pt x="1563" y="5597"/>
                    </a:lnTo>
                    <a:lnTo>
                      <a:pt x="1832" y="5725"/>
                    </a:lnTo>
                    <a:lnTo>
                      <a:pt x="2101" y="5828"/>
                    </a:lnTo>
                    <a:lnTo>
                      <a:pt x="2382" y="5905"/>
                    </a:lnTo>
                    <a:lnTo>
                      <a:pt x="2677" y="5943"/>
                    </a:lnTo>
                    <a:lnTo>
                      <a:pt x="2831" y="5956"/>
                    </a:lnTo>
                    <a:lnTo>
                      <a:pt x="3138" y="5956"/>
                    </a:lnTo>
                    <a:lnTo>
                      <a:pt x="3292" y="5943"/>
                    </a:lnTo>
                    <a:lnTo>
                      <a:pt x="3586" y="5905"/>
                    </a:lnTo>
                    <a:lnTo>
                      <a:pt x="3868" y="5828"/>
                    </a:lnTo>
                    <a:lnTo>
                      <a:pt x="4150" y="5725"/>
                    </a:lnTo>
                    <a:lnTo>
                      <a:pt x="4406" y="5597"/>
                    </a:lnTo>
                    <a:lnTo>
                      <a:pt x="4649" y="5456"/>
                    </a:lnTo>
                    <a:lnTo>
                      <a:pt x="4880" y="5277"/>
                    </a:lnTo>
                    <a:lnTo>
                      <a:pt x="5098" y="5085"/>
                    </a:lnTo>
                    <a:lnTo>
                      <a:pt x="5290" y="4880"/>
                    </a:lnTo>
                    <a:lnTo>
                      <a:pt x="5456" y="4649"/>
                    </a:lnTo>
                    <a:lnTo>
                      <a:pt x="5610" y="4406"/>
                    </a:lnTo>
                    <a:lnTo>
                      <a:pt x="5725" y="4137"/>
                    </a:lnTo>
                    <a:lnTo>
                      <a:pt x="5828" y="3868"/>
                    </a:lnTo>
                    <a:lnTo>
                      <a:pt x="5904" y="3586"/>
                    </a:lnTo>
                    <a:lnTo>
                      <a:pt x="5956" y="3279"/>
                    </a:lnTo>
                    <a:lnTo>
                      <a:pt x="5956" y="3138"/>
                    </a:lnTo>
                    <a:lnTo>
                      <a:pt x="5969" y="2984"/>
                    </a:lnTo>
                    <a:lnTo>
                      <a:pt x="5956" y="2831"/>
                    </a:lnTo>
                    <a:lnTo>
                      <a:pt x="5956" y="2677"/>
                    </a:lnTo>
                    <a:lnTo>
                      <a:pt x="5904" y="2382"/>
                    </a:lnTo>
                    <a:lnTo>
                      <a:pt x="5828" y="2088"/>
                    </a:lnTo>
                    <a:lnTo>
                      <a:pt x="5725" y="1819"/>
                    </a:lnTo>
                    <a:lnTo>
                      <a:pt x="5610" y="1563"/>
                    </a:lnTo>
                    <a:lnTo>
                      <a:pt x="5456" y="1319"/>
                    </a:lnTo>
                    <a:lnTo>
                      <a:pt x="5290" y="1089"/>
                    </a:lnTo>
                    <a:lnTo>
                      <a:pt x="5098" y="871"/>
                    </a:lnTo>
                    <a:lnTo>
                      <a:pt x="4880" y="679"/>
                    </a:lnTo>
                    <a:lnTo>
                      <a:pt x="4649" y="512"/>
                    </a:lnTo>
                    <a:lnTo>
                      <a:pt x="4406" y="359"/>
                    </a:lnTo>
                    <a:lnTo>
                      <a:pt x="4150" y="231"/>
                    </a:lnTo>
                    <a:lnTo>
                      <a:pt x="3868" y="128"/>
                    </a:lnTo>
                    <a:lnTo>
                      <a:pt x="3586" y="64"/>
                    </a:lnTo>
                    <a:lnTo>
                      <a:pt x="3292" y="13"/>
                    </a:lnTo>
                    <a:lnTo>
                      <a:pt x="3138" y="0"/>
                    </a:lnTo>
                    <a:close/>
                  </a:path>
                </a:pathLst>
              </a:custGeom>
              <a:solidFill>
                <a:srgbClr val="1FC5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Google Shape;2101;p40"/>
              <p:cNvSpPr/>
              <p:nvPr/>
            </p:nvSpPr>
            <p:spPr>
              <a:xfrm>
                <a:off x="6561745" y="3952981"/>
                <a:ext cx="125315" cy="125315"/>
              </a:xfrm>
              <a:custGeom>
                <a:avLst/>
                <a:gdLst/>
                <a:ahLst/>
                <a:cxnLst/>
                <a:rect l="l" t="t" r="r" b="b"/>
                <a:pathLst>
                  <a:path w="3971" h="3971" extrusionOk="0">
                    <a:moveTo>
                      <a:pt x="1780" y="0"/>
                    </a:moveTo>
                    <a:lnTo>
                      <a:pt x="1588" y="39"/>
                    </a:lnTo>
                    <a:lnTo>
                      <a:pt x="1396" y="90"/>
                    </a:lnTo>
                    <a:lnTo>
                      <a:pt x="1217" y="154"/>
                    </a:lnTo>
                    <a:lnTo>
                      <a:pt x="1037" y="231"/>
                    </a:lnTo>
                    <a:lnTo>
                      <a:pt x="871" y="333"/>
                    </a:lnTo>
                    <a:lnTo>
                      <a:pt x="717" y="448"/>
                    </a:lnTo>
                    <a:lnTo>
                      <a:pt x="576" y="577"/>
                    </a:lnTo>
                    <a:lnTo>
                      <a:pt x="448" y="717"/>
                    </a:lnTo>
                    <a:lnTo>
                      <a:pt x="333" y="871"/>
                    </a:lnTo>
                    <a:lnTo>
                      <a:pt x="243" y="1038"/>
                    </a:lnTo>
                    <a:lnTo>
                      <a:pt x="154" y="1204"/>
                    </a:lnTo>
                    <a:lnTo>
                      <a:pt x="90" y="1396"/>
                    </a:lnTo>
                    <a:lnTo>
                      <a:pt x="38" y="1576"/>
                    </a:lnTo>
                    <a:lnTo>
                      <a:pt x="13" y="1780"/>
                    </a:lnTo>
                    <a:lnTo>
                      <a:pt x="0" y="1985"/>
                    </a:lnTo>
                    <a:lnTo>
                      <a:pt x="13" y="2178"/>
                    </a:lnTo>
                    <a:lnTo>
                      <a:pt x="38" y="2382"/>
                    </a:lnTo>
                    <a:lnTo>
                      <a:pt x="90" y="2575"/>
                    </a:lnTo>
                    <a:lnTo>
                      <a:pt x="154" y="2754"/>
                    </a:lnTo>
                    <a:lnTo>
                      <a:pt x="243" y="2933"/>
                    </a:lnTo>
                    <a:lnTo>
                      <a:pt x="333" y="3087"/>
                    </a:lnTo>
                    <a:lnTo>
                      <a:pt x="448" y="3241"/>
                    </a:lnTo>
                    <a:lnTo>
                      <a:pt x="576" y="3381"/>
                    </a:lnTo>
                    <a:lnTo>
                      <a:pt x="717" y="3510"/>
                    </a:lnTo>
                    <a:lnTo>
                      <a:pt x="871" y="3625"/>
                    </a:lnTo>
                    <a:lnTo>
                      <a:pt x="1037" y="3727"/>
                    </a:lnTo>
                    <a:lnTo>
                      <a:pt x="1217" y="3817"/>
                    </a:lnTo>
                    <a:lnTo>
                      <a:pt x="1396" y="3881"/>
                    </a:lnTo>
                    <a:lnTo>
                      <a:pt x="1588" y="3932"/>
                    </a:lnTo>
                    <a:lnTo>
                      <a:pt x="1780" y="3958"/>
                    </a:lnTo>
                    <a:lnTo>
                      <a:pt x="1985" y="3971"/>
                    </a:lnTo>
                    <a:lnTo>
                      <a:pt x="2190" y="3958"/>
                    </a:lnTo>
                    <a:lnTo>
                      <a:pt x="2382" y="3932"/>
                    </a:lnTo>
                    <a:lnTo>
                      <a:pt x="2574" y="3881"/>
                    </a:lnTo>
                    <a:lnTo>
                      <a:pt x="2754" y="3817"/>
                    </a:lnTo>
                    <a:lnTo>
                      <a:pt x="2933" y="3727"/>
                    </a:lnTo>
                    <a:lnTo>
                      <a:pt x="3100" y="3625"/>
                    </a:lnTo>
                    <a:lnTo>
                      <a:pt x="3253" y="3510"/>
                    </a:lnTo>
                    <a:lnTo>
                      <a:pt x="3394" y="3381"/>
                    </a:lnTo>
                    <a:lnTo>
                      <a:pt x="3522" y="3241"/>
                    </a:lnTo>
                    <a:lnTo>
                      <a:pt x="3637" y="3087"/>
                    </a:lnTo>
                    <a:lnTo>
                      <a:pt x="3727" y="2933"/>
                    </a:lnTo>
                    <a:lnTo>
                      <a:pt x="3817" y="2754"/>
                    </a:lnTo>
                    <a:lnTo>
                      <a:pt x="3881" y="2575"/>
                    </a:lnTo>
                    <a:lnTo>
                      <a:pt x="3932" y="2382"/>
                    </a:lnTo>
                    <a:lnTo>
                      <a:pt x="3958" y="2178"/>
                    </a:lnTo>
                    <a:lnTo>
                      <a:pt x="3970" y="1985"/>
                    </a:lnTo>
                    <a:lnTo>
                      <a:pt x="3958" y="1780"/>
                    </a:lnTo>
                    <a:lnTo>
                      <a:pt x="3932" y="1576"/>
                    </a:lnTo>
                    <a:lnTo>
                      <a:pt x="3881" y="1396"/>
                    </a:lnTo>
                    <a:lnTo>
                      <a:pt x="3817" y="1204"/>
                    </a:lnTo>
                    <a:lnTo>
                      <a:pt x="3727" y="1038"/>
                    </a:lnTo>
                    <a:lnTo>
                      <a:pt x="3637" y="871"/>
                    </a:lnTo>
                    <a:lnTo>
                      <a:pt x="3522" y="717"/>
                    </a:lnTo>
                    <a:lnTo>
                      <a:pt x="3394" y="577"/>
                    </a:lnTo>
                    <a:lnTo>
                      <a:pt x="3253" y="448"/>
                    </a:lnTo>
                    <a:lnTo>
                      <a:pt x="3100" y="333"/>
                    </a:lnTo>
                    <a:lnTo>
                      <a:pt x="2933" y="231"/>
                    </a:lnTo>
                    <a:lnTo>
                      <a:pt x="2754" y="154"/>
                    </a:lnTo>
                    <a:lnTo>
                      <a:pt x="2574" y="90"/>
                    </a:lnTo>
                    <a:lnTo>
                      <a:pt x="2382" y="39"/>
                    </a:lnTo>
                    <a:lnTo>
                      <a:pt x="2190" y="0"/>
                    </a:lnTo>
                    <a:close/>
                  </a:path>
                </a:pathLst>
              </a:custGeom>
              <a:solidFill>
                <a:srgbClr val="05A8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Google Shape;2102;p40"/>
              <p:cNvSpPr/>
              <p:nvPr/>
            </p:nvSpPr>
            <p:spPr>
              <a:xfrm>
                <a:off x="6597310" y="3988547"/>
                <a:ext cx="54184" cy="54184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1717" extrusionOk="0">
                    <a:moveTo>
                      <a:pt x="769" y="0"/>
                    </a:moveTo>
                    <a:lnTo>
                      <a:pt x="692" y="13"/>
                    </a:lnTo>
                    <a:lnTo>
                      <a:pt x="602" y="39"/>
                    </a:lnTo>
                    <a:lnTo>
                      <a:pt x="525" y="64"/>
                    </a:lnTo>
                    <a:lnTo>
                      <a:pt x="448" y="103"/>
                    </a:lnTo>
                    <a:lnTo>
                      <a:pt x="384" y="141"/>
                    </a:lnTo>
                    <a:lnTo>
                      <a:pt x="308" y="192"/>
                    </a:lnTo>
                    <a:lnTo>
                      <a:pt x="256" y="244"/>
                    </a:lnTo>
                    <a:lnTo>
                      <a:pt x="192" y="308"/>
                    </a:lnTo>
                    <a:lnTo>
                      <a:pt x="141" y="372"/>
                    </a:lnTo>
                    <a:lnTo>
                      <a:pt x="103" y="449"/>
                    </a:lnTo>
                    <a:lnTo>
                      <a:pt x="64" y="525"/>
                    </a:lnTo>
                    <a:lnTo>
                      <a:pt x="39" y="602"/>
                    </a:lnTo>
                    <a:lnTo>
                      <a:pt x="13" y="679"/>
                    </a:lnTo>
                    <a:lnTo>
                      <a:pt x="0" y="769"/>
                    </a:lnTo>
                    <a:lnTo>
                      <a:pt x="0" y="858"/>
                    </a:lnTo>
                    <a:lnTo>
                      <a:pt x="0" y="935"/>
                    </a:lnTo>
                    <a:lnTo>
                      <a:pt x="13" y="1025"/>
                    </a:lnTo>
                    <a:lnTo>
                      <a:pt x="39" y="1115"/>
                    </a:lnTo>
                    <a:lnTo>
                      <a:pt x="64" y="1191"/>
                    </a:lnTo>
                    <a:lnTo>
                      <a:pt x="103" y="1268"/>
                    </a:lnTo>
                    <a:lnTo>
                      <a:pt x="141" y="1332"/>
                    </a:lnTo>
                    <a:lnTo>
                      <a:pt x="192" y="1396"/>
                    </a:lnTo>
                    <a:lnTo>
                      <a:pt x="256" y="1460"/>
                    </a:lnTo>
                    <a:lnTo>
                      <a:pt x="308" y="1512"/>
                    </a:lnTo>
                    <a:lnTo>
                      <a:pt x="384" y="1563"/>
                    </a:lnTo>
                    <a:lnTo>
                      <a:pt x="448" y="1614"/>
                    </a:lnTo>
                    <a:lnTo>
                      <a:pt x="525" y="1640"/>
                    </a:lnTo>
                    <a:lnTo>
                      <a:pt x="602" y="1678"/>
                    </a:lnTo>
                    <a:lnTo>
                      <a:pt x="692" y="1691"/>
                    </a:lnTo>
                    <a:lnTo>
                      <a:pt x="769" y="1704"/>
                    </a:lnTo>
                    <a:lnTo>
                      <a:pt x="858" y="1717"/>
                    </a:lnTo>
                    <a:lnTo>
                      <a:pt x="948" y="1704"/>
                    </a:lnTo>
                    <a:lnTo>
                      <a:pt x="1038" y="1691"/>
                    </a:lnTo>
                    <a:lnTo>
                      <a:pt x="1114" y="1678"/>
                    </a:lnTo>
                    <a:lnTo>
                      <a:pt x="1191" y="1640"/>
                    </a:lnTo>
                    <a:lnTo>
                      <a:pt x="1268" y="1614"/>
                    </a:lnTo>
                    <a:lnTo>
                      <a:pt x="1345" y="1563"/>
                    </a:lnTo>
                    <a:lnTo>
                      <a:pt x="1409" y="1512"/>
                    </a:lnTo>
                    <a:lnTo>
                      <a:pt x="1473" y="1460"/>
                    </a:lnTo>
                    <a:lnTo>
                      <a:pt x="1524" y="1396"/>
                    </a:lnTo>
                    <a:lnTo>
                      <a:pt x="1576" y="1332"/>
                    </a:lnTo>
                    <a:lnTo>
                      <a:pt x="1614" y="1268"/>
                    </a:lnTo>
                    <a:lnTo>
                      <a:pt x="1652" y="1191"/>
                    </a:lnTo>
                    <a:lnTo>
                      <a:pt x="1678" y="1115"/>
                    </a:lnTo>
                    <a:lnTo>
                      <a:pt x="1704" y="1025"/>
                    </a:lnTo>
                    <a:lnTo>
                      <a:pt x="1716" y="935"/>
                    </a:lnTo>
                    <a:lnTo>
                      <a:pt x="1716" y="858"/>
                    </a:lnTo>
                    <a:lnTo>
                      <a:pt x="1716" y="769"/>
                    </a:lnTo>
                    <a:lnTo>
                      <a:pt x="1704" y="679"/>
                    </a:lnTo>
                    <a:lnTo>
                      <a:pt x="1678" y="602"/>
                    </a:lnTo>
                    <a:lnTo>
                      <a:pt x="1652" y="525"/>
                    </a:lnTo>
                    <a:lnTo>
                      <a:pt x="1614" y="449"/>
                    </a:lnTo>
                    <a:lnTo>
                      <a:pt x="1576" y="372"/>
                    </a:lnTo>
                    <a:lnTo>
                      <a:pt x="1524" y="308"/>
                    </a:lnTo>
                    <a:lnTo>
                      <a:pt x="1473" y="244"/>
                    </a:lnTo>
                    <a:lnTo>
                      <a:pt x="1409" y="192"/>
                    </a:lnTo>
                    <a:lnTo>
                      <a:pt x="1345" y="141"/>
                    </a:lnTo>
                    <a:lnTo>
                      <a:pt x="1268" y="103"/>
                    </a:lnTo>
                    <a:lnTo>
                      <a:pt x="1191" y="64"/>
                    </a:lnTo>
                    <a:lnTo>
                      <a:pt x="1114" y="39"/>
                    </a:lnTo>
                    <a:lnTo>
                      <a:pt x="1038" y="13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4ADD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Google Shape;2103;p40"/>
              <p:cNvSpPr/>
              <p:nvPr/>
            </p:nvSpPr>
            <p:spPr>
              <a:xfrm>
                <a:off x="6202396" y="3921455"/>
                <a:ext cx="187988" cy="187956"/>
              </a:xfrm>
              <a:custGeom>
                <a:avLst/>
                <a:gdLst/>
                <a:ahLst/>
                <a:cxnLst/>
                <a:rect l="l" t="t" r="r" b="b"/>
                <a:pathLst>
                  <a:path w="5957" h="5956" extrusionOk="0">
                    <a:moveTo>
                      <a:pt x="2819" y="0"/>
                    </a:moveTo>
                    <a:lnTo>
                      <a:pt x="2678" y="13"/>
                    </a:lnTo>
                    <a:lnTo>
                      <a:pt x="2383" y="64"/>
                    </a:lnTo>
                    <a:lnTo>
                      <a:pt x="2089" y="128"/>
                    </a:lnTo>
                    <a:lnTo>
                      <a:pt x="1820" y="231"/>
                    </a:lnTo>
                    <a:lnTo>
                      <a:pt x="1563" y="359"/>
                    </a:lnTo>
                    <a:lnTo>
                      <a:pt x="1307" y="512"/>
                    </a:lnTo>
                    <a:lnTo>
                      <a:pt x="1077" y="679"/>
                    </a:lnTo>
                    <a:lnTo>
                      <a:pt x="872" y="871"/>
                    </a:lnTo>
                    <a:lnTo>
                      <a:pt x="680" y="1089"/>
                    </a:lnTo>
                    <a:lnTo>
                      <a:pt x="513" y="1319"/>
                    </a:lnTo>
                    <a:lnTo>
                      <a:pt x="359" y="1563"/>
                    </a:lnTo>
                    <a:lnTo>
                      <a:pt x="231" y="1819"/>
                    </a:lnTo>
                    <a:lnTo>
                      <a:pt x="129" y="2088"/>
                    </a:lnTo>
                    <a:lnTo>
                      <a:pt x="65" y="2382"/>
                    </a:lnTo>
                    <a:lnTo>
                      <a:pt x="14" y="2677"/>
                    </a:lnTo>
                    <a:lnTo>
                      <a:pt x="1" y="2831"/>
                    </a:lnTo>
                    <a:lnTo>
                      <a:pt x="1" y="2984"/>
                    </a:lnTo>
                    <a:lnTo>
                      <a:pt x="1" y="3138"/>
                    </a:lnTo>
                    <a:lnTo>
                      <a:pt x="14" y="3279"/>
                    </a:lnTo>
                    <a:lnTo>
                      <a:pt x="65" y="3586"/>
                    </a:lnTo>
                    <a:lnTo>
                      <a:pt x="129" y="3868"/>
                    </a:lnTo>
                    <a:lnTo>
                      <a:pt x="231" y="4137"/>
                    </a:lnTo>
                    <a:lnTo>
                      <a:pt x="359" y="4406"/>
                    </a:lnTo>
                    <a:lnTo>
                      <a:pt x="513" y="4649"/>
                    </a:lnTo>
                    <a:lnTo>
                      <a:pt x="680" y="4880"/>
                    </a:lnTo>
                    <a:lnTo>
                      <a:pt x="872" y="5085"/>
                    </a:lnTo>
                    <a:lnTo>
                      <a:pt x="1077" y="5277"/>
                    </a:lnTo>
                    <a:lnTo>
                      <a:pt x="1307" y="5456"/>
                    </a:lnTo>
                    <a:lnTo>
                      <a:pt x="1563" y="5597"/>
                    </a:lnTo>
                    <a:lnTo>
                      <a:pt x="1820" y="5725"/>
                    </a:lnTo>
                    <a:lnTo>
                      <a:pt x="2089" y="5828"/>
                    </a:lnTo>
                    <a:lnTo>
                      <a:pt x="2383" y="5905"/>
                    </a:lnTo>
                    <a:lnTo>
                      <a:pt x="2678" y="5943"/>
                    </a:lnTo>
                    <a:lnTo>
                      <a:pt x="2819" y="5956"/>
                    </a:lnTo>
                    <a:lnTo>
                      <a:pt x="3126" y="5956"/>
                    </a:lnTo>
                    <a:lnTo>
                      <a:pt x="3280" y="5943"/>
                    </a:lnTo>
                    <a:lnTo>
                      <a:pt x="3574" y="5905"/>
                    </a:lnTo>
                    <a:lnTo>
                      <a:pt x="3869" y="5828"/>
                    </a:lnTo>
                    <a:lnTo>
                      <a:pt x="4138" y="5725"/>
                    </a:lnTo>
                    <a:lnTo>
                      <a:pt x="4394" y="5597"/>
                    </a:lnTo>
                    <a:lnTo>
                      <a:pt x="4650" y="5456"/>
                    </a:lnTo>
                    <a:lnTo>
                      <a:pt x="4868" y="5277"/>
                    </a:lnTo>
                    <a:lnTo>
                      <a:pt x="5086" y="5085"/>
                    </a:lnTo>
                    <a:lnTo>
                      <a:pt x="5278" y="4880"/>
                    </a:lnTo>
                    <a:lnTo>
                      <a:pt x="5444" y="4649"/>
                    </a:lnTo>
                    <a:lnTo>
                      <a:pt x="5598" y="4406"/>
                    </a:lnTo>
                    <a:lnTo>
                      <a:pt x="5726" y="4137"/>
                    </a:lnTo>
                    <a:lnTo>
                      <a:pt x="5828" y="3868"/>
                    </a:lnTo>
                    <a:lnTo>
                      <a:pt x="5892" y="3586"/>
                    </a:lnTo>
                    <a:lnTo>
                      <a:pt x="5944" y="3279"/>
                    </a:lnTo>
                    <a:lnTo>
                      <a:pt x="5957" y="3138"/>
                    </a:lnTo>
                    <a:lnTo>
                      <a:pt x="5957" y="2984"/>
                    </a:lnTo>
                    <a:lnTo>
                      <a:pt x="5957" y="2831"/>
                    </a:lnTo>
                    <a:lnTo>
                      <a:pt x="5944" y="2677"/>
                    </a:lnTo>
                    <a:lnTo>
                      <a:pt x="5892" y="2382"/>
                    </a:lnTo>
                    <a:lnTo>
                      <a:pt x="5828" y="2088"/>
                    </a:lnTo>
                    <a:lnTo>
                      <a:pt x="5726" y="1819"/>
                    </a:lnTo>
                    <a:lnTo>
                      <a:pt x="5598" y="1563"/>
                    </a:lnTo>
                    <a:lnTo>
                      <a:pt x="5444" y="1319"/>
                    </a:lnTo>
                    <a:lnTo>
                      <a:pt x="5278" y="1089"/>
                    </a:lnTo>
                    <a:lnTo>
                      <a:pt x="5086" y="871"/>
                    </a:lnTo>
                    <a:lnTo>
                      <a:pt x="4868" y="679"/>
                    </a:lnTo>
                    <a:lnTo>
                      <a:pt x="4650" y="512"/>
                    </a:lnTo>
                    <a:lnTo>
                      <a:pt x="4394" y="359"/>
                    </a:lnTo>
                    <a:lnTo>
                      <a:pt x="4138" y="231"/>
                    </a:lnTo>
                    <a:lnTo>
                      <a:pt x="3869" y="128"/>
                    </a:lnTo>
                    <a:lnTo>
                      <a:pt x="3574" y="64"/>
                    </a:lnTo>
                    <a:lnTo>
                      <a:pt x="3280" y="13"/>
                    </a:lnTo>
                    <a:lnTo>
                      <a:pt x="3126" y="0"/>
                    </a:lnTo>
                    <a:close/>
                  </a:path>
                </a:pathLst>
              </a:custGeom>
              <a:solidFill>
                <a:srgbClr val="1FC5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Google Shape;2104;p40"/>
              <p:cNvSpPr/>
              <p:nvPr/>
            </p:nvSpPr>
            <p:spPr>
              <a:xfrm>
                <a:off x="6233544" y="3952981"/>
                <a:ext cx="125725" cy="125315"/>
              </a:xfrm>
              <a:custGeom>
                <a:avLst/>
                <a:gdLst/>
                <a:ahLst/>
                <a:cxnLst/>
                <a:rect l="l" t="t" r="r" b="b"/>
                <a:pathLst>
                  <a:path w="3984" h="3971" extrusionOk="0">
                    <a:moveTo>
                      <a:pt x="1793" y="0"/>
                    </a:moveTo>
                    <a:lnTo>
                      <a:pt x="1588" y="39"/>
                    </a:lnTo>
                    <a:lnTo>
                      <a:pt x="1396" y="90"/>
                    </a:lnTo>
                    <a:lnTo>
                      <a:pt x="1217" y="154"/>
                    </a:lnTo>
                    <a:lnTo>
                      <a:pt x="1050" y="231"/>
                    </a:lnTo>
                    <a:lnTo>
                      <a:pt x="884" y="333"/>
                    </a:lnTo>
                    <a:lnTo>
                      <a:pt x="730" y="448"/>
                    </a:lnTo>
                    <a:lnTo>
                      <a:pt x="589" y="577"/>
                    </a:lnTo>
                    <a:lnTo>
                      <a:pt x="461" y="717"/>
                    </a:lnTo>
                    <a:lnTo>
                      <a:pt x="346" y="871"/>
                    </a:lnTo>
                    <a:lnTo>
                      <a:pt x="243" y="1038"/>
                    </a:lnTo>
                    <a:lnTo>
                      <a:pt x="167" y="1204"/>
                    </a:lnTo>
                    <a:lnTo>
                      <a:pt x="90" y="1396"/>
                    </a:lnTo>
                    <a:lnTo>
                      <a:pt x="51" y="1576"/>
                    </a:lnTo>
                    <a:lnTo>
                      <a:pt x="13" y="1780"/>
                    </a:lnTo>
                    <a:lnTo>
                      <a:pt x="0" y="1985"/>
                    </a:lnTo>
                    <a:lnTo>
                      <a:pt x="13" y="2178"/>
                    </a:lnTo>
                    <a:lnTo>
                      <a:pt x="51" y="2382"/>
                    </a:lnTo>
                    <a:lnTo>
                      <a:pt x="90" y="2575"/>
                    </a:lnTo>
                    <a:lnTo>
                      <a:pt x="167" y="2754"/>
                    </a:lnTo>
                    <a:lnTo>
                      <a:pt x="243" y="2933"/>
                    </a:lnTo>
                    <a:lnTo>
                      <a:pt x="346" y="3087"/>
                    </a:lnTo>
                    <a:lnTo>
                      <a:pt x="461" y="3241"/>
                    </a:lnTo>
                    <a:lnTo>
                      <a:pt x="589" y="3381"/>
                    </a:lnTo>
                    <a:lnTo>
                      <a:pt x="730" y="3510"/>
                    </a:lnTo>
                    <a:lnTo>
                      <a:pt x="884" y="3625"/>
                    </a:lnTo>
                    <a:lnTo>
                      <a:pt x="1050" y="3727"/>
                    </a:lnTo>
                    <a:lnTo>
                      <a:pt x="1217" y="3817"/>
                    </a:lnTo>
                    <a:lnTo>
                      <a:pt x="1396" y="3881"/>
                    </a:lnTo>
                    <a:lnTo>
                      <a:pt x="1588" y="3932"/>
                    </a:lnTo>
                    <a:lnTo>
                      <a:pt x="1793" y="3958"/>
                    </a:lnTo>
                    <a:lnTo>
                      <a:pt x="1985" y="3971"/>
                    </a:lnTo>
                    <a:lnTo>
                      <a:pt x="2190" y="3958"/>
                    </a:lnTo>
                    <a:lnTo>
                      <a:pt x="2395" y="3932"/>
                    </a:lnTo>
                    <a:lnTo>
                      <a:pt x="2587" y="3881"/>
                    </a:lnTo>
                    <a:lnTo>
                      <a:pt x="2767" y="3817"/>
                    </a:lnTo>
                    <a:lnTo>
                      <a:pt x="2933" y="3727"/>
                    </a:lnTo>
                    <a:lnTo>
                      <a:pt x="3100" y="3625"/>
                    </a:lnTo>
                    <a:lnTo>
                      <a:pt x="3253" y="3510"/>
                    </a:lnTo>
                    <a:lnTo>
                      <a:pt x="3394" y="3381"/>
                    </a:lnTo>
                    <a:lnTo>
                      <a:pt x="3522" y="3241"/>
                    </a:lnTo>
                    <a:lnTo>
                      <a:pt x="3638" y="3087"/>
                    </a:lnTo>
                    <a:lnTo>
                      <a:pt x="3740" y="2933"/>
                    </a:lnTo>
                    <a:lnTo>
                      <a:pt x="3817" y="2754"/>
                    </a:lnTo>
                    <a:lnTo>
                      <a:pt x="3894" y="2575"/>
                    </a:lnTo>
                    <a:lnTo>
                      <a:pt x="3932" y="2382"/>
                    </a:lnTo>
                    <a:lnTo>
                      <a:pt x="3971" y="2178"/>
                    </a:lnTo>
                    <a:lnTo>
                      <a:pt x="3983" y="1985"/>
                    </a:lnTo>
                    <a:lnTo>
                      <a:pt x="3971" y="1780"/>
                    </a:lnTo>
                    <a:lnTo>
                      <a:pt x="3932" y="1576"/>
                    </a:lnTo>
                    <a:lnTo>
                      <a:pt x="3894" y="1396"/>
                    </a:lnTo>
                    <a:lnTo>
                      <a:pt x="3817" y="1204"/>
                    </a:lnTo>
                    <a:lnTo>
                      <a:pt x="3740" y="1038"/>
                    </a:lnTo>
                    <a:lnTo>
                      <a:pt x="3638" y="871"/>
                    </a:lnTo>
                    <a:lnTo>
                      <a:pt x="3522" y="717"/>
                    </a:lnTo>
                    <a:lnTo>
                      <a:pt x="3394" y="577"/>
                    </a:lnTo>
                    <a:lnTo>
                      <a:pt x="3253" y="448"/>
                    </a:lnTo>
                    <a:lnTo>
                      <a:pt x="3100" y="333"/>
                    </a:lnTo>
                    <a:lnTo>
                      <a:pt x="2933" y="231"/>
                    </a:lnTo>
                    <a:lnTo>
                      <a:pt x="2767" y="154"/>
                    </a:lnTo>
                    <a:lnTo>
                      <a:pt x="2587" y="90"/>
                    </a:lnTo>
                    <a:lnTo>
                      <a:pt x="2395" y="39"/>
                    </a:lnTo>
                    <a:lnTo>
                      <a:pt x="2190" y="0"/>
                    </a:lnTo>
                    <a:close/>
                  </a:path>
                </a:pathLst>
              </a:custGeom>
              <a:solidFill>
                <a:srgbClr val="05A8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Google Shape;2105;p40"/>
              <p:cNvSpPr/>
              <p:nvPr/>
            </p:nvSpPr>
            <p:spPr>
              <a:xfrm>
                <a:off x="6269110" y="3988547"/>
                <a:ext cx="54594" cy="54184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717" extrusionOk="0">
                    <a:moveTo>
                      <a:pt x="781" y="0"/>
                    </a:moveTo>
                    <a:lnTo>
                      <a:pt x="692" y="13"/>
                    </a:lnTo>
                    <a:lnTo>
                      <a:pt x="615" y="39"/>
                    </a:lnTo>
                    <a:lnTo>
                      <a:pt x="525" y="64"/>
                    </a:lnTo>
                    <a:lnTo>
                      <a:pt x="448" y="103"/>
                    </a:lnTo>
                    <a:lnTo>
                      <a:pt x="384" y="141"/>
                    </a:lnTo>
                    <a:lnTo>
                      <a:pt x="320" y="192"/>
                    </a:lnTo>
                    <a:lnTo>
                      <a:pt x="256" y="244"/>
                    </a:lnTo>
                    <a:lnTo>
                      <a:pt x="205" y="308"/>
                    </a:lnTo>
                    <a:lnTo>
                      <a:pt x="154" y="372"/>
                    </a:lnTo>
                    <a:lnTo>
                      <a:pt x="103" y="449"/>
                    </a:lnTo>
                    <a:lnTo>
                      <a:pt x="77" y="525"/>
                    </a:lnTo>
                    <a:lnTo>
                      <a:pt x="39" y="602"/>
                    </a:lnTo>
                    <a:lnTo>
                      <a:pt x="26" y="679"/>
                    </a:lnTo>
                    <a:lnTo>
                      <a:pt x="13" y="769"/>
                    </a:lnTo>
                    <a:lnTo>
                      <a:pt x="0" y="858"/>
                    </a:lnTo>
                    <a:lnTo>
                      <a:pt x="13" y="935"/>
                    </a:lnTo>
                    <a:lnTo>
                      <a:pt x="26" y="1025"/>
                    </a:lnTo>
                    <a:lnTo>
                      <a:pt x="39" y="1115"/>
                    </a:lnTo>
                    <a:lnTo>
                      <a:pt x="77" y="1191"/>
                    </a:lnTo>
                    <a:lnTo>
                      <a:pt x="103" y="1268"/>
                    </a:lnTo>
                    <a:lnTo>
                      <a:pt x="154" y="1332"/>
                    </a:lnTo>
                    <a:lnTo>
                      <a:pt x="205" y="1396"/>
                    </a:lnTo>
                    <a:lnTo>
                      <a:pt x="256" y="1460"/>
                    </a:lnTo>
                    <a:lnTo>
                      <a:pt x="320" y="1512"/>
                    </a:lnTo>
                    <a:lnTo>
                      <a:pt x="384" y="1563"/>
                    </a:lnTo>
                    <a:lnTo>
                      <a:pt x="448" y="1614"/>
                    </a:lnTo>
                    <a:lnTo>
                      <a:pt x="525" y="1640"/>
                    </a:lnTo>
                    <a:lnTo>
                      <a:pt x="615" y="1678"/>
                    </a:lnTo>
                    <a:lnTo>
                      <a:pt x="692" y="1691"/>
                    </a:lnTo>
                    <a:lnTo>
                      <a:pt x="781" y="1704"/>
                    </a:lnTo>
                    <a:lnTo>
                      <a:pt x="858" y="1717"/>
                    </a:lnTo>
                    <a:lnTo>
                      <a:pt x="948" y="1704"/>
                    </a:lnTo>
                    <a:lnTo>
                      <a:pt x="1038" y="1691"/>
                    </a:lnTo>
                    <a:lnTo>
                      <a:pt x="1114" y="1678"/>
                    </a:lnTo>
                    <a:lnTo>
                      <a:pt x="1204" y="1640"/>
                    </a:lnTo>
                    <a:lnTo>
                      <a:pt x="1268" y="1614"/>
                    </a:lnTo>
                    <a:lnTo>
                      <a:pt x="1345" y="1563"/>
                    </a:lnTo>
                    <a:lnTo>
                      <a:pt x="1409" y="1512"/>
                    </a:lnTo>
                    <a:lnTo>
                      <a:pt x="1473" y="1460"/>
                    </a:lnTo>
                    <a:lnTo>
                      <a:pt x="1524" y="1396"/>
                    </a:lnTo>
                    <a:lnTo>
                      <a:pt x="1576" y="1332"/>
                    </a:lnTo>
                    <a:lnTo>
                      <a:pt x="1614" y="1268"/>
                    </a:lnTo>
                    <a:lnTo>
                      <a:pt x="1652" y="1191"/>
                    </a:lnTo>
                    <a:lnTo>
                      <a:pt x="1691" y="1115"/>
                    </a:lnTo>
                    <a:lnTo>
                      <a:pt x="1704" y="1025"/>
                    </a:lnTo>
                    <a:lnTo>
                      <a:pt x="1716" y="935"/>
                    </a:lnTo>
                    <a:lnTo>
                      <a:pt x="1729" y="858"/>
                    </a:lnTo>
                    <a:lnTo>
                      <a:pt x="1716" y="769"/>
                    </a:lnTo>
                    <a:lnTo>
                      <a:pt x="1704" y="679"/>
                    </a:lnTo>
                    <a:lnTo>
                      <a:pt x="1691" y="602"/>
                    </a:lnTo>
                    <a:lnTo>
                      <a:pt x="1652" y="525"/>
                    </a:lnTo>
                    <a:lnTo>
                      <a:pt x="1614" y="449"/>
                    </a:lnTo>
                    <a:lnTo>
                      <a:pt x="1576" y="372"/>
                    </a:lnTo>
                    <a:lnTo>
                      <a:pt x="1524" y="308"/>
                    </a:lnTo>
                    <a:lnTo>
                      <a:pt x="1473" y="244"/>
                    </a:lnTo>
                    <a:lnTo>
                      <a:pt x="1409" y="192"/>
                    </a:lnTo>
                    <a:lnTo>
                      <a:pt x="1345" y="141"/>
                    </a:lnTo>
                    <a:lnTo>
                      <a:pt x="1268" y="103"/>
                    </a:lnTo>
                    <a:lnTo>
                      <a:pt x="1204" y="64"/>
                    </a:lnTo>
                    <a:lnTo>
                      <a:pt x="1114" y="39"/>
                    </a:lnTo>
                    <a:lnTo>
                      <a:pt x="1038" y="13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4ADD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Google Shape;2106;p40"/>
              <p:cNvSpPr/>
              <p:nvPr/>
            </p:nvSpPr>
            <p:spPr>
              <a:xfrm>
                <a:off x="6836581" y="3921455"/>
                <a:ext cx="187988" cy="187956"/>
              </a:xfrm>
              <a:custGeom>
                <a:avLst/>
                <a:gdLst/>
                <a:ahLst/>
                <a:cxnLst/>
                <a:rect l="l" t="t" r="r" b="b"/>
                <a:pathLst>
                  <a:path w="5957" h="5956" extrusionOk="0">
                    <a:moveTo>
                      <a:pt x="2818" y="0"/>
                    </a:moveTo>
                    <a:lnTo>
                      <a:pt x="2677" y="13"/>
                    </a:lnTo>
                    <a:lnTo>
                      <a:pt x="2383" y="64"/>
                    </a:lnTo>
                    <a:lnTo>
                      <a:pt x="2088" y="128"/>
                    </a:lnTo>
                    <a:lnTo>
                      <a:pt x="1819" y="231"/>
                    </a:lnTo>
                    <a:lnTo>
                      <a:pt x="1563" y="359"/>
                    </a:lnTo>
                    <a:lnTo>
                      <a:pt x="1307" y="512"/>
                    </a:lnTo>
                    <a:lnTo>
                      <a:pt x="1076" y="679"/>
                    </a:lnTo>
                    <a:lnTo>
                      <a:pt x="871" y="871"/>
                    </a:lnTo>
                    <a:lnTo>
                      <a:pt x="679" y="1089"/>
                    </a:lnTo>
                    <a:lnTo>
                      <a:pt x="513" y="1319"/>
                    </a:lnTo>
                    <a:lnTo>
                      <a:pt x="359" y="1563"/>
                    </a:lnTo>
                    <a:lnTo>
                      <a:pt x="231" y="1819"/>
                    </a:lnTo>
                    <a:lnTo>
                      <a:pt x="128" y="2088"/>
                    </a:lnTo>
                    <a:lnTo>
                      <a:pt x="64" y="2382"/>
                    </a:lnTo>
                    <a:lnTo>
                      <a:pt x="13" y="2677"/>
                    </a:lnTo>
                    <a:lnTo>
                      <a:pt x="0" y="2831"/>
                    </a:lnTo>
                    <a:lnTo>
                      <a:pt x="0" y="2984"/>
                    </a:lnTo>
                    <a:lnTo>
                      <a:pt x="0" y="3138"/>
                    </a:lnTo>
                    <a:lnTo>
                      <a:pt x="13" y="3279"/>
                    </a:lnTo>
                    <a:lnTo>
                      <a:pt x="64" y="3586"/>
                    </a:lnTo>
                    <a:lnTo>
                      <a:pt x="128" y="3868"/>
                    </a:lnTo>
                    <a:lnTo>
                      <a:pt x="231" y="4137"/>
                    </a:lnTo>
                    <a:lnTo>
                      <a:pt x="359" y="4406"/>
                    </a:lnTo>
                    <a:lnTo>
                      <a:pt x="513" y="4649"/>
                    </a:lnTo>
                    <a:lnTo>
                      <a:pt x="679" y="4880"/>
                    </a:lnTo>
                    <a:lnTo>
                      <a:pt x="871" y="5085"/>
                    </a:lnTo>
                    <a:lnTo>
                      <a:pt x="1076" y="5277"/>
                    </a:lnTo>
                    <a:lnTo>
                      <a:pt x="1307" y="5456"/>
                    </a:lnTo>
                    <a:lnTo>
                      <a:pt x="1563" y="5597"/>
                    </a:lnTo>
                    <a:lnTo>
                      <a:pt x="1819" y="5725"/>
                    </a:lnTo>
                    <a:lnTo>
                      <a:pt x="2088" y="5828"/>
                    </a:lnTo>
                    <a:lnTo>
                      <a:pt x="2383" y="5905"/>
                    </a:lnTo>
                    <a:lnTo>
                      <a:pt x="2677" y="5943"/>
                    </a:lnTo>
                    <a:lnTo>
                      <a:pt x="2818" y="5956"/>
                    </a:lnTo>
                    <a:lnTo>
                      <a:pt x="3126" y="5956"/>
                    </a:lnTo>
                    <a:lnTo>
                      <a:pt x="3279" y="5943"/>
                    </a:lnTo>
                    <a:lnTo>
                      <a:pt x="3574" y="5905"/>
                    </a:lnTo>
                    <a:lnTo>
                      <a:pt x="3868" y="5828"/>
                    </a:lnTo>
                    <a:lnTo>
                      <a:pt x="4137" y="5725"/>
                    </a:lnTo>
                    <a:lnTo>
                      <a:pt x="4393" y="5597"/>
                    </a:lnTo>
                    <a:lnTo>
                      <a:pt x="4637" y="5456"/>
                    </a:lnTo>
                    <a:lnTo>
                      <a:pt x="4867" y="5277"/>
                    </a:lnTo>
                    <a:lnTo>
                      <a:pt x="5085" y="5085"/>
                    </a:lnTo>
                    <a:lnTo>
                      <a:pt x="5277" y="4880"/>
                    </a:lnTo>
                    <a:lnTo>
                      <a:pt x="5444" y="4649"/>
                    </a:lnTo>
                    <a:lnTo>
                      <a:pt x="5597" y="4406"/>
                    </a:lnTo>
                    <a:lnTo>
                      <a:pt x="5726" y="4137"/>
                    </a:lnTo>
                    <a:lnTo>
                      <a:pt x="5828" y="3868"/>
                    </a:lnTo>
                    <a:lnTo>
                      <a:pt x="5892" y="3586"/>
                    </a:lnTo>
                    <a:lnTo>
                      <a:pt x="5943" y="3279"/>
                    </a:lnTo>
                    <a:lnTo>
                      <a:pt x="5956" y="3138"/>
                    </a:lnTo>
                    <a:lnTo>
                      <a:pt x="5956" y="2984"/>
                    </a:lnTo>
                    <a:lnTo>
                      <a:pt x="5956" y="2831"/>
                    </a:lnTo>
                    <a:lnTo>
                      <a:pt x="5943" y="2677"/>
                    </a:lnTo>
                    <a:lnTo>
                      <a:pt x="5892" y="2382"/>
                    </a:lnTo>
                    <a:lnTo>
                      <a:pt x="5828" y="2088"/>
                    </a:lnTo>
                    <a:lnTo>
                      <a:pt x="5726" y="1819"/>
                    </a:lnTo>
                    <a:lnTo>
                      <a:pt x="5597" y="1563"/>
                    </a:lnTo>
                    <a:lnTo>
                      <a:pt x="5444" y="1319"/>
                    </a:lnTo>
                    <a:lnTo>
                      <a:pt x="5277" y="1089"/>
                    </a:lnTo>
                    <a:lnTo>
                      <a:pt x="5085" y="871"/>
                    </a:lnTo>
                    <a:lnTo>
                      <a:pt x="4867" y="679"/>
                    </a:lnTo>
                    <a:lnTo>
                      <a:pt x="4637" y="512"/>
                    </a:lnTo>
                    <a:lnTo>
                      <a:pt x="4393" y="359"/>
                    </a:lnTo>
                    <a:lnTo>
                      <a:pt x="4137" y="231"/>
                    </a:lnTo>
                    <a:lnTo>
                      <a:pt x="3868" y="128"/>
                    </a:lnTo>
                    <a:lnTo>
                      <a:pt x="3574" y="64"/>
                    </a:lnTo>
                    <a:lnTo>
                      <a:pt x="3279" y="13"/>
                    </a:lnTo>
                    <a:lnTo>
                      <a:pt x="3126" y="0"/>
                    </a:lnTo>
                    <a:close/>
                  </a:path>
                </a:pathLst>
              </a:custGeom>
              <a:solidFill>
                <a:srgbClr val="1FC5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Google Shape;2107;p40"/>
              <p:cNvSpPr/>
              <p:nvPr/>
            </p:nvSpPr>
            <p:spPr>
              <a:xfrm>
                <a:off x="6867697" y="3952981"/>
                <a:ext cx="125346" cy="125315"/>
              </a:xfrm>
              <a:custGeom>
                <a:avLst/>
                <a:gdLst/>
                <a:ahLst/>
                <a:cxnLst/>
                <a:rect l="l" t="t" r="r" b="b"/>
                <a:pathLst>
                  <a:path w="3972" h="3971" extrusionOk="0">
                    <a:moveTo>
                      <a:pt x="1794" y="0"/>
                    </a:moveTo>
                    <a:lnTo>
                      <a:pt x="1589" y="39"/>
                    </a:lnTo>
                    <a:lnTo>
                      <a:pt x="1397" y="90"/>
                    </a:lnTo>
                    <a:lnTo>
                      <a:pt x="1217" y="154"/>
                    </a:lnTo>
                    <a:lnTo>
                      <a:pt x="1038" y="231"/>
                    </a:lnTo>
                    <a:lnTo>
                      <a:pt x="884" y="333"/>
                    </a:lnTo>
                    <a:lnTo>
                      <a:pt x="731" y="448"/>
                    </a:lnTo>
                    <a:lnTo>
                      <a:pt x="590" y="577"/>
                    </a:lnTo>
                    <a:lnTo>
                      <a:pt x="462" y="717"/>
                    </a:lnTo>
                    <a:lnTo>
                      <a:pt x="346" y="871"/>
                    </a:lnTo>
                    <a:lnTo>
                      <a:pt x="244" y="1038"/>
                    </a:lnTo>
                    <a:lnTo>
                      <a:pt x="167" y="1204"/>
                    </a:lnTo>
                    <a:lnTo>
                      <a:pt x="90" y="1396"/>
                    </a:lnTo>
                    <a:lnTo>
                      <a:pt x="39" y="1576"/>
                    </a:lnTo>
                    <a:lnTo>
                      <a:pt x="13" y="1780"/>
                    </a:lnTo>
                    <a:lnTo>
                      <a:pt x="1" y="1985"/>
                    </a:lnTo>
                    <a:lnTo>
                      <a:pt x="13" y="2178"/>
                    </a:lnTo>
                    <a:lnTo>
                      <a:pt x="39" y="2382"/>
                    </a:lnTo>
                    <a:lnTo>
                      <a:pt x="90" y="2575"/>
                    </a:lnTo>
                    <a:lnTo>
                      <a:pt x="167" y="2754"/>
                    </a:lnTo>
                    <a:lnTo>
                      <a:pt x="244" y="2933"/>
                    </a:lnTo>
                    <a:lnTo>
                      <a:pt x="346" y="3087"/>
                    </a:lnTo>
                    <a:lnTo>
                      <a:pt x="462" y="3241"/>
                    </a:lnTo>
                    <a:lnTo>
                      <a:pt x="590" y="3381"/>
                    </a:lnTo>
                    <a:lnTo>
                      <a:pt x="731" y="3510"/>
                    </a:lnTo>
                    <a:lnTo>
                      <a:pt x="884" y="3625"/>
                    </a:lnTo>
                    <a:lnTo>
                      <a:pt x="1038" y="3727"/>
                    </a:lnTo>
                    <a:lnTo>
                      <a:pt x="1217" y="3817"/>
                    </a:lnTo>
                    <a:lnTo>
                      <a:pt x="1397" y="3881"/>
                    </a:lnTo>
                    <a:lnTo>
                      <a:pt x="1589" y="3932"/>
                    </a:lnTo>
                    <a:lnTo>
                      <a:pt x="1794" y="3958"/>
                    </a:lnTo>
                    <a:lnTo>
                      <a:pt x="1986" y="3971"/>
                    </a:lnTo>
                    <a:lnTo>
                      <a:pt x="2191" y="3958"/>
                    </a:lnTo>
                    <a:lnTo>
                      <a:pt x="2396" y="3932"/>
                    </a:lnTo>
                    <a:lnTo>
                      <a:pt x="2588" y="3881"/>
                    </a:lnTo>
                    <a:lnTo>
                      <a:pt x="2767" y="3817"/>
                    </a:lnTo>
                    <a:lnTo>
                      <a:pt x="2934" y="3727"/>
                    </a:lnTo>
                    <a:lnTo>
                      <a:pt x="3100" y="3625"/>
                    </a:lnTo>
                    <a:lnTo>
                      <a:pt x="3254" y="3510"/>
                    </a:lnTo>
                    <a:lnTo>
                      <a:pt x="3395" y="3381"/>
                    </a:lnTo>
                    <a:lnTo>
                      <a:pt x="3523" y="3241"/>
                    </a:lnTo>
                    <a:lnTo>
                      <a:pt x="3638" y="3087"/>
                    </a:lnTo>
                    <a:lnTo>
                      <a:pt x="3740" y="2933"/>
                    </a:lnTo>
                    <a:lnTo>
                      <a:pt x="3817" y="2754"/>
                    </a:lnTo>
                    <a:lnTo>
                      <a:pt x="3894" y="2575"/>
                    </a:lnTo>
                    <a:lnTo>
                      <a:pt x="3933" y="2382"/>
                    </a:lnTo>
                    <a:lnTo>
                      <a:pt x="3971" y="2178"/>
                    </a:lnTo>
                    <a:lnTo>
                      <a:pt x="3971" y="1985"/>
                    </a:lnTo>
                    <a:lnTo>
                      <a:pt x="3971" y="1780"/>
                    </a:lnTo>
                    <a:lnTo>
                      <a:pt x="3933" y="1576"/>
                    </a:lnTo>
                    <a:lnTo>
                      <a:pt x="3894" y="1396"/>
                    </a:lnTo>
                    <a:lnTo>
                      <a:pt x="3817" y="1204"/>
                    </a:lnTo>
                    <a:lnTo>
                      <a:pt x="3740" y="1038"/>
                    </a:lnTo>
                    <a:lnTo>
                      <a:pt x="3638" y="871"/>
                    </a:lnTo>
                    <a:lnTo>
                      <a:pt x="3523" y="717"/>
                    </a:lnTo>
                    <a:lnTo>
                      <a:pt x="3395" y="577"/>
                    </a:lnTo>
                    <a:lnTo>
                      <a:pt x="3254" y="448"/>
                    </a:lnTo>
                    <a:lnTo>
                      <a:pt x="3100" y="333"/>
                    </a:lnTo>
                    <a:lnTo>
                      <a:pt x="2934" y="231"/>
                    </a:lnTo>
                    <a:lnTo>
                      <a:pt x="2767" y="154"/>
                    </a:lnTo>
                    <a:lnTo>
                      <a:pt x="2588" y="90"/>
                    </a:lnTo>
                    <a:lnTo>
                      <a:pt x="2396" y="39"/>
                    </a:lnTo>
                    <a:lnTo>
                      <a:pt x="2191" y="0"/>
                    </a:lnTo>
                    <a:close/>
                  </a:path>
                </a:pathLst>
              </a:custGeom>
              <a:solidFill>
                <a:srgbClr val="05A8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Google Shape;2108;p40"/>
              <p:cNvSpPr/>
              <p:nvPr/>
            </p:nvSpPr>
            <p:spPr>
              <a:xfrm>
                <a:off x="6903263" y="3988547"/>
                <a:ext cx="54184" cy="54184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1717" extrusionOk="0">
                    <a:moveTo>
                      <a:pt x="782" y="0"/>
                    </a:moveTo>
                    <a:lnTo>
                      <a:pt x="692" y="13"/>
                    </a:lnTo>
                    <a:lnTo>
                      <a:pt x="603" y="39"/>
                    </a:lnTo>
                    <a:lnTo>
                      <a:pt x="526" y="64"/>
                    </a:lnTo>
                    <a:lnTo>
                      <a:pt x="449" y="103"/>
                    </a:lnTo>
                    <a:lnTo>
                      <a:pt x="385" y="141"/>
                    </a:lnTo>
                    <a:lnTo>
                      <a:pt x="321" y="192"/>
                    </a:lnTo>
                    <a:lnTo>
                      <a:pt x="257" y="244"/>
                    </a:lnTo>
                    <a:lnTo>
                      <a:pt x="206" y="308"/>
                    </a:lnTo>
                    <a:lnTo>
                      <a:pt x="154" y="372"/>
                    </a:lnTo>
                    <a:lnTo>
                      <a:pt x="103" y="449"/>
                    </a:lnTo>
                    <a:lnTo>
                      <a:pt x="78" y="525"/>
                    </a:lnTo>
                    <a:lnTo>
                      <a:pt x="39" y="602"/>
                    </a:lnTo>
                    <a:lnTo>
                      <a:pt x="26" y="679"/>
                    </a:lnTo>
                    <a:lnTo>
                      <a:pt x="14" y="769"/>
                    </a:lnTo>
                    <a:lnTo>
                      <a:pt x="1" y="858"/>
                    </a:lnTo>
                    <a:lnTo>
                      <a:pt x="14" y="935"/>
                    </a:lnTo>
                    <a:lnTo>
                      <a:pt x="26" y="1025"/>
                    </a:lnTo>
                    <a:lnTo>
                      <a:pt x="39" y="1115"/>
                    </a:lnTo>
                    <a:lnTo>
                      <a:pt x="78" y="1191"/>
                    </a:lnTo>
                    <a:lnTo>
                      <a:pt x="103" y="1268"/>
                    </a:lnTo>
                    <a:lnTo>
                      <a:pt x="154" y="1332"/>
                    </a:lnTo>
                    <a:lnTo>
                      <a:pt x="206" y="1396"/>
                    </a:lnTo>
                    <a:lnTo>
                      <a:pt x="257" y="1460"/>
                    </a:lnTo>
                    <a:lnTo>
                      <a:pt x="321" y="1512"/>
                    </a:lnTo>
                    <a:lnTo>
                      <a:pt x="385" y="1563"/>
                    </a:lnTo>
                    <a:lnTo>
                      <a:pt x="449" y="1614"/>
                    </a:lnTo>
                    <a:lnTo>
                      <a:pt x="526" y="1640"/>
                    </a:lnTo>
                    <a:lnTo>
                      <a:pt x="603" y="1678"/>
                    </a:lnTo>
                    <a:lnTo>
                      <a:pt x="692" y="1691"/>
                    </a:lnTo>
                    <a:lnTo>
                      <a:pt x="782" y="1704"/>
                    </a:lnTo>
                    <a:lnTo>
                      <a:pt x="859" y="1717"/>
                    </a:lnTo>
                    <a:lnTo>
                      <a:pt x="948" y="1704"/>
                    </a:lnTo>
                    <a:lnTo>
                      <a:pt x="1038" y="1691"/>
                    </a:lnTo>
                    <a:lnTo>
                      <a:pt x="1115" y="1678"/>
                    </a:lnTo>
                    <a:lnTo>
                      <a:pt x="1205" y="1640"/>
                    </a:lnTo>
                    <a:lnTo>
                      <a:pt x="1269" y="1614"/>
                    </a:lnTo>
                    <a:lnTo>
                      <a:pt x="1346" y="1563"/>
                    </a:lnTo>
                    <a:lnTo>
                      <a:pt x="1410" y="1512"/>
                    </a:lnTo>
                    <a:lnTo>
                      <a:pt x="1474" y="1460"/>
                    </a:lnTo>
                    <a:lnTo>
                      <a:pt x="1525" y="1396"/>
                    </a:lnTo>
                    <a:lnTo>
                      <a:pt x="1576" y="1332"/>
                    </a:lnTo>
                    <a:lnTo>
                      <a:pt x="1614" y="1268"/>
                    </a:lnTo>
                    <a:lnTo>
                      <a:pt x="1653" y="1191"/>
                    </a:lnTo>
                    <a:lnTo>
                      <a:pt x="1679" y="1115"/>
                    </a:lnTo>
                    <a:lnTo>
                      <a:pt x="1704" y="1025"/>
                    </a:lnTo>
                    <a:lnTo>
                      <a:pt x="1717" y="935"/>
                    </a:lnTo>
                    <a:lnTo>
                      <a:pt x="1717" y="858"/>
                    </a:lnTo>
                    <a:lnTo>
                      <a:pt x="1717" y="769"/>
                    </a:lnTo>
                    <a:lnTo>
                      <a:pt x="1704" y="679"/>
                    </a:lnTo>
                    <a:lnTo>
                      <a:pt x="1679" y="602"/>
                    </a:lnTo>
                    <a:lnTo>
                      <a:pt x="1653" y="525"/>
                    </a:lnTo>
                    <a:lnTo>
                      <a:pt x="1614" y="449"/>
                    </a:lnTo>
                    <a:lnTo>
                      <a:pt x="1576" y="372"/>
                    </a:lnTo>
                    <a:lnTo>
                      <a:pt x="1525" y="308"/>
                    </a:lnTo>
                    <a:lnTo>
                      <a:pt x="1474" y="244"/>
                    </a:lnTo>
                    <a:lnTo>
                      <a:pt x="1410" y="192"/>
                    </a:lnTo>
                    <a:lnTo>
                      <a:pt x="1346" y="141"/>
                    </a:lnTo>
                    <a:lnTo>
                      <a:pt x="1269" y="103"/>
                    </a:lnTo>
                    <a:lnTo>
                      <a:pt x="1205" y="64"/>
                    </a:lnTo>
                    <a:lnTo>
                      <a:pt x="1115" y="39"/>
                    </a:lnTo>
                    <a:lnTo>
                      <a:pt x="1038" y="13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4ADD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40"/>
              <p:cNvSpPr/>
              <p:nvPr/>
            </p:nvSpPr>
            <p:spPr>
              <a:xfrm>
                <a:off x="5896444" y="3921455"/>
                <a:ext cx="187956" cy="187956"/>
              </a:xfrm>
              <a:custGeom>
                <a:avLst/>
                <a:gdLst/>
                <a:ahLst/>
                <a:cxnLst/>
                <a:rect l="l" t="t" r="r" b="b"/>
                <a:pathLst>
                  <a:path w="5956" h="5956" extrusionOk="0">
                    <a:moveTo>
                      <a:pt x="2818" y="0"/>
                    </a:moveTo>
                    <a:lnTo>
                      <a:pt x="2664" y="13"/>
                    </a:lnTo>
                    <a:lnTo>
                      <a:pt x="2370" y="64"/>
                    </a:lnTo>
                    <a:lnTo>
                      <a:pt x="2088" y="128"/>
                    </a:lnTo>
                    <a:lnTo>
                      <a:pt x="1819" y="231"/>
                    </a:lnTo>
                    <a:lnTo>
                      <a:pt x="1550" y="359"/>
                    </a:lnTo>
                    <a:lnTo>
                      <a:pt x="1307" y="512"/>
                    </a:lnTo>
                    <a:lnTo>
                      <a:pt x="1076" y="679"/>
                    </a:lnTo>
                    <a:lnTo>
                      <a:pt x="871" y="871"/>
                    </a:lnTo>
                    <a:lnTo>
                      <a:pt x="679" y="1089"/>
                    </a:lnTo>
                    <a:lnTo>
                      <a:pt x="500" y="1319"/>
                    </a:lnTo>
                    <a:lnTo>
                      <a:pt x="359" y="1563"/>
                    </a:lnTo>
                    <a:lnTo>
                      <a:pt x="231" y="1819"/>
                    </a:lnTo>
                    <a:lnTo>
                      <a:pt x="128" y="2088"/>
                    </a:lnTo>
                    <a:lnTo>
                      <a:pt x="52" y="2382"/>
                    </a:lnTo>
                    <a:lnTo>
                      <a:pt x="13" y="2677"/>
                    </a:lnTo>
                    <a:lnTo>
                      <a:pt x="0" y="2831"/>
                    </a:lnTo>
                    <a:lnTo>
                      <a:pt x="0" y="2984"/>
                    </a:lnTo>
                    <a:lnTo>
                      <a:pt x="0" y="3138"/>
                    </a:lnTo>
                    <a:lnTo>
                      <a:pt x="13" y="3279"/>
                    </a:lnTo>
                    <a:lnTo>
                      <a:pt x="52" y="3586"/>
                    </a:lnTo>
                    <a:lnTo>
                      <a:pt x="128" y="3868"/>
                    </a:lnTo>
                    <a:lnTo>
                      <a:pt x="231" y="4137"/>
                    </a:lnTo>
                    <a:lnTo>
                      <a:pt x="359" y="4406"/>
                    </a:lnTo>
                    <a:lnTo>
                      <a:pt x="500" y="4649"/>
                    </a:lnTo>
                    <a:lnTo>
                      <a:pt x="679" y="4880"/>
                    </a:lnTo>
                    <a:lnTo>
                      <a:pt x="871" y="5085"/>
                    </a:lnTo>
                    <a:lnTo>
                      <a:pt x="1076" y="5277"/>
                    </a:lnTo>
                    <a:lnTo>
                      <a:pt x="1307" y="5456"/>
                    </a:lnTo>
                    <a:lnTo>
                      <a:pt x="1550" y="5597"/>
                    </a:lnTo>
                    <a:lnTo>
                      <a:pt x="1819" y="5725"/>
                    </a:lnTo>
                    <a:lnTo>
                      <a:pt x="2088" y="5828"/>
                    </a:lnTo>
                    <a:lnTo>
                      <a:pt x="2370" y="5905"/>
                    </a:lnTo>
                    <a:lnTo>
                      <a:pt x="2664" y="5943"/>
                    </a:lnTo>
                    <a:lnTo>
                      <a:pt x="2818" y="5956"/>
                    </a:lnTo>
                    <a:lnTo>
                      <a:pt x="3125" y="5956"/>
                    </a:lnTo>
                    <a:lnTo>
                      <a:pt x="3279" y="5943"/>
                    </a:lnTo>
                    <a:lnTo>
                      <a:pt x="3574" y="5905"/>
                    </a:lnTo>
                    <a:lnTo>
                      <a:pt x="3855" y="5828"/>
                    </a:lnTo>
                    <a:lnTo>
                      <a:pt x="4137" y="5725"/>
                    </a:lnTo>
                    <a:lnTo>
                      <a:pt x="4393" y="5597"/>
                    </a:lnTo>
                    <a:lnTo>
                      <a:pt x="4637" y="5456"/>
                    </a:lnTo>
                    <a:lnTo>
                      <a:pt x="4867" y="5277"/>
                    </a:lnTo>
                    <a:lnTo>
                      <a:pt x="5085" y="5085"/>
                    </a:lnTo>
                    <a:lnTo>
                      <a:pt x="5277" y="4880"/>
                    </a:lnTo>
                    <a:lnTo>
                      <a:pt x="5444" y="4649"/>
                    </a:lnTo>
                    <a:lnTo>
                      <a:pt x="5597" y="4406"/>
                    </a:lnTo>
                    <a:lnTo>
                      <a:pt x="5713" y="4137"/>
                    </a:lnTo>
                    <a:lnTo>
                      <a:pt x="5815" y="3868"/>
                    </a:lnTo>
                    <a:lnTo>
                      <a:pt x="5892" y="3586"/>
                    </a:lnTo>
                    <a:lnTo>
                      <a:pt x="5943" y="3279"/>
                    </a:lnTo>
                    <a:lnTo>
                      <a:pt x="5943" y="3138"/>
                    </a:lnTo>
                    <a:lnTo>
                      <a:pt x="5956" y="2984"/>
                    </a:lnTo>
                    <a:lnTo>
                      <a:pt x="5943" y="2831"/>
                    </a:lnTo>
                    <a:lnTo>
                      <a:pt x="5943" y="2677"/>
                    </a:lnTo>
                    <a:lnTo>
                      <a:pt x="5892" y="2382"/>
                    </a:lnTo>
                    <a:lnTo>
                      <a:pt x="5815" y="2088"/>
                    </a:lnTo>
                    <a:lnTo>
                      <a:pt x="5713" y="1819"/>
                    </a:lnTo>
                    <a:lnTo>
                      <a:pt x="5597" y="1563"/>
                    </a:lnTo>
                    <a:lnTo>
                      <a:pt x="5444" y="1319"/>
                    </a:lnTo>
                    <a:lnTo>
                      <a:pt x="5277" y="1089"/>
                    </a:lnTo>
                    <a:lnTo>
                      <a:pt x="5085" y="871"/>
                    </a:lnTo>
                    <a:lnTo>
                      <a:pt x="4867" y="679"/>
                    </a:lnTo>
                    <a:lnTo>
                      <a:pt x="4637" y="512"/>
                    </a:lnTo>
                    <a:lnTo>
                      <a:pt x="4393" y="359"/>
                    </a:lnTo>
                    <a:lnTo>
                      <a:pt x="4137" y="231"/>
                    </a:lnTo>
                    <a:lnTo>
                      <a:pt x="3855" y="128"/>
                    </a:lnTo>
                    <a:lnTo>
                      <a:pt x="3574" y="64"/>
                    </a:lnTo>
                    <a:lnTo>
                      <a:pt x="3279" y="13"/>
                    </a:lnTo>
                    <a:lnTo>
                      <a:pt x="3125" y="0"/>
                    </a:lnTo>
                    <a:close/>
                  </a:path>
                </a:pathLst>
              </a:custGeom>
              <a:solidFill>
                <a:srgbClr val="1FC5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Google Shape;2110;p40"/>
              <p:cNvSpPr/>
              <p:nvPr/>
            </p:nvSpPr>
            <p:spPr>
              <a:xfrm>
                <a:off x="5927560" y="3952981"/>
                <a:ext cx="125315" cy="125315"/>
              </a:xfrm>
              <a:custGeom>
                <a:avLst/>
                <a:gdLst/>
                <a:ahLst/>
                <a:cxnLst/>
                <a:rect l="l" t="t" r="r" b="b"/>
                <a:pathLst>
                  <a:path w="3971" h="3971" extrusionOk="0">
                    <a:moveTo>
                      <a:pt x="1781" y="0"/>
                    </a:moveTo>
                    <a:lnTo>
                      <a:pt x="1589" y="39"/>
                    </a:lnTo>
                    <a:lnTo>
                      <a:pt x="1397" y="90"/>
                    </a:lnTo>
                    <a:lnTo>
                      <a:pt x="1217" y="154"/>
                    </a:lnTo>
                    <a:lnTo>
                      <a:pt x="1038" y="231"/>
                    </a:lnTo>
                    <a:lnTo>
                      <a:pt x="871" y="333"/>
                    </a:lnTo>
                    <a:lnTo>
                      <a:pt x="718" y="448"/>
                    </a:lnTo>
                    <a:lnTo>
                      <a:pt x="577" y="577"/>
                    </a:lnTo>
                    <a:lnTo>
                      <a:pt x="449" y="717"/>
                    </a:lnTo>
                    <a:lnTo>
                      <a:pt x="346" y="871"/>
                    </a:lnTo>
                    <a:lnTo>
                      <a:pt x="244" y="1038"/>
                    </a:lnTo>
                    <a:lnTo>
                      <a:pt x="154" y="1204"/>
                    </a:lnTo>
                    <a:lnTo>
                      <a:pt x="90" y="1396"/>
                    </a:lnTo>
                    <a:lnTo>
                      <a:pt x="39" y="1576"/>
                    </a:lnTo>
                    <a:lnTo>
                      <a:pt x="13" y="1780"/>
                    </a:lnTo>
                    <a:lnTo>
                      <a:pt x="1" y="1985"/>
                    </a:lnTo>
                    <a:lnTo>
                      <a:pt x="13" y="2178"/>
                    </a:lnTo>
                    <a:lnTo>
                      <a:pt x="39" y="2382"/>
                    </a:lnTo>
                    <a:lnTo>
                      <a:pt x="90" y="2575"/>
                    </a:lnTo>
                    <a:lnTo>
                      <a:pt x="154" y="2754"/>
                    </a:lnTo>
                    <a:lnTo>
                      <a:pt x="244" y="2933"/>
                    </a:lnTo>
                    <a:lnTo>
                      <a:pt x="346" y="3087"/>
                    </a:lnTo>
                    <a:lnTo>
                      <a:pt x="449" y="3241"/>
                    </a:lnTo>
                    <a:lnTo>
                      <a:pt x="577" y="3381"/>
                    </a:lnTo>
                    <a:lnTo>
                      <a:pt x="718" y="3510"/>
                    </a:lnTo>
                    <a:lnTo>
                      <a:pt x="871" y="3625"/>
                    </a:lnTo>
                    <a:lnTo>
                      <a:pt x="1038" y="3727"/>
                    </a:lnTo>
                    <a:lnTo>
                      <a:pt x="1217" y="3817"/>
                    </a:lnTo>
                    <a:lnTo>
                      <a:pt x="1397" y="3881"/>
                    </a:lnTo>
                    <a:lnTo>
                      <a:pt x="1589" y="3932"/>
                    </a:lnTo>
                    <a:lnTo>
                      <a:pt x="1781" y="3958"/>
                    </a:lnTo>
                    <a:lnTo>
                      <a:pt x="1986" y="3971"/>
                    </a:lnTo>
                    <a:lnTo>
                      <a:pt x="2191" y="3958"/>
                    </a:lnTo>
                    <a:lnTo>
                      <a:pt x="2383" y="3932"/>
                    </a:lnTo>
                    <a:lnTo>
                      <a:pt x="2575" y="3881"/>
                    </a:lnTo>
                    <a:lnTo>
                      <a:pt x="2767" y="3817"/>
                    </a:lnTo>
                    <a:lnTo>
                      <a:pt x="2934" y="3727"/>
                    </a:lnTo>
                    <a:lnTo>
                      <a:pt x="3100" y="3625"/>
                    </a:lnTo>
                    <a:lnTo>
                      <a:pt x="3254" y="3510"/>
                    </a:lnTo>
                    <a:lnTo>
                      <a:pt x="3395" y="3381"/>
                    </a:lnTo>
                    <a:lnTo>
                      <a:pt x="3523" y="3241"/>
                    </a:lnTo>
                    <a:lnTo>
                      <a:pt x="3638" y="3087"/>
                    </a:lnTo>
                    <a:lnTo>
                      <a:pt x="3740" y="2933"/>
                    </a:lnTo>
                    <a:lnTo>
                      <a:pt x="3817" y="2754"/>
                    </a:lnTo>
                    <a:lnTo>
                      <a:pt x="3881" y="2575"/>
                    </a:lnTo>
                    <a:lnTo>
                      <a:pt x="3933" y="2382"/>
                    </a:lnTo>
                    <a:lnTo>
                      <a:pt x="3958" y="2178"/>
                    </a:lnTo>
                    <a:lnTo>
                      <a:pt x="3971" y="1985"/>
                    </a:lnTo>
                    <a:lnTo>
                      <a:pt x="3958" y="1780"/>
                    </a:lnTo>
                    <a:lnTo>
                      <a:pt x="3933" y="1576"/>
                    </a:lnTo>
                    <a:lnTo>
                      <a:pt x="3881" y="1396"/>
                    </a:lnTo>
                    <a:lnTo>
                      <a:pt x="3817" y="1204"/>
                    </a:lnTo>
                    <a:lnTo>
                      <a:pt x="3740" y="1038"/>
                    </a:lnTo>
                    <a:lnTo>
                      <a:pt x="3638" y="871"/>
                    </a:lnTo>
                    <a:lnTo>
                      <a:pt x="3523" y="717"/>
                    </a:lnTo>
                    <a:lnTo>
                      <a:pt x="3395" y="577"/>
                    </a:lnTo>
                    <a:lnTo>
                      <a:pt x="3254" y="448"/>
                    </a:lnTo>
                    <a:lnTo>
                      <a:pt x="3100" y="333"/>
                    </a:lnTo>
                    <a:lnTo>
                      <a:pt x="2934" y="231"/>
                    </a:lnTo>
                    <a:lnTo>
                      <a:pt x="2767" y="154"/>
                    </a:lnTo>
                    <a:lnTo>
                      <a:pt x="2575" y="90"/>
                    </a:lnTo>
                    <a:lnTo>
                      <a:pt x="2383" y="39"/>
                    </a:lnTo>
                    <a:lnTo>
                      <a:pt x="2191" y="0"/>
                    </a:lnTo>
                    <a:close/>
                  </a:path>
                </a:pathLst>
              </a:custGeom>
              <a:solidFill>
                <a:srgbClr val="05A8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Google Shape;2111;p40"/>
              <p:cNvSpPr/>
              <p:nvPr/>
            </p:nvSpPr>
            <p:spPr>
              <a:xfrm>
                <a:off x="5963126" y="3988547"/>
                <a:ext cx="54184" cy="54184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1717" extrusionOk="0">
                    <a:moveTo>
                      <a:pt x="769" y="0"/>
                    </a:moveTo>
                    <a:lnTo>
                      <a:pt x="692" y="13"/>
                    </a:lnTo>
                    <a:lnTo>
                      <a:pt x="603" y="39"/>
                    </a:lnTo>
                    <a:lnTo>
                      <a:pt x="526" y="64"/>
                    </a:lnTo>
                    <a:lnTo>
                      <a:pt x="449" y="103"/>
                    </a:lnTo>
                    <a:lnTo>
                      <a:pt x="385" y="141"/>
                    </a:lnTo>
                    <a:lnTo>
                      <a:pt x="308" y="192"/>
                    </a:lnTo>
                    <a:lnTo>
                      <a:pt x="257" y="244"/>
                    </a:lnTo>
                    <a:lnTo>
                      <a:pt x="193" y="308"/>
                    </a:lnTo>
                    <a:lnTo>
                      <a:pt x="154" y="372"/>
                    </a:lnTo>
                    <a:lnTo>
                      <a:pt x="103" y="449"/>
                    </a:lnTo>
                    <a:lnTo>
                      <a:pt x="65" y="525"/>
                    </a:lnTo>
                    <a:lnTo>
                      <a:pt x="39" y="602"/>
                    </a:lnTo>
                    <a:lnTo>
                      <a:pt x="13" y="679"/>
                    </a:lnTo>
                    <a:lnTo>
                      <a:pt x="1" y="769"/>
                    </a:lnTo>
                    <a:lnTo>
                      <a:pt x="1" y="858"/>
                    </a:lnTo>
                    <a:lnTo>
                      <a:pt x="1" y="935"/>
                    </a:lnTo>
                    <a:lnTo>
                      <a:pt x="13" y="1025"/>
                    </a:lnTo>
                    <a:lnTo>
                      <a:pt x="39" y="1115"/>
                    </a:lnTo>
                    <a:lnTo>
                      <a:pt x="65" y="1191"/>
                    </a:lnTo>
                    <a:lnTo>
                      <a:pt x="103" y="1268"/>
                    </a:lnTo>
                    <a:lnTo>
                      <a:pt x="154" y="1332"/>
                    </a:lnTo>
                    <a:lnTo>
                      <a:pt x="193" y="1396"/>
                    </a:lnTo>
                    <a:lnTo>
                      <a:pt x="257" y="1460"/>
                    </a:lnTo>
                    <a:lnTo>
                      <a:pt x="308" y="1512"/>
                    </a:lnTo>
                    <a:lnTo>
                      <a:pt x="385" y="1563"/>
                    </a:lnTo>
                    <a:lnTo>
                      <a:pt x="449" y="1614"/>
                    </a:lnTo>
                    <a:lnTo>
                      <a:pt x="526" y="1640"/>
                    </a:lnTo>
                    <a:lnTo>
                      <a:pt x="603" y="1678"/>
                    </a:lnTo>
                    <a:lnTo>
                      <a:pt x="692" y="1691"/>
                    </a:lnTo>
                    <a:lnTo>
                      <a:pt x="769" y="1704"/>
                    </a:lnTo>
                    <a:lnTo>
                      <a:pt x="859" y="1717"/>
                    </a:lnTo>
                    <a:lnTo>
                      <a:pt x="948" y="1704"/>
                    </a:lnTo>
                    <a:lnTo>
                      <a:pt x="1038" y="1691"/>
                    </a:lnTo>
                    <a:lnTo>
                      <a:pt x="1115" y="1678"/>
                    </a:lnTo>
                    <a:lnTo>
                      <a:pt x="1192" y="1640"/>
                    </a:lnTo>
                    <a:lnTo>
                      <a:pt x="1269" y="1614"/>
                    </a:lnTo>
                    <a:lnTo>
                      <a:pt x="1345" y="1563"/>
                    </a:lnTo>
                    <a:lnTo>
                      <a:pt x="1409" y="1512"/>
                    </a:lnTo>
                    <a:lnTo>
                      <a:pt x="1474" y="1460"/>
                    </a:lnTo>
                    <a:lnTo>
                      <a:pt x="1525" y="1396"/>
                    </a:lnTo>
                    <a:lnTo>
                      <a:pt x="1576" y="1332"/>
                    </a:lnTo>
                    <a:lnTo>
                      <a:pt x="1614" y="1268"/>
                    </a:lnTo>
                    <a:lnTo>
                      <a:pt x="1653" y="1191"/>
                    </a:lnTo>
                    <a:lnTo>
                      <a:pt x="1678" y="1115"/>
                    </a:lnTo>
                    <a:lnTo>
                      <a:pt x="1704" y="1025"/>
                    </a:lnTo>
                    <a:lnTo>
                      <a:pt x="1717" y="935"/>
                    </a:lnTo>
                    <a:lnTo>
                      <a:pt x="1717" y="858"/>
                    </a:lnTo>
                    <a:lnTo>
                      <a:pt x="1717" y="769"/>
                    </a:lnTo>
                    <a:lnTo>
                      <a:pt x="1704" y="679"/>
                    </a:lnTo>
                    <a:lnTo>
                      <a:pt x="1678" y="602"/>
                    </a:lnTo>
                    <a:lnTo>
                      <a:pt x="1653" y="525"/>
                    </a:lnTo>
                    <a:lnTo>
                      <a:pt x="1614" y="449"/>
                    </a:lnTo>
                    <a:lnTo>
                      <a:pt x="1576" y="372"/>
                    </a:lnTo>
                    <a:lnTo>
                      <a:pt x="1525" y="308"/>
                    </a:lnTo>
                    <a:lnTo>
                      <a:pt x="1474" y="244"/>
                    </a:lnTo>
                    <a:lnTo>
                      <a:pt x="1409" y="192"/>
                    </a:lnTo>
                    <a:lnTo>
                      <a:pt x="1345" y="141"/>
                    </a:lnTo>
                    <a:lnTo>
                      <a:pt x="1269" y="103"/>
                    </a:lnTo>
                    <a:lnTo>
                      <a:pt x="1192" y="64"/>
                    </a:lnTo>
                    <a:lnTo>
                      <a:pt x="1115" y="39"/>
                    </a:lnTo>
                    <a:lnTo>
                      <a:pt x="1038" y="13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4ADD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112" name="Google Shape;2112;p40"/>
          <p:cNvGrpSpPr/>
          <p:nvPr/>
        </p:nvGrpSpPr>
        <p:grpSpPr>
          <a:xfrm>
            <a:off x="457202" y="1180300"/>
            <a:ext cx="1948882" cy="1156405"/>
            <a:chOff x="457202" y="1180300"/>
            <a:chExt cx="1948882" cy="1156405"/>
          </a:xfrm>
        </p:grpSpPr>
        <p:grpSp>
          <p:nvGrpSpPr>
            <p:cNvPr id="2113" name="Google Shape;2113;p40"/>
            <p:cNvGrpSpPr/>
            <p:nvPr/>
          </p:nvGrpSpPr>
          <p:grpSpPr>
            <a:xfrm>
              <a:off x="457202" y="1512105"/>
              <a:ext cx="1948882" cy="824600"/>
              <a:chOff x="457200" y="959300"/>
              <a:chExt cx="2061000" cy="824600"/>
            </a:xfrm>
          </p:grpSpPr>
          <p:sp>
            <p:nvSpPr>
              <p:cNvPr id="2114" name="Google Shape;2114;p40"/>
              <p:cNvSpPr txBox="1"/>
              <p:nvPr/>
            </p:nvSpPr>
            <p:spPr>
              <a:xfrm>
                <a:off x="457200" y="959300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Mercury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115" name="Google Shape;2115;p40"/>
              <p:cNvSpPr txBox="1"/>
              <p:nvPr/>
            </p:nvSpPr>
            <p:spPr>
              <a:xfrm>
                <a:off x="457200" y="1300900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Mercury is the closest planet to the Sun</a:t>
                </a:r>
                <a:endParaRPr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116" name="Google Shape;2116;p40"/>
            <p:cNvSpPr txBox="1"/>
            <p:nvPr/>
          </p:nvSpPr>
          <p:spPr>
            <a:xfrm>
              <a:off x="457202" y="1180300"/>
              <a:ext cx="7431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10%</a:t>
              </a:r>
              <a:endParaRPr sz="24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117" name="Google Shape;2117;p40"/>
          <p:cNvGrpSpPr/>
          <p:nvPr/>
        </p:nvGrpSpPr>
        <p:grpSpPr>
          <a:xfrm>
            <a:off x="6737906" y="1178050"/>
            <a:ext cx="1948892" cy="1156389"/>
            <a:chOff x="6737906" y="1178050"/>
            <a:chExt cx="1948892" cy="1156389"/>
          </a:xfrm>
        </p:grpSpPr>
        <p:grpSp>
          <p:nvGrpSpPr>
            <p:cNvPr id="2118" name="Google Shape;2118;p40"/>
            <p:cNvGrpSpPr/>
            <p:nvPr/>
          </p:nvGrpSpPr>
          <p:grpSpPr>
            <a:xfrm>
              <a:off x="6737906" y="1509839"/>
              <a:ext cx="1948882" cy="824600"/>
              <a:chOff x="457200" y="2087425"/>
              <a:chExt cx="2061000" cy="824600"/>
            </a:xfrm>
          </p:grpSpPr>
          <p:sp>
            <p:nvSpPr>
              <p:cNvPr id="2119" name="Google Shape;2119;p40"/>
              <p:cNvSpPr txBox="1"/>
              <p:nvPr/>
            </p:nvSpPr>
            <p:spPr>
              <a:xfrm>
                <a:off x="457200" y="2087425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Jupiter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120" name="Google Shape;2120;p40"/>
              <p:cNvSpPr txBox="1"/>
              <p:nvPr/>
            </p:nvSpPr>
            <p:spPr>
              <a:xfrm>
                <a:off x="457200" y="2429025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Jupiter is a gas giant and the biggest planet</a:t>
                </a:r>
                <a:endParaRPr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121" name="Google Shape;2121;p40"/>
            <p:cNvSpPr txBox="1"/>
            <p:nvPr/>
          </p:nvSpPr>
          <p:spPr>
            <a:xfrm>
              <a:off x="7943698" y="1178050"/>
              <a:ext cx="7431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30%</a:t>
              </a:r>
              <a:endParaRPr sz="24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122" name="Google Shape;2122;p40"/>
          <p:cNvGrpSpPr/>
          <p:nvPr/>
        </p:nvGrpSpPr>
        <p:grpSpPr>
          <a:xfrm>
            <a:off x="457202" y="2930001"/>
            <a:ext cx="1948882" cy="1181734"/>
            <a:chOff x="457202" y="2930001"/>
            <a:chExt cx="1948882" cy="1181734"/>
          </a:xfrm>
        </p:grpSpPr>
        <p:grpSp>
          <p:nvGrpSpPr>
            <p:cNvPr id="2123" name="Google Shape;2123;p40"/>
            <p:cNvGrpSpPr/>
            <p:nvPr/>
          </p:nvGrpSpPr>
          <p:grpSpPr>
            <a:xfrm>
              <a:off x="457202" y="3287135"/>
              <a:ext cx="1948882" cy="824600"/>
              <a:chOff x="457200" y="959300"/>
              <a:chExt cx="2061000" cy="824600"/>
            </a:xfrm>
          </p:grpSpPr>
          <p:sp>
            <p:nvSpPr>
              <p:cNvPr id="2124" name="Google Shape;2124;p40"/>
              <p:cNvSpPr txBox="1"/>
              <p:nvPr/>
            </p:nvSpPr>
            <p:spPr>
              <a:xfrm>
                <a:off x="457200" y="959300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Neptune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125" name="Google Shape;2125;p40"/>
              <p:cNvSpPr txBox="1"/>
              <p:nvPr/>
            </p:nvSpPr>
            <p:spPr>
              <a:xfrm>
                <a:off x="457200" y="1300900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It’s the farthest planet from the Sun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126" name="Google Shape;2126;p40"/>
            <p:cNvSpPr txBox="1"/>
            <p:nvPr/>
          </p:nvSpPr>
          <p:spPr>
            <a:xfrm>
              <a:off x="457202" y="2930001"/>
              <a:ext cx="7431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20%</a:t>
              </a:r>
              <a:endParaRPr sz="24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127" name="Google Shape;2127;p40"/>
          <p:cNvGrpSpPr/>
          <p:nvPr/>
        </p:nvGrpSpPr>
        <p:grpSpPr>
          <a:xfrm>
            <a:off x="6737906" y="2927753"/>
            <a:ext cx="1948892" cy="1181732"/>
            <a:chOff x="6737906" y="2927753"/>
            <a:chExt cx="1948892" cy="1181732"/>
          </a:xfrm>
        </p:grpSpPr>
        <p:grpSp>
          <p:nvGrpSpPr>
            <p:cNvPr id="2128" name="Google Shape;2128;p40"/>
            <p:cNvGrpSpPr/>
            <p:nvPr/>
          </p:nvGrpSpPr>
          <p:grpSpPr>
            <a:xfrm>
              <a:off x="6737906" y="3284885"/>
              <a:ext cx="1948882" cy="824600"/>
              <a:chOff x="457200" y="2087425"/>
              <a:chExt cx="2061000" cy="824600"/>
            </a:xfrm>
          </p:grpSpPr>
          <p:sp>
            <p:nvSpPr>
              <p:cNvPr id="2129" name="Google Shape;2129;p40"/>
              <p:cNvSpPr txBox="1"/>
              <p:nvPr/>
            </p:nvSpPr>
            <p:spPr>
              <a:xfrm>
                <a:off x="457200" y="2087425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Mars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130" name="Google Shape;2130;p40"/>
              <p:cNvSpPr txBox="1"/>
              <p:nvPr/>
            </p:nvSpPr>
            <p:spPr>
              <a:xfrm>
                <a:off x="457200" y="2429025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Despite being red, Mars is a cold place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131" name="Google Shape;2131;p40"/>
            <p:cNvSpPr txBox="1"/>
            <p:nvPr/>
          </p:nvSpPr>
          <p:spPr>
            <a:xfrm>
              <a:off x="7943698" y="2927753"/>
              <a:ext cx="7431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40%</a:t>
              </a:r>
              <a:endParaRPr sz="24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6" name="Google Shape;2136;p4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grpSp>
        <p:nvGrpSpPr>
          <p:cNvPr id="2137" name="Google Shape;2137;p41"/>
          <p:cNvGrpSpPr/>
          <p:nvPr/>
        </p:nvGrpSpPr>
        <p:grpSpPr>
          <a:xfrm>
            <a:off x="3476550" y="1157425"/>
            <a:ext cx="2190899" cy="687575"/>
            <a:chOff x="457201" y="1091275"/>
            <a:chExt cx="2190899" cy="687575"/>
          </a:xfrm>
        </p:grpSpPr>
        <p:grpSp>
          <p:nvGrpSpPr>
            <p:cNvPr id="2138" name="Google Shape;2138;p41"/>
            <p:cNvGrpSpPr/>
            <p:nvPr/>
          </p:nvGrpSpPr>
          <p:grpSpPr>
            <a:xfrm>
              <a:off x="457201" y="1105450"/>
              <a:ext cx="2057400" cy="673400"/>
              <a:chOff x="457201" y="1105450"/>
              <a:chExt cx="2057400" cy="673400"/>
            </a:xfrm>
          </p:grpSpPr>
          <p:sp>
            <p:nvSpPr>
              <p:cNvPr id="2139" name="Google Shape;2139;p41"/>
              <p:cNvSpPr txBox="1"/>
              <p:nvPr/>
            </p:nvSpPr>
            <p:spPr>
              <a:xfrm>
                <a:off x="457201" y="1105450"/>
                <a:ext cx="2057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Disease diagnosis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140" name="Google Shape;2140;p41"/>
              <p:cNvSpPr txBox="1"/>
              <p:nvPr/>
            </p:nvSpPr>
            <p:spPr>
              <a:xfrm>
                <a:off x="457201" y="1447050"/>
                <a:ext cx="2057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Venus has a beautiful name, but it’s hot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141" name="Google Shape;2141;p41"/>
            <p:cNvSpPr/>
            <p:nvPr/>
          </p:nvSpPr>
          <p:spPr>
            <a:xfrm>
              <a:off x="2514600" y="1091275"/>
              <a:ext cx="133500" cy="6828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2" name="Google Shape;2142;p41"/>
          <p:cNvGrpSpPr/>
          <p:nvPr/>
        </p:nvGrpSpPr>
        <p:grpSpPr>
          <a:xfrm>
            <a:off x="761925" y="1157425"/>
            <a:ext cx="2190900" cy="682800"/>
            <a:chOff x="457200" y="2574463"/>
            <a:chExt cx="2190900" cy="682800"/>
          </a:xfrm>
        </p:grpSpPr>
        <p:grpSp>
          <p:nvGrpSpPr>
            <p:cNvPr id="2143" name="Google Shape;2143;p41"/>
            <p:cNvGrpSpPr/>
            <p:nvPr/>
          </p:nvGrpSpPr>
          <p:grpSpPr>
            <a:xfrm>
              <a:off x="457200" y="2579175"/>
              <a:ext cx="2057411" cy="673400"/>
              <a:chOff x="457200" y="2579175"/>
              <a:chExt cx="2057411" cy="673400"/>
            </a:xfrm>
          </p:grpSpPr>
          <p:sp>
            <p:nvSpPr>
              <p:cNvPr id="2144" name="Google Shape;2144;p41"/>
              <p:cNvSpPr txBox="1"/>
              <p:nvPr/>
            </p:nvSpPr>
            <p:spPr>
              <a:xfrm>
                <a:off x="457200" y="2579175"/>
                <a:ext cx="2057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Biochemical analysis</a:t>
                </a:r>
                <a:endParaRPr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145" name="Google Shape;2145;p41"/>
              <p:cNvSpPr txBox="1"/>
              <p:nvPr/>
            </p:nvSpPr>
            <p:spPr>
              <a:xfrm>
                <a:off x="457211" y="2920775"/>
                <a:ext cx="2057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Mercury is the closest planet to the Sun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146" name="Google Shape;2146;p41"/>
            <p:cNvSpPr/>
            <p:nvPr/>
          </p:nvSpPr>
          <p:spPr>
            <a:xfrm>
              <a:off x="2514600" y="2574463"/>
              <a:ext cx="133500" cy="6828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7" name="Google Shape;2147;p41"/>
          <p:cNvGrpSpPr/>
          <p:nvPr/>
        </p:nvGrpSpPr>
        <p:grpSpPr>
          <a:xfrm>
            <a:off x="6191175" y="1157425"/>
            <a:ext cx="2190900" cy="682800"/>
            <a:chOff x="457200" y="4052888"/>
            <a:chExt cx="2190900" cy="682800"/>
          </a:xfrm>
        </p:grpSpPr>
        <p:grpSp>
          <p:nvGrpSpPr>
            <p:cNvPr id="2148" name="Google Shape;2148;p41"/>
            <p:cNvGrpSpPr/>
            <p:nvPr/>
          </p:nvGrpSpPr>
          <p:grpSpPr>
            <a:xfrm>
              <a:off x="457200" y="4057675"/>
              <a:ext cx="2057412" cy="673402"/>
              <a:chOff x="457200" y="4057675"/>
              <a:chExt cx="2057412" cy="673402"/>
            </a:xfrm>
          </p:grpSpPr>
          <p:sp>
            <p:nvSpPr>
              <p:cNvPr id="2149" name="Google Shape;2149;p41"/>
              <p:cNvSpPr txBox="1"/>
              <p:nvPr/>
            </p:nvSpPr>
            <p:spPr>
              <a:xfrm>
                <a:off x="457200" y="4057675"/>
                <a:ext cx="2057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Drug discovery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150" name="Google Shape;2150;p41"/>
              <p:cNvSpPr txBox="1"/>
              <p:nvPr/>
            </p:nvSpPr>
            <p:spPr>
              <a:xfrm>
                <a:off x="457211" y="4399277"/>
                <a:ext cx="2057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The Earth is the third planet from the Sun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151" name="Google Shape;2151;p41"/>
            <p:cNvSpPr/>
            <p:nvPr/>
          </p:nvSpPr>
          <p:spPr>
            <a:xfrm>
              <a:off x="2514600" y="4052888"/>
              <a:ext cx="133500" cy="6828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2" name="Google Shape;2152;p41"/>
          <p:cNvGrpSpPr/>
          <p:nvPr/>
        </p:nvGrpSpPr>
        <p:grpSpPr>
          <a:xfrm flipH="1">
            <a:off x="2190801" y="2219569"/>
            <a:ext cx="4762569" cy="2450834"/>
            <a:chOff x="2190801" y="2219569"/>
            <a:chExt cx="4762569" cy="2450834"/>
          </a:xfrm>
        </p:grpSpPr>
        <p:sp>
          <p:nvSpPr>
            <p:cNvPr id="2153" name="Google Shape;2153;p41"/>
            <p:cNvSpPr/>
            <p:nvPr/>
          </p:nvSpPr>
          <p:spPr>
            <a:xfrm rot="5400000">
              <a:off x="6246122" y="3081577"/>
              <a:ext cx="773113" cy="502416"/>
            </a:xfrm>
            <a:custGeom>
              <a:avLst/>
              <a:gdLst/>
              <a:ahLst/>
              <a:cxnLst/>
              <a:rect l="l" t="t" r="r" b="b"/>
              <a:pathLst>
                <a:path w="9402" h="6110" extrusionOk="0">
                  <a:moveTo>
                    <a:pt x="590" y="0"/>
                  </a:moveTo>
                  <a:lnTo>
                    <a:pt x="475" y="13"/>
                  </a:lnTo>
                  <a:lnTo>
                    <a:pt x="360" y="52"/>
                  </a:lnTo>
                  <a:lnTo>
                    <a:pt x="244" y="116"/>
                  </a:lnTo>
                  <a:lnTo>
                    <a:pt x="155" y="192"/>
                  </a:lnTo>
                  <a:lnTo>
                    <a:pt x="91" y="282"/>
                  </a:lnTo>
                  <a:lnTo>
                    <a:pt x="39" y="397"/>
                  </a:lnTo>
                  <a:lnTo>
                    <a:pt x="1" y="513"/>
                  </a:lnTo>
                  <a:lnTo>
                    <a:pt x="1" y="628"/>
                  </a:lnTo>
                  <a:lnTo>
                    <a:pt x="14" y="743"/>
                  </a:lnTo>
                  <a:lnTo>
                    <a:pt x="52" y="858"/>
                  </a:lnTo>
                  <a:lnTo>
                    <a:pt x="116" y="961"/>
                  </a:lnTo>
                  <a:lnTo>
                    <a:pt x="3626" y="5866"/>
                  </a:lnTo>
                  <a:lnTo>
                    <a:pt x="3677" y="5918"/>
                  </a:lnTo>
                  <a:lnTo>
                    <a:pt x="3728" y="5969"/>
                  </a:lnTo>
                  <a:lnTo>
                    <a:pt x="3779" y="6007"/>
                  </a:lnTo>
                  <a:lnTo>
                    <a:pt x="3843" y="6046"/>
                  </a:lnTo>
                  <a:lnTo>
                    <a:pt x="3907" y="6071"/>
                  </a:lnTo>
                  <a:lnTo>
                    <a:pt x="3984" y="6097"/>
                  </a:lnTo>
                  <a:lnTo>
                    <a:pt x="4048" y="6110"/>
                  </a:lnTo>
                  <a:lnTo>
                    <a:pt x="8787" y="6110"/>
                  </a:lnTo>
                  <a:lnTo>
                    <a:pt x="8915" y="6097"/>
                  </a:lnTo>
                  <a:lnTo>
                    <a:pt x="9030" y="6071"/>
                  </a:lnTo>
                  <a:lnTo>
                    <a:pt x="9133" y="6007"/>
                  </a:lnTo>
                  <a:lnTo>
                    <a:pt x="9223" y="5943"/>
                  </a:lnTo>
                  <a:lnTo>
                    <a:pt x="9299" y="5841"/>
                  </a:lnTo>
                  <a:lnTo>
                    <a:pt x="9351" y="5738"/>
                  </a:lnTo>
                  <a:lnTo>
                    <a:pt x="9389" y="5636"/>
                  </a:lnTo>
                  <a:lnTo>
                    <a:pt x="9402" y="5508"/>
                  </a:lnTo>
                  <a:lnTo>
                    <a:pt x="9389" y="5380"/>
                  </a:lnTo>
                  <a:lnTo>
                    <a:pt x="9351" y="5277"/>
                  </a:lnTo>
                  <a:lnTo>
                    <a:pt x="9299" y="5162"/>
                  </a:lnTo>
                  <a:lnTo>
                    <a:pt x="9223" y="5072"/>
                  </a:lnTo>
                  <a:lnTo>
                    <a:pt x="9133" y="5008"/>
                  </a:lnTo>
                  <a:lnTo>
                    <a:pt x="9030" y="4944"/>
                  </a:lnTo>
                  <a:lnTo>
                    <a:pt x="8915" y="4919"/>
                  </a:lnTo>
                  <a:lnTo>
                    <a:pt x="8787" y="4906"/>
                  </a:lnTo>
                  <a:lnTo>
                    <a:pt x="4432" y="4906"/>
                  </a:lnTo>
                  <a:lnTo>
                    <a:pt x="1102" y="256"/>
                  </a:lnTo>
                  <a:lnTo>
                    <a:pt x="1013" y="154"/>
                  </a:lnTo>
                  <a:lnTo>
                    <a:pt x="923" y="90"/>
                  </a:lnTo>
                  <a:lnTo>
                    <a:pt x="821" y="39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41"/>
            <p:cNvSpPr/>
            <p:nvPr/>
          </p:nvSpPr>
          <p:spPr>
            <a:xfrm rot="5400000">
              <a:off x="5640005" y="3252694"/>
              <a:ext cx="833140" cy="100154"/>
            </a:xfrm>
            <a:custGeom>
              <a:avLst/>
              <a:gdLst/>
              <a:ahLst/>
              <a:cxnLst/>
              <a:rect l="l" t="t" r="r" b="b"/>
              <a:pathLst>
                <a:path w="10132" h="1218" extrusionOk="0">
                  <a:moveTo>
                    <a:pt x="603" y="1"/>
                  </a:moveTo>
                  <a:lnTo>
                    <a:pt x="488" y="13"/>
                  </a:lnTo>
                  <a:lnTo>
                    <a:pt x="372" y="39"/>
                  </a:lnTo>
                  <a:lnTo>
                    <a:pt x="270" y="103"/>
                  </a:lnTo>
                  <a:lnTo>
                    <a:pt x="180" y="180"/>
                  </a:lnTo>
                  <a:lnTo>
                    <a:pt x="103" y="270"/>
                  </a:lnTo>
                  <a:lnTo>
                    <a:pt x="52" y="372"/>
                  </a:lnTo>
                  <a:lnTo>
                    <a:pt x="14" y="487"/>
                  </a:lnTo>
                  <a:lnTo>
                    <a:pt x="1" y="603"/>
                  </a:lnTo>
                  <a:lnTo>
                    <a:pt x="14" y="731"/>
                  </a:lnTo>
                  <a:lnTo>
                    <a:pt x="52" y="846"/>
                  </a:lnTo>
                  <a:lnTo>
                    <a:pt x="103" y="948"/>
                  </a:lnTo>
                  <a:lnTo>
                    <a:pt x="180" y="1038"/>
                  </a:lnTo>
                  <a:lnTo>
                    <a:pt x="270" y="1102"/>
                  </a:lnTo>
                  <a:lnTo>
                    <a:pt x="372" y="1166"/>
                  </a:lnTo>
                  <a:lnTo>
                    <a:pt x="488" y="1204"/>
                  </a:lnTo>
                  <a:lnTo>
                    <a:pt x="603" y="1217"/>
                  </a:lnTo>
                  <a:lnTo>
                    <a:pt x="9517" y="1217"/>
                  </a:lnTo>
                  <a:lnTo>
                    <a:pt x="9645" y="1204"/>
                  </a:lnTo>
                  <a:lnTo>
                    <a:pt x="9760" y="1166"/>
                  </a:lnTo>
                  <a:lnTo>
                    <a:pt x="9863" y="1102"/>
                  </a:lnTo>
                  <a:lnTo>
                    <a:pt x="9953" y="1038"/>
                  </a:lnTo>
                  <a:lnTo>
                    <a:pt x="10029" y="948"/>
                  </a:lnTo>
                  <a:lnTo>
                    <a:pt x="10081" y="846"/>
                  </a:lnTo>
                  <a:lnTo>
                    <a:pt x="10119" y="731"/>
                  </a:lnTo>
                  <a:lnTo>
                    <a:pt x="10132" y="603"/>
                  </a:lnTo>
                  <a:lnTo>
                    <a:pt x="10119" y="487"/>
                  </a:lnTo>
                  <a:lnTo>
                    <a:pt x="10081" y="372"/>
                  </a:lnTo>
                  <a:lnTo>
                    <a:pt x="10029" y="270"/>
                  </a:lnTo>
                  <a:lnTo>
                    <a:pt x="9953" y="180"/>
                  </a:lnTo>
                  <a:lnTo>
                    <a:pt x="9863" y="103"/>
                  </a:lnTo>
                  <a:lnTo>
                    <a:pt x="9760" y="39"/>
                  </a:lnTo>
                  <a:lnTo>
                    <a:pt x="9645" y="13"/>
                  </a:lnTo>
                  <a:lnTo>
                    <a:pt x="95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41"/>
            <p:cNvSpPr/>
            <p:nvPr/>
          </p:nvSpPr>
          <p:spPr>
            <a:xfrm rot="5400000">
              <a:off x="4963876" y="2950460"/>
              <a:ext cx="1182776" cy="354981"/>
            </a:xfrm>
            <a:custGeom>
              <a:avLst/>
              <a:gdLst/>
              <a:ahLst/>
              <a:cxnLst/>
              <a:rect l="l" t="t" r="r" b="b"/>
              <a:pathLst>
                <a:path w="14384" h="4317" extrusionOk="0">
                  <a:moveTo>
                    <a:pt x="10439" y="0"/>
                  </a:moveTo>
                  <a:lnTo>
                    <a:pt x="10324" y="13"/>
                  </a:lnTo>
                  <a:lnTo>
                    <a:pt x="10209" y="39"/>
                  </a:lnTo>
                  <a:lnTo>
                    <a:pt x="10106" y="90"/>
                  </a:lnTo>
                  <a:lnTo>
                    <a:pt x="10016" y="167"/>
                  </a:lnTo>
                  <a:lnTo>
                    <a:pt x="6917" y="3100"/>
                  </a:lnTo>
                  <a:lnTo>
                    <a:pt x="615" y="3100"/>
                  </a:lnTo>
                  <a:lnTo>
                    <a:pt x="487" y="3113"/>
                  </a:lnTo>
                  <a:lnTo>
                    <a:pt x="372" y="3151"/>
                  </a:lnTo>
                  <a:lnTo>
                    <a:pt x="270" y="3202"/>
                  </a:lnTo>
                  <a:lnTo>
                    <a:pt x="180" y="3279"/>
                  </a:lnTo>
                  <a:lnTo>
                    <a:pt x="103" y="3369"/>
                  </a:lnTo>
                  <a:lnTo>
                    <a:pt x="52" y="3471"/>
                  </a:lnTo>
                  <a:lnTo>
                    <a:pt x="13" y="3587"/>
                  </a:lnTo>
                  <a:lnTo>
                    <a:pt x="1" y="3715"/>
                  </a:lnTo>
                  <a:lnTo>
                    <a:pt x="13" y="3830"/>
                  </a:lnTo>
                  <a:lnTo>
                    <a:pt x="52" y="3945"/>
                  </a:lnTo>
                  <a:lnTo>
                    <a:pt x="103" y="4048"/>
                  </a:lnTo>
                  <a:lnTo>
                    <a:pt x="180" y="4137"/>
                  </a:lnTo>
                  <a:lnTo>
                    <a:pt x="270" y="4214"/>
                  </a:lnTo>
                  <a:lnTo>
                    <a:pt x="372" y="4265"/>
                  </a:lnTo>
                  <a:lnTo>
                    <a:pt x="487" y="4304"/>
                  </a:lnTo>
                  <a:lnTo>
                    <a:pt x="615" y="4317"/>
                  </a:lnTo>
                  <a:lnTo>
                    <a:pt x="7160" y="4317"/>
                  </a:lnTo>
                  <a:lnTo>
                    <a:pt x="7276" y="4304"/>
                  </a:lnTo>
                  <a:lnTo>
                    <a:pt x="7391" y="4278"/>
                  </a:lnTo>
                  <a:lnTo>
                    <a:pt x="7493" y="4227"/>
                  </a:lnTo>
                  <a:lnTo>
                    <a:pt x="7583" y="4150"/>
                  </a:lnTo>
                  <a:lnTo>
                    <a:pt x="10682" y="1217"/>
                  </a:lnTo>
                  <a:lnTo>
                    <a:pt x="13769" y="1217"/>
                  </a:lnTo>
                  <a:lnTo>
                    <a:pt x="13897" y="1204"/>
                  </a:lnTo>
                  <a:lnTo>
                    <a:pt x="14012" y="1166"/>
                  </a:lnTo>
                  <a:lnTo>
                    <a:pt x="14115" y="1115"/>
                  </a:lnTo>
                  <a:lnTo>
                    <a:pt x="14205" y="1038"/>
                  </a:lnTo>
                  <a:lnTo>
                    <a:pt x="14281" y="948"/>
                  </a:lnTo>
                  <a:lnTo>
                    <a:pt x="14333" y="846"/>
                  </a:lnTo>
                  <a:lnTo>
                    <a:pt x="14371" y="730"/>
                  </a:lnTo>
                  <a:lnTo>
                    <a:pt x="14384" y="602"/>
                  </a:lnTo>
                  <a:lnTo>
                    <a:pt x="14371" y="487"/>
                  </a:lnTo>
                  <a:lnTo>
                    <a:pt x="14333" y="372"/>
                  </a:lnTo>
                  <a:lnTo>
                    <a:pt x="14281" y="269"/>
                  </a:lnTo>
                  <a:lnTo>
                    <a:pt x="14205" y="180"/>
                  </a:lnTo>
                  <a:lnTo>
                    <a:pt x="14115" y="103"/>
                  </a:lnTo>
                  <a:lnTo>
                    <a:pt x="14012" y="52"/>
                  </a:lnTo>
                  <a:lnTo>
                    <a:pt x="13897" y="13"/>
                  </a:lnTo>
                  <a:lnTo>
                    <a:pt x="137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41"/>
            <p:cNvSpPr/>
            <p:nvPr/>
          </p:nvSpPr>
          <p:spPr>
            <a:xfrm rot="5400000">
              <a:off x="4017621" y="2875178"/>
              <a:ext cx="1471316" cy="337055"/>
            </a:xfrm>
            <a:custGeom>
              <a:avLst/>
              <a:gdLst/>
              <a:ahLst/>
              <a:cxnLst/>
              <a:rect l="l" t="t" r="r" b="b"/>
              <a:pathLst>
                <a:path w="17893" h="4099" extrusionOk="0">
                  <a:moveTo>
                    <a:pt x="12590" y="0"/>
                  </a:moveTo>
                  <a:lnTo>
                    <a:pt x="12514" y="26"/>
                  </a:lnTo>
                  <a:lnTo>
                    <a:pt x="12450" y="39"/>
                  </a:lnTo>
                  <a:lnTo>
                    <a:pt x="12373" y="77"/>
                  </a:lnTo>
                  <a:lnTo>
                    <a:pt x="7301" y="2882"/>
                  </a:lnTo>
                  <a:lnTo>
                    <a:pt x="602" y="2882"/>
                  </a:lnTo>
                  <a:lnTo>
                    <a:pt x="474" y="2895"/>
                  </a:lnTo>
                  <a:lnTo>
                    <a:pt x="372" y="2933"/>
                  </a:lnTo>
                  <a:lnTo>
                    <a:pt x="256" y="2985"/>
                  </a:lnTo>
                  <a:lnTo>
                    <a:pt x="167" y="3062"/>
                  </a:lnTo>
                  <a:lnTo>
                    <a:pt x="103" y="3151"/>
                  </a:lnTo>
                  <a:lnTo>
                    <a:pt x="39" y="3254"/>
                  </a:lnTo>
                  <a:lnTo>
                    <a:pt x="13" y="3369"/>
                  </a:lnTo>
                  <a:lnTo>
                    <a:pt x="0" y="3497"/>
                  </a:lnTo>
                  <a:lnTo>
                    <a:pt x="13" y="3612"/>
                  </a:lnTo>
                  <a:lnTo>
                    <a:pt x="39" y="3728"/>
                  </a:lnTo>
                  <a:lnTo>
                    <a:pt x="103" y="3830"/>
                  </a:lnTo>
                  <a:lnTo>
                    <a:pt x="167" y="3920"/>
                  </a:lnTo>
                  <a:lnTo>
                    <a:pt x="256" y="3996"/>
                  </a:lnTo>
                  <a:lnTo>
                    <a:pt x="372" y="4048"/>
                  </a:lnTo>
                  <a:lnTo>
                    <a:pt x="474" y="4086"/>
                  </a:lnTo>
                  <a:lnTo>
                    <a:pt x="602" y="4099"/>
                  </a:lnTo>
                  <a:lnTo>
                    <a:pt x="7531" y="4099"/>
                  </a:lnTo>
                  <a:lnTo>
                    <a:pt x="7608" y="4073"/>
                  </a:lnTo>
                  <a:lnTo>
                    <a:pt x="7685" y="4061"/>
                  </a:lnTo>
                  <a:lnTo>
                    <a:pt x="7749" y="4022"/>
                  </a:lnTo>
                  <a:lnTo>
                    <a:pt x="12834" y="1217"/>
                  </a:lnTo>
                  <a:lnTo>
                    <a:pt x="17278" y="1217"/>
                  </a:lnTo>
                  <a:lnTo>
                    <a:pt x="17406" y="1204"/>
                  </a:lnTo>
                  <a:lnTo>
                    <a:pt x="17521" y="1166"/>
                  </a:lnTo>
                  <a:lnTo>
                    <a:pt x="17624" y="1115"/>
                  </a:lnTo>
                  <a:lnTo>
                    <a:pt x="17714" y="1038"/>
                  </a:lnTo>
                  <a:lnTo>
                    <a:pt x="17778" y="948"/>
                  </a:lnTo>
                  <a:lnTo>
                    <a:pt x="17842" y="846"/>
                  </a:lnTo>
                  <a:lnTo>
                    <a:pt x="17880" y="730"/>
                  </a:lnTo>
                  <a:lnTo>
                    <a:pt x="17893" y="602"/>
                  </a:lnTo>
                  <a:lnTo>
                    <a:pt x="17880" y="487"/>
                  </a:lnTo>
                  <a:lnTo>
                    <a:pt x="17842" y="372"/>
                  </a:lnTo>
                  <a:lnTo>
                    <a:pt x="17778" y="269"/>
                  </a:lnTo>
                  <a:lnTo>
                    <a:pt x="17714" y="180"/>
                  </a:lnTo>
                  <a:lnTo>
                    <a:pt x="17624" y="103"/>
                  </a:lnTo>
                  <a:lnTo>
                    <a:pt x="17521" y="52"/>
                  </a:lnTo>
                  <a:lnTo>
                    <a:pt x="17406" y="13"/>
                  </a:lnTo>
                  <a:lnTo>
                    <a:pt x="1727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41"/>
            <p:cNvSpPr/>
            <p:nvPr/>
          </p:nvSpPr>
          <p:spPr>
            <a:xfrm rot="5400000">
              <a:off x="3464132" y="3069487"/>
              <a:ext cx="1102685" cy="317073"/>
            </a:xfrm>
            <a:custGeom>
              <a:avLst/>
              <a:gdLst/>
              <a:ahLst/>
              <a:cxnLst/>
              <a:rect l="l" t="t" r="r" b="b"/>
              <a:pathLst>
                <a:path w="13410" h="3856" extrusionOk="0">
                  <a:moveTo>
                    <a:pt x="8312" y="0"/>
                  </a:moveTo>
                  <a:lnTo>
                    <a:pt x="8184" y="13"/>
                  </a:lnTo>
                  <a:lnTo>
                    <a:pt x="8069" y="51"/>
                  </a:lnTo>
                  <a:lnTo>
                    <a:pt x="7967" y="103"/>
                  </a:lnTo>
                  <a:lnTo>
                    <a:pt x="7877" y="179"/>
                  </a:lnTo>
                  <a:lnTo>
                    <a:pt x="7800" y="269"/>
                  </a:lnTo>
                  <a:lnTo>
                    <a:pt x="7749" y="371"/>
                  </a:lnTo>
                  <a:lnTo>
                    <a:pt x="7710" y="487"/>
                  </a:lnTo>
                  <a:lnTo>
                    <a:pt x="7698" y="615"/>
                  </a:lnTo>
                  <a:lnTo>
                    <a:pt x="7698" y="2638"/>
                  </a:lnTo>
                  <a:lnTo>
                    <a:pt x="602" y="2638"/>
                  </a:lnTo>
                  <a:lnTo>
                    <a:pt x="487" y="2651"/>
                  </a:lnTo>
                  <a:lnTo>
                    <a:pt x="372" y="2690"/>
                  </a:lnTo>
                  <a:lnTo>
                    <a:pt x="269" y="2754"/>
                  </a:lnTo>
                  <a:lnTo>
                    <a:pt x="179" y="2818"/>
                  </a:lnTo>
                  <a:lnTo>
                    <a:pt x="103" y="2907"/>
                  </a:lnTo>
                  <a:lnTo>
                    <a:pt x="51" y="3010"/>
                  </a:lnTo>
                  <a:lnTo>
                    <a:pt x="13" y="3125"/>
                  </a:lnTo>
                  <a:lnTo>
                    <a:pt x="0" y="3253"/>
                  </a:lnTo>
                  <a:lnTo>
                    <a:pt x="13" y="3369"/>
                  </a:lnTo>
                  <a:lnTo>
                    <a:pt x="51" y="3484"/>
                  </a:lnTo>
                  <a:lnTo>
                    <a:pt x="103" y="3586"/>
                  </a:lnTo>
                  <a:lnTo>
                    <a:pt x="179" y="3676"/>
                  </a:lnTo>
                  <a:lnTo>
                    <a:pt x="269" y="3753"/>
                  </a:lnTo>
                  <a:lnTo>
                    <a:pt x="372" y="3817"/>
                  </a:lnTo>
                  <a:lnTo>
                    <a:pt x="487" y="3842"/>
                  </a:lnTo>
                  <a:lnTo>
                    <a:pt x="602" y="3855"/>
                  </a:lnTo>
                  <a:lnTo>
                    <a:pt x="8312" y="3855"/>
                  </a:lnTo>
                  <a:lnTo>
                    <a:pt x="8428" y="3842"/>
                  </a:lnTo>
                  <a:lnTo>
                    <a:pt x="8543" y="3817"/>
                  </a:lnTo>
                  <a:lnTo>
                    <a:pt x="8645" y="3753"/>
                  </a:lnTo>
                  <a:lnTo>
                    <a:pt x="8735" y="3676"/>
                  </a:lnTo>
                  <a:lnTo>
                    <a:pt x="8812" y="3586"/>
                  </a:lnTo>
                  <a:lnTo>
                    <a:pt x="8863" y="3484"/>
                  </a:lnTo>
                  <a:lnTo>
                    <a:pt x="8902" y="3369"/>
                  </a:lnTo>
                  <a:lnTo>
                    <a:pt x="8914" y="3253"/>
                  </a:lnTo>
                  <a:lnTo>
                    <a:pt x="8914" y="1217"/>
                  </a:lnTo>
                  <a:lnTo>
                    <a:pt x="12795" y="1217"/>
                  </a:lnTo>
                  <a:lnTo>
                    <a:pt x="12923" y="1204"/>
                  </a:lnTo>
                  <a:lnTo>
                    <a:pt x="13038" y="1166"/>
                  </a:lnTo>
                  <a:lnTo>
                    <a:pt x="13141" y="1114"/>
                  </a:lnTo>
                  <a:lnTo>
                    <a:pt x="13231" y="1037"/>
                  </a:lnTo>
                  <a:lnTo>
                    <a:pt x="13295" y="948"/>
                  </a:lnTo>
                  <a:lnTo>
                    <a:pt x="13359" y="845"/>
                  </a:lnTo>
                  <a:lnTo>
                    <a:pt x="13397" y="730"/>
                  </a:lnTo>
                  <a:lnTo>
                    <a:pt x="13410" y="615"/>
                  </a:lnTo>
                  <a:lnTo>
                    <a:pt x="13397" y="487"/>
                  </a:lnTo>
                  <a:lnTo>
                    <a:pt x="13359" y="371"/>
                  </a:lnTo>
                  <a:lnTo>
                    <a:pt x="13295" y="269"/>
                  </a:lnTo>
                  <a:lnTo>
                    <a:pt x="13231" y="179"/>
                  </a:lnTo>
                  <a:lnTo>
                    <a:pt x="13141" y="103"/>
                  </a:lnTo>
                  <a:lnTo>
                    <a:pt x="13038" y="51"/>
                  </a:lnTo>
                  <a:lnTo>
                    <a:pt x="12923" y="13"/>
                  </a:lnTo>
                  <a:lnTo>
                    <a:pt x="1279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41"/>
            <p:cNvSpPr/>
            <p:nvPr/>
          </p:nvSpPr>
          <p:spPr>
            <a:xfrm rot="5400000">
              <a:off x="3011824" y="3429118"/>
              <a:ext cx="601420" cy="99085"/>
            </a:xfrm>
            <a:custGeom>
              <a:avLst/>
              <a:gdLst/>
              <a:ahLst/>
              <a:cxnLst/>
              <a:rect l="l" t="t" r="r" b="b"/>
              <a:pathLst>
                <a:path w="7314" h="1205" extrusionOk="0">
                  <a:moveTo>
                    <a:pt x="487" y="1"/>
                  </a:moveTo>
                  <a:lnTo>
                    <a:pt x="372" y="39"/>
                  </a:lnTo>
                  <a:lnTo>
                    <a:pt x="270" y="103"/>
                  </a:lnTo>
                  <a:lnTo>
                    <a:pt x="180" y="167"/>
                  </a:lnTo>
                  <a:lnTo>
                    <a:pt x="103" y="257"/>
                  </a:lnTo>
                  <a:lnTo>
                    <a:pt x="52" y="360"/>
                  </a:lnTo>
                  <a:lnTo>
                    <a:pt x="13" y="475"/>
                  </a:lnTo>
                  <a:lnTo>
                    <a:pt x="1" y="603"/>
                  </a:lnTo>
                  <a:lnTo>
                    <a:pt x="13" y="718"/>
                  </a:lnTo>
                  <a:lnTo>
                    <a:pt x="52" y="833"/>
                  </a:lnTo>
                  <a:lnTo>
                    <a:pt x="103" y="936"/>
                  </a:lnTo>
                  <a:lnTo>
                    <a:pt x="180" y="1026"/>
                  </a:lnTo>
                  <a:lnTo>
                    <a:pt x="270" y="1102"/>
                  </a:lnTo>
                  <a:lnTo>
                    <a:pt x="372" y="1166"/>
                  </a:lnTo>
                  <a:lnTo>
                    <a:pt x="487" y="1192"/>
                  </a:lnTo>
                  <a:lnTo>
                    <a:pt x="603" y="1205"/>
                  </a:lnTo>
                  <a:lnTo>
                    <a:pt x="6699" y="1205"/>
                  </a:lnTo>
                  <a:lnTo>
                    <a:pt x="6827" y="1192"/>
                  </a:lnTo>
                  <a:lnTo>
                    <a:pt x="6942" y="1166"/>
                  </a:lnTo>
                  <a:lnTo>
                    <a:pt x="7045" y="1102"/>
                  </a:lnTo>
                  <a:lnTo>
                    <a:pt x="7135" y="1026"/>
                  </a:lnTo>
                  <a:lnTo>
                    <a:pt x="7199" y="936"/>
                  </a:lnTo>
                  <a:lnTo>
                    <a:pt x="7263" y="833"/>
                  </a:lnTo>
                  <a:lnTo>
                    <a:pt x="7301" y="718"/>
                  </a:lnTo>
                  <a:lnTo>
                    <a:pt x="7314" y="603"/>
                  </a:lnTo>
                  <a:lnTo>
                    <a:pt x="7301" y="475"/>
                  </a:lnTo>
                  <a:lnTo>
                    <a:pt x="7263" y="360"/>
                  </a:lnTo>
                  <a:lnTo>
                    <a:pt x="7199" y="257"/>
                  </a:lnTo>
                  <a:lnTo>
                    <a:pt x="7135" y="167"/>
                  </a:lnTo>
                  <a:lnTo>
                    <a:pt x="7045" y="103"/>
                  </a:lnTo>
                  <a:lnTo>
                    <a:pt x="6942" y="39"/>
                  </a:lnTo>
                  <a:lnTo>
                    <a:pt x="682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41"/>
            <p:cNvSpPr/>
            <p:nvPr/>
          </p:nvSpPr>
          <p:spPr>
            <a:xfrm rot="5400000">
              <a:off x="2397284" y="3188472"/>
              <a:ext cx="1082703" cy="99085"/>
            </a:xfrm>
            <a:custGeom>
              <a:avLst/>
              <a:gdLst/>
              <a:ahLst/>
              <a:cxnLst/>
              <a:rect l="l" t="t" r="r" b="b"/>
              <a:pathLst>
                <a:path w="13167" h="1205" extrusionOk="0">
                  <a:moveTo>
                    <a:pt x="602" y="1"/>
                  </a:moveTo>
                  <a:lnTo>
                    <a:pt x="487" y="14"/>
                  </a:lnTo>
                  <a:lnTo>
                    <a:pt x="372" y="39"/>
                  </a:lnTo>
                  <a:lnTo>
                    <a:pt x="269" y="103"/>
                  </a:lnTo>
                  <a:lnTo>
                    <a:pt x="180" y="180"/>
                  </a:lnTo>
                  <a:lnTo>
                    <a:pt x="103" y="270"/>
                  </a:lnTo>
                  <a:lnTo>
                    <a:pt x="52" y="372"/>
                  </a:lnTo>
                  <a:lnTo>
                    <a:pt x="13" y="487"/>
                  </a:lnTo>
                  <a:lnTo>
                    <a:pt x="0" y="603"/>
                  </a:lnTo>
                  <a:lnTo>
                    <a:pt x="13" y="731"/>
                  </a:lnTo>
                  <a:lnTo>
                    <a:pt x="52" y="846"/>
                  </a:lnTo>
                  <a:lnTo>
                    <a:pt x="103" y="949"/>
                  </a:lnTo>
                  <a:lnTo>
                    <a:pt x="180" y="1038"/>
                  </a:lnTo>
                  <a:lnTo>
                    <a:pt x="269" y="1102"/>
                  </a:lnTo>
                  <a:lnTo>
                    <a:pt x="372" y="1166"/>
                  </a:lnTo>
                  <a:lnTo>
                    <a:pt x="487" y="1205"/>
                  </a:lnTo>
                  <a:lnTo>
                    <a:pt x="12680" y="1205"/>
                  </a:lnTo>
                  <a:lnTo>
                    <a:pt x="12795" y="1166"/>
                  </a:lnTo>
                  <a:lnTo>
                    <a:pt x="12898" y="1102"/>
                  </a:lnTo>
                  <a:lnTo>
                    <a:pt x="12988" y="1038"/>
                  </a:lnTo>
                  <a:lnTo>
                    <a:pt x="13052" y="949"/>
                  </a:lnTo>
                  <a:lnTo>
                    <a:pt x="13116" y="846"/>
                  </a:lnTo>
                  <a:lnTo>
                    <a:pt x="13154" y="731"/>
                  </a:lnTo>
                  <a:lnTo>
                    <a:pt x="13167" y="603"/>
                  </a:lnTo>
                  <a:lnTo>
                    <a:pt x="13154" y="487"/>
                  </a:lnTo>
                  <a:lnTo>
                    <a:pt x="13116" y="372"/>
                  </a:lnTo>
                  <a:lnTo>
                    <a:pt x="13052" y="270"/>
                  </a:lnTo>
                  <a:lnTo>
                    <a:pt x="12988" y="180"/>
                  </a:lnTo>
                  <a:lnTo>
                    <a:pt x="12898" y="103"/>
                  </a:lnTo>
                  <a:lnTo>
                    <a:pt x="12795" y="39"/>
                  </a:lnTo>
                  <a:lnTo>
                    <a:pt x="12680" y="14"/>
                  </a:lnTo>
                  <a:lnTo>
                    <a:pt x="12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41"/>
            <p:cNvSpPr/>
            <p:nvPr/>
          </p:nvSpPr>
          <p:spPr>
            <a:xfrm rot="5400000">
              <a:off x="1983382" y="3148470"/>
              <a:ext cx="907885" cy="353912"/>
            </a:xfrm>
            <a:custGeom>
              <a:avLst/>
              <a:gdLst/>
              <a:ahLst/>
              <a:cxnLst/>
              <a:rect l="l" t="t" r="r" b="b"/>
              <a:pathLst>
                <a:path w="11041" h="4304" extrusionOk="0">
                  <a:moveTo>
                    <a:pt x="6597" y="1"/>
                  </a:moveTo>
                  <a:lnTo>
                    <a:pt x="6520" y="13"/>
                  </a:lnTo>
                  <a:lnTo>
                    <a:pt x="6456" y="39"/>
                  </a:lnTo>
                  <a:lnTo>
                    <a:pt x="6392" y="65"/>
                  </a:lnTo>
                  <a:lnTo>
                    <a:pt x="6328" y="103"/>
                  </a:lnTo>
                  <a:lnTo>
                    <a:pt x="6276" y="141"/>
                  </a:lnTo>
                  <a:lnTo>
                    <a:pt x="6225" y="193"/>
                  </a:lnTo>
                  <a:lnTo>
                    <a:pt x="6174" y="257"/>
                  </a:lnTo>
                  <a:lnTo>
                    <a:pt x="4137" y="3087"/>
                  </a:lnTo>
                  <a:lnTo>
                    <a:pt x="603" y="3087"/>
                  </a:lnTo>
                  <a:lnTo>
                    <a:pt x="487" y="3100"/>
                  </a:lnTo>
                  <a:lnTo>
                    <a:pt x="372" y="3138"/>
                  </a:lnTo>
                  <a:lnTo>
                    <a:pt x="270" y="3190"/>
                  </a:lnTo>
                  <a:lnTo>
                    <a:pt x="180" y="3267"/>
                  </a:lnTo>
                  <a:lnTo>
                    <a:pt x="103" y="3356"/>
                  </a:lnTo>
                  <a:lnTo>
                    <a:pt x="39" y="3459"/>
                  </a:lnTo>
                  <a:lnTo>
                    <a:pt x="13" y="3574"/>
                  </a:lnTo>
                  <a:lnTo>
                    <a:pt x="1" y="3689"/>
                  </a:lnTo>
                  <a:lnTo>
                    <a:pt x="13" y="3817"/>
                  </a:lnTo>
                  <a:lnTo>
                    <a:pt x="39" y="3933"/>
                  </a:lnTo>
                  <a:lnTo>
                    <a:pt x="103" y="4035"/>
                  </a:lnTo>
                  <a:lnTo>
                    <a:pt x="180" y="4125"/>
                  </a:lnTo>
                  <a:lnTo>
                    <a:pt x="270" y="4189"/>
                  </a:lnTo>
                  <a:lnTo>
                    <a:pt x="372" y="4253"/>
                  </a:lnTo>
                  <a:lnTo>
                    <a:pt x="487" y="4291"/>
                  </a:lnTo>
                  <a:lnTo>
                    <a:pt x="603" y="4304"/>
                  </a:lnTo>
                  <a:lnTo>
                    <a:pt x="4458" y="4304"/>
                  </a:lnTo>
                  <a:lnTo>
                    <a:pt x="4522" y="4291"/>
                  </a:lnTo>
                  <a:lnTo>
                    <a:pt x="4599" y="4278"/>
                  </a:lnTo>
                  <a:lnTo>
                    <a:pt x="4663" y="4266"/>
                  </a:lnTo>
                  <a:lnTo>
                    <a:pt x="4727" y="4227"/>
                  </a:lnTo>
                  <a:lnTo>
                    <a:pt x="4791" y="4202"/>
                  </a:lnTo>
                  <a:lnTo>
                    <a:pt x="4855" y="4150"/>
                  </a:lnTo>
                  <a:lnTo>
                    <a:pt x="4906" y="4099"/>
                  </a:lnTo>
                  <a:lnTo>
                    <a:pt x="4944" y="4048"/>
                  </a:lnTo>
                  <a:lnTo>
                    <a:pt x="6981" y="1217"/>
                  </a:lnTo>
                  <a:lnTo>
                    <a:pt x="10426" y="1217"/>
                  </a:lnTo>
                  <a:lnTo>
                    <a:pt x="10554" y="1204"/>
                  </a:lnTo>
                  <a:lnTo>
                    <a:pt x="10669" y="1166"/>
                  </a:lnTo>
                  <a:lnTo>
                    <a:pt x="10772" y="1115"/>
                  </a:lnTo>
                  <a:lnTo>
                    <a:pt x="10862" y="1038"/>
                  </a:lnTo>
                  <a:lnTo>
                    <a:pt x="10926" y="948"/>
                  </a:lnTo>
                  <a:lnTo>
                    <a:pt x="10990" y="846"/>
                  </a:lnTo>
                  <a:lnTo>
                    <a:pt x="11028" y="731"/>
                  </a:lnTo>
                  <a:lnTo>
                    <a:pt x="11041" y="603"/>
                  </a:lnTo>
                  <a:lnTo>
                    <a:pt x="11028" y="487"/>
                  </a:lnTo>
                  <a:lnTo>
                    <a:pt x="10990" y="372"/>
                  </a:lnTo>
                  <a:lnTo>
                    <a:pt x="10926" y="270"/>
                  </a:lnTo>
                  <a:lnTo>
                    <a:pt x="10862" y="180"/>
                  </a:lnTo>
                  <a:lnTo>
                    <a:pt x="10772" y="103"/>
                  </a:lnTo>
                  <a:lnTo>
                    <a:pt x="10669" y="52"/>
                  </a:lnTo>
                  <a:lnTo>
                    <a:pt x="10554" y="13"/>
                  </a:lnTo>
                  <a:lnTo>
                    <a:pt x="104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41"/>
            <p:cNvSpPr/>
            <p:nvPr/>
          </p:nvSpPr>
          <p:spPr>
            <a:xfrm rot="5400000">
              <a:off x="4363552" y="3511884"/>
              <a:ext cx="268641" cy="100072"/>
            </a:xfrm>
            <a:custGeom>
              <a:avLst/>
              <a:gdLst/>
              <a:ahLst/>
              <a:cxnLst/>
              <a:rect l="l" t="t" r="r" b="b"/>
              <a:pathLst>
                <a:path w="3267" h="1217" extrusionOk="0">
                  <a:moveTo>
                    <a:pt x="602" y="0"/>
                  </a:moveTo>
                  <a:lnTo>
                    <a:pt x="487" y="13"/>
                  </a:lnTo>
                  <a:lnTo>
                    <a:pt x="372" y="51"/>
                  </a:lnTo>
                  <a:lnTo>
                    <a:pt x="269" y="103"/>
                  </a:lnTo>
                  <a:lnTo>
                    <a:pt x="179" y="180"/>
                  </a:lnTo>
                  <a:lnTo>
                    <a:pt x="103" y="269"/>
                  </a:lnTo>
                  <a:lnTo>
                    <a:pt x="39" y="372"/>
                  </a:lnTo>
                  <a:lnTo>
                    <a:pt x="13" y="487"/>
                  </a:lnTo>
                  <a:lnTo>
                    <a:pt x="0" y="615"/>
                  </a:lnTo>
                  <a:lnTo>
                    <a:pt x="13" y="730"/>
                  </a:lnTo>
                  <a:lnTo>
                    <a:pt x="39" y="846"/>
                  </a:lnTo>
                  <a:lnTo>
                    <a:pt x="103" y="948"/>
                  </a:lnTo>
                  <a:lnTo>
                    <a:pt x="179" y="1038"/>
                  </a:lnTo>
                  <a:lnTo>
                    <a:pt x="269" y="1115"/>
                  </a:lnTo>
                  <a:lnTo>
                    <a:pt x="372" y="1166"/>
                  </a:lnTo>
                  <a:lnTo>
                    <a:pt x="487" y="1204"/>
                  </a:lnTo>
                  <a:lnTo>
                    <a:pt x="602" y="1217"/>
                  </a:lnTo>
                  <a:lnTo>
                    <a:pt x="2664" y="1217"/>
                  </a:lnTo>
                  <a:lnTo>
                    <a:pt x="2792" y="1204"/>
                  </a:lnTo>
                  <a:lnTo>
                    <a:pt x="2895" y="1166"/>
                  </a:lnTo>
                  <a:lnTo>
                    <a:pt x="3010" y="1115"/>
                  </a:lnTo>
                  <a:lnTo>
                    <a:pt x="3100" y="1038"/>
                  </a:lnTo>
                  <a:lnTo>
                    <a:pt x="3164" y="948"/>
                  </a:lnTo>
                  <a:lnTo>
                    <a:pt x="3228" y="846"/>
                  </a:lnTo>
                  <a:lnTo>
                    <a:pt x="3253" y="730"/>
                  </a:lnTo>
                  <a:lnTo>
                    <a:pt x="3266" y="615"/>
                  </a:lnTo>
                  <a:lnTo>
                    <a:pt x="3253" y="487"/>
                  </a:lnTo>
                  <a:lnTo>
                    <a:pt x="3228" y="372"/>
                  </a:lnTo>
                  <a:lnTo>
                    <a:pt x="3164" y="269"/>
                  </a:lnTo>
                  <a:lnTo>
                    <a:pt x="3100" y="180"/>
                  </a:lnTo>
                  <a:lnTo>
                    <a:pt x="3010" y="103"/>
                  </a:lnTo>
                  <a:lnTo>
                    <a:pt x="2895" y="51"/>
                  </a:lnTo>
                  <a:lnTo>
                    <a:pt x="2792" y="13"/>
                  </a:lnTo>
                  <a:lnTo>
                    <a:pt x="266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41"/>
            <p:cNvSpPr/>
            <p:nvPr/>
          </p:nvSpPr>
          <p:spPr>
            <a:xfrm rot="5400000">
              <a:off x="6508919" y="3603406"/>
              <a:ext cx="82" cy="82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noFill/>
            <a:ln w="15700" cap="rnd" cmpd="sng">
              <a:solidFill>
                <a:srgbClr val="231F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41"/>
            <p:cNvSpPr/>
            <p:nvPr/>
          </p:nvSpPr>
          <p:spPr>
            <a:xfrm rot="5400000">
              <a:off x="4387280" y="4062118"/>
              <a:ext cx="968981" cy="159112"/>
            </a:xfrm>
            <a:custGeom>
              <a:avLst/>
              <a:gdLst/>
              <a:ahLst/>
              <a:cxnLst/>
              <a:rect l="l" t="t" r="r" b="b"/>
              <a:pathLst>
                <a:path w="11784" h="1935" extrusionOk="0">
                  <a:moveTo>
                    <a:pt x="794" y="1"/>
                  </a:moveTo>
                  <a:lnTo>
                    <a:pt x="705" y="14"/>
                  </a:lnTo>
                  <a:lnTo>
                    <a:pt x="628" y="39"/>
                  </a:lnTo>
                  <a:lnTo>
                    <a:pt x="538" y="78"/>
                  </a:lnTo>
                  <a:lnTo>
                    <a:pt x="461" y="116"/>
                  </a:lnTo>
                  <a:lnTo>
                    <a:pt x="384" y="167"/>
                  </a:lnTo>
                  <a:lnTo>
                    <a:pt x="320" y="219"/>
                  </a:lnTo>
                  <a:lnTo>
                    <a:pt x="256" y="283"/>
                  </a:lnTo>
                  <a:lnTo>
                    <a:pt x="205" y="347"/>
                  </a:lnTo>
                  <a:lnTo>
                    <a:pt x="154" y="423"/>
                  </a:lnTo>
                  <a:lnTo>
                    <a:pt x="103" y="500"/>
                  </a:lnTo>
                  <a:lnTo>
                    <a:pt x="64" y="590"/>
                  </a:lnTo>
                  <a:lnTo>
                    <a:pt x="39" y="680"/>
                  </a:lnTo>
                  <a:lnTo>
                    <a:pt x="13" y="769"/>
                  </a:lnTo>
                  <a:lnTo>
                    <a:pt x="0" y="872"/>
                  </a:lnTo>
                  <a:lnTo>
                    <a:pt x="0" y="961"/>
                  </a:lnTo>
                  <a:lnTo>
                    <a:pt x="0" y="1064"/>
                  </a:lnTo>
                  <a:lnTo>
                    <a:pt x="13" y="1166"/>
                  </a:lnTo>
                  <a:lnTo>
                    <a:pt x="39" y="1256"/>
                  </a:lnTo>
                  <a:lnTo>
                    <a:pt x="64" y="1346"/>
                  </a:lnTo>
                  <a:lnTo>
                    <a:pt x="103" y="1435"/>
                  </a:lnTo>
                  <a:lnTo>
                    <a:pt x="154" y="1512"/>
                  </a:lnTo>
                  <a:lnTo>
                    <a:pt x="205" y="1589"/>
                  </a:lnTo>
                  <a:lnTo>
                    <a:pt x="256" y="1653"/>
                  </a:lnTo>
                  <a:lnTo>
                    <a:pt x="320" y="1717"/>
                  </a:lnTo>
                  <a:lnTo>
                    <a:pt x="384" y="1768"/>
                  </a:lnTo>
                  <a:lnTo>
                    <a:pt x="461" y="1820"/>
                  </a:lnTo>
                  <a:lnTo>
                    <a:pt x="538" y="1858"/>
                  </a:lnTo>
                  <a:lnTo>
                    <a:pt x="628" y="1896"/>
                  </a:lnTo>
                  <a:lnTo>
                    <a:pt x="705" y="1922"/>
                  </a:lnTo>
                  <a:lnTo>
                    <a:pt x="794" y="1935"/>
                  </a:lnTo>
                  <a:lnTo>
                    <a:pt x="10989" y="1935"/>
                  </a:lnTo>
                  <a:lnTo>
                    <a:pt x="11079" y="1922"/>
                  </a:lnTo>
                  <a:lnTo>
                    <a:pt x="11156" y="1896"/>
                  </a:lnTo>
                  <a:lnTo>
                    <a:pt x="11245" y="1858"/>
                  </a:lnTo>
                  <a:lnTo>
                    <a:pt x="11322" y="1820"/>
                  </a:lnTo>
                  <a:lnTo>
                    <a:pt x="11386" y="1768"/>
                  </a:lnTo>
                  <a:lnTo>
                    <a:pt x="11463" y="1717"/>
                  </a:lnTo>
                  <a:lnTo>
                    <a:pt x="11527" y="1653"/>
                  </a:lnTo>
                  <a:lnTo>
                    <a:pt x="11578" y="1589"/>
                  </a:lnTo>
                  <a:lnTo>
                    <a:pt x="11630" y="1512"/>
                  </a:lnTo>
                  <a:lnTo>
                    <a:pt x="11681" y="1435"/>
                  </a:lnTo>
                  <a:lnTo>
                    <a:pt x="11719" y="1346"/>
                  </a:lnTo>
                  <a:lnTo>
                    <a:pt x="11745" y="1256"/>
                  </a:lnTo>
                  <a:lnTo>
                    <a:pt x="11771" y="1166"/>
                  </a:lnTo>
                  <a:lnTo>
                    <a:pt x="11783" y="1064"/>
                  </a:lnTo>
                  <a:lnTo>
                    <a:pt x="11783" y="961"/>
                  </a:lnTo>
                  <a:lnTo>
                    <a:pt x="11783" y="872"/>
                  </a:lnTo>
                  <a:lnTo>
                    <a:pt x="11771" y="769"/>
                  </a:lnTo>
                  <a:lnTo>
                    <a:pt x="11745" y="680"/>
                  </a:lnTo>
                  <a:lnTo>
                    <a:pt x="11719" y="590"/>
                  </a:lnTo>
                  <a:lnTo>
                    <a:pt x="11681" y="500"/>
                  </a:lnTo>
                  <a:lnTo>
                    <a:pt x="11630" y="423"/>
                  </a:lnTo>
                  <a:lnTo>
                    <a:pt x="11578" y="347"/>
                  </a:lnTo>
                  <a:lnTo>
                    <a:pt x="11527" y="283"/>
                  </a:lnTo>
                  <a:lnTo>
                    <a:pt x="11463" y="219"/>
                  </a:lnTo>
                  <a:lnTo>
                    <a:pt x="11386" y="167"/>
                  </a:lnTo>
                  <a:lnTo>
                    <a:pt x="11322" y="116"/>
                  </a:lnTo>
                  <a:lnTo>
                    <a:pt x="11245" y="78"/>
                  </a:lnTo>
                  <a:lnTo>
                    <a:pt x="11156" y="39"/>
                  </a:lnTo>
                  <a:lnTo>
                    <a:pt x="11079" y="14"/>
                  </a:lnTo>
                  <a:lnTo>
                    <a:pt x="109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41"/>
            <p:cNvSpPr/>
            <p:nvPr/>
          </p:nvSpPr>
          <p:spPr>
            <a:xfrm rot="5400000">
              <a:off x="4013382" y="4062118"/>
              <a:ext cx="968981" cy="159112"/>
            </a:xfrm>
            <a:custGeom>
              <a:avLst/>
              <a:gdLst/>
              <a:ahLst/>
              <a:cxnLst/>
              <a:rect l="l" t="t" r="r" b="b"/>
              <a:pathLst>
                <a:path w="11784" h="1935" extrusionOk="0">
                  <a:moveTo>
                    <a:pt x="794" y="1"/>
                  </a:moveTo>
                  <a:lnTo>
                    <a:pt x="705" y="13"/>
                  </a:lnTo>
                  <a:lnTo>
                    <a:pt x="628" y="39"/>
                  </a:lnTo>
                  <a:lnTo>
                    <a:pt x="538" y="77"/>
                  </a:lnTo>
                  <a:lnTo>
                    <a:pt x="461" y="116"/>
                  </a:lnTo>
                  <a:lnTo>
                    <a:pt x="384" y="167"/>
                  </a:lnTo>
                  <a:lnTo>
                    <a:pt x="320" y="218"/>
                  </a:lnTo>
                  <a:lnTo>
                    <a:pt x="256" y="282"/>
                  </a:lnTo>
                  <a:lnTo>
                    <a:pt x="205" y="346"/>
                  </a:lnTo>
                  <a:lnTo>
                    <a:pt x="154" y="423"/>
                  </a:lnTo>
                  <a:lnTo>
                    <a:pt x="103" y="500"/>
                  </a:lnTo>
                  <a:lnTo>
                    <a:pt x="64" y="590"/>
                  </a:lnTo>
                  <a:lnTo>
                    <a:pt x="39" y="679"/>
                  </a:lnTo>
                  <a:lnTo>
                    <a:pt x="13" y="769"/>
                  </a:lnTo>
                  <a:lnTo>
                    <a:pt x="0" y="872"/>
                  </a:lnTo>
                  <a:lnTo>
                    <a:pt x="0" y="974"/>
                  </a:lnTo>
                  <a:lnTo>
                    <a:pt x="0" y="1064"/>
                  </a:lnTo>
                  <a:lnTo>
                    <a:pt x="13" y="1166"/>
                  </a:lnTo>
                  <a:lnTo>
                    <a:pt x="39" y="1256"/>
                  </a:lnTo>
                  <a:lnTo>
                    <a:pt x="64" y="1345"/>
                  </a:lnTo>
                  <a:lnTo>
                    <a:pt x="103" y="1435"/>
                  </a:lnTo>
                  <a:lnTo>
                    <a:pt x="154" y="1512"/>
                  </a:lnTo>
                  <a:lnTo>
                    <a:pt x="205" y="1589"/>
                  </a:lnTo>
                  <a:lnTo>
                    <a:pt x="256" y="1653"/>
                  </a:lnTo>
                  <a:lnTo>
                    <a:pt x="320" y="1717"/>
                  </a:lnTo>
                  <a:lnTo>
                    <a:pt x="384" y="1768"/>
                  </a:lnTo>
                  <a:lnTo>
                    <a:pt x="461" y="1819"/>
                  </a:lnTo>
                  <a:lnTo>
                    <a:pt x="538" y="1858"/>
                  </a:lnTo>
                  <a:lnTo>
                    <a:pt x="628" y="1896"/>
                  </a:lnTo>
                  <a:lnTo>
                    <a:pt x="705" y="1922"/>
                  </a:lnTo>
                  <a:lnTo>
                    <a:pt x="794" y="1935"/>
                  </a:lnTo>
                  <a:lnTo>
                    <a:pt x="10989" y="1935"/>
                  </a:lnTo>
                  <a:lnTo>
                    <a:pt x="11079" y="1922"/>
                  </a:lnTo>
                  <a:lnTo>
                    <a:pt x="11156" y="1896"/>
                  </a:lnTo>
                  <a:lnTo>
                    <a:pt x="11245" y="1858"/>
                  </a:lnTo>
                  <a:lnTo>
                    <a:pt x="11322" y="1819"/>
                  </a:lnTo>
                  <a:lnTo>
                    <a:pt x="11386" y="1768"/>
                  </a:lnTo>
                  <a:lnTo>
                    <a:pt x="11463" y="1717"/>
                  </a:lnTo>
                  <a:lnTo>
                    <a:pt x="11527" y="1653"/>
                  </a:lnTo>
                  <a:lnTo>
                    <a:pt x="11578" y="1589"/>
                  </a:lnTo>
                  <a:lnTo>
                    <a:pt x="11630" y="1512"/>
                  </a:lnTo>
                  <a:lnTo>
                    <a:pt x="11681" y="1435"/>
                  </a:lnTo>
                  <a:lnTo>
                    <a:pt x="11719" y="1345"/>
                  </a:lnTo>
                  <a:lnTo>
                    <a:pt x="11745" y="1256"/>
                  </a:lnTo>
                  <a:lnTo>
                    <a:pt x="11771" y="1166"/>
                  </a:lnTo>
                  <a:lnTo>
                    <a:pt x="11783" y="1064"/>
                  </a:lnTo>
                  <a:lnTo>
                    <a:pt x="11783" y="974"/>
                  </a:lnTo>
                  <a:lnTo>
                    <a:pt x="11783" y="872"/>
                  </a:lnTo>
                  <a:lnTo>
                    <a:pt x="11771" y="769"/>
                  </a:lnTo>
                  <a:lnTo>
                    <a:pt x="11745" y="679"/>
                  </a:lnTo>
                  <a:lnTo>
                    <a:pt x="11719" y="590"/>
                  </a:lnTo>
                  <a:lnTo>
                    <a:pt x="11681" y="500"/>
                  </a:lnTo>
                  <a:lnTo>
                    <a:pt x="11630" y="423"/>
                  </a:lnTo>
                  <a:lnTo>
                    <a:pt x="11578" y="346"/>
                  </a:lnTo>
                  <a:lnTo>
                    <a:pt x="11527" y="282"/>
                  </a:lnTo>
                  <a:lnTo>
                    <a:pt x="11463" y="218"/>
                  </a:lnTo>
                  <a:lnTo>
                    <a:pt x="11386" y="167"/>
                  </a:lnTo>
                  <a:lnTo>
                    <a:pt x="11322" y="116"/>
                  </a:lnTo>
                  <a:lnTo>
                    <a:pt x="11245" y="77"/>
                  </a:lnTo>
                  <a:lnTo>
                    <a:pt x="11156" y="39"/>
                  </a:lnTo>
                  <a:lnTo>
                    <a:pt x="11079" y="13"/>
                  </a:lnTo>
                  <a:lnTo>
                    <a:pt x="109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41"/>
            <p:cNvSpPr/>
            <p:nvPr/>
          </p:nvSpPr>
          <p:spPr>
            <a:xfrm rot="5400000">
              <a:off x="3638950" y="4061584"/>
              <a:ext cx="968981" cy="160181"/>
            </a:xfrm>
            <a:custGeom>
              <a:avLst/>
              <a:gdLst/>
              <a:ahLst/>
              <a:cxnLst/>
              <a:rect l="l" t="t" r="r" b="b"/>
              <a:pathLst>
                <a:path w="11784" h="1948" extrusionOk="0">
                  <a:moveTo>
                    <a:pt x="794" y="0"/>
                  </a:moveTo>
                  <a:lnTo>
                    <a:pt x="705" y="13"/>
                  </a:lnTo>
                  <a:lnTo>
                    <a:pt x="628" y="39"/>
                  </a:lnTo>
                  <a:lnTo>
                    <a:pt x="538" y="77"/>
                  </a:lnTo>
                  <a:lnTo>
                    <a:pt x="461" y="116"/>
                  </a:lnTo>
                  <a:lnTo>
                    <a:pt x="384" y="167"/>
                  </a:lnTo>
                  <a:lnTo>
                    <a:pt x="320" y="218"/>
                  </a:lnTo>
                  <a:lnTo>
                    <a:pt x="256" y="282"/>
                  </a:lnTo>
                  <a:lnTo>
                    <a:pt x="205" y="359"/>
                  </a:lnTo>
                  <a:lnTo>
                    <a:pt x="154" y="423"/>
                  </a:lnTo>
                  <a:lnTo>
                    <a:pt x="103" y="513"/>
                  </a:lnTo>
                  <a:lnTo>
                    <a:pt x="64" y="590"/>
                  </a:lnTo>
                  <a:lnTo>
                    <a:pt x="39" y="679"/>
                  </a:lnTo>
                  <a:lnTo>
                    <a:pt x="13" y="769"/>
                  </a:lnTo>
                  <a:lnTo>
                    <a:pt x="0" y="871"/>
                  </a:lnTo>
                  <a:lnTo>
                    <a:pt x="0" y="974"/>
                  </a:lnTo>
                  <a:lnTo>
                    <a:pt x="0" y="1076"/>
                  </a:lnTo>
                  <a:lnTo>
                    <a:pt x="13" y="1166"/>
                  </a:lnTo>
                  <a:lnTo>
                    <a:pt x="39" y="1256"/>
                  </a:lnTo>
                  <a:lnTo>
                    <a:pt x="64" y="1345"/>
                  </a:lnTo>
                  <a:lnTo>
                    <a:pt x="103" y="1435"/>
                  </a:lnTo>
                  <a:lnTo>
                    <a:pt x="154" y="1512"/>
                  </a:lnTo>
                  <a:lnTo>
                    <a:pt x="205" y="1589"/>
                  </a:lnTo>
                  <a:lnTo>
                    <a:pt x="256" y="1653"/>
                  </a:lnTo>
                  <a:lnTo>
                    <a:pt x="320" y="1717"/>
                  </a:lnTo>
                  <a:lnTo>
                    <a:pt x="384" y="1781"/>
                  </a:lnTo>
                  <a:lnTo>
                    <a:pt x="461" y="1819"/>
                  </a:lnTo>
                  <a:lnTo>
                    <a:pt x="538" y="1870"/>
                  </a:lnTo>
                  <a:lnTo>
                    <a:pt x="628" y="1896"/>
                  </a:lnTo>
                  <a:lnTo>
                    <a:pt x="705" y="1922"/>
                  </a:lnTo>
                  <a:lnTo>
                    <a:pt x="794" y="1934"/>
                  </a:lnTo>
                  <a:lnTo>
                    <a:pt x="884" y="1947"/>
                  </a:lnTo>
                  <a:lnTo>
                    <a:pt x="10900" y="1947"/>
                  </a:lnTo>
                  <a:lnTo>
                    <a:pt x="10989" y="1934"/>
                  </a:lnTo>
                  <a:lnTo>
                    <a:pt x="11079" y="1922"/>
                  </a:lnTo>
                  <a:lnTo>
                    <a:pt x="11156" y="1896"/>
                  </a:lnTo>
                  <a:lnTo>
                    <a:pt x="11245" y="1870"/>
                  </a:lnTo>
                  <a:lnTo>
                    <a:pt x="11322" y="1819"/>
                  </a:lnTo>
                  <a:lnTo>
                    <a:pt x="11386" y="1781"/>
                  </a:lnTo>
                  <a:lnTo>
                    <a:pt x="11463" y="1717"/>
                  </a:lnTo>
                  <a:lnTo>
                    <a:pt x="11527" y="1653"/>
                  </a:lnTo>
                  <a:lnTo>
                    <a:pt x="11578" y="1589"/>
                  </a:lnTo>
                  <a:lnTo>
                    <a:pt x="11630" y="1512"/>
                  </a:lnTo>
                  <a:lnTo>
                    <a:pt x="11681" y="1435"/>
                  </a:lnTo>
                  <a:lnTo>
                    <a:pt x="11719" y="1345"/>
                  </a:lnTo>
                  <a:lnTo>
                    <a:pt x="11745" y="1256"/>
                  </a:lnTo>
                  <a:lnTo>
                    <a:pt x="11771" y="1166"/>
                  </a:lnTo>
                  <a:lnTo>
                    <a:pt x="11783" y="1076"/>
                  </a:lnTo>
                  <a:lnTo>
                    <a:pt x="11783" y="974"/>
                  </a:lnTo>
                  <a:lnTo>
                    <a:pt x="11783" y="871"/>
                  </a:lnTo>
                  <a:lnTo>
                    <a:pt x="11771" y="769"/>
                  </a:lnTo>
                  <a:lnTo>
                    <a:pt x="11745" y="679"/>
                  </a:lnTo>
                  <a:lnTo>
                    <a:pt x="11719" y="590"/>
                  </a:lnTo>
                  <a:lnTo>
                    <a:pt x="11681" y="513"/>
                  </a:lnTo>
                  <a:lnTo>
                    <a:pt x="11630" y="423"/>
                  </a:lnTo>
                  <a:lnTo>
                    <a:pt x="11578" y="359"/>
                  </a:lnTo>
                  <a:lnTo>
                    <a:pt x="11527" y="282"/>
                  </a:lnTo>
                  <a:lnTo>
                    <a:pt x="11463" y="218"/>
                  </a:lnTo>
                  <a:lnTo>
                    <a:pt x="11386" y="167"/>
                  </a:lnTo>
                  <a:lnTo>
                    <a:pt x="11322" y="116"/>
                  </a:lnTo>
                  <a:lnTo>
                    <a:pt x="11245" y="77"/>
                  </a:lnTo>
                  <a:lnTo>
                    <a:pt x="11156" y="39"/>
                  </a:lnTo>
                  <a:lnTo>
                    <a:pt x="11079" y="13"/>
                  </a:lnTo>
                  <a:lnTo>
                    <a:pt x="1098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41"/>
            <p:cNvSpPr/>
            <p:nvPr/>
          </p:nvSpPr>
          <p:spPr>
            <a:xfrm rot="5400000">
              <a:off x="2454104" y="4061584"/>
              <a:ext cx="968981" cy="160181"/>
            </a:xfrm>
            <a:custGeom>
              <a:avLst/>
              <a:gdLst/>
              <a:ahLst/>
              <a:cxnLst/>
              <a:rect l="l" t="t" r="r" b="b"/>
              <a:pathLst>
                <a:path w="11784" h="1948" extrusionOk="0">
                  <a:moveTo>
                    <a:pt x="884" y="0"/>
                  </a:moveTo>
                  <a:lnTo>
                    <a:pt x="794" y="13"/>
                  </a:lnTo>
                  <a:lnTo>
                    <a:pt x="705" y="26"/>
                  </a:lnTo>
                  <a:lnTo>
                    <a:pt x="628" y="52"/>
                  </a:lnTo>
                  <a:lnTo>
                    <a:pt x="538" y="77"/>
                  </a:lnTo>
                  <a:lnTo>
                    <a:pt x="461" y="116"/>
                  </a:lnTo>
                  <a:lnTo>
                    <a:pt x="384" y="167"/>
                  </a:lnTo>
                  <a:lnTo>
                    <a:pt x="320" y="231"/>
                  </a:lnTo>
                  <a:lnTo>
                    <a:pt x="256" y="282"/>
                  </a:lnTo>
                  <a:lnTo>
                    <a:pt x="205" y="359"/>
                  </a:lnTo>
                  <a:lnTo>
                    <a:pt x="154" y="436"/>
                  </a:lnTo>
                  <a:lnTo>
                    <a:pt x="103" y="513"/>
                  </a:lnTo>
                  <a:lnTo>
                    <a:pt x="64" y="602"/>
                  </a:lnTo>
                  <a:lnTo>
                    <a:pt x="39" y="692"/>
                  </a:lnTo>
                  <a:lnTo>
                    <a:pt x="13" y="782"/>
                  </a:lnTo>
                  <a:lnTo>
                    <a:pt x="0" y="871"/>
                  </a:lnTo>
                  <a:lnTo>
                    <a:pt x="0" y="974"/>
                  </a:lnTo>
                  <a:lnTo>
                    <a:pt x="0" y="1076"/>
                  </a:lnTo>
                  <a:lnTo>
                    <a:pt x="13" y="1166"/>
                  </a:lnTo>
                  <a:lnTo>
                    <a:pt x="39" y="1268"/>
                  </a:lnTo>
                  <a:lnTo>
                    <a:pt x="64" y="1358"/>
                  </a:lnTo>
                  <a:lnTo>
                    <a:pt x="103" y="1435"/>
                  </a:lnTo>
                  <a:lnTo>
                    <a:pt x="154" y="1512"/>
                  </a:lnTo>
                  <a:lnTo>
                    <a:pt x="205" y="1588"/>
                  </a:lnTo>
                  <a:lnTo>
                    <a:pt x="256" y="1665"/>
                  </a:lnTo>
                  <a:lnTo>
                    <a:pt x="320" y="1729"/>
                  </a:lnTo>
                  <a:lnTo>
                    <a:pt x="384" y="1781"/>
                  </a:lnTo>
                  <a:lnTo>
                    <a:pt x="461" y="1832"/>
                  </a:lnTo>
                  <a:lnTo>
                    <a:pt x="538" y="1870"/>
                  </a:lnTo>
                  <a:lnTo>
                    <a:pt x="628" y="1909"/>
                  </a:lnTo>
                  <a:lnTo>
                    <a:pt x="705" y="1921"/>
                  </a:lnTo>
                  <a:lnTo>
                    <a:pt x="794" y="1947"/>
                  </a:lnTo>
                  <a:lnTo>
                    <a:pt x="10989" y="1947"/>
                  </a:lnTo>
                  <a:lnTo>
                    <a:pt x="11079" y="1921"/>
                  </a:lnTo>
                  <a:lnTo>
                    <a:pt x="11156" y="1909"/>
                  </a:lnTo>
                  <a:lnTo>
                    <a:pt x="11245" y="1870"/>
                  </a:lnTo>
                  <a:lnTo>
                    <a:pt x="11322" y="1832"/>
                  </a:lnTo>
                  <a:lnTo>
                    <a:pt x="11399" y="1781"/>
                  </a:lnTo>
                  <a:lnTo>
                    <a:pt x="11463" y="1729"/>
                  </a:lnTo>
                  <a:lnTo>
                    <a:pt x="11527" y="1665"/>
                  </a:lnTo>
                  <a:lnTo>
                    <a:pt x="11578" y="1588"/>
                  </a:lnTo>
                  <a:lnTo>
                    <a:pt x="11630" y="1512"/>
                  </a:lnTo>
                  <a:lnTo>
                    <a:pt x="11681" y="1435"/>
                  </a:lnTo>
                  <a:lnTo>
                    <a:pt x="11719" y="1358"/>
                  </a:lnTo>
                  <a:lnTo>
                    <a:pt x="11745" y="1268"/>
                  </a:lnTo>
                  <a:lnTo>
                    <a:pt x="11771" y="1166"/>
                  </a:lnTo>
                  <a:lnTo>
                    <a:pt x="11783" y="1076"/>
                  </a:lnTo>
                  <a:lnTo>
                    <a:pt x="11783" y="974"/>
                  </a:lnTo>
                  <a:lnTo>
                    <a:pt x="11783" y="871"/>
                  </a:lnTo>
                  <a:lnTo>
                    <a:pt x="11771" y="782"/>
                  </a:lnTo>
                  <a:lnTo>
                    <a:pt x="11745" y="692"/>
                  </a:lnTo>
                  <a:lnTo>
                    <a:pt x="11719" y="602"/>
                  </a:lnTo>
                  <a:lnTo>
                    <a:pt x="11681" y="513"/>
                  </a:lnTo>
                  <a:lnTo>
                    <a:pt x="11630" y="436"/>
                  </a:lnTo>
                  <a:lnTo>
                    <a:pt x="11578" y="359"/>
                  </a:lnTo>
                  <a:lnTo>
                    <a:pt x="11527" y="282"/>
                  </a:lnTo>
                  <a:lnTo>
                    <a:pt x="11463" y="231"/>
                  </a:lnTo>
                  <a:lnTo>
                    <a:pt x="11399" y="167"/>
                  </a:lnTo>
                  <a:lnTo>
                    <a:pt x="11322" y="116"/>
                  </a:lnTo>
                  <a:lnTo>
                    <a:pt x="11245" y="77"/>
                  </a:lnTo>
                  <a:lnTo>
                    <a:pt x="11156" y="52"/>
                  </a:lnTo>
                  <a:lnTo>
                    <a:pt x="11079" y="26"/>
                  </a:lnTo>
                  <a:lnTo>
                    <a:pt x="10989" y="13"/>
                  </a:lnTo>
                  <a:lnTo>
                    <a:pt x="109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41"/>
            <p:cNvSpPr/>
            <p:nvPr/>
          </p:nvSpPr>
          <p:spPr>
            <a:xfrm rot="5400000">
              <a:off x="2828002" y="4061584"/>
              <a:ext cx="968981" cy="160181"/>
            </a:xfrm>
            <a:custGeom>
              <a:avLst/>
              <a:gdLst/>
              <a:ahLst/>
              <a:cxnLst/>
              <a:rect l="l" t="t" r="r" b="b"/>
              <a:pathLst>
                <a:path w="11784" h="1948" extrusionOk="0">
                  <a:moveTo>
                    <a:pt x="794" y="1"/>
                  </a:moveTo>
                  <a:lnTo>
                    <a:pt x="705" y="26"/>
                  </a:lnTo>
                  <a:lnTo>
                    <a:pt x="628" y="52"/>
                  </a:lnTo>
                  <a:lnTo>
                    <a:pt x="538" y="77"/>
                  </a:lnTo>
                  <a:lnTo>
                    <a:pt x="461" y="116"/>
                  </a:lnTo>
                  <a:lnTo>
                    <a:pt x="384" y="167"/>
                  </a:lnTo>
                  <a:lnTo>
                    <a:pt x="320" y="218"/>
                  </a:lnTo>
                  <a:lnTo>
                    <a:pt x="256" y="282"/>
                  </a:lnTo>
                  <a:lnTo>
                    <a:pt x="205" y="359"/>
                  </a:lnTo>
                  <a:lnTo>
                    <a:pt x="154" y="436"/>
                  </a:lnTo>
                  <a:lnTo>
                    <a:pt x="103" y="513"/>
                  </a:lnTo>
                  <a:lnTo>
                    <a:pt x="64" y="590"/>
                  </a:lnTo>
                  <a:lnTo>
                    <a:pt x="39" y="679"/>
                  </a:lnTo>
                  <a:lnTo>
                    <a:pt x="13" y="782"/>
                  </a:lnTo>
                  <a:lnTo>
                    <a:pt x="0" y="871"/>
                  </a:lnTo>
                  <a:lnTo>
                    <a:pt x="0" y="974"/>
                  </a:lnTo>
                  <a:lnTo>
                    <a:pt x="0" y="1076"/>
                  </a:lnTo>
                  <a:lnTo>
                    <a:pt x="13" y="1166"/>
                  </a:lnTo>
                  <a:lnTo>
                    <a:pt x="39" y="1256"/>
                  </a:lnTo>
                  <a:lnTo>
                    <a:pt x="64" y="1345"/>
                  </a:lnTo>
                  <a:lnTo>
                    <a:pt x="103" y="1435"/>
                  </a:lnTo>
                  <a:lnTo>
                    <a:pt x="154" y="1512"/>
                  </a:lnTo>
                  <a:lnTo>
                    <a:pt x="205" y="1589"/>
                  </a:lnTo>
                  <a:lnTo>
                    <a:pt x="256" y="1666"/>
                  </a:lnTo>
                  <a:lnTo>
                    <a:pt x="320" y="1717"/>
                  </a:lnTo>
                  <a:lnTo>
                    <a:pt x="384" y="1781"/>
                  </a:lnTo>
                  <a:lnTo>
                    <a:pt x="461" y="1832"/>
                  </a:lnTo>
                  <a:lnTo>
                    <a:pt x="538" y="1870"/>
                  </a:lnTo>
                  <a:lnTo>
                    <a:pt x="628" y="1896"/>
                  </a:lnTo>
                  <a:lnTo>
                    <a:pt x="705" y="1922"/>
                  </a:lnTo>
                  <a:lnTo>
                    <a:pt x="794" y="1934"/>
                  </a:lnTo>
                  <a:lnTo>
                    <a:pt x="884" y="1947"/>
                  </a:lnTo>
                  <a:lnTo>
                    <a:pt x="10900" y="1947"/>
                  </a:lnTo>
                  <a:lnTo>
                    <a:pt x="10989" y="1934"/>
                  </a:lnTo>
                  <a:lnTo>
                    <a:pt x="11079" y="1922"/>
                  </a:lnTo>
                  <a:lnTo>
                    <a:pt x="11156" y="1896"/>
                  </a:lnTo>
                  <a:lnTo>
                    <a:pt x="11245" y="1870"/>
                  </a:lnTo>
                  <a:lnTo>
                    <a:pt x="11322" y="1832"/>
                  </a:lnTo>
                  <a:lnTo>
                    <a:pt x="11399" y="1781"/>
                  </a:lnTo>
                  <a:lnTo>
                    <a:pt x="11463" y="1717"/>
                  </a:lnTo>
                  <a:lnTo>
                    <a:pt x="11527" y="1666"/>
                  </a:lnTo>
                  <a:lnTo>
                    <a:pt x="11578" y="1589"/>
                  </a:lnTo>
                  <a:lnTo>
                    <a:pt x="11630" y="1512"/>
                  </a:lnTo>
                  <a:lnTo>
                    <a:pt x="11681" y="1435"/>
                  </a:lnTo>
                  <a:lnTo>
                    <a:pt x="11719" y="1345"/>
                  </a:lnTo>
                  <a:lnTo>
                    <a:pt x="11745" y="1256"/>
                  </a:lnTo>
                  <a:lnTo>
                    <a:pt x="11771" y="1166"/>
                  </a:lnTo>
                  <a:lnTo>
                    <a:pt x="11783" y="1076"/>
                  </a:lnTo>
                  <a:lnTo>
                    <a:pt x="11783" y="974"/>
                  </a:lnTo>
                  <a:lnTo>
                    <a:pt x="11783" y="871"/>
                  </a:lnTo>
                  <a:lnTo>
                    <a:pt x="11771" y="782"/>
                  </a:lnTo>
                  <a:lnTo>
                    <a:pt x="11745" y="679"/>
                  </a:lnTo>
                  <a:lnTo>
                    <a:pt x="11719" y="590"/>
                  </a:lnTo>
                  <a:lnTo>
                    <a:pt x="11681" y="513"/>
                  </a:lnTo>
                  <a:lnTo>
                    <a:pt x="11630" y="436"/>
                  </a:lnTo>
                  <a:lnTo>
                    <a:pt x="11578" y="359"/>
                  </a:lnTo>
                  <a:lnTo>
                    <a:pt x="11527" y="282"/>
                  </a:lnTo>
                  <a:lnTo>
                    <a:pt x="11463" y="218"/>
                  </a:lnTo>
                  <a:lnTo>
                    <a:pt x="11399" y="167"/>
                  </a:lnTo>
                  <a:lnTo>
                    <a:pt x="11322" y="116"/>
                  </a:lnTo>
                  <a:lnTo>
                    <a:pt x="11245" y="77"/>
                  </a:lnTo>
                  <a:lnTo>
                    <a:pt x="11156" y="52"/>
                  </a:lnTo>
                  <a:lnTo>
                    <a:pt x="11079" y="26"/>
                  </a:lnTo>
                  <a:lnTo>
                    <a:pt x="109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41"/>
            <p:cNvSpPr/>
            <p:nvPr/>
          </p:nvSpPr>
          <p:spPr>
            <a:xfrm rot="5400000">
              <a:off x="2080248" y="4061625"/>
              <a:ext cx="968981" cy="160099"/>
            </a:xfrm>
            <a:custGeom>
              <a:avLst/>
              <a:gdLst/>
              <a:ahLst/>
              <a:cxnLst/>
              <a:rect l="l" t="t" r="r" b="b"/>
              <a:pathLst>
                <a:path w="11784" h="1947" extrusionOk="0">
                  <a:moveTo>
                    <a:pt x="884" y="0"/>
                  </a:moveTo>
                  <a:lnTo>
                    <a:pt x="794" y="13"/>
                  </a:lnTo>
                  <a:lnTo>
                    <a:pt x="705" y="26"/>
                  </a:lnTo>
                  <a:lnTo>
                    <a:pt x="628" y="51"/>
                  </a:lnTo>
                  <a:lnTo>
                    <a:pt x="538" y="77"/>
                  </a:lnTo>
                  <a:lnTo>
                    <a:pt x="461" y="128"/>
                  </a:lnTo>
                  <a:lnTo>
                    <a:pt x="384" y="167"/>
                  </a:lnTo>
                  <a:lnTo>
                    <a:pt x="320" y="231"/>
                  </a:lnTo>
                  <a:lnTo>
                    <a:pt x="256" y="295"/>
                  </a:lnTo>
                  <a:lnTo>
                    <a:pt x="205" y="359"/>
                  </a:lnTo>
                  <a:lnTo>
                    <a:pt x="154" y="436"/>
                  </a:lnTo>
                  <a:lnTo>
                    <a:pt x="103" y="512"/>
                  </a:lnTo>
                  <a:lnTo>
                    <a:pt x="64" y="602"/>
                  </a:lnTo>
                  <a:lnTo>
                    <a:pt x="39" y="692"/>
                  </a:lnTo>
                  <a:lnTo>
                    <a:pt x="13" y="781"/>
                  </a:lnTo>
                  <a:lnTo>
                    <a:pt x="0" y="871"/>
                  </a:lnTo>
                  <a:lnTo>
                    <a:pt x="0" y="974"/>
                  </a:lnTo>
                  <a:lnTo>
                    <a:pt x="0" y="1076"/>
                  </a:lnTo>
                  <a:lnTo>
                    <a:pt x="13" y="1178"/>
                  </a:lnTo>
                  <a:lnTo>
                    <a:pt x="39" y="1268"/>
                  </a:lnTo>
                  <a:lnTo>
                    <a:pt x="64" y="1358"/>
                  </a:lnTo>
                  <a:lnTo>
                    <a:pt x="103" y="1435"/>
                  </a:lnTo>
                  <a:lnTo>
                    <a:pt x="154" y="1524"/>
                  </a:lnTo>
                  <a:lnTo>
                    <a:pt x="205" y="1588"/>
                  </a:lnTo>
                  <a:lnTo>
                    <a:pt x="256" y="1665"/>
                  </a:lnTo>
                  <a:lnTo>
                    <a:pt x="320" y="1729"/>
                  </a:lnTo>
                  <a:lnTo>
                    <a:pt x="384" y="1780"/>
                  </a:lnTo>
                  <a:lnTo>
                    <a:pt x="461" y="1832"/>
                  </a:lnTo>
                  <a:lnTo>
                    <a:pt x="538" y="1870"/>
                  </a:lnTo>
                  <a:lnTo>
                    <a:pt x="628" y="1908"/>
                  </a:lnTo>
                  <a:lnTo>
                    <a:pt x="705" y="1934"/>
                  </a:lnTo>
                  <a:lnTo>
                    <a:pt x="794" y="1947"/>
                  </a:lnTo>
                  <a:lnTo>
                    <a:pt x="10989" y="1947"/>
                  </a:lnTo>
                  <a:lnTo>
                    <a:pt x="11079" y="1934"/>
                  </a:lnTo>
                  <a:lnTo>
                    <a:pt x="11156" y="1908"/>
                  </a:lnTo>
                  <a:lnTo>
                    <a:pt x="11245" y="1870"/>
                  </a:lnTo>
                  <a:lnTo>
                    <a:pt x="11322" y="1832"/>
                  </a:lnTo>
                  <a:lnTo>
                    <a:pt x="11399" y="1780"/>
                  </a:lnTo>
                  <a:lnTo>
                    <a:pt x="11463" y="1729"/>
                  </a:lnTo>
                  <a:lnTo>
                    <a:pt x="11527" y="1665"/>
                  </a:lnTo>
                  <a:lnTo>
                    <a:pt x="11578" y="1588"/>
                  </a:lnTo>
                  <a:lnTo>
                    <a:pt x="11630" y="1524"/>
                  </a:lnTo>
                  <a:lnTo>
                    <a:pt x="11681" y="1435"/>
                  </a:lnTo>
                  <a:lnTo>
                    <a:pt x="11719" y="1358"/>
                  </a:lnTo>
                  <a:lnTo>
                    <a:pt x="11745" y="1268"/>
                  </a:lnTo>
                  <a:lnTo>
                    <a:pt x="11771" y="1178"/>
                  </a:lnTo>
                  <a:lnTo>
                    <a:pt x="11783" y="1076"/>
                  </a:lnTo>
                  <a:lnTo>
                    <a:pt x="11783" y="974"/>
                  </a:lnTo>
                  <a:lnTo>
                    <a:pt x="11783" y="871"/>
                  </a:lnTo>
                  <a:lnTo>
                    <a:pt x="11771" y="781"/>
                  </a:lnTo>
                  <a:lnTo>
                    <a:pt x="11745" y="692"/>
                  </a:lnTo>
                  <a:lnTo>
                    <a:pt x="11719" y="602"/>
                  </a:lnTo>
                  <a:lnTo>
                    <a:pt x="11681" y="512"/>
                  </a:lnTo>
                  <a:lnTo>
                    <a:pt x="11630" y="436"/>
                  </a:lnTo>
                  <a:lnTo>
                    <a:pt x="11578" y="359"/>
                  </a:lnTo>
                  <a:lnTo>
                    <a:pt x="11527" y="295"/>
                  </a:lnTo>
                  <a:lnTo>
                    <a:pt x="11463" y="231"/>
                  </a:lnTo>
                  <a:lnTo>
                    <a:pt x="11399" y="167"/>
                  </a:lnTo>
                  <a:lnTo>
                    <a:pt x="11322" y="128"/>
                  </a:lnTo>
                  <a:lnTo>
                    <a:pt x="11245" y="77"/>
                  </a:lnTo>
                  <a:lnTo>
                    <a:pt x="11156" y="51"/>
                  </a:lnTo>
                  <a:lnTo>
                    <a:pt x="11079" y="26"/>
                  </a:lnTo>
                  <a:lnTo>
                    <a:pt x="10989" y="13"/>
                  </a:lnTo>
                  <a:lnTo>
                    <a:pt x="109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41"/>
            <p:cNvSpPr/>
            <p:nvPr/>
          </p:nvSpPr>
          <p:spPr>
            <a:xfrm rot="5400000">
              <a:off x="5946476" y="4061584"/>
              <a:ext cx="968981" cy="160181"/>
            </a:xfrm>
            <a:custGeom>
              <a:avLst/>
              <a:gdLst/>
              <a:ahLst/>
              <a:cxnLst/>
              <a:rect l="l" t="t" r="r" b="b"/>
              <a:pathLst>
                <a:path w="11784" h="1948" extrusionOk="0">
                  <a:moveTo>
                    <a:pt x="884" y="0"/>
                  </a:moveTo>
                  <a:lnTo>
                    <a:pt x="794" y="13"/>
                  </a:lnTo>
                  <a:lnTo>
                    <a:pt x="705" y="26"/>
                  </a:lnTo>
                  <a:lnTo>
                    <a:pt x="628" y="52"/>
                  </a:lnTo>
                  <a:lnTo>
                    <a:pt x="538" y="77"/>
                  </a:lnTo>
                  <a:lnTo>
                    <a:pt x="461" y="116"/>
                  </a:lnTo>
                  <a:lnTo>
                    <a:pt x="384" y="167"/>
                  </a:lnTo>
                  <a:lnTo>
                    <a:pt x="320" y="218"/>
                  </a:lnTo>
                  <a:lnTo>
                    <a:pt x="256" y="282"/>
                  </a:lnTo>
                  <a:lnTo>
                    <a:pt x="205" y="359"/>
                  </a:lnTo>
                  <a:lnTo>
                    <a:pt x="154" y="436"/>
                  </a:lnTo>
                  <a:lnTo>
                    <a:pt x="103" y="513"/>
                  </a:lnTo>
                  <a:lnTo>
                    <a:pt x="64" y="589"/>
                  </a:lnTo>
                  <a:lnTo>
                    <a:pt x="39" y="679"/>
                  </a:lnTo>
                  <a:lnTo>
                    <a:pt x="13" y="782"/>
                  </a:lnTo>
                  <a:lnTo>
                    <a:pt x="0" y="871"/>
                  </a:lnTo>
                  <a:lnTo>
                    <a:pt x="0" y="974"/>
                  </a:lnTo>
                  <a:lnTo>
                    <a:pt x="0" y="1076"/>
                  </a:lnTo>
                  <a:lnTo>
                    <a:pt x="13" y="1166"/>
                  </a:lnTo>
                  <a:lnTo>
                    <a:pt x="39" y="1268"/>
                  </a:lnTo>
                  <a:lnTo>
                    <a:pt x="64" y="1358"/>
                  </a:lnTo>
                  <a:lnTo>
                    <a:pt x="103" y="1435"/>
                  </a:lnTo>
                  <a:lnTo>
                    <a:pt x="154" y="1512"/>
                  </a:lnTo>
                  <a:lnTo>
                    <a:pt x="205" y="1588"/>
                  </a:lnTo>
                  <a:lnTo>
                    <a:pt x="256" y="1665"/>
                  </a:lnTo>
                  <a:lnTo>
                    <a:pt x="320" y="1729"/>
                  </a:lnTo>
                  <a:lnTo>
                    <a:pt x="384" y="1781"/>
                  </a:lnTo>
                  <a:lnTo>
                    <a:pt x="461" y="1832"/>
                  </a:lnTo>
                  <a:lnTo>
                    <a:pt x="538" y="1870"/>
                  </a:lnTo>
                  <a:lnTo>
                    <a:pt x="628" y="1896"/>
                  </a:lnTo>
                  <a:lnTo>
                    <a:pt x="705" y="1922"/>
                  </a:lnTo>
                  <a:lnTo>
                    <a:pt x="794" y="1934"/>
                  </a:lnTo>
                  <a:lnTo>
                    <a:pt x="884" y="1947"/>
                  </a:lnTo>
                  <a:lnTo>
                    <a:pt x="10900" y="1947"/>
                  </a:lnTo>
                  <a:lnTo>
                    <a:pt x="10989" y="1934"/>
                  </a:lnTo>
                  <a:lnTo>
                    <a:pt x="11079" y="1922"/>
                  </a:lnTo>
                  <a:lnTo>
                    <a:pt x="11156" y="1896"/>
                  </a:lnTo>
                  <a:lnTo>
                    <a:pt x="11245" y="1870"/>
                  </a:lnTo>
                  <a:lnTo>
                    <a:pt x="11322" y="1832"/>
                  </a:lnTo>
                  <a:lnTo>
                    <a:pt x="11386" y="1781"/>
                  </a:lnTo>
                  <a:lnTo>
                    <a:pt x="11463" y="1729"/>
                  </a:lnTo>
                  <a:lnTo>
                    <a:pt x="11527" y="1665"/>
                  </a:lnTo>
                  <a:lnTo>
                    <a:pt x="11578" y="1588"/>
                  </a:lnTo>
                  <a:lnTo>
                    <a:pt x="11630" y="1512"/>
                  </a:lnTo>
                  <a:lnTo>
                    <a:pt x="11681" y="1435"/>
                  </a:lnTo>
                  <a:lnTo>
                    <a:pt x="11719" y="1358"/>
                  </a:lnTo>
                  <a:lnTo>
                    <a:pt x="11745" y="1268"/>
                  </a:lnTo>
                  <a:lnTo>
                    <a:pt x="11771" y="1166"/>
                  </a:lnTo>
                  <a:lnTo>
                    <a:pt x="11783" y="1076"/>
                  </a:lnTo>
                  <a:lnTo>
                    <a:pt x="11783" y="974"/>
                  </a:lnTo>
                  <a:lnTo>
                    <a:pt x="11783" y="871"/>
                  </a:lnTo>
                  <a:lnTo>
                    <a:pt x="11771" y="782"/>
                  </a:lnTo>
                  <a:lnTo>
                    <a:pt x="11745" y="679"/>
                  </a:lnTo>
                  <a:lnTo>
                    <a:pt x="11719" y="589"/>
                  </a:lnTo>
                  <a:lnTo>
                    <a:pt x="11681" y="513"/>
                  </a:lnTo>
                  <a:lnTo>
                    <a:pt x="11630" y="436"/>
                  </a:lnTo>
                  <a:lnTo>
                    <a:pt x="11578" y="359"/>
                  </a:lnTo>
                  <a:lnTo>
                    <a:pt x="11527" y="282"/>
                  </a:lnTo>
                  <a:lnTo>
                    <a:pt x="11463" y="218"/>
                  </a:lnTo>
                  <a:lnTo>
                    <a:pt x="11386" y="167"/>
                  </a:lnTo>
                  <a:lnTo>
                    <a:pt x="11322" y="116"/>
                  </a:lnTo>
                  <a:lnTo>
                    <a:pt x="11245" y="77"/>
                  </a:lnTo>
                  <a:lnTo>
                    <a:pt x="11156" y="52"/>
                  </a:lnTo>
                  <a:lnTo>
                    <a:pt x="11079" y="26"/>
                  </a:lnTo>
                  <a:lnTo>
                    <a:pt x="10989" y="13"/>
                  </a:lnTo>
                  <a:lnTo>
                    <a:pt x="109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41"/>
            <p:cNvSpPr/>
            <p:nvPr/>
          </p:nvSpPr>
          <p:spPr>
            <a:xfrm rot="5400000">
              <a:off x="5572619" y="4061625"/>
              <a:ext cx="968981" cy="160099"/>
            </a:xfrm>
            <a:custGeom>
              <a:avLst/>
              <a:gdLst/>
              <a:ahLst/>
              <a:cxnLst/>
              <a:rect l="l" t="t" r="r" b="b"/>
              <a:pathLst>
                <a:path w="11784" h="1947" extrusionOk="0">
                  <a:moveTo>
                    <a:pt x="884" y="0"/>
                  </a:moveTo>
                  <a:lnTo>
                    <a:pt x="794" y="13"/>
                  </a:lnTo>
                  <a:lnTo>
                    <a:pt x="705" y="26"/>
                  </a:lnTo>
                  <a:lnTo>
                    <a:pt x="628" y="51"/>
                  </a:lnTo>
                  <a:lnTo>
                    <a:pt x="538" y="77"/>
                  </a:lnTo>
                  <a:lnTo>
                    <a:pt x="461" y="115"/>
                  </a:lnTo>
                  <a:lnTo>
                    <a:pt x="384" y="167"/>
                  </a:lnTo>
                  <a:lnTo>
                    <a:pt x="320" y="231"/>
                  </a:lnTo>
                  <a:lnTo>
                    <a:pt x="256" y="295"/>
                  </a:lnTo>
                  <a:lnTo>
                    <a:pt x="205" y="359"/>
                  </a:lnTo>
                  <a:lnTo>
                    <a:pt x="154" y="436"/>
                  </a:lnTo>
                  <a:lnTo>
                    <a:pt x="103" y="512"/>
                  </a:lnTo>
                  <a:lnTo>
                    <a:pt x="64" y="602"/>
                  </a:lnTo>
                  <a:lnTo>
                    <a:pt x="39" y="692"/>
                  </a:lnTo>
                  <a:lnTo>
                    <a:pt x="13" y="781"/>
                  </a:lnTo>
                  <a:lnTo>
                    <a:pt x="0" y="871"/>
                  </a:lnTo>
                  <a:lnTo>
                    <a:pt x="0" y="974"/>
                  </a:lnTo>
                  <a:lnTo>
                    <a:pt x="0" y="1076"/>
                  </a:lnTo>
                  <a:lnTo>
                    <a:pt x="13" y="1166"/>
                  </a:lnTo>
                  <a:lnTo>
                    <a:pt x="39" y="1268"/>
                  </a:lnTo>
                  <a:lnTo>
                    <a:pt x="64" y="1358"/>
                  </a:lnTo>
                  <a:lnTo>
                    <a:pt x="103" y="1435"/>
                  </a:lnTo>
                  <a:lnTo>
                    <a:pt x="154" y="1524"/>
                  </a:lnTo>
                  <a:lnTo>
                    <a:pt x="205" y="1588"/>
                  </a:lnTo>
                  <a:lnTo>
                    <a:pt x="256" y="1665"/>
                  </a:lnTo>
                  <a:lnTo>
                    <a:pt x="320" y="1729"/>
                  </a:lnTo>
                  <a:lnTo>
                    <a:pt x="384" y="1780"/>
                  </a:lnTo>
                  <a:lnTo>
                    <a:pt x="461" y="1832"/>
                  </a:lnTo>
                  <a:lnTo>
                    <a:pt x="538" y="1870"/>
                  </a:lnTo>
                  <a:lnTo>
                    <a:pt x="628" y="1908"/>
                  </a:lnTo>
                  <a:lnTo>
                    <a:pt x="705" y="1921"/>
                  </a:lnTo>
                  <a:lnTo>
                    <a:pt x="794" y="1947"/>
                  </a:lnTo>
                  <a:lnTo>
                    <a:pt x="10989" y="1947"/>
                  </a:lnTo>
                  <a:lnTo>
                    <a:pt x="11079" y="1921"/>
                  </a:lnTo>
                  <a:lnTo>
                    <a:pt x="11156" y="1908"/>
                  </a:lnTo>
                  <a:lnTo>
                    <a:pt x="11245" y="1870"/>
                  </a:lnTo>
                  <a:lnTo>
                    <a:pt x="11322" y="1832"/>
                  </a:lnTo>
                  <a:lnTo>
                    <a:pt x="11386" y="1780"/>
                  </a:lnTo>
                  <a:lnTo>
                    <a:pt x="11463" y="1729"/>
                  </a:lnTo>
                  <a:lnTo>
                    <a:pt x="11527" y="1665"/>
                  </a:lnTo>
                  <a:lnTo>
                    <a:pt x="11578" y="1588"/>
                  </a:lnTo>
                  <a:lnTo>
                    <a:pt x="11630" y="1524"/>
                  </a:lnTo>
                  <a:lnTo>
                    <a:pt x="11681" y="1435"/>
                  </a:lnTo>
                  <a:lnTo>
                    <a:pt x="11719" y="1358"/>
                  </a:lnTo>
                  <a:lnTo>
                    <a:pt x="11745" y="1268"/>
                  </a:lnTo>
                  <a:lnTo>
                    <a:pt x="11771" y="1166"/>
                  </a:lnTo>
                  <a:lnTo>
                    <a:pt x="11783" y="1076"/>
                  </a:lnTo>
                  <a:lnTo>
                    <a:pt x="11783" y="974"/>
                  </a:lnTo>
                  <a:lnTo>
                    <a:pt x="11783" y="871"/>
                  </a:lnTo>
                  <a:lnTo>
                    <a:pt x="11771" y="781"/>
                  </a:lnTo>
                  <a:lnTo>
                    <a:pt x="11745" y="692"/>
                  </a:lnTo>
                  <a:lnTo>
                    <a:pt x="11719" y="602"/>
                  </a:lnTo>
                  <a:lnTo>
                    <a:pt x="11681" y="512"/>
                  </a:lnTo>
                  <a:lnTo>
                    <a:pt x="11630" y="436"/>
                  </a:lnTo>
                  <a:lnTo>
                    <a:pt x="11578" y="359"/>
                  </a:lnTo>
                  <a:lnTo>
                    <a:pt x="11527" y="295"/>
                  </a:lnTo>
                  <a:lnTo>
                    <a:pt x="11463" y="231"/>
                  </a:lnTo>
                  <a:lnTo>
                    <a:pt x="11386" y="167"/>
                  </a:lnTo>
                  <a:lnTo>
                    <a:pt x="11322" y="115"/>
                  </a:lnTo>
                  <a:lnTo>
                    <a:pt x="11245" y="77"/>
                  </a:lnTo>
                  <a:lnTo>
                    <a:pt x="11156" y="51"/>
                  </a:lnTo>
                  <a:lnTo>
                    <a:pt x="11079" y="26"/>
                  </a:lnTo>
                  <a:lnTo>
                    <a:pt x="10989" y="13"/>
                  </a:lnTo>
                  <a:lnTo>
                    <a:pt x="109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41"/>
            <p:cNvSpPr/>
            <p:nvPr/>
          </p:nvSpPr>
          <p:spPr>
            <a:xfrm rot="5400000">
              <a:off x="5198763" y="4061584"/>
              <a:ext cx="968981" cy="160181"/>
            </a:xfrm>
            <a:custGeom>
              <a:avLst/>
              <a:gdLst/>
              <a:ahLst/>
              <a:cxnLst/>
              <a:rect l="l" t="t" r="r" b="b"/>
              <a:pathLst>
                <a:path w="11784" h="1948" extrusionOk="0">
                  <a:moveTo>
                    <a:pt x="884" y="1"/>
                  </a:moveTo>
                  <a:lnTo>
                    <a:pt x="794" y="14"/>
                  </a:lnTo>
                  <a:lnTo>
                    <a:pt x="705" y="27"/>
                  </a:lnTo>
                  <a:lnTo>
                    <a:pt x="628" y="52"/>
                  </a:lnTo>
                  <a:lnTo>
                    <a:pt x="538" y="78"/>
                  </a:lnTo>
                  <a:lnTo>
                    <a:pt x="461" y="129"/>
                  </a:lnTo>
                  <a:lnTo>
                    <a:pt x="384" y="167"/>
                  </a:lnTo>
                  <a:lnTo>
                    <a:pt x="320" y="231"/>
                  </a:lnTo>
                  <a:lnTo>
                    <a:pt x="256" y="296"/>
                  </a:lnTo>
                  <a:lnTo>
                    <a:pt x="205" y="360"/>
                  </a:lnTo>
                  <a:lnTo>
                    <a:pt x="154" y="436"/>
                  </a:lnTo>
                  <a:lnTo>
                    <a:pt x="103" y="513"/>
                  </a:lnTo>
                  <a:lnTo>
                    <a:pt x="64" y="603"/>
                  </a:lnTo>
                  <a:lnTo>
                    <a:pt x="39" y="693"/>
                  </a:lnTo>
                  <a:lnTo>
                    <a:pt x="13" y="782"/>
                  </a:lnTo>
                  <a:lnTo>
                    <a:pt x="0" y="885"/>
                  </a:lnTo>
                  <a:lnTo>
                    <a:pt x="0" y="974"/>
                  </a:lnTo>
                  <a:lnTo>
                    <a:pt x="0" y="1077"/>
                  </a:lnTo>
                  <a:lnTo>
                    <a:pt x="13" y="1179"/>
                  </a:lnTo>
                  <a:lnTo>
                    <a:pt x="39" y="1269"/>
                  </a:lnTo>
                  <a:lnTo>
                    <a:pt x="64" y="1359"/>
                  </a:lnTo>
                  <a:lnTo>
                    <a:pt x="103" y="1435"/>
                  </a:lnTo>
                  <a:lnTo>
                    <a:pt x="154" y="1525"/>
                  </a:lnTo>
                  <a:lnTo>
                    <a:pt x="205" y="1602"/>
                  </a:lnTo>
                  <a:lnTo>
                    <a:pt x="256" y="1666"/>
                  </a:lnTo>
                  <a:lnTo>
                    <a:pt x="320" y="1730"/>
                  </a:lnTo>
                  <a:lnTo>
                    <a:pt x="384" y="1781"/>
                  </a:lnTo>
                  <a:lnTo>
                    <a:pt x="461" y="1832"/>
                  </a:lnTo>
                  <a:lnTo>
                    <a:pt x="538" y="1871"/>
                  </a:lnTo>
                  <a:lnTo>
                    <a:pt x="628" y="1909"/>
                  </a:lnTo>
                  <a:lnTo>
                    <a:pt x="705" y="1935"/>
                  </a:lnTo>
                  <a:lnTo>
                    <a:pt x="794" y="1948"/>
                  </a:lnTo>
                  <a:lnTo>
                    <a:pt x="10989" y="1948"/>
                  </a:lnTo>
                  <a:lnTo>
                    <a:pt x="11079" y="1935"/>
                  </a:lnTo>
                  <a:lnTo>
                    <a:pt x="11156" y="1909"/>
                  </a:lnTo>
                  <a:lnTo>
                    <a:pt x="11245" y="1871"/>
                  </a:lnTo>
                  <a:lnTo>
                    <a:pt x="11322" y="1832"/>
                  </a:lnTo>
                  <a:lnTo>
                    <a:pt x="11386" y="1781"/>
                  </a:lnTo>
                  <a:lnTo>
                    <a:pt x="11463" y="1730"/>
                  </a:lnTo>
                  <a:lnTo>
                    <a:pt x="11527" y="1666"/>
                  </a:lnTo>
                  <a:lnTo>
                    <a:pt x="11578" y="1602"/>
                  </a:lnTo>
                  <a:lnTo>
                    <a:pt x="11630" y="1525"/>
                  </a:lnTo>
                  <a:lnTo>
                    <a:pt x="11681" y="1435"/>
                  </a:lnTo>
                  <a:lnTo>
                    <a:pt x="11719" y="1359"/>
                  </a:lnTo>
                  <a:lnTo>
                    <a:pt x="11745" y="1269"/>
                  </a:lnTo>
                  <a:lnTo>
                    <a:pt x="11771" y="1179"/>
                  </a:lnTo>
                  <a:lnTo>
                    <a:pt x="11783" y="1077"/>
                  </a:lnTo>
                  <a:lnTo>
                    <a:pt x="11783" y="974"/>
                  </a:lnTo>
                  <a:lnTo>
                    <a:pt x="11783" y="885"/>
                  </a:lnTo>
                  <a:lnTo>
                    <a:pt x="11771" y="782"/>
                  </a:lnTo>
                  <a:lnTo>
                    <a:pt x="11745" y="693"/>
                  </a:lnTo>
                  <a:lnTo>
                    <a:pt x="11719" y="603"/>
                  </a:lnTo>
                  <a:lnTo>
                    <a:pt x="11681" y="513"/>
                  </a:lnTo>
                  <a:lnTo>
                    <a:pt x="11630" y="436"/>
                  </a:lnTo>
                  <a:lnTo>
                    <a:pt x="11578" y="360"/>
                  </a:lnTo>
                  <a:lnTo>
                    <a:pt x="11527" y="296"/>
                  </a:lnTo>
                  <a:lnTo>
                    <a:pt x="11463" y="231"/>
                  </a:lnTo>
                  <a:lnTo>
                    <a:pt x="11386" y="167"/>
                  </a:lnTo>
                  <a:lnTo>
                    <a:pt x="11322" y="129"/>
                  </a:lnTo>
                  <a:lnTo>
                    <a:pt x="11245" y="78"/>
                  </a:lnTo>
                  <a:lnTo>
                    <a:pt x="11156" y="52"/>
                  </a:lnTo>
                  <a:lnTo>
                    <a:pt x="11079" y="27"/>
                  </a:lnTo>
                  <a:lnTo>
                    <a:pt x="10989" y="14"/>
                  </a:lnTo>
                  <a:lnTo>
                    <a:pt x="109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41"/>
            <p:cNvSpPr/>
            <p:nvPr/>
          </p:nvSpPr>
          <p:spPr>
            <a:xfrm rot="5400000">
              <a:off x="6713715" y="2876211"/>
              <a:ext cx="240190" cy="239121"/>
            </a:xfrm>
            <a:custGeom>
              <a:avLst/>
              <a:gdLst/>
              <a:ahLst/>
              <a:cxnLst/>
              <a:rect l="l" t="t" r="r" b="b"/>
              <a:pathLst>
                <a:path w="2921" h="2908" extrusionOk="0">
                  <a:moveTo>
                    <a:pt x="1307" y="0"/>
                  </a:moveTo>
                  <a:lnTo>
                    <a:pt x="1166" y="26"/>
                  </a:lnTo>
                  <a:lnTo>
                    <a:pt x="1025" y="64"/>
                  </a:lnTo>
                  <a:lnTo>
                    <a:pt x="897" y="102"/>
                  </a:lnTo>
                  <a:lnTo>
                    <a:pt x="769" y="167"/>
                  </a:lnTo>
                  <a:lnTo>
                    <a:pt x="654" y="243"/>
                  </a:lnTo>
                  <a:lnTo>
                    <a:pt x="539" y="333"/>
                  </a:lnTo>
                  <a:lnTo>
                    <a:pt x="436" y="423"/>
                  </a:lnTo>
                  <a:lnTo>
                    <a:pt x="334" y="525"/>
                  </a:lnTo>
                  <a:lnTo>
                    <a:pt x="257" y="640"/>
                  </a:lnTo>
                  <a:lnTo>
                    <a:pt x="180" y="756"/>
                  </a:lnTo>
                  <a:lnTo>
                    <a:pt x="116" y="884"/>
                  </a:lnTo>
                  <a:lnTo>
                    <a:pt x="78" y="1012"/>
                  </a:lnTo>
                  <a:lnTo>
                    <a:pt x="39" y="1153"/>
                  </a:lnTo>
                  <a:lnTo>
                    <a:pt x="14" y="1306"/>
                  </a:lnTo>
                  <a:lnTo>
                    <a:pt x="1" y="1447"/>
                  </a:lnTo>
                  <a:lnTo>
                    <a:pt x="14" y="1601"/>
                  </a:lnTo>
                  <a:lnTo>
                    <a:pt x="39" y="1742"/>
                  </a:lnTo>
                  <a:lnTo>
                    <a:pt x="78" y="1883"/>
                  </a:lnTo>
                  <a:lnTo>
                    <a:pt x="116" y="2011"/>
                  </a:lnTo>
                  <a:lnTo>
                    <a:pt x="180" y="2139"/>
                  </a:lnTo>
                  <a:lnTo>
                    <a:pt x="257" y="2267"/>
                  </a:lnTo>
                  <a:lnTo>
                    <a:pt x="334" y="2382"/>
                  </a:lnTo>
                  <a:lnTo>
                    <a:pt x="436" y="2485"/>
                  </a:lnTo>
                  <a:lnTo>
                    <a:pt x="539" y="2574"/>
                  </a:lnTo>
                  <a:lnTo>
                    <a:pt x="654" y="2651"/>
                  </a:lnTo>
                  <a:lnTo>
                    <a:pt x="769" y="2728"/>
                  </a:lnTo>
                  <a:lnTo>
                    <a:pt x="897" y="2792"/>
                  </a:lnTo>
                  <a:lnTo>
                    <a:pt x="1025" y="2843"/>
                  </a:lnTo>
                  <a:lnTo>
                    <a:pt x="1166" y="2882"/>
                  </a:lnTo>
                  <a:lnTo>
                    <a:pt x="1307" y="2895"/>
                  </a:lnTo>
                  <a:lnTo>
                    <a:pt x="1461" y="2907"/>
                  </a:lnTo>
                  <a:lnTo>
                    <a:pt x="1615" y="2895"/>
                  </a:lnTo>
                  <a:lnTo>
                    <a:pt x="1755" y="2882"/>
                  </a:lnTo>
                  <a:lnTo>
                    <a:pt x="1896" y="2843"/>
                  </a:lnTo>
                  <a:lnTo>
                    <a:pt x="2024" y="2792"/>
                  </a:lnTo>
                  <a:lnTo>
                    <a:pt x="2152" y="2728"/>
                  </a:lnTo>
                  <a:lnTo>
                    <a:pt x="2281" y="2651"/>
                  </a:lnTo>
                  <a:lnTo>
                    <a:pt x="2383" y="2574"/>
                  </a:lnTo>
                  <a:lnTo>
                    <a:pt x="2485" y="2485"/>
                  </a:lnTo>
                  <a:lnTo>
                    <a:pt x="2588" y="2382"/>
                  </a:lnTo>
                  <a:lnTo>
                    <a:pt x="2665" y="2267"/>
                  </a:lnTo>
                  <a:lnTo>
                    <a:pt x="2742" y="2139"/>
                  </a:lnTo>
                  <a:lnTo>
                    <a:pt x="2806" y="2011"/>
                  </a:lnTo>
                  <a:lnTo>
                    <a:pt x="2857" y="1883"/>
                  </a:lnTo>
                  <a:lnTo>
                    <a:pt x="2883" y="1742"/>
                  </a:lnTo>
                  <a:lnTo>
                    <a:pt x="2908" y="1601"/>
                  </a:lnTo>
                  <a:lnTo>
                    <a:pt x="2921" y="1447"/>
                  </a:lnTo>
                  <a:lnTo>
                    <a:pt x="2908" y="1306"/>
                  </a:lnTo>
                  <a:lnTo>
                    <a:pt x="2883" y="1153"/>
                  </a:lnTo>
                  <a:lnTo>
                    <a:pt x="2857" y="1012"/>
                  </a:lnTo>
                  <a:lnTo>
                    <a:pt x="2806" y="884"/>
                  </a:lnTo>
                  <a:lnTo>
                    <a:pt x="2742" y="756"/>
                  </a:lnTo>
                  <a:lnTo>
                    <a:pt x="2665" y="640"/>
                  </a:lnTo>
                  <a:lnTo>
                    <a:pt x="2588" y="525"/>
                  </a:lnTo>
                  <a:lnTo>
                    <a:pt x="2485" y="423"/>
                  </a:lnTo>
                  <a:lnTo>
                    <a:pt x="2383" y="333"/>
                  </a:lnTo>
                  <a:lnTo>
                    <a:pt x="2281" y="243"/>
                  </a:lnTo>
                  <a:lnTo>
                    <a:pt x="2152" y="167"/>
                  </a:lnTo>
                  <a:lnTo>
                    <a:pt x="2024" y="102"/>
                  </a:lnTo>
                  <a:lnTo>
                    <a:pt x="1896" y="64"/>
                  </a:lnTo>
                  <a:lnTo>
                    <a:pt x="1755" y="26"/>
                  </a:lnTo>
                  <a:lnTo>
                    <a:pt x="1615" y="0"/>
                  </a:lnTo>
                  <a:close/>
                </a:path>
              </a:pathLst>
            </a:custGeom>
            <a:solidFill>
              <a:srgbClr val="FAFF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41"/>
            <p:cNvSpPr/>
            <p:nvPr/>
          </p:nvSpPr>
          <p:spPr>
            <a:xfrm rot="5400000">
              <a:off x="5937509" y="2776179"/>
              <a:ext cx="239203" cy="240190"/>
            </a:xfrm>
            <a:custGeom>
              <a:avLst/>
              <a:gdLst/>
              <a:ahLst/>
              <a:cxnLst/>
              <a:rect l="l" t="t" r="r" b="b"/>
              <a:pathLst>
                <a:path w="2909" h="2921" extrusionOk="0">
                  <a:moveTo>
                    <a:pt x="1448" y="0"/>
                  </a:moveTo>
                  <a:lnTo>
                    <a:pt x="1307" y="13"/>
                  </a:lnTo>
                  <a:lnTo>
                    <a:pt x="1154" y="39"/>
                  </a:lnTo>
                  <a:lnTo>
                    <a:pt x="1025" y="77"/>
                  </a:lnTo>
                  <a:lnTo>
                    <a:pt x="885" y="116"/>
                  </a:lnTo>
                  <a:lnTo>
                    <a:pt x="756" y="180"/>
                  </a:lnTo>
                  <a:lnTo>
                    <a:pt x="641" y="257"/>
                  </a:lnTo>
                  <a:lnTo>
                    <a:pt x="526" y="333"/>
                  </a:lnTo>
                  <a:lnTo>
                    <a:pt x="423" y="436"/>
                  </a:lnTo>
                  <a:lnTo>
                    <a:pt x="334" y="538"/>
                  </a:lnTo>
                  <a:lnTo>
                    <a:pt x="244" y="654"/>
                  </a:lnTo>
                  <a:lnTo>
                    <a:pt x="167" y="769"/>
                  </a:lnTo>
                  <a:lnTo>
                    <a:pt x="116" y="897"/>
                  </a:lnTo>
                  <a:lnTo>
                    <a:pt x="65" y="1025"/>
                  </a:lnTo>
                  <a:lnTo>
                    <a:pt x="26" y="1166"/>
                  </a:lnTo>
                  <a:lnTo>
                    <a:pt x="1" y="1320"/>
                  </a:lnTo>
                  <a:lnTo>
                    <a:pt x="1" y="1461"/>
                  </a:lnTo>
                  <a:lnTo>
                    <a:pt x="1" y="1614"/>
                  </a:lnTo>
                  <a:lnTo>
                    <a:pt x="26" y="1755"/>
                  </a:lnTo>
                  <a:lnTo>
                    <a:pt x="65" y="1896"/>
                  </a:lnTo>
                  <a:lnTo>
                    <a:pt x="116" y="2024"/>
                  </a:lnTo>
                  <a:lnTo>
                    <a:pt x="167" y="2152"/>
                  </a:lnTo>
                  <a:lnTo>
                    <a:pt x="244" y="2280"/>
                  </a:lnTo>
                  <a:lnTo>
                    <a:pt x="334" y="2383"/>
                  </a:lnTo>
                  <a:lnTo>
                    <a:pt x="423" y="2498"/>
                  </a:lnTo>
                  <a:lnTo>
                    <a:pt x="526" y="2588"/>
                  </a:lnTo>
                  <a:lnTo>
                    <a:pt x="641" y="2664"/>
                  </a:lnTo>
                  <a:lnTo>
                    <a:pt x="756" y="2741"/>
                  </a:lnTo>
                  <a:lnTo>
                    <a:pt x="885" y="2805"/>
                  </a:lnTo>
                  <a:lnTo>
                    <a:pt x="1025" y="2857"/>
                  </a:lnTo>
                  <a:lnTo>
                    <a:pt x="1154" y="2882"/>
                  </a:lnTo>
                  <a:lnTo>
                    <a:pt x="1307" y="2908"/>
                  </a:lnTo>
                  <a:lnTo>
                    <a:pt x="1448" y="2921"/>
                  </a:lnTo>
                  <a:lnTo>
                    <a:pt x="1602" y="2908"/>
                  </a:lnTo>
                  <a:lnTo>
                    <a:pt x="1743" y="2882"/>
                  </a:lnTo>
                  <a:lnTo>
                    <a:pt x="1884" y="2857"/>
                  </a:lnTo>
                  <a:lnTo>
                    <a:pt x="2024" y="2805"/>
                  </a:lnTo>
                  <a:lnTo>
                    <a:pt x="2153" y="2741"/>
                  </a:lnTo>
                  <a:lnTo>
                    <a:pt x="2268" y="2664"/>
                  </a:lnTo>
                  <a:lnTo>
                    <a:pt x="2383" y="2588"/>
                  </a:lnTo>
                  <a:lnTo>
                    <a:pt x="2486" y="2498"/>
                  </a:lnTo>
                  <a:lnTo>
                    <a:pt x="2575" y="2383"/>
                  </a:lnTo>
                  <a:lnTo>
                    <a:pt x="2665" y="2280"/>
                  </a:lnTo>
                  <a:lnTo>
                    <a:pt x="2729" y="2152"/>
                  </a:lnTo>
                  <a:lnTo>
                    <a:pt x="2793" y="2024"/>
                  </a:lnTo>
                  <a:lnTo>
                    <a:pt x="2844" y="1896"/>
                  </a:lnTo>
                  <a:lnTo>
                    <a:pt x="2883" y="1755"/>
                  </a:lnTo>
                  <a:lnTo>
                    <a:pt x="2895" y="1614"/>
                  </a:lnTo>
                  <a:lnTo>
                    <a:pt x="2908" y="1461"/>
                  </a:lnTo>
                  <a:lnTo>
                    <a:pt x="2895" y="1320"/>
                  </a:lnTo>
                  <a:lnTo>
                    <a:pt x="2883" y="1166"/>
                  </a:lnTo>
                  <a:lnTo>
                    <a:pt x="2844" y="1025"/>
                  </a:lnTo>
                  <a:lnTo>
                    <a:pt x="2793" y="897"/>
                  </a:lnTo>
                  <a:lnTo>
                    <a:pt x="2729" y="769"/>
                  </a:lnTo>
                  <a:lnTo>
                    <a:pt x="2665" y="654"/>
                  </a:lnTo>
                  <a:lnTo>
                    <a:pt x="2575" y="538"/>
                  </a:lnTo>
                  <a:lnTo>
                    <a:pt x="2486" y="436"/>
                  </a:lnTo>
                  <a:lnTo>
                    <a:pt x="2383" y="333"/>
                  </a:lnTo>
                  <a:lnTo>
                    <a:pt x="2268" y="257"/>
                  </a:lnTo>
                  <a:lnTo>
                    <a:pt x="2153" y="180"/>
                  </a:lnTo>
                  <a:lnTo>
                    <a:pt x="2024" y="116"/>
                  </a:lnTo>
                  <a:lnTo>
                    <a:pt x="1884" y="77"/>
                  </a:lnTo>
                  <a:lnTo>
                    <a:pt x="1743" y="39"/>
                  </a:lnTo>
                  <a:lnTo>
                    <a:pt x="1602" y="13"/>
                  </a:lnTo>
                  <a:lnTo>
                    <a:pt x="1448" y="0"/>
                  </a:lnTo>
                  <a:close/>
                </a:path>
              </a:pathLst>
            </a:custGeom>
            <a:solidFill>
              <a:srgbClr val="FAFF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41"/>
            <p:cNvSpPr/>
            <p:nvPr/>
          </p:nvSpPr>
          <p:spPr>
            <a:xfrm rot="5400000">
              <a:off x="5308288" y="2422840"/>
              <a:ext cx="239121" cy="239121"/>
            </a:xfrm>
            <a:custGeom>
              <a:avLst/>
              <a:gdLst/>
              <a:ahLst/>
              <a:cxnLst/>
              <a:rect l="l" t="t" r="r" b="b"/>
              <a:pathLst>
                <a:path w="2908" h="2908" extrusionOk="0">
                  <a:moveTo>
                    <a:pt x="1448" y="1"/>
                  </a:moveTo>
                  <a:lnTo>
                    <a:pt x="1307" y="13"/>
                  </a:lnTo>
                  <a:lnTo>
                    <a:pt x="1153" y="26"/>
                  </a:lnTo>
                  <a:lnTo>
                    <a:pt x="1012" y="65"/>
                  </a:lnTo>
                  <a:lnTo>
                    <a:pt x="884" y="116"/>
                  </a:lnTo>
                  <a:lnTo>
                    <a:pt x="756" y="180"/>
                  </a:lnTo>
                  <a:lnTo>
                    <a:pt x="641" y="244"/>
                  </a:lnTo>
                  <a:lnTo>
                    <a:pt x="526" y="334"/>
                  </a:lnTo>
                  <a:lnTo>
                    <a:pt x="423" y="423"/>
                  </a:lnTo>
                  <a:lnTo>
                    <a:pt x="321" y="526"/>
                  </a:lnTo>
                  <a:lnTo>
                    <a:pt x="244" y="641"/>
                  </a:lnTo>
                  <a:lnTo>
                    <a:pt x="167" y="756"/>
                  </a:lnTo>
                  <a:lnTo>
                    <a:pt x="103" y="884"/>
                  </a:lnTo>
                  <a:lnTo>
                    <a:pt x="64" y="1025"/>
                  </a:lnTo>
                  <a:lnTo>
                    <a:pt x="26" y="1166"/>
                  </a:lnTo>
                  <a:lnTo>
                    <a:pt x="0" y="1307"/>
                  </a:lnTo>
                  <a:lnTo>
                    <a:pt x="0" y="1461"/>
                  </a:lnTo>
                  <a:lnTo>
                    <a:pt x="0" y="1602"/>
                  </a:lnTo>
                  <a:lnTo>
                    <a:pt x="26" y="1742"/>
                  </a:lnTo>
                  <a:lnTo>
                    <a:pt x="64" y="1883"/>
                  </a:lnTo>
                  <a:lnTo>
                    <a:pt x="103" y="2024"/>
                  </a:lnTo>
                  <a:lnTo>
                    <a:pt x="167" y="2152"/>
                  </a:lnTo>
                  <a:lnTo>
                    <a:pt x="244" y="2268"/>
                  </a:lnTo>
                  <a:lnTo>
                    <a:pt x="321" y="2383"/>
                  </a:lnTo>
                  <a:lnTo>
                    <a:pt x="423" y="2485"/>
                  </a:lnTo>
                  <a:lnTo>
                    <a:pt x="526" y="2575"/>
                  </a:lnTo>
                  <a:lnTo>
                    <a:pt x="641" y="2665"/>
                  </a:lnTo>
                  <a:lnTo>
                    <a:pt x="756" y="2741"/>
                  </a:lnTo>
                  <a:lnTo>
                    <a:pt x="884" y="2793"/>
                  </a:lnTo>
                  <a:lnTo>
                    <a:pt x="1012" y="2844"/>
                  </a:lnTo>
                  <a:lnTo>
                    <a:pt x="1153" y="2882"/>
                  </a:lnTo>
                  <a:lnTo>
                    <a:pt x="1307" y="2908"/>
                  </a:lnTo>
                  <a:lnTo>
                    <a:pt x="1601" y="2908"/>
                  </a:lnTo>
                  <a:lnTo>
                    <a:pt x="1742" y="2882"/>
                  </a:lnTo>
                  <a:lnTo>
                    <a:pt x="1883" y="2844"/>
                  </a:lnTo>
                  <a:lnTo>
                    <a:pt x="2011" y="2793"/>
                  </a:lnTo>
                  <a:lnTo>
                    <a:pt x="2139" y="2741"/>
                  </a:lnTo>
                  <a:lnTo>
                    <a:pt x="2267" y="2665"/>
                  </a:lnTo>
                  <a:lnTo>
                    <a:pt x="2370" y="2575"/>
                  </a:lnTo>
                  <a:lnTo>
                    <a:pt x="2485" y="2485"/>
                  </a:lnTo>
                  <a:lnTo>
                    <a:pt x="2575" y="2383"/>
                  </a:lnTo>
                  <a:lnTo>
                    <a:pt x="2652" y="2268"/>
                  </a:lnTo>
                  <a:lnTo>
                    <a:pt x="2728" y="2152"/>
                  </a:lnTo>
                  <a:lnTo>
                    <a:pt x="2793" y="2024"/>
                  </a:lnTo>
                  <a:lnTo>
                    <a:pt x="2844" y="1883"/>
                  </a:lnTo>
                  <a:lnTo>
                    <a:pt x="2882" y="1742"/>
                  </a:lnTo>
                  <a:lnTo>
                    <a:pt x="2895" y="1602"/>
                  </a:lnTo>
                  <a:lnTo>
                    <a:pt x="2908" y="1461"/>
                  </a:lnTo>
                  <a:lnTo>
                    <a:pt x="2895" y="1307"/>
                  </a:lnTo>
                  <a:lnTo>
                    <a:pt x="2882" y="1166"/>
                  </a:lnTo>
                  <a:lnTo>
                    <a:pt x="2844" y="1025"/>
                  </a:lnTo>
                  <a:lnTo>
                    <a:pt x="2793" y="884"/>
                  </a:lnTo>
                  <a:lnTo>
                    <a:pt x="2728" y="756"/>
                  </a:lnTo>
                  <a:lnTo>
                    <a:pt x="2652" y="641"/>
                  </a:lnTo>
                  <a:lnTo>
                    <a:pt x="2575" y="526"/>
                  </a:lnTo>
                  <a:lnTo>
                    <a:pt x="2485" y="423"/>
                  </a:lnTo>
                  <a:lnTo>
                    <a:pt x="2370" y="334"/>
                  </a:lnTo>
                  <a:lnTo>
                    <a:pt x="2267" y="244"/>
                  </a:lnTo>
                  <a:lnTo>
                    <a:pt x="2139" y="180"/>
                  </a:lnTo>
                  <a:lnTo>
                    <a:pt x="2011" y="116"/>
                  </a:lnTo>
                  <a:lnTo>
                    <a:pt x="1883" y="65"/>
                  </a:lnTo>
                  <a:lnTo>
                    <a:pt x="1742" y="26"/>
                  </a:lnTo>
                  <a:lnTo>
                    <a:pt x="1601" y="13"/>
                  </a:lnTo>
                  <a:lnTo>
                    <a:pt x="1448" y="1"/>
                  </a:lnTo>
                  <a:close/>
                </a:path>
              </a:pathLst>
            </a:custGeom>
            <a:solidFill>
              <a:srgbClr val="FAFF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41"/>
            <p:cNvSpPr/>
            <p:nvPr/>
          </p:nvSpPr>
          <p:spPr>
            <a:xfrm rot="5400000">
              <a:off x="4378272" y="3237979"/>
              <a:ext cx="239203" cy="239203"/>
            </a:xfrm>
            <a:custGeom>
              <a:avLst/>
              <a:gdLst/>
              <a:ahLst/>
              <a:cxnLst/>
              <a:rect l="l" t="t" r="r" b="b"/>
              <a:pathLst>
                <a:path w="2909" h="2909" extrusionOk="0">
                  <a:moveTo>
                    <a:pt x="1448" y="1"/>
                  </a:moveTo>
                  <a:lnTo>
                    <a:pt x="1307" y="14"/>
                  </a:lnTo>
                  <a:lnTo>
                    <a:pt x="1166" y="27"/>
                  </a:lnTo>
                  <a:lnTo>
                    <a:pt x="1025" y="65"/>
                  </a:lnTo>
                  <a:lnTo>
                    <a:pt x="884" y="116"/>
                  </a:lnTo>
                  <a:lnTo>
                    <a:pt x="756" y="180"/>
                  </a:lnTo>
                  <a:lnTo>
                    <a:pt x="641" y="244"/>
                  </a:lnTo>
                  <a:lnTo>
                    <a:pt x="526" y="334"/>
                  </a:lnTo>
                  <a:lnTo>
                    <a:pt x="423" y="424"/>
                  </a:lnTo>
                  <a:lnTo>
                    <a:pt x="334" y="526"/>
                  </a:lnTo>
                  <a:lnTo>
                    <a:pt x="244" y="641"/>
                  </a:lnTo>
                  <a:lnTo>
                    <a:pt x="167" y="757"/>
                  </a:lnTo>
                  <a:lnTo>
                    <a:pt x="116" y="885"/>
                  </a:lnTo>
                  <a:lnTo>
                    <a:pt x="65" y="1026"/>
                  </a:lnTo>
                  <a:lnTo>
                    <a:pt x="26" y="1166"/>
                  </a:lnTo>
                  <a:lnTo>
                    <a:pt x="1" y="1307"/>
                  </a:lnTo>
                  <a:lnTo>
                    <a:pt x="1" y="1461"/>
                  </a:lnTo>
                  <a:lnTo>
                    <a:pt x="1" y="1602"/>
                  </a:lnTo>
                  <a:lnTo>
                    <a:pt x="26" y="1756"/>
                  </a:lnTo>
                  <a:lnTo>
                    <a:pt x="65" y="1884"/>
                  </a:lnTo>
                  <a:lnTo>
                    <a:pt x="116" y="2025"/>
                  </a:lnTo>
                  <a:lnTo>
                    <a:pt x="167" y="2153"/>
                  </a:lnTo>
                  <a:lnTo>
                    <a:pt x="244" y="2268"/>
                  </a:lnTo>
                  <a:lnTo>
                    <a:pt x="334" y="2383"/>
                  </a:lnTo>
                  <a:lnTo>
                    <a:pt x="423" y="2486"/>
                  </a:lnTo>
                  <a:lnTo>
                    <a:pt x="526" y="2575"/>
                  </a:lnTo>
                  <a:lnTo>
                    <a:pt x="641" y="2665"/>
                  </a:lnTo>
                  <a:lnTo>
                    <a:pt x="756" y="2742"/>
                  </a:lnTo>
                  <a:lnTo>
                    <a:pt x="884" y="2793"/>
                  </a:lnTo>
                  <a:lnTo>
                    <a:pt x="1025" y="2844"/>
                  </a:lnTo>
                  <a:lnTo>
                    <a:pt x="1166" y="2883"/>
                  </a:lnTo>
                  <a:lnTo>
                    <a:pt x="1307" y="2908"/>
                  </a:lnTo>
                  <a:lnTo>
                    <a:pt x="1602" y="2908"/>
                  </a:lnTo>
                  <a:lnTo>
                    <a:pt x="1743" y="2883"/>
                  </a:lnTo>
                  <a:lnTo>
                    <a:pt x="1883" y="2844"/>
                  </a:lnTo>
                  <a:lnTo>
                    <a:pt x="2024" y="2793"/>
                  </a:lnTo>
                  <a:lnTo>
                    <a:pt x="2152" y="2742"/>
                  </a:lnTo>
                  <a:lnTo>
                    <a:pt x="2268" y="2665"/>
                  </a:lnTo>
                  <a:lnTo>
                    <a:pt x="2383" y="2575"/>
                  </a:lnTo>
                  <a:lnTo>
                    <a:pt x="2485" y="2486"/>
                  </a:lnTo>
                  <a:lnTo>
                    <a:pt x="2575" y="2383"/>
                  </a:lnTo>
                  <a:lnTo>
                    <a:pt x="2665" y="2268"/>
                  </a:lnTo>
                  <a:lnTo>
                    <a:pt x="2729" y="2153"/>
                  </a:lnTo>
                  <a:lnTo>
                    <a:pt x="2793" y="2025"/>
                  </a:lnTo>
                  <a:lnTo>
                    <a:pt x="2844" y="1884"/>
                  </a:lnTo>
                  <a:lnTo>
                    <a:pt x="2882" y="1756"/>
                  </a:lnTo>
                  <a:lnTo>
                    <a:pt x="2895" y="1602"/>
                  </a:lnTo>
                  <a:lnTo>
                    <a:pt x="2908" y="1461"/>
                  </a:lnTo>
                  <a:lnTo>
                    <a:pt x="2895" y="1307"/>
                  </a:lnTo>
                  <a:lnTo>
                    <a:pt x="2882" y="1166"/>
                  </a:lnTo>
                  <a:lnTo>
                    <a:pt x="2844" y="1026"/>
                  </a:lnTo>
                  <a:lnTo>
                    <a:pt x="2793" y="885"/>
                  </a:lnTo>
                  <a:lnTo>
                    <a:pt x="2729" y="757"/>
                  </a:lnTo>
                  <a:lnTo>
                    <a:pt x="2665" y="641"/>
                  </a:lnTo>
                  <a:lnTo>
                    <a:pt x="2575" y="526"/>
                  </a:lnTo>
                  <a:lnTo>
                    <a:pt x="2485" y="424"/>
                  </a:lnTo>
                  <a:lnTo>
                    <a:pt x="2383" y="334"/>
                  </a:lnTo>
                  <a:lnTo>
                    <a:pt x="2268" y="244"/>
                  </a:lnTo>
                  <a:lnTo>
                    <a:pt x="2152" y="180"/>
                  </a:lnTo>
                  <a:lnTo>
                    <a:pt x="2024" y="116"/>
                  </a:lnTo>
                  <a:lnTo>
                    <a:pt x="1883" y="65"/>
                  </a:lnTo>
                  <a:lnTo>
                    <a:pt x="1743" y="27"/>
                  </a:lnTo>
                  <a:lnTo>
                    <a:pt x="1602" y="14"/>
                  </a:lnTo>
                  <a:lnTo>
                    <a:pt x="1448" y="1"/>
                  </a:lnTo>
                  <a:close/>
                </a:path>
              </a:pathLst>
            </a:custGeom>
            <a:solidFill>
              <a:srgbClr val="FCB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41"/>
            <p:cNvSpPr/>
            <p:nvPr/>
          </p:nvSpPr>
          <p:spPr>
            <a:xfrm rot="5400000">
              <a:off x="3786877" y="2606622"/>
              <a:ext cx="239203" cy="240190"/>
            </a:xfrm>
            <a:custGeom>
              <a:avLst/>
              <a:gdLst/>
              <a:ahLst/>
              <a:cxnLst/>
              <a:rect l="l" t="t" r="r" b="b"/>
              <a:pathLst>
                <a:path w="2909" h="2921" extrusionOk="0">
                  <a:moveTo>
                    <a:pt x="1448" y="0"/>
                  </a:moveTo>
                  <a:lnTo>
                    <a:pt x="1307" y="13"/>
                  </a:lnTo>
                  <a:lnTo>
                    <a:pt x="1153" y="39"/>
                  </a:lnTo>
                  <a:lnTo>
                    <a:pt x="1025" y="64"/>
                  </a:lnTo>
                  <a:lnTo>
                    <a:pt x="885" y="115"/>
                  </a:lnTo>
                  <a:lnTo>
                    <a:pt x="756" y="179"/>
                  </a:lnTo>
                  <a:lnTo>
                    <a:pt x="641" y="256"/>
                  </a:lnTo>
                  <a:lnTo>
                    <a:pt x="526" y="333"/>
                  </a:lnTo>
                  <a:lnTo>
                    <a:pt x="423" y="436"/>
                  </a:lnTo>
                  <a:lnTo>
                    <a:pt x="334" y="538"/>
                  </a:lnTo>
                  <a:lnTo>
                    <a:pt x="244" y="641"/>
                  </a:lnTo>
                  <a:lnTo>
                    <a:pt x="167" y="769"/>
                  </a:lnTo>
                  <a:lnTo>
                    <a:pt x="116" y="897"/>
                  </a:lnTo>
                  <a:lnTo>
                    <a:pt x="65" y="1025"/>
                  </a:lnTo>
                  <a:lnTo>
                    <a:pt x="26" y="1166"/>
                  </a:lnTo>
                  <a:lnTo>
                    <a:pt x="1" y="1307"/>
                  </a:lnTo>
                  <a:lnTo>
                    <a:pt x="1" y="1460"/>
                  </a:lnTo>
                  <a:lnTo>
                    <a:pt x="1" y="1601"/>
                  </a:lnTo>
                  <a:lnTo>
                    <a:pt x="26" y="1755"/>
                  </a:lnTo>
                  <a:lnTo>
                    <a:pt x="65" y="1896"/>
                  </a:lnTo>
                  <a:lnTo>
                    <a:pt x="116" y="2024"/>
                  </a:lnTo>
                  <a:lnTo>
                    <a:pt x="167" y="2152"/>
                  </a:lnTo>
                  <a:lnTo>
                    <a:pt x="244" y="2267"/>
                  </a:lnTo>
                  <a:lnTo>
                    <a:pt x="334" y="2382"/>
                  </a:lnTo>
                  <a:lnTo>
                    <a:pt x="423" y="2485"/>
                  </a:lnTo>
                  <a:lnTo>
                    <a:pt x="526" y="2587"/>
                  </a:lnTo>
                  <a:lnTo>
                    <a:pt x="641" y="2664"/>
                  </a:lnTo>
                  <a:lnTo>
                    <a:pt x="756" y="2741"/>
                  </a:lnTo>
                  <a:lnTo>
                    <a:pt x="885" y="2805"/>
                  </a:lnTo>
                  <a:lnTo>
                    <a:pt x="1025" y="2844"/>
                  </a:lnTo>
                  <a:lnTo>
                    <a:pt x="1153" y="2882"/>
                  </a:lnTo>
                  <a:lnTo>
                    <a:pt x="1307" y="2908"/>
                  </a:lnTo>
                  <a:lnTo>
                    <a:pt x="1448" y="2920"/>
                  </a:lnTo>
                  <a:lnTo>
                    <a:pt x="1602" y="2908"/>
                  </a:lnTo>
                  <a:lnTo>
                    <a:pt x="1743" y="2882"/>
                  </a:lnTo>
                  <a:lnTo>
                    <a:pt x="1884" y="2844"/>
                  </a:lnTo>
                  <a:lnTo>
                    <a:pt x="2024" y="2805"/>
                  </a:lnTo>
                  <a:lnTo>
                    <a:pt x="2152" y="2741"/>
                  </a:lnTo>
                  <a:lnTo>
                    <a:pt x="2268" y="2664"/>
                  </a:lnTo>
                  <a:lnTo>
                    <a:pt x="2383" y="2587"/>
                  </a:lnTo>
                  <a:lnTo>
                    <a:pt x="2485" y="2485"/>
                  </a:lnTo>
                  <a:lnTo>
                    <a:pt x="2575" y="2382"/>
                  </a:lnTo>
                  <a:lnTo>
                    <a:pt x="2665" y="2267"/>
                  </a:lnTo>
                  <a:lnTo>
                    <a:pt x="2729" y="2152"/>
                  </a:lnTo>
                  <a:lnTo>
                    <a:pt x="2793" y="2024"/>
                  </a:lnTo>
                  <a:lnTo>
                    <a:pt x="2844" y="1896"/>
                  </a:lnTo>
                  <a:lnTo>
                    <a:pt x="2883" y="1755"/>
                  </a:lnTo>
                  <a:lnTo>
                    <a:pt x="2895" y="1601"/>
                  </a:lnTo>
                  <a:lnTo>
                    <a:pt x="2908" y="1460"/>
                  </a:lnTo>
                  <a:lnTo>
                    <a:pt x="2895" y="1307"/>
                  </a:lnTo>
                  <a:lnTo>
                    <a:pt x="2883" y="1166"/>
                  </a:lnTo>
                  <a:lnTo>
                    <a:pt x="2844" y="1025"/>
                  </a:lnTo>
                  <a:lnTo>
                    <a:pt x="2793" y="897"/>
                  </a:lnTo>
                  <a:lnTo>
                    <a:pt x="2729" y="769"/>
                  </a:lnTo>
                  <a:lnTo>
                    <a:pt x="2665" y="641"/>
                  </a:lnTo>
                  <a:lnTo>
                    <a:pt x="2575" y="538"/>
                  </a:lnTo>
                  <a:lnTo>
                    <a:pt x="2485" y="436"/>
                  </a:lnTo>
                  <a:lnTo>
                    <a:pt x="2383" y="333"/>
                  </a:lnTo>
                  <a:lnTo>
                    <a:pt x="2268" y="256"/>
                  </a:lnTo>
                  <a:lnTo>
                    <a:pt x="2152" y="179"/>
                  </a:lnTo>
                  <a:lnTo>
                    <a:pt x="2024" y="115"/>
                  </a:lnTo>
                  <a:lnTo>
                    <a:pt x="1884" y="64"/>
                  </a:lnTo>
                  <a:lnTo>
                    <a:pt x="1743" y="39"/>
                  </a:lnTo>
                  <a:lnTo>
                    <a:pt x="1602" y="13"/>
                  </a:lnTo>
                  <a:lnTo>
                    <a:pt x="1448" y="0"/>
                  </a:lnTo>
                  <a:close/>
                </a:path>
              </a:pathLst>
            </a:custGeom>
            <a:solidFill>
              <a:srgbClr val="FCB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41"/>
            <p:cNvSpPr/>
            <p:nvPr/>
          </p:nvSpPr>
          <p:spPr>
            <a:xfrm rot="5400000">
              <a:off x="3192974" y="3107933"/>
              <a:ext cx="239121" cy="240190"/>
            </a:xfrm>
            <a:custGeom>
              <a:avLst/>
              <a:gdLst/>
              <a:ahLst/>
              <a:cxnLst/>
              <a:rect l="l" t="t" r="r" b="b"/>
              <a:pathLst>
                <a:path w="2908" h="2921" extrusionOk="0">
                  <a:moveTo>
                    <a:pt x="1448" y="1"/>
                  </a:moveTo>
                  <a:lnTo>
                    <a:pt x="1307" y="14"/>
                  </a:lnTo>
                  <a:lnTo>
                    <a:pt x="1153" y="39"/>
                  </a:lnTo>
                  <a:lnTo>
                    <a:pt x="1012" y="65"/>
                  </a:lnTo>
                  <a:lnTo>
                    <a:pt x="884" y="116"/>
                  </a:lnTo>
                  <a:lnTo>
                    <a:pt x="756" y="180"/>
                  </a:lnTo>
                  <a:lnTo>
                    <a:pt x="641" y="257"/>
                  </a:lnTo>
                  <a:lnTo>
                    <a:pt x="525" y="334"/>
                  </a:lnTo>
                  <a:lnTo>
                    <a:pt x="423" y="436"/>
                  </a:lnTo>
                  <a:lnTo>
                    <a:pt x="333" y="539"/>
                  </a:lnTo>
                  <a:lnTo>
                    <a:pt x="244" y="641"/>
                  </a:lnTo>
                  <a:lnTo>
                    <a:pt x="167" y="769"/>
                  </a:lnTo>
                  <a:lnTo>
                    <a:pt x="116" y="897"/>
                  </a:lnTo>
                  <a:lnTo>
                    <a:pt x="64" y="1025"/>
                  </a:lnTo>
                  <a:lnTo>
                    <a:pt x="26" y="1166"/>
                  </a:lnTo>
                  <a:lnTo>
                    <a:pt x="0" y="1307"/>
                  </a:lnTo>
                  <a:lnTo>
                    <a:pt x="0" y="1461"/>
                  </a:lnTo>
                  <a:lnTo>
                    <a:pt x="0" y="1615"/>
                  </a:lnTo>
                  <a:lnTo>
                    <a:pt x="26" y="1755"/>
                  </a:lnTo>
                  <a:lnTo>
                    <a:pt x="64" y="1896"/>
                  </a:lnTo>
                  <a:lnTo>
                    <a:pt x="116" y="2024"/>
                  </a:lnTo>
                  <a:lnTo>
                    <a:pt x="167" y="2153"/>
                  </a:lnTo>
                  <a:lnTo>
                    <a:pt x="244" y="2268"/>
                  </a:lnTo>
                  <a:lnTo>
                    <a:pt x="333" y="2383"/>
                  </a:lnTo>
                  <a:lnTo>
                    <a:pt x="423" y="2486"/>
                  </a:lnTo>
                  <a:lnTo>
                    <a:pt x="525" y="2588"/>
                  </a:lnTo>
                  <a:lnTo>
                    <a:pt x="641" y="2665"/>
                  </a:lnTo>
                  <a:lnTo>
                    <a:pt x="756" y="2742"/>
                  </a:lnTo>
                  <a:lnTo>
                    <a:pt x="884" y="2806"/>
                  </a:lnTo>
                  <a:lnTo>
                    <a:pt x="1012" y="2844"/>
                  </a:lnTo>
                  <a:lnTo>
                    <a:pt x="1153" y="2883"/>
                  </a:lnTo>
                  <a:lnTo>
                    <a:pt x="1307" y="2908"/>
                  </a:lnTo>
                  <a:lnTo>
                    <a:pt x="1448" y="2921"/>
                  </a:lnTo>
                  <a:lnTo>
                    <a:pt x="1601" y="2908"/>
                  </a:lnTo>
                  <a:lnTo>
                    <a:pt x="1742" y="2883"/>
                  </a:lnTo>
                  <a:lnTo>
                    <a:pt x="1883" y="2844"/>
                  </a:lnTo>
                  <a:lnTo>
                    <a:pt x="2024" y="2806"/>
                  </a:lnTo>
                  <a:lnTo>
                    <a:pt x="2139" y="2742"/>
                  </a:lnTo>
                  <a:lnTo>
                    <a:pt x="2267" y="2665"/>
                  </a:lnTo>
                  <a:lnTo>
                    <a:pt x="2383" y="2588"/>
                  </a:lnTo>
                  <a:lnTo>
                    <a:pt x="2485" y="2486"/>
                  </a:lnTo>
                  <a:lnTo>
                    <a:pt x="2575" y="2383"/>
                  </a:lnTo>
                  <a:lnTo>
                    <a:pt x="2664" y="2268"/>
                  </a:lnTo>
                  <a:lnTo>
                    <a:pt x="2728" y="2153"/>
                  </a:lnTo>
                  <a:lnTo>
                    <a:pt x="2792" y="2024"/>
                  </a:lnTo>
                  <a:lnTo>
                    <a:pt x="2844" y="1896"/>
                  </a:lnTo>
                  <a:lnTo>
                    <a:pt x="2882" y="1755"/>
                  </a:lnTo>
                  <a:lnTo>
                    <a:pt x="2895" y="1615"/>
                  </a:lnTo>
                  <a:lnTo>
                    <a:pt x="2908" y="1461"/>
                  </a:lnTo>
                  <a:lnTo>
                    <a:pt x="2895" y="1307"/>
                  </a:lnTo>
                  <a:lnTo>
                    <a:pt x="2882" y="1166"/>
                  </a:lnTo>
                  <a:lnTo>
                    <a:pt x="2844" y="1025"/>
                  </a:lnTo>
                  <a:lnTo>
                    <a:pt x="2792" y="897"/>
                  </a:lnTo>
                  <a:lnTo>
                    <a:pt x="2728" y="769"/>
                  </a:lnTo>
                  <a:lnTo>
                    <a:pt x="2664" y="641"/>
                  </a:lnTo>
                  <a:lnTo>
                    <a:pt x="2575" y="539"/>
                  </a:lnTo>
                  <a:lnTo>
                    <a:pt x="2485" y="436"/>
                  </a:lnTo>
                  <a:lnTo>
                    <a:pt x="2383" y="334"/>
                  </a:lnTo>
                  <a:lnTo>
                    <a:pt x="2267" y="257"/>
                  </a:lnTo>
                  <a:lnTo>
                    <a:pt x="2139" y="180"/>
                  </a:lnTo>
                  <a:lnTo>
                    <a:pt x="2024" y="116"/>
                  </a:lnTo>
                  <a:lnTo>
                    <a:pt x="1883" y="65"/>
                  </a:lnTo>
                  <a:lnTo>
                    <a:pt x="1742" y="39"/>
                  </a:lnTo>
                  <a:lnTo>
                    <a:pt x="1601" y="14"/>
                  </a:lnTo>
                  <a:lnTo>
                    <a:pt x="1448" y="1"/>
                  </a:lnTo>
                  <a:close/>
                </a:path>
              </a:pathLst>
            </a:custGeom>
            <a:solidFill>
              <a:srgbClr val="FD9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41"/>
            <p:cNvSpPr/>
            <p:nvPr/>
          </p:nvSpPr>
          <p:spPr>
            <a:xfrm rot="5400000">
              <a:off x="2819035" y="2606622"/>
              <a:ext cx="239203" cy="240190"/>
            </a:xfrm>
            <a:custGeom>
              <a:avLst/>
              <a:gdLst/>
              <a:ahLst/>
              <a:cxnLst/>
              <a:rect l="l" t="t" r="r" b="b"/>
              <a:pathLst>
                <a:path w="2909" h="2921" extrusionOk="0">
                  <a:moveTo>
                    <a:pt x="1448" y="1"/>
                  </a:moveTo>
                  <a:lnTo>
                    <a:pt x="1307" y="13"/>
                  </a:lnTo>
                  <a:lnTo>
                    <a:pt x="1153" y="39"/>
                  </a:lnTo>
                  <a:lnTo>
                    <a:pt x="1025" y="77"/>
                  </a:lnTo>
                  <a:lnTo>
                    <a:pt x="885" y="116"/>
                  </a:lnTo>
                  <a:lnTo>
                    <a:pt x="756" y="180"/>
                  </a:lnTo>
                  <a:lnTo>
                    <a:pt x="641" y="257"/>
                  </a:lnTo>
                  <a:lnTo>
                    <a:pt x="526" y="334"/>
                  </a:lnTo>
                  <a:lnTo>
                    <a:pt x="423" y="436"/>
                  </a:lnTo>
                  <a:lnTo>
                    <a:pt x="334" y="539"/>
                  </a:lnTo>
                  <a:lnTo>
                    <a:pt x="244" y="654"/>
                  </a:lnTo>
                  <a:lnTo>
                    <a:pt x="167" y="769"/>
                  </a:lnTo>
                  <a:lnTo>
                    <a:pt x="116" y="897"/>
                  </a:lnTo>
                  <a:lnTo>
                    <a:pt x="65" y="1025"/>
                  </a:lnTo>
                  <a:lnTo>
                    <a:pt x="26" y="1166"/>
                  </a:lnTo>
                  <a:lnTo>
                    <a:pt x="1" y="1307"/>
                  </a:lnTo>
                  <a:lnTo>
                    <a:pt x="1" y="1461"/>
                  </a:lnTo>
                  <a:lnTo>
                    <a:pt x="1" y="1614"/>
                  </a:lnTo>
                  <a:lnTo>
                    <a:pt x="26" y="1755"/>
                  </a:lnTo>
                  <a:lnTo>
                    <a:pt x="65" y="1896"/>
                  </a:lnTo>
                  <a:lnTo>
                    <a:pt x="116" y="2024"/>
                  </a:lnTo>
                  <a:lnTo>
                    <a:pt x="167" y="2152"/>
                  </a:lnTo>
                  <a:lnTo>
                    <a:pt x="244" y="2280"/>
                  </a:lnTo>
                  <a:lnTo>
                    <a:pt x="334" y="2383"/>
                  </a:lnTo>
                  <a:lnTo>
                    <a:pt x="423" y="2485"/>
                  </a:lnTo>
                  <a:lnTo>
                    <a:pt x="526" y="2588"/>
                  </a:lnTo>
                  <a:lnTo>
                    <a:pt x="641" y="2665"/>
                  </a:lnTo>
                  <a:lnTo>
                    <a:pt x="756" y="2741"/>
                  </a:lnTo>
                  <a:lnTo>
                    <a:pt x="885" y="2806"/>
                  </a:lnTo>
                  <a:lnTo>
                    <a:pt x="1025" y="2857"/>
                  </a:lnTo>
                  <a:lnTo>
                    <a:pt x="1153" y="2882"/>
                  </a:lnTo>
                  <a:lnTo>
                    <a:pt x="1307" y="2908"/>
                  </a:lnTo>
                  <a:lnTo>
                    <a:pt x="1448" y="2921"/>
                  </a:lnTo>
                  <a:lnTo>
                    <a:pt x="1602" y="2908"/>
                  </a:lnTo>
                  <a:lnTo>
                    <a:pt x="1743" y="2882"/>
                  </a:lnTo>
                  <a:lnTo>
                    <a:pt x="1884" y="2857"/>
                  </a:lnTo>
                  <a:lnTo>
                    <a:pt x="2024" y="2806"/>
                  </a:lnTo>
                  <a:lnTo>
                    <a:pt x="2152" y="2741"/>
                  </a:lnTo>
                  <a:lnTo>
                    <a:pt x="2268" y="2665"/>
                  </a:lnTo>
                  <a:lnTo>
                    <a:pt x="2383" y="2588"/>
                  </a:lnTo>
                  <a:lnTo>
                    <a:pt x="2485" y="2485"/>
                  </a:lnTo>
                  <a:lnTo>
                    <a:pt x="2575" y="2383"/>
                  </a:lnTo>
                  <a:lnTo>
                    <a:pt x="2665" y="2280"/>
                  </a:lnTo>
                  <a:lnTo>
                    <a:pt x="2729" y="2152"/>
                  </a:lnTo>
                  <a:lnTo>
                    <a:pt x="2793" y="2024"/>
                  </a:lnTo>
                  <a:lnTo>
                    <a:pt x="2844" y="1896"/>
                  </a:lnTo>
                  <a:lnTo>
                    <a:pt x="2883" y="1755"/>
                  </a:lnTo>
                  <a:lnTo>
                    <a:pt x="2895" y="1614"/>
                  </a:lnTo>
                  <a:lnTo>
                    <a:pt x="2908" y="1461"/>
                  </a:lnTo>
                  <a:lnTo>
                    <a:pt x="2895" y="1307"/>
                  </a:lnTo>
                  <a:lnTo>
                    <a:pt x="2883" y="1166"/>
                  </a:lnTo>
                  <a:lnTo>
                    <a:pt x="2844" y="1025"/>
                  </a:lnTo>
                  <a:lnTo>
                    <a:pt x="2793" y="897"/>
                  </a:lnTo>
                  <a:lnTo>
                    <a:pt x="2729" y="769"/>
                  </a:lnTo>
                  <a:lnTo>
                    <a:pt x="2665" y="654"/>
                  </a:lnTo>
                  <a:lnTo>
                    <a:pt x="2575" y="539"/>
                  </a:lnTo>
                  <a:lnTo>
                    <a:pt x="2485" y="436"/>
                  </a:lnTo>
                  <a:lnTo>
                    <a:pt x="2383" y="334"/>
                  </a:lnTo>
                  <a:lnTo>
                    <a:pt x="2268" y="257"/>
                  </a:lnTo>
                  <a:lnTo>
                    <a:pt x="2152" y="180"/>
                  </a:lnTo>
                  <a:lnTo>
                    <a:pt x="2024" y="116"/>
                  </a:lnTo>
                  <a:lnTo>
                    <a:pt x="1884" y="77"/>
                  </a:lnTo>
                  <a:lnTo>
                    <a:pt x="1743" y="39"/>
                  </a:lnTo>
                  <a:lnTo>
                    <a:pt x="1602" y="13"/>
                  </a:lnTo>
                  <a:lnTo>
                    <a:pt x="1448" y="1"/>
                  </a:lnTo>
                  <a:close/>
                </a:path>
              </a:pathLst>
            </a:custGeom>
            <a:solidFill>
              <a:srgbClr val="FD9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41"/>
            <p:cNvSpPr/>
            <p:nvPr/>
          </p:nvSpPr>
          <p:spPr>
            <a:xfrm rot="5400000">
              <a:off x="2190801" y="2776672"/>
              <a:ext cx="239203" cy="239203"/>
            </a:xfrm>
            <a:custGeom>
              <a:avLst/>
              <a:gdLst/>
              <a:ahLst/>
              <a:cxnLst/>
              <a:rect l="l" t="t" r="r" b="b"/>
              <a:pathLst>
                <a:path w="2909" h="2909" extrusionOk="0">
                  <a:moveTo>
                    <a:pt x="1307" y="1"/>
                  </a:moveTo>
                  <a:lnTo>
                    <a:pt x="1154" y="27"/>
                  </a:lnTo>
                  <a:lnTo>
                    <a:pt x="1025" y="65"/>
                  </a:lnTo>
                  <a:lnTo>
                    <a:pt x="885" y="103"/>
                  </a:lnTo>
                  <a:lnTo>
                    <a:pt x="756" y="167"/>
                  </a:lnTo>
                  <a:lnTo>
                    <a:pt x="641" y="244"/>
                  </a:lnTo>
                  <a:lnTo>
                    <a:pt x="526" y="321"/>
                  </a:lnTo>
                  <a:lnTo>
                    <a:pt x="423" y="424"/>
                  </a:lnTo>
                  <a:lnTo>
                    <a:pt x="334" y="526"/>
                  </a:lnTo>
                  <a:lnTo>
                    <a:pt x="244" y="641"/>
                  </a:lnTo>
                  <a:lnTo>
                    <a:pt x="167" y="757"/>
                  </a:lnTo>
                  <a:lnTo>
                    <a:pt x="116" y="885"/>
                  </a:lnTo>
                  <a:lnTo>
                    <a:pt x="65" y="1013"/>
                  </a:lnTo>
                  <a:lnTo>
                    <a:pt x="26" y="1154"/>
                  </a:lnTo>
                  <a:lnTo>
                    <a:pt x="1" y="1307"/>
                  </a:lnTo>
                  <a:lnTo>
                    <a:pt x="1" y="1448"/>
                  </a:lnTo>
                  <a:lnTo>
                    <a:pt x="1" y="1602"/>
                  </a:lnTo>
                  <a:lnTo>
                    <a:pt x="26" y="1743"/>
                  </a:lnTo>
                  <a:lnTo>
                    <a:pt x="65" y="1884"/>
                  </a:lnTo>
                  <a:lnTo>
                    <a:pt x="116" y="2012"/>
                  </a:lnTo>
                  <a:lnTo>
                    <a:pt x="167" y="2140"/>
                  </a:lnTo>
                  <a:lnTo>
                    <a:pt x="244" y="2268"/>
                  </a:lnTo>
                  <a:lnTo>
                    <a:pt x="334" y="2370"/>
                  </a:lnTo>
                  <a:lnTo>
                    <a:pt x="423" y="2486"/>
                  </a:lnTo>
                  <a:lnTo>
                    <a:pt x="526" y="2575"/>
                  </a:lnTo>
                  <a:lnTo>
                    <a:pt x="641" y="2652"/>
                  </a:lnTo>
                  <a:lnTo>
                    <a:pt x="756" y="2729"/>
                  </a:lnTo>
                  <a:lnTo>
                    <a:pt x="885" y="2793"/>
                  </a:lnTo>
                  <a:lnTo>
                    <a:pt x="1025" y="2844"/>
                  </a:lnTo>
                  <a:lnTo>
                    <a:pt x="1154" y="2883"/>
                  </a:lnTo>
                  <a:lnTo>
                    <a:pt x="1307" y="2896"/>
                  </a:lnTo>
                  <a:lnTo>
                    <a:pt x="1448" y="2908"/>
                  </a:lnTo>
                  <a:lnTo>
                    <a:pt x="1602" y="2896"/>
                  </a:lnTo>
                  <a:lnTo>
                    <a:pt x="1743" y="2883"/>
                  </a:lnTo>
                  <a:lnTo>
                    <a:pt x="1884" y="2844"/>
                  </a:lnTo>
                  <a:lnTo>
                    <a:pt x="2024" y="2793"/>
                  </a:lnTo>
                  <a:lnTo>
                    <a:pt x="2153" y="2729"/>
                  </a:lnTo>
                  <a:lnTo>
                    <a:pt x="2268" y="2652"/>
                  </a:lnTo>
                  <a:lnTo>
                    <a:pt x="2383" y="2575"/>
                  </a:lnTo>
                  <a:lnTo>
                    <a:pt x="2486" y="2486"/>
                  </a:lnTo>
                  <a:lnTo>
                    <a:pt x="2575" y="2370"/>
                  </a:lnTo>
                  <a:lnTo>
                    <a:pt x="2665" y="2268"/>
                  </a:lnTo>
                  <a:lnTo>
                    <a:pt x="2729" y="2140"/>
                  </a:lnTo>
                  <a:lnTo>
                    <a:pt x="2793" y="2012"/>
                  </a:lnTo>
                  <a:lnTo>
                    <a:pt x="2844" y="1884"/>
                  </a:lnTo>
                  <a:lnTo>
                    <a:pt x="2883" y="1743"/>
                  </a:lnTo>
                  <a:lnTo>
                    <a:pt x="2895" y="1602"/>
                  </a:lnTo>
                  <a:lnTo>
                    <a:pt x="2908" y="1448"/>
                  </a:lnTo>
                  <a:lnTo>
                    <a:pt x="2895" y="1307"/>
                  </a:lnTo>
                  <a:lnTo>
                    <a:pt x="2883" y="1154"/>
                  </a:lnTo>
                  <a:lnTo>
                    <a:pt x="2844" y="1013"/>
                  </a:lnTo>
                  <a:lnTo>
                    <a:pt x="2793" y="885"/>
                  </a:lnTo>
                  <a:lnTo>
                    <a:pt x="2729" y="757"/>
                  </a:lnTo>
                  <a:lnTo>
                    <a:pt x="2665" y="641"/>
                  </a:lnTo>
                  <a:lnTo>
                    <a:pt x="2575" y="526"/>
                  </a:lnTo>
                  <a:lnTo>
                    <a:pt x="2486" y="424"/>
                  </a:lnTo>
                  <a:lnTo>
                    <a:pt x="2383" y="321"/>
                  </a:lnTo>
                  <a:lnTo>
                    <a:pt x="2268" y="244"/>
                  </a:lnTo>
                  <a:lnTo>
                    <a:pt x="2153" y="167"/>
                  </a:lnTo>
                  <a:lnTo>
                    <a:pt x="2024" y="103"/>
                  </a:lnTo>
                  <a:lnTo>
                    <a:pt x="1884" y="65"/>
                  </a:lnTo>
                  <a:lnTo>
                    <a:pt x="1743" y="27"/>
                  </a:lnTo>
                  <a:lnTo>
                    <a:pt x="1602" y="1"/>
                  </a:lnTo>
                  <a:close/>
                </a:path>
              </a:pathLst>
            </a:custGeom>
            <a:solidFill>
              <a:srgbClr val="FD9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41"/>
            <p:cNvSpPr/>
            <p:nvPr/>
          </p:nvSpPr>
          <p:spPr>
            <a:xfrm rot="5400000">
              <a:off x="3969169" y="2002128"/>
              <a:ext cx="1057459" cy="4279092"/>
            </a:xfrm>
            <a:custGeom>
              <a:avLst/>
              <a:gdLst/>
              <a:ahLst/>
              <a:cxnLst/>
              <a:rect l="l" t="t" r="r" b="b"/>
              <a:pathLst>
                <a:path w="12860" h="52039" extrusionOk="0">
                  <a:moveTo>
                    <a:pt x="974" y="0"/>
                  </a:moveTo>
                  <a:lnTo>
                    <a:pt x="871" y="13"/>
                  </a:lnTo>
                  <a:lnTo>
                    <a:pt x="769" y="26"/>
                  </a:lnTo>
                  <a:lnTo>
                    <a:pt x="679" y="52"/>
                  </a:lnTo>
                  <a:lnTo>
                    <a:pt x="589" y="77"/>
                  </a:lnTo>
                  <a:lnTo>
                    <a:pt x="513" y="116"/>
                  </a:lnTo>
                  <a:lnTo>
                    <a:pt x="423" y="167"/>
                  </a:lnTo>
                  <a:lnTo>
                    <a:pt x="359" y="231"/>
                  </a:lnTo>
                  <a:lnTo>
                    <a:pt x="282" y="282"/>
                  </a:lnTo>
                  <a:lnTo>
                    <a:pt x="218" y="359"/>
                  </a:lnTo>
                  <a:lnTo>
                    <a:pt x="167" y="436"/>
                  </a:lnTo>
                  <a:lnTo>
                    <a:pt x="116" y="513"/>
                  </a:lnTo>
                  <a:lnTo>
                    <a:pt x="77" y="602"/>
                  </a:lnTo>
                  <a:lnTo>
                    <a:pt x="39" y="692"/>
                  </a:lnTo>
                  <a:lnTo>
                    <a:pt x="13" y="782"/>
                  </a:lnTo>
                  <a:lnTo>
                    <a:pt x="0" y="871"/>
                  </a:lnTo>
                  <a:lnTo>
                    <a:pt x="0" y="974"/>
                  </a:lnTo>
                  <a:lnTo>
                    <a:pt x="0" y="10400"/>
                  </a:lnTo>
                  <a:lnTo>
                    <a:pt x="13" y="10772"/>
                  </a:lnTo>
                  <a:lnTo>
                    <a:pt x="26" y="11143"/>
                  </a:lnTo>
                  <a:lnTo>
                    <a:pt x="77" y="11515"/>
                  </a:lnTo>
                  <a:lnTo>
                    <a:pt x="128" y="11873"/>
                  </a:lnTo>
                  <a:lnTo>
                    <a:pt x="192" y="12219"/>
                  </a:lnTo>
                  <a:lnTo>
                    <a:pt x="282" y="12565"/>
                  </a:lnTo>
                  <a:lnTo>
                    <a:pt x="385" y="12911"/>
                  </a:lnTo>
                  <a:lnTo>
                    <a:pt x="500" y="13244"/>
                  </a:lnTo>
                  <a:lnTo>
                    <a:pt x="628" y="13564"/>
                  </a:lnTo>
                  <a:lnTo>
                    <a:pt x="769" y="13884"/>
                  </a:lnTo>
                  <a:lnTo>
                    <a:pt x="910" y="14179"/>
                  </a:lnTo>
                  <a:lnTo>
                    <a:pt x="1076" y="14486"/>
                  </a:lnTo>
                  <a:lnTo>
                    <a:pt x="1255" y="14768"/>
                  </a:lnTo>
                  <a:lnTo>
                    <a:pt x="1448" y="15050"/>
                  </a:lnTo>
                  <a:lnTo>
                    <a:pt x="1640" y="15306"/>
                  </a:lnTo>
                  <a:lnTo>
                    <a:pt x="1857" y="15562"/>
                  </a:lnTo>
                  <a:lnTo>
                    <a:pt x="2075" y="15805"/>
                  </a:lnTo>
                  <a:lnTo>
                    <a:pt x="2306" y="16036"/>
                  </a:lnTo>
                  <a:lnTo>
                    <a:pt x="2536" y="16254"/>
                  </a:lnTo>
                  <a:lnTo>
                    <a:pt x="2792" y="16459"/>
                  </a:lnTo>
                  <a:lnTo>
                    <a:pt x="3049" y="16651"/>
                  </a:lnTo>
                  <a:lnTo>
                    <a:pt x="3305" y="16817"/>
                  </a:lnTo>
                  <a:lnTo>
                    <a:pt x="3574" y="16984"/>
                  </a:lnTo>
                  <a:lnTo>
                    <a:pt x="3855" y="17125"/>
                  </a:lnTo>
                  <a:lnTo>
                    <a:pt x="4150" y="17265"/>
                  </a:lnTo>
                  <a:lnTo>
                    <a:pt x="4445" y="17381"/>
                  </a:lnTo>
                  <a:lnTo>
                    <a:pt x="4739" y="17470"/>
                  </a:lnTo>
                  <a:lnTo>
                    <a:pt x="5047" y="17560"/>
                  </a:lnTo>
                  <a:lnTo>
                    <a:pt x="5354" y="17624"/>
                  </a:lnTo>
                  <a:lnTo>
                    <a:pt x="5674" y="17662"/>
                  </a:lnTo>
                  <a:lnTo>
                    <a:pt x="5994" y="17701"/>
                  </a:lnTo>
                  <a:lnTo>
                    <a:pt x="6545" y="17701"/>
                  </a:lnTo>
                  <a:lnTo>
                    <a:pt x="6763" y="17714"/>
                  </a:lnTo>
                  <a:lnTo>
                    <a:pt x="6993" y="17739"/>
                  </a:lnTo>
                  <a:lnTo>
                    <a:pt x="7211" y="17765"/>
                  </a:lnTo>
                  <a:lnTo>
                    <a:pt x="7429" y="17816"/>
                  </a:lnTo>
                  <a:lnTo>
                    <a:pt x="7634" y="17880"/>
                  </a:lnTo>
                  <a:lnTo>
                    <a:pt x="7839" y="17944"/>
                  </a:lnTo>
                  <a:lnTo>
                    <a:pt x="8044" y="18034"/>
                  </a:lnTo>
                  <a:lnTo>
                    <a:pt x="8249" y="18124"/>
                  </a:lnTo>
                  <a:lnTo>
                    <a:pt x="8441" y="18239"/>
                  </a:lnTo>
                  <a:lnTo>
                    <a:pt x="8620" y="18354"/>
                  </a:lnTo>
                  <a:lnTo>
                    <a:pt x="8812" y="18482"/>
                  </a:lnTo>
                  <a:lnTo>
                    <a:pt x="8991" y="18623"/>
                  </a:lnTo>
                  <a:lnTo>
                    <a:pt x="9158" y="18777"/>
                  </a:lnTo>
                  <a:lnTo>
                    <a:pt x="9324" y="18930"/>
                  </a:lnTo>
                  <a:lnTo>
                    <a:pt x="9478" y="19097"/>
                  </a:lnTo>
                  <a:lnTo>
                    <a:pt x="9632" y="19276"/>
                  </a:lnTo>
                  <a:lnTo>
                    <a:pt x="9785" y="19468"/>
                  </a:lnTo>
                  <a:lnTo>
                    <a:pt x="9914" y="19660"/>
                  </a:lnTo>
                  <a:lnTo>
                    <a:pt x="10042" y="19865"/>
                  </a:lnTo>
                  <a:lnTo>
                    <a:pt x="10170" y="20070"/>
                  </a:lnTo>
                  <a:lnTo>
                    <a:pt x="10285" y="20288"/>
                  </a:lnTo>
                  <a:lnTo>
                    <a:pt x="10387" y="20519"/>
                  </a:lnTo>
                  <a:lnTo>
                    <a:pt x="10490" y="20749"/>
                  </a:lnTo>
                  <a:lnTo>
                    <a:pt x="10567" y="20980"/>
                  </a:lnTo>
                  <a:lnTo>
                    <a:pt x="10656" y="21223"/>
                  </a:lnTo>
                  <a:lnTo>
                    <a:pt x="10720" y="21479"/>
                  </a:lnTo>
                  <a:lnTo>
                    <a:pt x="10784" y="21735"/>
                  </a:lnTo>
                  <a:lnTo>
                    <a:pt x="10823" y="21992"/>
                  </a:lnTo>
                  <a:lnTo>
                    <a:pt x="10861" y="22260"/>
                  </a:lnTo>
                  <a:lnTo>
                    <a:pt x="10900" y="22529"/>
                  </a:lnTo>
                  <a:lnTo>
                    <a:pt x="10913" y="22798"/>
                  </a:lnTo>
                  <a:lnTo>
                    <a:pt x="10913" y="23067"/>
                  </a:lnTo>
                  <a:lnTo>
                    <a:pt x="10913" y="28972"/>
                  </a:lnTo>
                  <a:lnTo>
                    <a:pt x="10913" y="29241"/>
                  </a:lnTo>
                  <a:lnTo>
                    <a:pt x="10900" y="29523"/>
                  </a:lnTo>
                  <a:lnTo>
                    <a:pt x="10861" y="29792"/>
                  </a:lnTo>
                  <a:lnTo>
                    <a:pt x="10823" y="30048"/>
                  </a:lnTo>
                  <a:lnTo>
                    <a:pt x="10784" y="30304"/>
                  </a:lnTo>
                  <a:lnTo>
                    <a:pt x="10720" y="30560"/>
                  </a:lnTo>
                  <a:lnTo>
                    <a:pt x="10656" y="30816"/>
                  </a:lnTo>
                  <a:lnTo>
                    <a:pt x="10567" y="31060"/>
                  </a:lnTo>
                  <a:lnTo>
                    <a:pt x="10490" y="31290"/>
                  </a:lnTo>
                  <a:lnTo>
                    <a:pt x="10387" y="31521"/>
                  </a:lnTo>
                  <a:lnTo>
                    <a:pt x="10285" y="31751"/>
                  </a:lnTo>
                  <a:lnTo>
                    <a:pt x="10170" y="31969"/>
                  </a:lnTo>
                  <a:lnTo>
                    <a:pt x="10042" y="32174"/>
                  </a:lnTo>
                  <a:lnTo>
                    <a:pt x="9914" y="32379"/>
                  </a:lnTo>
                  <a:lnTo>
                    <a:pt x="9785" y="32571"/>
                  </a:lnTo>
                  <a:lnTo>
                    <a:pt x="9632" y="32763"/>
                  </a:lnTo>
                  <a:lnTo>
                    <a:pt x="9478" y="32942"/>
                  </a:lnTo>
                  <a:lnTo>
                    <a:pt x="9324" y="33109"/>
                  </a:lnTo>
                  <a:lnTo>
                    <a:pt x="9158" y="33275"/>
                  </a:lnTo>
                  <a:lnTo>
                    <a:pt x="8991" y="33416"/>
                  </a:lnTo>
                  <a:lnTo>
                    <a:pt x="8812" y="33557"/>
                  </a:lnTo>
                  <a:lnTo>
                    <a:pt x="8620" y="33685"/>
                  </a:lnTo>
                  <a:lnTo>
                    <a:pt x="8441" y="33800"/>
                  </a:lnTo>
                  <a:lnTo>
                    <a:pt x="8249" y="33916"/>
                  </a:lnTo>
                  <a:lnTo>
                    <a:pt x="8044" y="34005"/>
                  </a:lnTo>
                  <a:lnTo>
                    <a:pt x="7839" y="34095"/>
                  </a:lnTo>
                  <a:lnTo>
                    <a:pt x="7634" y="34172"/>
                  </a:lnTo>
                  <a:lnTo>
                    <a:pt x="7429" y="34223"/>
                  </a:lnTo>
                  <a:lnTo>
                    <a:pt x="7211" y="34274"/>
                  </a:lnTo>
                  <a:lnTo>
                    <a:pt x="6993" y="34313"/>
                  </a:lnTo>
                  <a:lnTo>
                    <a:pt x="6763" y="34326"/>
                  </a:lnTo>
                  <a:lnTo>
                    <a:pt x="6545" y="34338"/>
                  </a:lnTo>
                  <a:lnTo>
                    <a:pt x="6315" y="34338"/>
                  </a:lnTo>
                  <a:lnTo>
                    <a:pt x="5994" y="34351"/>
                  </a:lnTo>
                  <a:lnTo>
                    <a:pt x="5674" y="34377"/>
                  </a:lnTo>
                  <a:lnTo>
                    <a:pt x="5354" y="34415"/>
                  </a:lnTo>
                  <a:lnTo>
                    <a:pt x="5047" y="34479"/>
                  </a:lnTo>
                  <a:lnTo>
                    <a:pt x="4739" y="34569"/>
                  </a:lnTo>
                  <a:lnTo>
                    <a:pt x="4445" y="34671"/>
                  </a:lnTo>
                  <a:lnTo>
                    <a:pt x="4150" y="34787"/>
                  </a:lnTo>
                  <a:lnTo>
                    <a:pt x="3855" y="34915"/>
                  </a:lnTo>
                  <a:lnTo>
                    <a:pt x="3574" y="35056"/>
                  </a:lnTo>
                  <a:lnTo>
                    <a:pt x="3305" y="35222"/>
                  </a:lnTo>
                  <a:lnTo>
                    <a:pt x="3049" y="35401"/>
                  </a:lnTo>
                  <a:lnTo>
                    <a:pt x="2792" y="35581"/>
                  </a:lnTo>
                  <a:lnTo>
                    <a:pt x="2536" y="35786"/>
                  </a:lnTo>
                  <a:lnTo>
                    <a:pt x="2306" y="36003"/>
                  </a:lnTo>
                  <a:lnTo>
                    <a:pt x="2075" y="36234"/>
                  </a:lnTo>
                  <a:lnTo>
                    <a:pt x="1857" y="36477"/>
                  </a:lnTo>
                  <a:lnTo>
                    <a:pt x="1640" y="36733"/>
                  </a:lnTo>
                  <a:lnTo>
                    <a:pt x="1448" y="37002"/>
                  </a:lnTo>
                  <a:lnTo>
                    <a:pt x="1255" y="37271"/>
                  </a:lnTo>
                  <a:lnTo>
                    <a:pt x="1076" y="37566"/>
                  </a:lnTo>
                  <a:lnTo>
                    <a:pt x="910" y="37861"/>
                  </a:lnTo>
                  <a:lnTo>
                    <a:pt x="769" y="38168"/>
                  </a:lnTo>
                  <a:lnTo>
                    <a:pt x="628" y="38475"/>
                  </a:lnTo>
                  <a:lnTo>
                    <a:pt x="500" y="38808"/>
                  </a:lnTo>
                  <a:lnTo>
                    <a:pt x="385" y="39141"/>
                  </a:lnTo>
                  <a:lnTo>
                    <a:pt x="282" y="39474"/>
                  </a:lnTo>
                  <a:lnTo>
                    <a:pt x="192" y="39820"/>
                  </a:lnTo>
                  <a:lnTo>
                    <a:pt x="128" y="40179"/>
                  </a:lnTo>
                  <a:lnTo>
                    <a:pt x="77" y="40537"/>
                  </a:lnTo>
                  <a:lnTo>
                    <a:pt x="26" y="40896"/>
                  </a:lnTo>
                  <a:lnTo>
                    <a:pt x="13" y="41267"/>
                  </a:lnTo>
                  <a:lnTo>
                    <a:pt x="0" y="41652"/>
                  </a:lnTo>
                  <a:lnTo>
                    <a:pt x="0" y="51065"/>
                  </a:lnTo>
                  <a:lnTo>
                    <a:pt x="0" y="51168"/>
                  </a:lnTo>
                  <a:lnTo>
                    <a:pt x="13" y="51258"/>
                  </a:lnTo>
                  <a:lnTo>
                    <a:pt x="39" y="51360"/>
                  </a:lnTo>
                  <a:lnTo>
                    <a:pt x="77" y="51450"/>
                  </a:lnTo>
                  <a:lnTo>
                    <a:pt x="116" y="51527"/>
                  </a:lnTo>
                  <a:lnTo>
                    <a:pt x="167" y="51616"/>
                  </a:lnTo>
                  <a:lnTo>
                    <a:pt x="218" y="51680"/>
                  </a:lnTo>
                  <a:lnTo>
                    <a:pt x="282" y="51757"/>
                  </a:lnTo>
                  <a:lnTo>
                    <a:pt x="359" y="51821"/>
                  </a:lnTo>
                  <a:lnTo>
                    <a:pt x="423" y="51872"/>
                  </a:lnTo>
                  <a:lnTo>
                    <a:pt x="513" y="51924"/>
                  </a:lnTo>
                  <a:lnTo>
                    <a:pt x="589" y="51962"/>
                  </a:lnTo>
                  <a:lnTo>
                    <a:pt x="679" y="52000"/>
                  </a:lnTo>
                  <a:lnTo>
                    <a:pt x="769" y="52013"/>
                  </a:lnTo>
                  <a:lnTo>
                    <a:pt x="871" y="52039"/>
                  </a:lnTo>
                  <a:lnTo>
                    <a:pt x="1076" y="52039"/>
                  </a:lnTo>
                  <a:lnTo>
                    <a:pt x="1166" y="52013"/>
                  </a:lnTo>
                  <a:lnTo>
                    <a:pt x="1255" y="52000"/>
                  </a:lnTo>
                  <a:lnTo>
                    <a:pt x="1345" y="51962"/>
                  </a:lnTo>
                  <a:lnTo>
                    <a:pt x="1435" y="51924"/>
                  </a:lnTo>
                  <a:lnTo>
                    <a:pt x="1512" y="51872"/>
                  </a:lnTo>
                  <a:lnTo>
                    <a:pt x="1588" y="51821"/>
                  </a:lnTo>
                  <a:lnTo>
                    <a:pt x="1652" y="51757"/>
                  </a:lnTo>
                  <a:lnTo>
                    <a:pt x="1717" y="51680"/>
                  </a:lnTo>
                  <a:lnTo>
                    <a:pt x="1781" y="51616"/>
                  </a:lnTo>
                  <a:lnTo>
                    <a:pt x="1819" y="51527"/>
                  </a:lnTo>
                  <a:lnTo>
                    <a:pt x="1870" y="51450"/>
                  </a:lnTo>
                  <a:lnTo>
                    <a:pt x="1896" y="51360"/>
                  </a:lnTo>
                  <a:lnTo>
                    <a:pt x="1921" y="51258"/>
                  </a:lnTo>
                  <a:lnTo>
                    <a:pt x="1934" y="51168"/>
                  </a:lnTo>
                  <a:lnTo>
                    <a:pt x="1947" y="51065"/>
                  </a:lnTo>
                  <a:lnTo>
                    <a:pt x="1947" y="41652"/>
                  </a:lnTo>
                  <a:lnTo>
                    <a:pt x="1947" y="41370"/>
                  </a:lnTo>
                  <a:lnTo>
                    <a:pt x="1960" y="41101"/>
                  </a:lnTo>
                  <a:lnTo>
                    <a:pt x="1998" y="40832"/>
                  </a:lnTo>
                  <a:lnTo>
                    <a:pt x="2037" y="40563"/>
                  </a:lnTo>
                  <a:lnTo>
                    <a:pt x="2075" y="40307"/>
                  </a:lnTo>
                  <a:lnTo>
                    <a:pt x="2139" y="40051"/>
                  </a:lnTo>
                  <a:lnTo>
                    <a:pt x="2203" y="39807"/>
                  </a:lnTo>
                  <a:lnTo>
                    <a:pt x="2280" y="39564"/>
                  </a:lnTo>
                  <a:lnTo>
                    <a:pt x="2370" y="39321"/>
                  </a:lnTo>
                  <a:lnTo>
                    <a:pt x="2472" y="39090"/>
                  </a:lnTo>
                  <a:lnTo>
                    <a:pt x="2575" y="38860"/>
                  </a:lnTo>
                  <a:lnTo>
                    <a:pt x="2690" y="38642"/>
                  </a:lnTo>
                  <a:lnTo>
                    <a:pt x="2818" y="38437"/>
                  </a:lnTo>
                  <a:lnTo>
                    <a:pt x="2946" y="38232"/>
                  </a:lnTo>
                  <a:lnTo>
                    <a:pt x="3074" y="38040"/>
                  </a:lnTo>
                  <a:lnTo>
                    <a:pt x="3228" y="37848"/>
                  </a:lnTo>
                  <a:lnTo>
                    <a:pt x="3382" y="37681"/>
                  </a:lnTo>
                  <a:lnTo>
                    <a:pt x="3535" y="37502"/>
                  </a:lnTo>
                  <a:lnTo>
                    <a:pt x="3702" y="37348"/>
                  </a:lnTo>
                  <a:lnTo>
                    <a:pt x="3868" y="37195"/>
                  </a:lnTo>
                  <a:lnTo>
                    <a:pt x="4048" y="37054"/>
                  </a:lnTo>
                  <a:lnTo>
                    <a:pt x="4227" y="36926"/>
                  </a:lnTo>
                  <a:lnTo>
                    <a:pt x="4419" y="36810"/>
                  </a:lnTo>
                  <a:lnTo>
                    <a:pt x="4611" y="36708"/>
                  </a:lnTo>
                  <a:lnTo>
                    <a:pt x="4816" y="36605"/>
                  </a:lnTo>
                  <a:lnTo>
                    <a:pt x="5021" y="36516"/>
                  </a:lnTo>
                  <a:lnTo>
                    <a:pt x="5226" y="36452"/>
                  </a:lnTo>
                  <a:lnTo>
                    <a:pt x="5431" y="36388"/>
                  </a:lnTo>
                  <a:lnTo>
                    <a:pt x="5649" y="36336"/>
                  </a:lnTo>
                  <a:lnTo>
                    <a:pt x="5866" y="36311"/>
                  </a:lnTo>
                  <a:lnTo>
                    <a:pt x="6097" y="36285"/>
                  </a:lnTo>
                  <a:lnTo>
                    <a:pt x="6545" y="36285"/>
                  </a:lnTo>
                  <a:lnTo>
                    <a:pt x="6865" y="36272"/>
                  </a:lnTo>
                  <a:lnTo>
                    <a:pt x="7185" y="36247"/>
                  </a:lnTo>
                  <a:lnTo>
                    <a:pt x="7506" y="36195"/>
                  </a:lnTo>
                  <a:lnTo>
                    <a:pt x="7813" y="36131"/>
                  </a:lnTo>
                  <a:lnTo>
                    <a:pt x="8120" y="36055"/>
                  </a:lnTo>
                  <a:lnTo>
                    <a:pt x="8415" y="35952"/>
                  </a:lnTo>
                  <a:lnTo>
                    <a:pt x="8710" y="35837"/>
                  </a:lnTo>
                  <a:lnTo>
                    <a:pt x="9004" y="35709"/>
                  </a:lnTo>
                  <a:lnTo>
                    <a:pt x="9273" y="35555"/>
                  </a:lnTo>
                  <a:lnTo>
                    <a:pt x="9555" y="35401"/>
                  </a:lnTo>
                  <a:lnTo>
                    <a:pt x="9811" y="35222"/>
                  </a:lnTo>
                  <a:lnTo>
                    <a:pt x="10067" y="35030"/>
                  </a:lnTo>
                  <a:lnTo>
                    <a:pt x="10323" y="34825"/>
                  </a:lnTo>
                  <a:lnTo>
                    <a:pt x="10554" y="34607"/>
                  </a:lnTo>
                  <a:lnTo>
                    <a:pt x="10784" y="34377"/>
                  </a:lnTo>
                  <a:lnTo>
                    <a:pt x="11002" y="34133"/>
                  </a:lnTo>
                  <a:lnTo>
                    <a:pt x="11220" y="33877"/>
                  </a:lnTo>
                  <a:lnTo>
                    <a:pt x="11412" y="33621"/>
                  </a:lnTo>
                  <a:lnTo>
                    <a:pt x="11604" y="33339"/>
                  </a:lnTo>
                  <a:lnTo>
                    <a:pt x="11783" y="33058"/>
                  </a:lnTo>
                  <a:lnTo>
                    <a:pt x="11937" y="32763"/>
                  </a:lnTo>
                  <a:lnTo>
                    <a:pt x="12091" y="32456"/>
                  </a:lnTo>
                  <a:lnTo>
                    <a:pt x="12232" y="32135"/>
                  </a:lnTo>
                  <a:lnTo>
                    <a:pt x="12360" y="31815"/>
                  </a:lnTo>
                  <a:lnTo>
                    <a:pt x="12475" y="31482"/>
                  </a:lnTo>
                  <a:lnTo>
                    <a:pt x="12578" y="31136"/>
                  </a:lnTo>
                  <a:lnTo>
                    <a:pt x="12654" y="30791"/>
                  </a:lnTo>
                  <a:lnTo>
                    <a:pt x="12731" y="30445"/>
                  </a:lnTo>
                  <a:lnTo>
                    <a:pt x="12783" y="30086"/>
                  </a:lnTo>
                  <a:lnTo>
                    <a:pt x="12821" y="29715"/>
                  </a:lnTo>
                  <a:lnTo>
                    <a:pt x="12847" y="29343"/>
                  </a:lnTo>
                  <a:lnTo>
                    <a:pt x="12859" y="28972"/>
                  </a:lnTo>
                  <a:lnTo>
                    <a:pt x="12859" y="23067"/>
                  </a:lnTo>
                  <a:lnTo>
                    <a:pt x="12847" y="22696"/>
                  </a:lnTo>
                  <a:lnTo>
                    <a:pt x="12821" y="22325"/>
                  </a:lnTo>
                  <a:lnTo>
                    <a:pt x="12783" y="21966"/>
                  </a:lnTo>
                  <a:lnTo>
                    <a:pt x="12731" y="21594"/>
                  </a:lnTo>
                  <a:lnTo>
                    <a:pt x="12654" y="21249"/>
                  </a:lnTo>
                  <a:lnTo>
                    <a:pt x="12578" y="20903"/>
                  </a:lnTo>
                  <a:lnTo>
                    <a:pt x="12475" y="20557"/>
                  </a:lnTo>
                  <a:lnTo>
                    <a:pt x="12360" y="20224"/>
                  </a:lnTo>
                  <a:lnTo>
                    <a:pt x="12232" y="19904"/>
                  </a:lnTo>
                  <a:lnTo>
                    <a:pt x="12091" y="19596"/>
                  </a:lnTo>
                  <a:lnTo>
                    <a:pt x="11937" y="19289"/>
                  </a:lnTo>
                  <a:lnTo>
                    <a:pt x="11783" y="18994"/>
                  </a:lnTo>
                  <a:lnTo>
                    <a:pt x="11604" y="18700"/>
                  </a:lnTo>
                  <a:lnTo>
                    <a:pt x="11412" y="18431"/>
                  </a:lnTo>
                  <a:lnTo>
                    <a:pt x="11220" y="18162"/>
                  </a:lnTo>
                  <a:lnTo>
                    <a:pt x="11002" y="17906"/>
                  </a:lnTo>
                  <a:lnTo>
                    <a:pt x="10784" y="17662"/>
                  </a:lnTo>
                  <a:lnTo>
                    <a:pt x="10554" y="17432"/>
                  </a:lnTo>
                  <a:lnTo>
                    <a:pt x="10323" y="17214"/>
                  </a:lnTo>
                  <a:lnTo>
                    <a:pt x="10067" y="17009"/>
                  </a:lnTo>
                  <a:lnTo>
                    <a:pt x="9811" y="16817"/>
                  </a:lnTo>
                  <a:lnTo>
                    <a:pt x="9555" y="16651"/>
                  </a:lnTo>
                  <a:lnTo>
                    <a:pt x="9273" y="16484"/>
                  </a:lnTo>
                  <a:lnTo>
                    <a:pt x="9004" y="16343"/>
                  </a:lnTo>
                  <a:lnTo>
                    <a:pt x="8710" y="16202"/>
                  </a:lnTo>
                  <a:lnTo>
                    <a:pt x="8415" y="16087"/>
                  </a:lnTo>
                  <a:lnTo>
                    <a:pt x="8120" y="15997"/>
                  </a:lnTo>
                  <a:lnTo>
                    <a:pt x="7813" y="15908"/>
                  </a:lnTo>
                  <a:lnTo>
                    <a:pt x="7506" y="15844"/>
                  </a:lnTo>
                  <a:lnTo>
                    <a:pt x="7185" y="15805"/>
                  </a:lnTo>
                  <a:lnTo>
                    <a:pt x="6865" y="15767"/>
                  </a:lnTo>
                  <a:lnTo>
                    <a:pt x="6315" y="15767"/>
                  </a:lnTo>
                  <a:lnTo>
                    <a:pt x="6097" y="15754"/>
                  </a:lnTo>
                  <a:lnTo>
                    <a:pt x="5866" y="15741"/>
                  </a:lnTo>
                  <a:lnTo>
                    <a:pt x="5649" y="15703"/>
                  </a:lnTo>
                  <a:lnTo>
                    <a:pt x="5431" y="15652"/>
                  </a:lnTo>
                  <a:lnTo>
                    <a:pt x="5226" y="15588"/>
                  </a:lnTo>
                  <a:lnTo>
                    <a:pt x="5021" y="15524"/>
                  </a:lnTo>
                  <a:lnTo>
                    <a:pt x="4816" y="15434"/>
                  </a:lnTo>
                  <a:lnTo>
                    <a:pt x="4611" y="15344"/>
                  </a:lnTo>
                  <a:lnTo>
                    <a:pt x="4419" y="15229"/>
                  </a:lnTo>
                  <a:lnTo>
                    <a:pt x="4227" y="15114"/>
                  </a:lnTo>
                  <a:lnTo>
                    <a:pt x="4048" y="14986"/>
                  </a:lnTo>
                  <a:lnTo>
                    <a:pt x="3868" y="14845"/>
                  </a:lnTo>
                  <a:lnTo>
                    <a:pt x="3702" y="14691"/>
                  </a:lnTo>
                  <a:lnTo>
                    <a:pt x="3535" y="14537"/>
                  </a:lnTo>
                  <a:lnTo>
                    <a:pt x="3382" y="14371"/>
                  </a:lnTo>
                  <a:lnTo>
                    <a:pt x="3228" y="14192"/>
                  </a:lnTo>
                  <a:lnTo>
                    <a:pt x="3074" y="13999"/>
                  </a:lnTo>
                  <a:lnTo>
                    <a:pt x="2946" y="13807"/>
                  </a:lnTo>
                  <a:lnTo>
                    <a:pt x="2818" y="13602"/>
                  </a:lnTo>
                  <a:lnTo>
                    <a:pt x="2690" y="13397"/>
                  </a:lnTo>
                  <a:lnTo>
                    <a:pt x="2575" y="13180"/>
                  </a:lnTo>
                  <a:lnTo>
                    <a:pt x="2472" y="12949"/>
                  </a:lnTo>
                  <a:lnTo>
                    <a:pt x="2370" y="12719"/>
                  </a:lnTo>
                  <a:lnTo>
                    <a:pt x="2280" y="12488"/>
                  </a:lnTo>
                  <a:lnTo>
                    <a:pt x="2203" y="12245"/>
                  </a:lnTo>
                  <a:lnTo>
                    <a:pt x="2139" y="11989"/>
                  </a:lnTo>
                  <a:lnTo>
                    <a:pt x="2075" y="11732"/>
                  </a:lnTo>
                  <a:lnTo>
                    <a:pt x="2037" y="11476"/>
                  </a:lnTo>
                  <a:lnTo>
                    <a:pt x="1998" y="11207"/>
                  </a:lnTo>
                  <a:lnTo>
                    <a:pt x="1960" y="10951"/>
                  </a:lnTo>
                  <a:lnTo>
                    <a:pt x="1947" y="10669"/>
                  </a:lnTo>
                  <a:lnTo>
                    <a:pt x="1947" y="10400"/>
                  </a:lnTo>
                  <a:lnTo>
                    <a:pt x="1947" y="974"/>
                  </a:lnTo>
                  <a:lnTo>
                    <a:pt x="1934" y="871"/>
                  </a:lnTo>
                  <a:lnTo>
                    <a:pt x="1921" y="782"/>
                  </a:lnTo>
                  <a:lnTo>
                    <a:pt x="1896" y="692"/>
                  </a:lnTo>
                  <a:lnTo>
                    <a:pt x="1870" y="602"/>
                  </a:lnTo>
                  <a:lnTo>
                    <a:pt x="1819" y="513"/>
                  </a:lnTo>
                  <a:lnTo>
                    <a:pt x="1781" y="436"/>
                  </a:lnTo>
                  <a:lnTo>
                    <a:pt x="1717" y="359"/>
                  </a:lnTo>
                  <a:lnTo>
                    <a:pt x="1652" y="282"/>
                  </a:lnTo>
                  <a:lnTo>
                    <a:pt x="1588" y="231"/>
                  </a:lnTo>
                  <a:lnTo>
                    <a:pt x="1512" y="167"/>
                  </a:lnTo>
                  <a:lnTo>
                    <a:pt x="1435" y="116"/>
                  </a:lnTo>
                  <a:lnTo>
                    <a:pt x="1345" y="77"/>
                  </a:lnTo>
                  <a:lnTo>
                    <a:pt x="1255" y="52"/>
                  </a:lnTo>
                  <a:lnTo>
                    <a:pt x="1166" y="26"/>
                  </a:lnTo>
                  <a:lnTo>
                    <a:pt x="1076" y="13"/>
                  </a:lnTo>
                  <a:lnTo>
                    <a:pt x="9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41"/>
            <p:cNvSpPr/>
            <p:nvPr/>
          </p:nvSpPr>
          <p:spPr>
            <a:xfrm rot="5400000">
              <a:off x="3969169" y="2002128"/>
              <a:ext cx="1057459" cy="4279092"/>
            </a:xfrm>
            <a:custGeom>
              <a:avLst/>
              <a:gdLst/>
              <a:ahLst/>
              <a:cxnLst/>
              <a:rect l="l" t="t" r="r" b="b"/>
              <a:pathLst>
                <a:path w="12860" h="52039" extrusionOk="0">
                  <a:moveTo>
                    <a:pt x="11886" y="0"/>
                  </a:moveTo>
                  <a:lnTo>
                    <a:pt x="11783" y="13"/>
                  </a:lnTo>
                  <a:lnTo>
                    <a:pt x="11694" y="26"/>
                  </a:lnTo>
                  <a:lnTo>
                    <a:pt x="11604" y="52"/>
                  </a:lnTo>
                  <a:lnTo>
                    <a:pt x="11515" y="77"/>
                  </a:lnTo>
                  <a:lnTo>
                    <a:pt x="11425" y="116"/>
                  </a:lnTo>
                  <a:lnTo>
                    <a:pt x="11348" y="167"/>
                  </a:lnTo>
                  <a:lnTo>
                    <a:pt x="11271" y="231"/>
                  </a:lnTo>
                  <a:lnTo>
                    <a:pt x="11207" y="282"/>
                  </a:lnTo>
                  <a:lnTo>
                    <a:pt x="11143" y="359"/>
                  </a:lnTo>
                  <a:lnTo>
                    <a:pt x="11079" y="436"/>
                  </a:lnTo>
                  <a:lnTo>
                    <a:pt x="11028" y="513"/>
                  </a:lnTo>
                  <a:lnTo>
                    <a:pt x="10989" y="602"/>
                  </a:lnTo>
                  <a:lnTo>
                    <a:pt x="10964" y="692"/>
                  </a:lnTo>
                  <a:lnTo>
                    <a:pt x="10938" y="782"/>
                  </a:lnTo>
                  <a:lnTo>
                    <a:pt x="10925" y="871"/>
                  </a:lnTo>
                  <a:lnTo>
                    <a:pt x="10913" y="974"/>
                  </a:lnTo>
                  <a:lnTo>
                    <a:pt x="10913" y="10400"/>
                  </a:lnTo>
                  <a:lnTo>
                    <a:pt x="10913" y="10669"/>
                  </a:lnTo>
                  <a:lnTo>
                    <a:pt x="10900" y="10951"/>
                  </a:lnTo>
                  <a:lnTo>
                    <a:pt x="10861" y="11207"/>
                  </a:lnTo>
                  <a:lnTo>
                    <a:pt x="10823" y="11476"/>
                  </a:lnTo>
                  <a:lnTo>
                    <a:pt x="10784" y="11732"/>
                  </a:lnTo>
                  <a:lnTo>
                    <a:pt x="10720" y="11989"/>
                  </a:lnTo>
                  <a:lnTo>
                    <a:pt x="10656" y="12245"/>
                  </a:lnTo>
                  <a:lnTo>
                    <a:pt x="10567" y="12488"/>
                  </a:lnTo>
                  <a:lnTo>
                    <a:pt x="10490" y="12719"/>
                  </a:lnTo>
                  <a:lnTo>
                    <a:pt x="10387" y="12949"/>
                  </a:lnTo>
                  <a:lnTo>
                    <a:pt x="10285" y="13180"/>
                  </a:lnTo>
                  <a:lnTo>
                    <a:pt x="10170" y="13397"/>
                  </a:lnTo>
                  <a:lnTo>
                    <a:pt x="10042" y="13602"/>
                  </a:lnTo>
                  <a:lnTo>
                    <a:pt x="9914" y="13807"/>
                  </a:lnTo>
                  <a:lnTo>
                    <a:pt x="9785" y="13999"/>
                  </a:lnTo>
                  <a:lnTo>
                    <a:pt x="9632" y="14192"/>
                  </a:lnTo>
                  <a:lnTo>
                    <a:pt x="9478" y="14371"/>
                  </a:lnTo>
                  <a:lnTo>
                    <a:pt x="9324" y="14537"/>
                  </a:lnTo>
                  <a:lnTo>
                    <a:pt x="9158" y="14691"/>
                  </a:lnTo>
                  <a:lnTo>
                    <a:pt x="8991" y="14845"/>
                  </a:lnTo>
                  <a:lnTo>
                    <a:pt x="8812" y="14986"/>
                  </a:lnTo>
                  <a:lnTo>
                    <a:pt x="8620" y="15114"/>
                  </a:lnTo>
                  <a:lnTo>
                    <a:pt x="8441" y="15229"/>
                  </a:lnTo>
                  <a:lnTo>
                    <a:pt x="8249" y="15344"/>
                  </a:lnTo>
                  <a:lnTo>
                    <a:pt x="8044" y="15434"/>
                  </a:lnTo>
                  <a:lnTo>
                    <a:pt x="7839" y="15524"/>
                  </a:lnTo>
                  <a:lnTo>
                    <a:pt x="7634" y="15588"/>
                  </a:lnTo>
                  <a:lnTo>
                    <a:pt x="7429" y="15652"/>
                  </a:lnTo>
                  <a:lnTo>
                    <a:pt x="7211" y="15703"/>
                  </a:lnTo>
                  <a:lnTo>
                    <a:pt x="6993" y="15741"/>
                  </a:lnTo>
                  <a:lnTo>
                    <a:pt x="6763" y="15754"/>
                  </a:lnTo>
                  <a:lnTo>
                    <a:pt x="6545" y="15767"/>
                  </a:lnTo>
                  <a:lnTo>
                    <a:pt x="5994" y="15767"/>
                  </a:lnTo>
                  <a:lnTo>
                    <a:pt x="5674" y="15805"/>
                  </a:lnTo>
                  <a:lnTo>
                    <a:pt x="5354" y="15844"/>
                  </a:lnTo>
                  <a:lnTo>
                    <a:pt x="5047" y="15908"/>
                  </a:lnTo>
                  <a:lnTo>
                    <a:pt x="4739" y="15997"/>
                  </a:lnTo>
                  <a:lnTo>
                    <a:pt x="4445" y="16087"/>
                  </a:lnTo>
                  <a:lnTo>
                    <a:pt x="4150" y="16202"/>
                  </a:lnTo>
                  <a:lnTo>
                    <a:pt x="3855" y="16343"/>
                  </a:lnTo>
                  <a:lnTo>
                    <a:pt x="3574" y="16484"/>
                  </a:lnTo>
                  <a:lnTo>
                    <a:pt x="3305" y="16651"/>
                  </a:lnTo>
                  <a:lnTo>
                    <a:pt x="3049" y="16817"/>
                  </a:lnTo>
                  <a:lnTo>
                    <a:pt x="2792" y="17009"/>
                  </a:lnTo>
                  <a:lnTo>
                    <a:pt x="2536" y="17214"/>
                  </a:lnTo>
                  <a:lnTo>
                    <a:pt x="2306" y="17432"/>
                  </a:lnTo>
                  <a:lnTo>
                    <a:pt x="2075" y="17662"/>
                  </a:lnTo>
                  <a:lnTo>
                    <a:pt x="1857" y="17906"/>
                  </a:lnTo>
                  <a:lnTo>
                    <a:pt x="1640" y="18162"/>
                  </a:lnTo>
                  <a:lnTo>
                    <a:pt x="1448" y="18431"/>
                  </a:lnTo>
                  <a:lnTo>
                    <a:pt x="1255" y="18700"/>
                  </a:lnTo>
                  <a:lnTo>
                    <a:pt x="1076" y="18994"/>
                  </a:lnTo>
                  <a:lnTo>
                    <a:pt x="910" y="19289"/>
                  </a:lnTo>
                  <a:lnTo>
                    <a:pt x="769" y="19596"/>
                  </a:lnTo>
                  <a:lnTo>
                    <a:pt x="628" y="19904"/>
                  </a:lnTo>
                  <a:lnTo>
                    <a:pt x="500" y="20224"/>
                  </a:lnTo>
                  <a:lnTo>
                    <a:pt x="385" y="20557"/>
                  </a:lnTo>
                  <a:lnTo>
                    <a:pt x="282" y="20903"/>
                  </a:lnTo>
                  <a:lnTo>
                    <a:pt x="192" y="21249"/>
                  </a:lnTo>
                  <a:lnTo>
                    <a:pt x="128" y="21594"/>
                  </a:lnTo>
                  <a:lnTo>
                    <a:pt x="77" y="21966"/>
                  </a:lnTo>
                  <a:lnTo>
                    <a:pt x="26" y="22325"/>
                  </a:lnTo>
                  <a:lnTo>
                    <a:pt x="13" y="22696"/>
                  </a:lnTo>
                  <a:lnTo>
                    <a:pt x="0" y="23067"/>
                  </a:lnTo>
                  <a:lnTo>
                    <a:pt x="0" y="28972"/>
                  </a:lnTo>
                  <a:lnTo>
                    <a:pt x="13" y="29343"/>
                  </a:lnTo>
                  <a:lnTo>
                    <a:pt x="26" y="29715"/>
                  </a:lnTo>
                  <a:lnTo>
                    <a:pt x="77" y="30086"/>
                  </a:lnTo>
                  <a:lnTo>
                    <a:pt x="128" y="30445"/>
                  </a:lnTo>
                  <a:lnTo>
                    <a:pt x="192" y="30791"/>
                  </a:lnTo>
                  <a:lnTo>
                    <a:pt x="282" y="31136"/>
                  </a:lnTo>
                  <a:lnTo>
                    <a:pt x="385" y="31482"/>
                  </a:lnTo>
                  <a:lnTo>
                    <a:pt x="500" y="31815"/>
                  </a:lnTo>
                  <a:lnTo>
                    <a:pt x="628" y="32135"/>
                  </a:lnTo>
                  <a:lnTo>
                    <a:pt x="769" y="32456"/>
                  </a:lnTo>
                  <a:lnTo>
                    <a:pt x="910" y="32763"/>
                  </a:lnTo>
                  <a:lnTo>
                    <a:pt x="1076" y="33058"/>
                  </a:lnTo>
                  <a:lnTo>
                    <a:pt x="1255" y="33339"/>
                  </a:lnTo>
                  <a:lnTo>
                    <a:pt x="1448" y="33621"/>
                  </a:lnTo>
                  <a:lnTo>
                    <a:pt x="1640" y="33877"/>
                  </a:lnTo>
                  <a:lnTo>
                    <a:pt x="1857" y="34133"/>
                  </a:lnTo>
                  <a:lnTo>
                    <a:pt x="2075" y="34377"/>
                  </a:lnTo>
                  <a:lnTo>
                    <a:pt x="2306" y="34607"/>
                  </a:lnTo>
                  <a:lnTo>
                    <a:pt x="2536" y="34825"/>
                  </a:lnTo>
                  <a:lnTo>
                    <a:pt x="2792" y="35030"/>
                  </a:lnTo>
                  <a:lnTo>
                    <a:pt x="3049" y="35222"/>
                  </a:lnTo>
                  <a:lnTo>
                    <a:pt x="3305" y="35401"/>
                  </a:lnTo>
                  <a:lnTo>
                    <a:pt x="3574" y="35555"/>
                  </a:lnTo>
                  <a:lnTo>
                    <a:pt x="3855" y="35709"/>
                  </a:lnTo>
                  <a:lnTo>
                    <a:pt x="4150" y="35837"/>
                  </a:lnTo>
                  <a:lnTo>
                    <a:pt x="4445" y="35952"/>
                  </a:lnTo>
                  <a:lnTo>
                    <a:pt x="4739" y="36055"/>
                  </a:lnTo>
                  <a:lnTo>
                    <a:pt x="5047" y="36131"/>
                  </a:lnTo>
                  <a:lnTo>
                    <a:pt x="5354" y="36195"/>
                  </a:lnTo>
                  <a:lnTo>
                    <a:pt x="5674" y="36247"/>
                  </a:lnTo>
                  <a:lnTo>
                    <a:pt x="5994" y="36272"/>
                  </a:lnTo>
                  <a:lnTo>
                    <a:pt x="6315" y="36285"/>
                  </a:lnTo>
                  <a:lnTo>
                    <a:pt x="6763" y="36285"/>
                  </a:lnTo>
                  <a:lnTo>
                    <a:pt x="6993" y="36311"/>
                  </a:lnTo>
                  <a:lnTo>
                    <a:pt x="7211" y="36336"/>
                  </a:lnTo>
                  <a:lnTo>
                    <a:pt x="7429" y="36388"/>
                  </a:lnTo>
                  <a:lnTo>
                    <a:pt x="7634" y="36452"/>
                  </a:lnTo>
                  <a:lnTo>
                    <a:pt x="7839" y="36516"/>
                  </a:lnTo>
                  <a:lnTo>
                    <a:pt x="8044" y="36605"/>
                  </a:lnTo>
                  <a:lnTo>
                    <a:pt x="8249" y="36708"/>
                  </a:lnTo>
                  <a:lnTo>
                    <a:pt x="8441" y="36810"/>
                  </a:lnTo>
                  <a:lnTo>
                    <a:pt x="8620" y="36926"/>
                  </a:lnTo>
                  <a:lnTo>
                    <a:pt x="8812" y="37054"/>
                  </a:lnTo>
                  <a:lnTo>
                    <a:pt x="8991" y="37195"/>
                  </a:lnTo>
                  <a:lnTo>
                    <a:pt x="9158" y="37348"/>
                  </a:lnTo>
                  <a:lnTo>
                    <a:pt x="9324" y="37502"/>
                  </a:lnTo>
                  <a:lnTo>
                    <a:pt x="9478" y="37681"/>
                  </a:lnTo>
                  <a:lnTo>
                    <a:pt x="9632" y="37848"/>
                  </a:lnTo>
                  <a:lnTo>
                    <a:pt x="9785" y="38040"/>
                  </a:lnTo>
                  <a:lnTo>
                    <a:pt x="9914" y="38232"/>
                  </a:lnTo>
                  <a:lnTo>
                    <a:pt x="10042" y="38437"/>
                  </a:lnTo>
                  <a:lnTo>
                    <a:pt x="10170" y="38642"/>
                  </a:lnTo>
                  <a:lnTo>
                    <a:pt x="10285" y="38860"/>
                  </a:lnTo>
                  <a:lnTo>
                    <a:pt x="10387" y="39090"/>
                  </a:lnTo>
                  <a:lnTo>
                    <a:pt x="10490" y="39321"/>
                  </a:lnTo>
                  <a:lnTo>
                    <a:pt x="10567" y="39564"/>
                  </a:lnTo>
                  <a:lnTo>
                    <a:pt x="10656" y="39807"/>
                  </a:lnTo>
                  <a:lnTo>
                    <a:pt x="10720" y="40051"/>
                  </a:lnTo>
                  <a:lnTo>
                    <a:pt x="10784" y="40307"/>
                  </a:lnTo>
                  <a:lnTo>
                    <a:pt x="10823" y="40563"/>
                  </a:lnTo>
                  <a:lnTo>
                    <a:pt x="10861" y="40832"/>
                  </a:lnTo>
                  <a:lnTo>
                    <a:pt x="10900" y="41101"/>
                  </a:lnTo>
                  <a:lnTo>
                    <a:pt x="10913" y="41370"/>
                  </a:lnTo>
                  <a:lnTo>
                    <a:pt x="10913" y="41652"/>
                  </a:lnTo>
                  <a:lnTo>
                    <a:pt x="10913" y="51065"/>
                  </a:lnTo>
                  <a:lnTo>
                    <a:pt x="10925" y="51168"/>
                  </a:lnTo>
                  <a:lnTo>
                    <a:pt x="10938" y="51258"/>
                  </a:lnTo>
                  <a:lnTo>
                    <a:pt x="10964" y="51360"/>
                  </a:lnTo>
                  <a:lnTo>
                    <a:pt x="10989" y="51450"/>
                  </a:lnTo>
                  <a:lnTo>
                    <a:pt x="11028" y="51527"/>
                  </a:lnTo>
                  <a:lnTo>
                    <a:pt x="11079" y="51616"/>
                  </a:lnTo>
                  <a:lnTo>
                    <a:pt x="11143" y="51680"/>
                  </a:lnTo>
                  <a:lnTo>
                    <a:pt x="11207" y="51757"/>
                  </a:lnTo>
                  <a:lnTo>
                    <a:pt x="11271" y="51821"/>
                  </a:lnTo>
                  <a:lnTo>
                    <a:pt x="11348" y="51872"/>
                  </a:lnTo>
                  <a:lnTo>
                    <a:pt x="11425" y="51924"/>
                  </a:lnTo>
                  <a:lnTo>
                    <a:pt x="11515" y="51962"/>
                  </a:lnTo>
                  <a:lnTo>
                    <a:pt x="11604" y="52000"/>
                  </a:lnTo>
                  <a:lnTo>
                    <a:pt x="11694" y="52013"/>
                  </a:lnTo>
                  <a:lnTo>
                    <a:pt x="11783" y="52039"/>
                  </a:lnTo>
                  <a:lnTo>
                    <a:pt x="11988" y="52039"/>
                  </a:lnTo>
                  <a:lnTo>
                    <a:pt x="12078" y="52013"/>
                  </a:lnTo>
                  <a:lnTo>
                    <a:pt x="12181" y="52000"/>
                  </a:lnTo>
                  <a:lnTo>
                    <a:pt x="12270" y="51962"/>
                  </a:lnTo>
                  <a:lnTo>
                    <a:pt x="12347" y="51924"/>
                  </a:lnTo>
                  <a:lnTo>
                    <a:pt x="12437" y="51872"/>
                  </a:lnTo>
                  <a:lnTo>
                    <a:pt x="12501" y="51821"/>
                  </a:lnTo>
                  <a:lnTo>
                    <a:pt x="12578" y="51757"/>
                  </a:lnTo>
                  <a:lnTo>
                    <a:pt x="12642" y="51680"/>
                  </a:lnTo>
                  <a:lnTo>
                    <a:pt x="12693" y="51616"/>
                  </a:lnTo>
                  <a:lnTo>
                    <a:pt x="12744" y="51527"/>
                  </a:lnTo>
                  <a:lnTo>
                    <a:pt x="12783" y="51450"/>
                  </a:lnTo>
                  <a:lnTo>
                    <a:pt x="12821" y="51360"/>
                  </a:lnTo>
                  <a:lnTo>
                    <a:pt x="12834" y="51258"/>
                  </a:lnTo>
                  <a:lnTo>
                    <a:pt x="12859" y="51168"/>
                  </a:lnTo>
                  <a:lnTo>
                    <a:pt x="12859" y="51065"/>
                  </a:lnTo>
                  <a:lnTo>
                    <a:pt x="12859" y="41652"/>
                  </a:lnTo>
                  <a:lnTo>
                    <a:pt x="12847" y="41267"/>
                  </a:lnTo>
                  <a:lnTo>
                    <a:pt x="12821" y="40896"/>
                  </a:lnTo>
                  <a:lnTo>
                    <a:pt x="12783" y="40537"/>
                  </a:lnTo>
                  <a:lnTo>
                    <a:pt x="12731" y="40179"/>
                  </a:lnTo>
                  <a:lnTo>
                    <a:pt x="12654" y="39820"/>
                  </a:lnTo>
                  <a:lnTo>
                    <a:pt x="12578" y="39474"/>
                  </a:lnTo>
                  <a:lnTo>
                    <a:pt x="12475" y="39141"/>
                  </a:lnTo>
                  <a:lnTo>
                    <a:pt x="12360" y="38808"/>
                  </a:lnTo>
                  <a:lnTo>
                    <a:pt x="12232" y="38475"/>
                  </a:lnTo>
                  <a:lnTo>
                    <a:pt x="12091" y="38168"/>
                  </a:lnTo>
                  <a:lnTo>
                    <a:pt x="11937" y="37861"/>
                  </a:lnTo>
                  <a:lnTo>
                    <a:pt x="11783" y="37566"/>
                  </a:lnTo>
                  <a:lnTo>
                    <a:pt x="11604" y="37271"/>
                  </a:lnTo>
                  <a:lnTo>
                    <a:pt x="11412" y="37002"/>
                  </a:lnTo>
                  <a:lnTo>
                    <a:pt x="11220" y="36733"/>
                  </a:lnTo>
                  <a:lnTo>
                    <a:pt x="11002" y="36477"/>
                  </a:lnTo>
                  <a:lnTo>
                    <a:pt x="10784" y="36234"/>
                  </a:lnTo>
                  <a:lnTo>
                    <a:pt x="10554" y="36003"/>
                  </a:lnTo>
                  <a:lnTo>
                    <a:pt x="10323" y="35786"/>
                  </a:lnTo>
                  <a:lnTo>
                    <a:pt x="10067" y="35581"/>
                  </a:lnTo>
                  <a:lnTo>
                    <a:pt x="9811" y="35401"/>
                  </a:lnTo>
                  <a:lnTo>
                    <a:pt x="9555" y="35222"/>
                  </a:lnTo>
                  <a:lnTo>
                    <a:pt x="9273" y="35056"/>
                  </a:lnTo>
                  <a:lnTo>
                    <a:pt x="9004" y="34915"/>
                  </a:lnTo>
                  <a:lnTo>
                    <a:pt x="8710" y="34787"/>
                  </a:lnTo>
                  <a:lnTo>
                    <a:pt x="8415" y="34671"/>
                  </a:lnTo>
                  <a:lnTo>
                    <a:pt x="8120" y="34569"/>
                  </a:lnTo>
                  <a:lnTo>
                    <a:pt x="7813" y="34479"/>
                  </a:lnTo>
                  <a:lnTo>
                    <a:pt x="7506" y="34415"/>
                  </a:lnTo>
                  <a:lnTo>
                    <a:pt x="7185" y="34377"/>
                  </a:lnTo>
                  <a:lnTo>
                    <a:pt x="6865" y="34351"/>
                  </a:lnTo>
                  <a:lnTo>
                    <a:pt x="6545" y="34338"/>
                  </a:lnTo>
                  <a:lnTo>
                    <a:pt x="6315" y="34338"/>
                  </a:lnTo>
                  <a:lnTo>
                    <a:pt x="6097" y="34326"/>
                  </a:lnTo>
                  <a:lnTo>
                    <a:pt x="5866" y="34313"/>
                  </a:lnTo>
                  <a:lnTo>
                    <a:pt x="5649" y="34274"/>
                  </a:lnTo>
                  <a:lnTo>
                    <a:pt x="5431" y="34223"/>
                  </a:lnTo>
                  <a:lnTo>
                    <a:pt x="5226" y="34172"/>
                  </a:lnTo>
                  <a:lnTo>
                    <a:pt x="5021" y="34095"/>
                  </a:lnTo>
                  <a:lnTo>
                    <a:pt x="4816" y="34005"/>
                  </a:lnTo>
                  <a:lnTo>
                    <a:pt x="4611" y="33916"/>
                  </a:lnTo>
                  <a:lnTo>
                    <a:pt x="4419" y="33800"/>
                  </a:lnTo>
                  <a:lnTo>
                    <a:pt x="4227" y="33685"/>
                  </a:lnTo>
                  <a:lnTo>
                    <a:pt x="4048" y="33557"/>
                  </a:lnTo>
                  <a:lnTo>
                    <a:pt x="3868" y="33416"/>
                  </a:lnTo>
                  <a:lnTo>
                    <a:pt x="3702" y="33275"/>
                  </a:lnTo>
                  <a:lnTo>
                    <a:pt x="3535" y="33109"/>
                  </a:lnTo>
                  <a:lnTo>
                    <a:pt x="3382" y="32942"/>
                  </a:lnTo>
                  <a:lnTo>
                    <a:pt x="3228" y="32763"/>
                  </a:lnTo>
                  <a:lnTo>
                    <a:pt x="3074" y="32571"/>
                  </a:lnTo>
                  <a:lnTo>
                    <a:pt x="2946" y="32379"/>
                  </a:lnTo>
                  <a:lnTo>
                    <a:pt x="2818" y="32174"/>
                  </a:lnTo>
                  <a:lnTo>
                    <a:pt x="2690" y="31969"/>
                  </a:lnTo>
                  <a:lnTo>
                    <a:pt x="2575" y="31751"/>
                  </a:lnTo>
                  <a:lnTo>
                    <a:pt x="2472" y="31521"/>
                  </a:lnTo>
                  <a:lnTo>
                    <a:pt x="2370" y="31290"/>
                  </a:lnTo>
                  <a:lnTo>
                    <a:pt x="2280" y="31060"/>
                  </a:lnTo>
                  <a:lnTo>
                    <a:pt x="2203" y="30816"/>
                  </a:lnTo>
                  <a:lnTo>
                    <a:pt x="2139" y="30560"/>
                  </a:lnTo>
                  <a:lnTo>
                    <a:pt x="2075" y="30304"/>
                  </a:lnTo>
                  <a:lnTo>
                    <a:pt x="2037" y="30048"/>
                  </a:lnTo>
                  <a:lnTo>
                    <a:pt x="1998" y="29792"/>
                  </a:lnTo>
                  <a:lnTo>
                    <a:pt x="1960" y="29523"/>
                  </a:lnTo>
                  <a:lnTo>
                    <a:pt x="1947" y="29241"/>
                  </a:lnTo>
                  <a:lnTo>
                    <a:pt x="1947" y="28972"/>
                  </a:lnTo>
                  <a:lnTo>
                    <a:pt x="1947" y="23067"/>
                  </a:lnTo>
                  <a:lnTo>
                    <a:pt x="1947" y="22798"/>
                  </a:lnTo>
                  <a:lnTo>
                    <a:pt x="1960" y="22529"/>
                  </a:lnTo>
                  <a:lnTo>
                    <a:pt x="1998" y="22260"/>
                  </a:lnTo>
                  <a:lnTo>
                    <a:pt x="2037" y="21992"/>
                  </a:lnTo>
                  <a:lnTo>
                    <a:pt x="2075" y="21735"/>
                  </a:lnTo>
                  <a:lnTo>
                    <a:pt x="2139" y="21479"/>
                  </a:lnTo>
                  <a:lnTo>
                    <a:pt x="2203" y="21223"/>
                  </a:lnTo>
                  <a:lnTo>
                    <a:pt x="2280" y="20980"/>
                  </a:lnTo>
                  <a:lnTo>
                    <a:pt x="2370" y="20749"/>
                  </a:lnTo>
                  <a:lnTo>
                    <a:pt x="2472" y="20519"/>
                  </a:lnTo>
                  <a:lnTo>
                    <a:pt x="2575" y="20288"/>
                  </a:lnTo>
                  <a:lnTo>
                    <a:pt x="2690" y="20070"/>
                  </a:lnTo>
                  <a:lnTo>
                    <a:pt x="2818" y="19865"/>
                  </a:lnTo>
                  <a:lnTo>
                    <a:pt x="2946" y="19660"/>
                  </a:lnTo>
                  <a:lnTo>
                    <a:pt x="3074" y="19468"/>
                  </a:lnTo>
                  <a:lnTo>
                    <a:pt x="3228" y="19276"/>
                  </a:lnTo>
                  <a:lnTo>
                    <a:pt x="3382" y="19097"/>
                  </a:lnTo>
                  <a:lnTo>
                    <a:pt x="3535" y="18930"/>
                  </a:lnTo>
                  <a:lnTo>
                    <a:pt x="3702" y="18777"/>
                  </a:lnTo>
                  <a:lnTo>
                    <a:pt x="3868" y="18623"/>
                  </a:lnTo>
                  <a:lnTo>
                    <a:pt x="4048" y="18482"/>
                  </a:lnTo>
                  <a:lnTo>
                    <a:pt x="4227" y="18354"/>
                  </a:lnTo>
                  <a:lnTo>
                    <a:pt x="4419" y="18239"/>
                  </a:lnTo>
                  <a:lnTo>
                    <a:pt x="4611" y="18124"/>
                  </a:lnTo>
                  <a:lnTo>
                    <a:pt x="4816" y="18034"/>
                  </a:lnTo>
                  <a:lnTo>
                    <a:pt x="5021" y="17944"/>
                  </a:lnTo>
                  <a:lnTo>
                    <a:pt x="5226" y="17880"/>
                  </a:lnTo>
                  <a:lnTo>
                    <a:pt x="5431" y="17816"/>
                  </a:lnTo>
                  <a:lnTo>
                    <a:pt x="5649" y="17765"/>
                  </a:lnTo>
                  <a:lnTo>
                    <a:pt x="5866" y="17739"/>
                  </a:lnTo>
                  <a:lnTo>
                    <a:pt x="6097" y="17714"/>
                  </a:lnTo>
                  <a:lnTo>
                    <a:pt x="6315" y="17701"/>
                  </a:lnTo>
                  <a:lnTo>
                    <a:pt x="6865" y="17701"/>
                  </a:lnTo>
                  <a:lnTo>
                    <a:pt x="7185" y="17662"/>
                  </a:lnTo>
                  <a:lnTo>
                    <a:pt x="7506" y="17624"/>
                  </a:lnTo>
                  <a:lnTo>
                    <a:pt x="7813" y="17560"/>
                  </a:lnTo>
                  <a:lnTo>
                    <a:pt x="8120" y="17470"/>
                  </a:lnTo>
                  <a:lnTo>
                    <a:pt x="8415" y="17381"/>
                  </a:lnTo>
                  <a:lnTo>
                    <a:pt x="8710" y="17265"/>
                  </a:lnTo>
                  <a:lnTo>
                    <a:pt x="9004" y="17125"/>
                  </a:lnTo>
                  <a:lnTo>
                    <a:pt x="9273" y="16984"/>
                  </a:lnTo>
                  <a:lnTo>
                    <a:pt x="9555" y="16817"/>
                  </a:lnTo>
                  <a:lnTo>
                    <a:pt x="9811" y="16651"/>
                  </a:lnTo>
                  <a:lnTo>
                    <a:pt x="10067" y="16459"/>
                  </a:lnTo>
                  <a:lnTo>
                    <a:pt x="10323" y="16254"/>
                  </a:lnTo>
                  <a:lnTo>
                    <a:pt x="10554" y="16036"/>
                  </a:lnTo>
                  <a:lnTo>
                    <a:pt x="10784" y="15805"/>
                  </a:lnTo>
                  <a:lnTo>
                    <a:pt x="11002" y="15562"/>
                  </a:lnTo>
                  <a:lnTo>
                    <a:pt x="11220" y="15306"/>
                  </a:lnTo>
                  <a:lnTo>
                    <a:pt x="11412" y="15050"/>
                  </a:lnTo>
                  <a:lnTo>
                    <a:pt x="11604" y="14768"/>
                  </a:lnTo>
                  <a:lnTo>
                    <a:pt x="11783" y="14486"/>
                  </a:lnTo>
                  <a:lnTo>
                    <a:pt x="11937" y="14179"/>
                  </a:lnTo>
                  <a:lnTo>
                    <a:pt x="12091" y="13884"/>
                  </a:lnTo>
                  <a:lnTo>
                    <a:pt x="12232" y="13564"/>
                  </a:lnTo>
                  <a:lnTo>
                    <a:pt x="12360" y="13244"/>
                  </a:lnTo>
                  <a:lnTo>
                    <a:pt x="12475" y="12911"/>
                  </a:lnTo>
                  <a:lnTo>
                    <a:pt x="12578" y="12565"/>
                  </a:lnTo>
                  <a:lnTo>
                    <a:pt x="12654" y="12219"/>
                  </a:lnTo>
                  <a:lnTo>
                    <a:pt x="12731" y="11873"/>
                  </a:lnTo>
                  <a:lnTo>
                    <a:pt x="12783" y="11515"/>
                  </a:lnTo>
                  <a:lnTo>
                    <a:pt x="12821" y="11143"/>
                  </a:lnTo>
                  <a:lnTo>
                    <a:pt x="12847" y="10772"/>
                  </a:lnTo>
                  <a:lnTo>
                    <a:pt x="12859" y="10400"/>
                  </a:lnTo>
                  <a:lnTo>
                    <a:pt x="12859" y="974"/>
                  </a:lnTo>
                  <a:lnTo>
                    <a:pt x="12859" y="871"/>
                  </a:lnTo>
                  <a:lnTo>
                    <a:pt x="12834" y="782"/>
                  </a:lnTo>
                  <a:lnTo>
                    <a:pt x="12821" y="692"/>
                  </a:lnTo>
                  <a:lnTo>
                    <a:pt x="12783" y="602"/>
                  </a:lnTo>
                  <a:lnTo>
                    <a:pt x="12744" y="513"/>
                  </a:lnTo>
                  <a:lnTo>
                    <a:pt x="12693" y="436"/>
                  </a:lnTo>
                  <a:lnTo>
                    <a:pt x="12642" y="359"/>
                  </a:lnTo>
                  <a:lnTo>
                    <a:pt x="12578" y="282"/>
                  </a:lnTo>
                  <a:lnTo>
                    <a:pt x="12501" y="231"/>
                  </a:lnTo>
                  <a:lnTo>
                    <a:pt x="12437" y="167"/>
                  </a:lnTo>
                  <a:lnTo>
                    <a:pt x="12347" y="116"/>
                  </a:lnTo>
                  <a:lnTo>
                    <a:pt x="12270" y="77"/>
                  </a:lnTo>
                  <a:lnTo>
                    <a:pt x="12181" y="52"/>
                  </a:lnTo>
                  <a:lnTo>
                    <a:pt x="12078" y="26"/>
                  </a:lnTo>
                  <a:lnTo>
                    <a:pt x="11988" y="13"/>
                  </a:lnTo>
                  <a:lnTo>
                    <a:pt x="11886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41"/>
            <p:cNvSpPr/>
            <p:nvPr/>
          </p:nvSpPr>
          <p:spPr>
            <a:xfrm rot="5400000">
              <a:off x="4514156" y="2219528"/>
              <a:ext cx="239121" cy="239203"/>
            </a:xfrm>
            <a:custGeom>
              <a:avLst/>
              <a:gdLst/>
              <a:ahLst/>
              <a:cxnLst/>
              <a:rect l="l" t="t" r="r" b="b"/>
              <a:pathLst>
                <a:path w="2908" h="2909" extrusionOk="0">
                  <a:moveTo>
                    <a:pt x="1448" y="1"/>
                  </a:moveTo>
                  <a:lnTo>
                    <a:pt x="1307" y="14"/>
                  </a:lnTo>
                  <a:lnTo>
                    <a:pt x="1153" y="26"/>
                  </a:lnTo>
                  <a:lnTo>
                    <a:pt x="1025" y="65"/>
                  </a:lnTo>
                  <a:lnTo>
                    <a:pt x="884" y="116"/>
                  </a:lnTo>
                  <a:lnTo>
                    <a:pt x="756" y="180"/>
                  </a:lnTo>
                  <a:lnTo>
                    <a:pt x="641" y="244"/>
                  </a:lnTo>
                  <a:lnTo>
                    <a:pt x="526" y="334"/>
                  </a:lnTo>
                  <a:lnTo>
                    <a:pt x="423" y="423"/>
                  </a:lnTo>
                  <a:lnTo>
                    <a:pt x="333" y="526"/>
                  </a:lnTo>
                  <a:lnTo>
                    <a:pt x="244" y="641"/>
                  </a:lnTo>
                  <a:lnTo>
                    <a:pt x="167" y="756"/>
                  </a:lnTo>
                  <a:lnTo>
                    <a:pt x="116" y="884"/>
                  </a:lnTo>
                  <a:lnTo>
                    <a:pt x="65" y="1025"/>
                  </a:lnTo>
                  <a:lnTo>
                    <a:pt x="26" y="1166"/>
                  </a:lnTo>
                  <a:lnTo>
                    <a:pt x="0" y="1307"/>
                  </a:lnTo>
                  <a:lnTo>
                    <a:pt x="0" y="1461"/>
                  </a:lnTo>
                  <a:lnTo>
                    <a:pt x="0" y="1602"/>
                  </a:lnTo>
                  <a:lnTo>
                    <a:pt x="26" y="1755"/>
                  </a:lnTo>
                  <a:lnTo>
                    <a:pt x="65" y="1883"/>
                  </a:lnTo>
                  <a:lnTo>
                    <a:pt x="116" y="2024"/>
                  </a:lnTo>
                  <a:lnTo>
                    <a:pt x="167" y="2152"/>
                  </a:lnTo>
                  <a:lnTo>
                    <a:pt x="244" y="2268"/>
                  </a:lnTo>
                  <a:lnTo>
                    <a:pt x="333" y="2383"/>
                  </a:lnTo>
                  <a:lnTo>
                    <a:pt x="423" y="2485"/>
                  </a:lnTo>
                  <a:lnTo>
                    <a:pt x="526" y="2575"/>
                  </a:lnTo>
                  <a:lnTo>
                    <a:pt x="641" y="2665"/>
                  </a:lnTo>
                  <a:lnTo>
                    <a:pt x="756" y="2742"/>
                  </a:lnTo>
                  <a:lnTo>
                    <a:pt x="884" y="2793"/>
                  </a:lnTo>
                  <a:lnTo>
                    <a:pt x="1025" y="2844"/>
                  </a:lnTo>
                  <a:lnTo>
                    <a:pt x="1153" y="2882"/>
                  </a:lnTo>
                  <a:lnTo>
                    <a:pt x="1307" y="2908"/>
                  </a:lnTo>
                  <a:lnTo>
                    <a:pt x="1601" y="2908"/>
                  </a:lnTo>
                  <a:lnTo>
                    <a:pt x="1742" y="2882"/>
                  </a:lnTo>
                  <a:lnTo>
                    <a:pt x="1883" y="2844"/>
                  </a:lnTo>
                  <a:lnTo>
                    <a:pt x="2024" y="2793"/>
                  </a:lnTo>
                  <a:lnTo>
                    <a:pt x="2139" y="2742"/>
                  </a:lnTo>
                  <a:lnTo>
                    <a:pt x="2267" y="2665"/>
                  </a:lnTo>
                  <a:lnTo>
                    <a:pt x="2383" y="2575"/>
                  </a:lnTo>
                  <a:lnTo>
                    <a:pt x="2485" y="2485"/>
                  </a:lnTo>
                  <a:lnTo>
                    <a:pt x="2575" y="2383"/>
                  </a:lnTo>
                  <a:lnTo>
                    <a:pt x="2665" y="2268"/>
                  </a:lnTo>
                  <a:lnTo>
                    <a:pt x="2729" y="2152"/>
                  </a:lnTo>
                  <a:lnTo>
                    <a:pt x="2793" y="2024"/>
                  </a:lnTo>
                  <a:lnTo>
                    <a:pt x="2844" y="1883"/>
                  </a:lnTo>
                  <a:lnTo>
                    <a:pt x="2882" y="1755"/>
                  </a:lnTo>
                  <a:lnTo>
                    <a:pt x="2895" y="1602"/>
                  </a:lnTo>
                  <a:lnTo>
                    <a:pt x="2908" y="1461"/>
                  </a:lnTo>
                  <a:lnTo>
                    <a:pt x="2895" y="1307"/>
                  </a:lnTo>
                  <a:lnTo>
                    <a:pt x="2882" y="1166"/>
                  </a:lnTo>
                  <a:lnTo>
                    <a:pt x="2844" y="1025"/>
                  </a:lnTo>
                  <a:lnTo>
                    <a:pt x="2793" y="884"/>
                  </a:lnTo>
                  <a:lnTo>
                    <a:pt x="2729" y="756"/>
                  </a:lnTo>
                  <a:lnTo>
                    <a:pt x="2665" y="641"/>
                  </a:lnTo>
                  <a:lnTo>
                    <a:pt x="2575" y="526"/>
                  </a:lnTo>
                  <a:lnTo>
                    <a:pt x="2485" y="423"/>
                  </a:lnTo>
                  <a:lnTo>
                    <a:pt x="2383" y="334"/>
                  </a:lnTo>
                  <a:lnTo>
                    <a:pt x="2267" y="244"/>
                  </a:lnTo>
                  <a:lnTo>
                    <a:pt x="2139" y="180"/>
                  </a:lnTo>
                  <a:lnTo>
                    <a:pt x="2024" y="116"/>
                  </a:lnTo>
                  <a:lnTo>
                    <a:pt x="1883" y="65"/>
                  </a:lnTo>
                  <a:lnTo>
                    <a:pt x="1742" y="26"/>
                  </a:lnTo>
                  <a:lnTo>
                    <a:pt x="1601" y="14"/>
                  </a:lnTo>
                  <a:lnTo>
                    <a:pt x="1448" y="1"/>
                  </a:lnTo>
                  <a:close/>
                </a:path>
              </a:pathLst>
            </a:custGeom>
            <a:solidFill>
              <a:srgbClr val="FCB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41"/>
            <p:cNvSpPr/>
            <p:nvPr/>
          </p:nvSpPr>
          <p:spPr>
            <a:xfrm rot="5400000">
              <a:off x="5969916" y="2734931"/>
              <a:ext cx="174378" cy="174378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41"/>
            <p:cNvSpPr/>
            <p:nvPr/>
          </p:nvSpPr>
          <p:spPr>
            <a:xfrm rot="5400000">
              <a:off x="3819307" y="2536551"/>
              <a:ext cx="174378" cy="174378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41"/>
            <p:cNvSpPr/>
            <p:nvPr/>
          </p:nvSpPr>
          <p:spPr>
            <a:xfrm rot="5400000">
              <a:off x="2775274" y="2524387"/>
              <a:ext cx="174300" cy="1743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186" name="Google Shape;2186;p41"/>
          <p:cNvCxnSpPr>
            <a:stCxn id="2146" idx="3"/>
            <a:endCxn id="2183" idx="2"/>
          </p:cNvCxnSpPr>
          <p:nvPr/>
        </p:nvCxnSpPr>
        <p:spPr>
          <a:xfrm>
            <a:off x="2952825" y="1498825"/>
            <a:ext cx="134100" cy="12360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187" name="Google Shape;2187;p41"/>
          <p:cNvCxnSpPr>
            <a:stCxn id="2141" idx="3"/>
            <a:endCxn id="2184" idx="2"/>
          </p:cNvCxnSpPr>
          <p:nvPr/>
        </p:nvCxnSpPr>
        <p:spPr>
          <a:xfrm flipH="1">
            <a:off x="5237550" y="1498825"/>
            <a:ext cx="429900" cy="1037700"/>
          </a:xfrm>
          <a:prstGeom prst="bentConnector4">
            <a:avLst>
              <a:gd name="adj1" fmla="val -55391"/>
              <a:gd name="adj2" fmla="val 6645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188" name="Google Shape;2188;p41"/>
          <p:cNvCxnSpPr>
            <a:stCxn id="2151" idx="3"/>
            <a:endCxn id="2185" idx="4"/>
          </p:cNvCxnSpPr>
          <p:nvPr/>
        </p:nvCxnSpPr>
        <p:spPr>
          <a:xfrm flipH="1">
            <a:off x="6368775" y="1498825"/>
            <a:ext cx="2013300" cy="1112700"/>
          </a:xfrm>
          <a:prstGeom prst="bentConnector3">
            <a:avLst>
              <a:gd name="adj1" fmla="val -1182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3" name="Google Shape;2193;p42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graphicFrame>
        <p:nvGraphicFramePr>
          <p:cNvPr id="2194" name="Google Shape;2194;p42"/>
          <p:cNvGraphicFramePr/>
          <p:nvPr/>
        </p:nvGraphicFramePr>
        <p:xfrm>
          <a:off x="457200" y="11070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{644D1850-89B5-4CF9-B093-DA9D37C3230B}</a:tableStyleId>
              </a:tblPr>
              <a:tblGrid>
                <a:gridCol w="64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6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EA27">
                        <a:alpha val="25099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Common Uses for Machine Learning</a:t>
                      </a:r>
                      <a:endParaRPr sz="1800"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EA27">
                        <a:alpha val="25099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accent4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01</a:t>
                      </a:r>
                      <a:endParaRPr sz="1600" b="1">
                        <a:solidFill>
                          <a:schemeClr val="accent4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9B27">
                        <a:alpha val="125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Chatbot systems</a:t>
                      </a:r>
                      <a:endParaRPr sz="16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Venus has a beautiful name, but it’s hot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accent5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02</a:t>
                      </a:r>
                      <a:endParaRPr sz="1600" b="1">
                        <a:solidFill>
                          <a:schemeClr val="accent5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4827">
                        <a:alpha val="125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Decision support</a:t>
                      </a:r>
                      <a:endParaRPr sz="16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Mercury is the closest planet to the Sun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accent6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03</a:t>
                      </a:r>
                      <a:endParaRPr sz="1600" b="1">
                        <a:solidFill>
                          <a:schemeClr val="accent6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27EA">
                        <a:alpha val="125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Customer recommendation engines</a:t>
                      </a:r>
                      <a:endParaRPr sz="16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Earth is the third planet from the Sun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accent3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04</a:t>
                      </a:r>
                      <a:endParaRPr sz="1600" b="1">
                        <a:solidFill>
                          <a:schemeClr val="accent3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776EA">
                        <a:alpha val="125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Customer churn modeling</a:t>
                      </a:r>
                      <a:endParaRPr sz="16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Despite being red, Mars is a cold place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accent2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05</a:t>
                      </a:r>
                      <a:endParaRPr sz="1600" b="1">
                        <a:solidFill>
                          <a:schemeClr val="accent2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EAB8">
                        <a:alpha val="125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Pricing strategies</a:t>
                      </a:r>
                      <a:endParaRPr sz="16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Neptune is the farthest planet from the Sun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accen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06</a:t>
                      </a:r>
                      <a:endParaRPr sz="1600" b="1">
                        <a:solidFill>
                          <a:schemeClr val="accen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EA27">
                        <a:alpha val="125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Customer segmentation</a:t>
                      </a:r>
                      <a:endParaRPr sz="16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Jupiter is the biggest planet of them all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accent4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07</a:t>
                      </a:r>
                      <a:endParaRPr sz="1600" b="1">
                        <a:solidFill>
                          <a:schemeClr val="accent4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9B27">
                        <a:alpha val="125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Image classification</a:t>
                      </a:r>
                      <a:endParaRPr sz="16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Pluto is now considered a dwarf planet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99" name="Google Shape;2199;p43"/>
          <p:cNvCxnSpPr>
            <a:stCxn id="2200" idx="3"/>
            <a:endCxn id="2201" idx="0"/>
          </p:cNvCxnSpPr>
          <p:nvPr/>
        </p:nvCxnSpPr>
        <p:spPr>
          <a:xfrm>
            <a:off x="2406040" y="1723050"/>
            <a:ext cx="5306400" cy="7152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02" name="Google Shape;2202;p43"/>
          <p:cNvCxnSpPr>
            <a:stCxn id="2203" idx="1"/>
            <a:endCxn id="2204" idx="2"/>
          </p:cNvCxnSpPr>
          <p:nvPr/>
        </p:nvCxnSpPr>
        <p:spPr>
          <a:xfrm rot="10800000">
            <a:off x="1431538" y="3265150"/>
            <a:ext cx="5306400" cy="7368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05" name="Google Shape;2205;p43"/>
          <p:cNvSpPr/>
          <p:nvPr/>
        </p:nvSpPr>
        <p:spPr>
          <a:xfrm>
            <a:off x="3082350" y="1752675"/>
            <a:ext cx="2979300" cy="2979300"/>
          </a:xfrm>
          <a:prstGeom prst="ellipse">
            <a:avLst/>
          </a:prstGeom>
          <a:solidFill>
            <a:srgbClr val="E99B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6" name="Google Shape;2206;p43"/>
          <p:cNvSpPr/>
          <p:nvPr/>
        </p:nvSpPr>
        <p:spPr>
          <a:xfrm>
            <a:off x="3898138" y="1126300"/>
            <a:ext cx="1347900" cy="1347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7" name="Google Shape;2207;p43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grpSp>
        <p:nvGrpSpPr>
          <p:cNvPr id="2208" name="Google Shape;2208;p43"/>
          <p:cNvGrpSpPr/>
          <p:nvPr/>
        </p:nvGrpSpPr>
        <p:grpSpPr>
          <a:xfrm>
            <a:off x="4076706" y="1296659"/>
            <a:ext cx="990758" cy="1007202"/>
            <a:chOff x="5142325" y="1951175"/>
            <a:chExt cx="1293925" cy="1315400"/>
          </a:xfrm>
        </p:grpSpPr>
        <p:sp>
          <p:nvSpPr>
            <p:cNvPr id="2209" name="Google Shape;2209;p43"/>
            <p:cNvSpPr/>
            <p:nvPr/>
          </p:nvSpPr>
          <p:spPr>
            <a:xfrm>
              <a:off x="5933850" y="2137850"/>
              <a:ext cx="168775" cy="239200"/>
            </a:xfrm>
            <a:custGeom>
              <a:avLst/>
              <a:gdLst/>
              <a:ahLst/>
              <a:cxnLst/>
              <a:rect l="l" t="t" r="r" b="b"/>
              <a:pathLst>
                <a:path w="6751" h="9568" extrusionOk="0">
                  <a:moveTo>
                    <a:pt x="5995" y="0"/>
                  </a:moveTo>
                  <a:lnTo>
                    <a:pt x="5854" y="13"/>
                  </a:lnTo>
                  <a:lnTo>
                    <a:pt x="5713" y="64"/>
                  </a:lnTo>
                  <a:lnTo>
                    <a:pt x="423" y="2498"/>
                  </a:lnTo>
                  <a:lnTo>
                    <a:pt x="333" y="2549"/>
                  </a:lnTo>
                  <a:lnTo>
                    <a:pt x="257" y="2613"/>
                  </a:lnTo>
                  <a:lnTo>
                    <a:pt x="180" y="2677"/>
                  </a:lnTo>
                  <a:lnTo>
                    <a:pt x="116" y="2767"/>
                  </a:lnTo>
                  <a:lnTo>
                    <a:pt x="77" y="2856"/>
                  </a:lnTo>
                  <a:lnTo>
                    <a:pt x="39" y="2946"/>
                  </a:lnTo>
                  <a:lnTo>
                    <a:pt x="13" y="3049"/>
                  </a:lnTo>
                  <a:lnTo>
                    <a:pt x="0" y="3151"/>
                  </a:lnTo>
                  <a:lnTo>
                    <a:pt x="0" y="8851"/>
                  </a:lnTo>
                  <a:lnTo>
                    <a:pt x="26" y="8991"/>
                  </a:lnTo>
                  <a:lnTo>
                    <a:pt x="65" y="9132"/>
                  </a:lnTo>
                  <a:lnTo>
                    <a:pt x="129" y="9248"/>
                  </a:lnTo>
                  <a:lnTo>
                    <a:pt x="218" y="9363"/>
                  </a:lnTo>
                  <a:lnTo>
                    <a:pt x="321" y="9452"/>
                  </a:lnTo>
                  <a:lnTo>
                    <a:pt x="449" y="9517"/>
                  </a:lnTo>
                  <a:lnTo>
                    <a:pt x="590" y="9555"/>
                  </a:lnTo>
                  <a:lnTo>
                    <a:pt x="731" y="9568"/>
                  </a:lnTo>
                  <a:lnTo>
                    <a:pt x="884" y="9555"/>
                  </a:lnTo>
                  <a:lnTo>
                    <a:pt x="1012" y="9517"/>
                  </a:lnTo>
                  <a:lnTo>
                    <a:pt x="1140" y="9452"/>
                  </a:lnTo>
                  <a:lnTo>
                    <a:pt x="1243" y="9363"/>
                  </a:lnTo>
                  <a:lnTo>
                    <a:pt x="1333" y="9248"/>
                  </a:lnTo>
                  <a:lnTo>
                    <a:pt x="1409" y="9132"/>
                  </a:lnTo>
                  <a:lnTo>
                    <a:pt x="1448" y="8991"/>
                  </a:lnTo>
                  <a:lnTo>
                    <a:pt x="1461" y="8851"/>
                  </a:lnTo>
                  <a:lnTo>
                    <a:pt x="1461" y="3625"/>
                  </a:lnTo>
                  <a:lnTo>
                    <a:pt x="6328" y="1384"/>
                  </a:lnTo>
                  <a:lnTo>
                    <a:pt x="6456" y="1307"/>
                  </a:lnTo>
                  <a:lnTo>
                    <a:pt x="6558" y="1217"/>
                  </a:lnTo>
                  <a:lnTo>
                    <a:pt x="6648" y="1102"/>
                  </a:lnTo>
                  <a:lnTo>
                    <a:pt x="6712" y="974"/>
                  </a:lnTo>
                  <a:lnTo>
                    <a:pt x="6737" y="846"/>
                  </a:lnTo>
                  <a:lnTo>
                    <a:pt x="6750" y="705"/>
                  </a:lnTo>
                  <a:lnTo>
                    <a:pt x="6737" y="564"/>
                  </a:lnTo>
                  <a:lnTo>
                    <a:pt x="6686" y="423"/>
                  </a:lnTo>
                  <a:lnTo>
                    <a:pt x="6609" y="295"/>
                  </a:lnTo>
                  <a:lnTo>
                    <a:pt x="6520" y="180"/>
                  </a:lnTo>
                  <a:lnTo>
                    <a:pt x="6404" y="103"/>
                  </a:lnTo>
                  <a:lnTo>
                    <a:pt x="6276" y="39"/>
                  </a:lnTo>
                  <a:lnTo>
                    <a:pt x="613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43"/>
            <p:cNvSpPr/>
            <p:nvPr/>
          </p:nvSpPr>
          <p:spPr>
            <a:xfrm>
              <a:off x="5831700" y="1979025"/>
              <a:ext cx="90325" cy="399625"/>
            </a:xfrm>
            <a:custGeom>
              <a:avLst/>
              <a:gdLst/>
              <a:ahLst/>
              <a:cxnLst/>
              <a:rect l="l" t="t" r="r" b="b"/>
              <a:pathLst>
                <a:path w="3613" h="15985" extrusionOk="0">
                  <a:moveTo>
                    <a:pt x="2883" y="1"/>
                  </a:moveTo>
                  <a:lnTo>
                    <a:pt x="2742" y="13"/>
                  </a:lnTo>
                  <a:lnTo>
                    <a:pt x="2601" y="52"/>
                  </a:lnTo>
                  <a:lnTo>
                    <a:pt x="2486" y="129"/>
                  </a:lnTo>
                  <a:lnTo>
                    <a:pt x="2370" y="218"/>
                  </a:lnTo>
                  <a:lnTo>
                    <a:pt x="2281" y="321"/>
                  </a:lnTo>
                  <a:lnTo>
                    <a:pt x="2217" y="449"/>
                  </a:lnTo>
                  <a:lnTo>
                    <a:pt x="2178" y="577"/>
                  </a:lnTo>
                  <a:lnTo>
                    <a:pt x="2165" y="731"/>
                  </a:lnTo>
                  <a:lnTo>
                    <a:pt x="2165" y="6020"/>
                  </a:lnTo>
                  <a:lnTo>
                    <a:pt x="244" y="7724"/>
                  </a:lnTo>
                  <a:lnTo>
                    <a:pt x="180" y="7788"/>
                  </a:lnTo>
                  <a:lnTo>
                    <a:pt x="142" y="7839"/>
                  </a:lnTo>
                  <a:lnTo>
                    <a:pt x="90" y="7903"/>
                  </a:lnTo>
                  <a:lnTo>
                    <a:pt x="65" y="7967"/>
                  </a:lnTo>
                  <a:lnTo>
                    <a:pt x="39" y="8044"/>
                  </a:lnTo>
                  <a:lnTo>
                    <a:pt x="14" y="8121"/>
                  </a:lnTo>
                  <a:lnTo>
                    <a:pt x="1" y="8198"/>
                  </a:lnTo>
                  <a:lnTo>
                    <a:pt x="1" y="8274"/>
                  </a:lnTo>
                  <a:lnTo>
                    <a:pt x="1" y="15268"/>
                  </a:lnTo>
                  <a:lnTo>
                    <a:pt x="14" y="15408"/>
                  </a:lnTo>
                  <a:lnTo>
                    <a:pt x="52" y="15549"/>
                  </a:lnTo>
                  <a:lnTo>
                    <a:pt x="116" y="15665"/>
                  </a:lnTo>
                  <a:lnTo>
                    <a:pt x="206" y="15780"/>
                  </a:lnTo>
                  <a:lnTo>
                    <a:pt x="321" y="15870"/>
                  </a:lnTo>
                  <a:lnTo>
                    <a:pt x="436" y="15934"/>
                  </a:lnTo>
                  <a:lnTo>
                    <a:pt x="577" y="15972"/>
                  </a:lnTo>
                  <a:lnTo>
                    <a:pt x="731" y="15985"/>
                  </a:lnTo>
                  <a:lnTo>
                    <a:pt x="872" y="15972"/>
                  </a:lnTo>
                  <a:lnTo>
                    <a:pt x="1013" y="15934"/>
                  </a:lnTo>
                  <a:lnTo>
                    <a:pt x="1128" y="15870"/>
                  </a:lnTo>
                  <a:lnTo>
                    <a:pt x="1243" y="15780"/>
                  </a:lnTo>
                  <a:lnTo>
                    <a:pt x="1333" y="15665"/>
                  </a:lnTo>
                  <a:lnTo>
                    <a:pt x="1397" y="15549"/>
                  </a:lnTo>
                  <a:lnTo>
                    <a:pt x="1435" y="15408"/>
                  </a:lnTo>
                  <a:lnTo>
                    <a:pt x="1461" y="15268"/>
                  </a:lnTo>
                  <a:lnTo>
                    <a:pt x="1461" y="8595"/>
                  </a:lnTo>
                  <a:lnTo>
                    <a:pt x="3369" y="6878"/>
                  </a:lnTo>
                  <a:lnTo>
                    <a:pt x="3433" y="6827"/>
                  </a:lnTo>
                  <a:lnTo>
                    <a:pt x="3472" y="6763"/>
                  </a:lnTo>
                  <a:lnTo>
                    <a:pt x="3523" y="6699"/>
                  </a:lnTo>
                  <a:lnTo>
                    <a:pt x="3549" y="6635"/>
                  </a:lnTo>
                  <a:lnTo>
                    <a:pt x="3574" y="6571"/>
                  </a:lnTo>
                  <a:lnTo>
                    <a:pt x="3600" y="6494"/>
                  </a:lnTo>
                  <a:lnTo>
                    <a:pt x="3613" y="6417"/>
                  </a:lnTo>
                  <a:lnTo>
                    <a:pt x="3613" y="6340"/>
                  </a:lnTo>
                  <a:lnTo>
                    <a:pt x="3613" y="731"/>
                  </a:lnTo>
                  <a:lnTo>
                    <a:pt x="3600" y="577"/>
                  </a:lnTo>
                  <a:lnTo>
                    <a:pt x="3561" y="449"/>
                  </a:lnTo>
                  <a:lnTo>
                    <a:pt x="3497" y="321"/>
                  </a:lnTo>
                  <a:lnTo>
                    <a:pt x="3408" y="218"/>
                  </a:lnTo>
                  <a:lnTo>
                    <a:pt x="3292" y="129"/>
                  </a:lnTo>
                  <a:lnTo>
                    <a:pt x="3177" y="52"/>
                  </a:lnTo>
                  <a:lnTo>
                    <a:pt x="3036" y="13"/>
                  </a:lnTo>
                  <a:lnTo>
                    <a:pt x="288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43"/>
            <p:cNvSpPr/>
            <p:nvPr/>
          </p:nvSpPr>
          <p:spPr>
            <a:xfrm>
              <a:off x="5705225" y="2077975"/>
              <a:ext cx="36525" cy="299075"/>
            </a:xfrm>
            <a:custGeom>
              <a:avLst/>
              <a:gdLst/>
              <a:ahLst/>
              <a:cxnLst/>
              <a:rect l="l" t="t" r="r" b="b"/>
              <a:pathLst>
                <a:path w="1461" h="11963" extrusionOk="0">
                  <a:moveTo>
                    <a:pt x="731" y="0"/>
                  </a:moveTo>
                  <a:lnTo>
                    <a:pt x="577" y="13"/>
                  </a:lnTo>
                  <a:lnTo>
                    <a:pt x="436" y="51"/>
                  </a:lnTo>
                  <a:lnTo>
                    <a:pt x="321" y="128"/>
                  </a:lnTo>
                  <a:lnTo>
                    <a:pt x="206" y="205"/>
                  </a:lnTo>
                  <a:lnTo>
                    <a:pt x="116" y="320"/>
                  </a:lnTo>
                  <a:lnTo>
                    <a:pt x="52" y="448"/>
                  </a:lnTo>
                  <a:lnTo>
                    <a:pt x="13" y="577"/>
                  </a:lnTo>
                  <a:lnTo>
                    <a:pt x="1" y="730"/>
                  </a:lnTo>
                  <a:lnTo>
                    <a:pt x="1" y="11246"/>
                  </a:lnTo>
                  <a:lnTo>
                    <a:pt x="13" y="11386"/>
                  </a:lnTo>
                  <a:lnTo>
                    <a:pt x="52" y="11527"/>
                  </a:lnTo>
                  <a:lnTo>
                    <a:pt x="116" y="11643"/>
                  </a:lnTo>
                  <a:lnTo>
                    <a:pt x="206" y="11758"/>
                  </a:lnTo>
                  <a:lnTo>
                    <a:pt x="321" y="11847"/>
                  </a:lnTo>
                  <a:lnTo>
                    <a:pt x="436" y="11912"/>
                  </a:lnTo>
                  <a:lnTo>
                    <a:pt x="577" y="11950"/>
                  </a:lnTo>
                  <a:lnTo>
                    <a:pt x="731" y="11963"/>
                  </a:lnTo>
                  <a:lnTo>
                    <a:pt x="872" y="11950"/>
                  </a:lnTo>
                  <a:lnTo>
                    <a:pt x="1013" y="11912"/>
                  </a:lnTo>
                  <a:lnTo>
                    <a:pt x="1128" y="11847"/>
                  </a:lnTo>
                  <a:lnTo>
                    <a:pt x="1243" y="11758"/>
                  </a:lnTo>
                  <a:lnTo>
                    <a:pt x="1333" y="11643"/>
                  </a:lnTo>
                  <a:lnTo>
                    <a:pt x="1397" y="11527"/>
                  </a:lnTo>
                  <a:lnTo>
                    <a:pt x="1435" y="11386"/>
                  </a:lnTo>
                  <a:lnTo>
                    <a:pt x="1461" y="11246"/>
                  </a:lnTo>
                  <a:lnTo>
                    <a:pt x="1461" y="730"/>
                  </a:lnTo>
                  <a:lnTo>
                    <a:pt x="1435" y="577"/>
                  </a:lnTo>
                  <a:lnTo>
                    <a:pt x="1397" y="448"/>
                  </a:lnTo>
                  <a:lnTo>
                    <a:pt x="1333" y="320"/>
                  </a:lnTo>
                  <a:lnTo>
                    <a:pt x="1243" y="205"/>
                  </a:lnTo>
                  <a:lnTo>
                    <a:pt x="1128" y="128"/>
                  </a:lnTo>
                  <a:lnTo>
                    <a:pt x="1013" y="51"/>
                  </a:lnTo>
                  <a:lnTo>
                    <a:pt x="872" y="13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43"/>
            <p:cNvSpPr/>
            <p:nvPr/>
          </p:nvSpPr>
          <p:spPr>
            <a:xfrm>
              <a:off x="5426975" y="1967500"/>
              <a:ext cx="169725" cy="395800"/>
            </a:xfrm>
            <a:custGeom>
              <a:avLst/>
              <a:gdLst/>
              <a:ahLst/>
              <a:cxnLst/>
              <a:rect l="l" t="t" r="r" b="b"/>
              <a:pathLst>
                <a:path w="6789" h="15832" extrusionOk="0">
                  <a:moveTo>
                    <a:pt x="731" y="0"/>
                  </a:moveTo>
                  <a:lnTo>
                    <a:pt x="577" y="13"/>
                  </a:lnTo>
                  <a:lnTo>
                    <a:pt x="436" y="64"/>
                  </a:lnTo>
                  <a:lnTo>
                    <a:pt x="321" y="129"/>
                  </a:lnTo>
                  <a:lnTo>
                    <a:pt x="206" y="218"/>
                  </a:lnTo>
                  <a:lnTo>
                    <a:pt x="116" y="321"/>
                  </a:lnTo>
                  <a:lnTo>
                    <a:pt x="52" y="449"/>
                  </a:lnTo>
                  <a:lnTo>
                    <a:pt x="13" y="577"/>
                  </a:lnTo>
                  <a:lnTo>
                    <a:pt x="1" y="731"/>
                  </a:lnTo>
                  <a:lnTo>
                    <a:pt x="1" y="7352"/>
                  </a:lnTo>
                  <a:lnTo>
                    <a:pt x="1" y="7467"/>
                  </a:lnTo>
                  <a:lnTo>
                    <a:pt x="26" y="7570"/>
                  </a:lnTo>
                  <a:lnTo>
                    <a:pt x="65" y="7660"/>
                  </a:lnTo>
                  <a:lnTo>
                    <a:pt x="116" y="7762"/>
                  </a:lnTo>
                  <a:lnTo>
                    <a:pt x="180" y="7839"/>
                  </a:lnTo>
                  <a:lnTo>
                    <a:pt x="257" y="7916"/>
                  </a:lnTo>
                  <a:lnTo>
                    <a:pt x="346" y="7980"/>
                  </a:lnTo>
                  <a:lnTo>
                    <a:pt x="449" y="8031"/>
                  </a:lnTo>
                  <a:lnTo>
                    <a:pt x="5329" y="10055"/>
                  </a:lnTo>
                  <a:lnTo>
                    <a:pt x="5329" y="15101"/>
                  </a:lnTo>
                  <a:lnTo>
                    <a:pt x="5342" y="15255"/>
                  </a:lnTo>
                  <a:lnTo>
                    <a:pt x="5393" y="15396"/>
                  </a:lnTo>
                  <a:lnTo>
                    <a:pt x="5457" y="15511"/>
                  </a:lnTo>
                  <a:lnTo>
                    <a:pt x="5546" y="15626"/>
                  </a:lnTo>
                  <a:lnTo>
                    <a:pt x="5649" y="15716"/>
                  </a:lnTo>
                  <a:lnTo>
                    <a:pt x="5777" y="15780"/>
                  </a:lnTo>
                  <a:lnTo>
                    <a:pt x="5918" y="15818"/>
                  </a:lnTo>
                  <a:lnTo>
                    <a:pt x="6059" y="15831"/>
                  </a:lnTo>
                  <a:lnTo>
                    <a:pt x="6212" y="15818"/>
                  </a:lnTo>
                  <a:lnTo>
                    <a:pt x="6341" y="15780"/>
                  </a:lnTo>
                  <a:lnTo>
                    <a:pt x="6469" y="15716"/>
                  </a:lnTo>
                  <a:lnTo>
                    <a:pt x="6571" y="15626"/>
                  </a:lnTo>
                  <a:lnTo>
                    <a:pt x="6661" y="15511"/>
                  </a:lnTo>
                  <a:lnTo>
                    <a:pt x="6738" y="15396"/>
                  </a:lnTo>
                  <a:lnTo>
                    <a:pt x="6776" y="15255"/>
                  </a:lnTo>
                  <a:lnTo>
                    <a:pt x="6789" y="15101"/>
                  </a:lnTo>
                  <a:lnTo>
                    <a:pt x="6789" y="9568"/>
                  </a:lnTo>
                  <a:lnTo>
                    <a:pt x="6776" y="9465"/>
                  </a:lnTo>
                  <a:lnTo>
                    <a:pt x="6763" y="9363"/>
                  </a:lnTo>
                  <a:lnTo>
                    <a:pt x="6725" y="9261"/>
                  </a:lnTo>
                  <a:lnTo>
                    <a:pt x="6674" y="9171"/>
                  </a:lnTo>
                  <a:lnTo>
                    <a:pt x="6597" y="9081"/>
                  </a:lnTo>
                  <a:lnTo>
                    <a:pt x="6520" y="9017"/>
                  </a:lnTo>
                  <a:lnTo>
                    <a:pt x="6443" y="8953"/>
                  </a:lnTo>
                  <a:lnTo>
                    <a:pt x="6341" y="8902"/>
                  </a:lnTo>
                  <a:lnTo>
                    <a:pt x="1448" y="6865"/>
                  </a:lnTo>
                  <a:lnTo>
                    <a:pt x="1448" y="731"/>
                  </a:lnTo>
                  <a:lnTo>
                    <a:pt x="1435" y="577"/>
                  </a:lnTo>
                  <a:lnTo>
                    <a:pt x="1397" y="449"/>
                  </a:lnTo>
                  <a:lnTo>
                    <a:pt x="1333" y="321"/>
                  </a:lnTo>
                  <a:lnTo>
                    <a:pt x="1243" y="218"/>
                  </a:lnTo>
                  <a:lnTo>
                    <a:pt x="1128" y="129"/>
                  </a:lnTo>
                  <a:lnTo>
                    <a:pt x="1012" y="64"/>
                  </a:lnTo>
                  <a:lnTo>
                    <a:pt x="872" y="13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43"/>
            <p:cNvSpPr/>
            <p:nvPr/>
          </p:nvSpPr>
          <p:spPr>
            <a:xfrm>
              <a:off x="5231975" y="2259525"/>
              <a:ext cx="309025" cy="126175"/>
            </a:xfrm>
            <a:custGeom>
              <a:avLst/>
              <a:gdLst/>
              <a:ahLst/>
              <a:cxnLst/>
              <a:rect l="l" t="t" r="r" b="b"/>
              <a:pathLst>
                <a:path w="12361" h="5047" extrusionOk="0">
                  <a:moveTo>
                    <a:pt x="679" y="0"/>
                  </a:moveTo>
                  <a:lnTo>
                    <a:pt x="539" y="26"/>
                  </a:lnTo>
                  <a:lnTo>
                    <a:pt x="411" y="77"/>
                  </a:lnTo>
                  <a:lnTo>
                    <a:pt x="282" y="154"/>
                  </a:lnTo>
                  <a:lnTo>
                    <a:pt x="180" y="256"/>
                  </a:lnTo>
                  <a:lnTo>
                    <a:pt x="103" y="372"/>
                  </a:lnTo>
                  <a:lnTo>
                    <a:pt x="39" y="513"/>
                  </a:lnTo>
                  <a:lnTo>
                    <a:pt x="13" y="653"/>
                  </a:lnTo>
                  <a:lnTo>
                    <a:pt x="1" y="794"/>
                  </a:lnTo>
                  <a:lnTo>
                    <a:pt x="26" y="922"/>
                  </a:lnTo>
                  <a:lnTo>
                    <a:pt x="78" y="1051"/>
                  </a:lnTo>
                  <a:lnTo>
                    <a:pt x="154" y="1179"/>
                  </a:lnTo>
                  <a:lnTo>
                    <a:pt x="257" y="1281"/>
                  </a:lnTo>
                  <a:lnTo>
                    <a:pt x="372" y="1371"/>
                  </a:lnTo>
                  <a:lnTo>
                    <a:pt x="6725" y="4957"/>
                  </a:lnTo>
                  <a:lnTo>
                    <a:pt x="6802" y="4995"/>
                  </a:lnTo>
                  <a:lnTo>
                    <a:pt x="6891" y="5021"/>
                  </a:lnTo>
                  <a:lnTo>
                    <a:pt x="6981" y="5047"/>
                  </a:lnTo>
                  <a:lnTo>
                    <a:pt x="11630" y="5047"/>
                  </a:lnTo>
                  <a:lnTo>
                    <a:pt x="11784" y="5034"/>
                  </a:lnTo>
                  <a:lnTo>
                    <a:pt x="11912" y="4995"/>
                  </a:lnTo>
                  <a:lnTo>
                    <a:pt x="12040" y="4918"/>
                  </a:lnTo>
                  <a:lnTo>
                    <a:pt x="12143" y="4829"/>
                  </a:lnTo>
                  <a:lnTo>
                    <a:pt x="12232" y="4726"/>
                  </a:lnTo>
                  <a:lnTo>
                    <a:pt x="12309" y="4598"/>
                  </a:lnTo>
                  <a:lnTo>
                    <a:pt x="12347" y="4470"/>
                  </a:lnTo>
                  <a:lnTo>
                    <a:pt x="12360" y="4317"/>
                  </a:lnTo>
                  <a:lnTo>
                    <a:pt x="12347" y="4176"/>
                  </a:lnTo>
                  <a:lnTo>
                    <a:pt x="12309" y="4035"/>
                  </a:lnTo>
                  <a:lnTo>
                    <a:pt x="12232" y="3907"/>
                  </a:lnTo>
                  <a:lnTo>
                    <a:pt x="12143" y="3804"/>
                  </a:lnTo>
                  <a:lnTo>
                    <a:pt x="12040" y="3715"/>
                  </a:lnTo>
                  <a:lnTo>
                    <a:pt x="11912" y="3651"/>
                  </a:lnTo>
                  <a:lnTo>
                    <a:pt x="11784" y="3599"/>
                  </a:lnTo>
                  <a:lnTo>
                    <a:pt x="11630" y="3586"/>
                  </a:lnTo>
                  <a:lnTo>
                    <a:pt x="7276" y="3586"/>
                  </a:lnTo>
                  <a:lnTo>
                    <a:pt x="1089" y="103"/>
                  </a:lnTo>
                  <a:lnTo>
                    <a:pt x="961" y="39"/>
                  </a:lnTo>
                  <a:lnTo>
                    <a:pt x="820" y="13"/>
                  </a:lnTo>
                  <a:lnTo>
                    <a:pt x="6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3"/>
            <p:cNvSpPr/>
            <p:nvPr/>
          </p:nvSpPr>
          <p:spPr>
            <a:xfrm>
              <a:off x="5158325" y="2470850"/>
              <a:ext cx="382675" cy="36200"/>
            </a:xfrm>
            <a:custGeom>
              <a:avLst/>
              <a:gdLst/>
              <a:ahLst/>
              <a:cxnLst/>
              <a:rect l="l" t="t" r="r" b="b"/>
              <a:pathLst>
                <a:path w="15307" h="1448" extrusionOk="0">
                  <a:moveTo>
                    <a:pt x="731" y="0"/>
                  </a:moveTo>
                  <a:lnTo>
                    <a:pt x="590" y="13"/>
                  </a:lnTo>
                  <a:lnTo>
                    <a:pt x="449" y="52"/>
                  </a:lnTo>
                  <a:lnTo>
                    <a:pt x="334" y="116"/>
                  </a:lnTo>
                  <a:lnTo>
                    <a:pt x="219" y="205"/>
                  </a:lnTo>
                  <a:lnTo>
                    <a:pt x="129" y="321"/>
                  </a:lnTo>
                  <a:lnTo>
                    <a:pt x="65" y="436"/>
                  </a:lnTo>
                  <a:lnTo>
                    <a:pt x="26" y="577"/>
                  </a:lnTo>
                  <a:lnTo>
                    <a:pt x="1" y="731"/>
                  </a:lnTo>
                  <a:lnTo>
                    <a:pt x="26" y="871"/>
                  </a:lnTo>
                  <a:lnTo>
                    <a:pt x="65" y="1012"/>
                  </a:lnTo>
                  <a:lnTo>
                    <a:pt x="129" y="1128"/>
                  </a:lnTo>
                  <a:lnTo>
                    <a:pt x="219" y="1243"/>
                  </a:lnTo>
                  <a:lnTo>
                    <a:pt x="334" y="1332"/>
                  </a:lnTo>
                  <a:lnTo>
                    <a:pt x="449" y="1397"/>
                  </a:lnTo>
                  <a:lnTo>
                    <a:pt x="590" y="1435"/>
                  </a:lnTo>
                  <a:lnTo>
                    <a:pt x="731" y="1448"/>
                  </a:lnTo>
                  <a:lnTo>
                    <a:pt x="14576" y="1448"/>
                  </a:lnTo>
                  <a:lnTo>
                    <a:pt x="14730" y="1435"/>
                  </a:lnTo>
                  <a:lnTo>
                    <a:pt x="14858" y="1397"/>
                  </a:lnTo>
                  <a:lnTo>
                    <a:pt x="14986" y="1332"/>
                  </a:lnTo>
                  <a:lnTo>
                    <a:pt x="15089" y="1243"/>
                  </a:lnTo>
                  <a:lnTo>
                    <a:pt x="15178" y="1128"/>
                  </a:lnTo>
                  <a:lnTo>
                    <a:pt x="15255" y="1012"/>
                  </a:lnTo>
                  <a:lnTo>
                    <a:pt x="15293" y="871"/>
                  </a:lnTo>
                  <a:lnTo>
                    <a:pt x="15306" y="731"/>
                  </a:lnTo>
                  <a:lnTo>
                    <a:pt x="15293" y="577"/>
                  </a:lnTo>
                  <a:lnTo>
                    <a:pt x="15255" y="436"/>
                  </a:lnTo>
                  <a:lnTo>
                    <a:pt x="15178" y="321"/>
                  </a:lnTo>
                  <a:lnTo>
                    <a:pt x="15089" y="205"/>
                  </a:lnTo>
                  <a:lnTo>
                    <a:pt x="14986" y="116"/>
                  </a:lnTo>
                  <a:lnTo>
                    <a:pt x="14858" y="52"/>
                  </a:lnTo>
                  <a:lnTo>
                    <a:pt x="14730" y="13"/>
                  </a:lnTo>
                  <a:lnTo>
                    <a:pt x="145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3"/>
            <p:cNvSpPr/>
            <p:nvPr/>
          </p:nvSpPr>
          <p:spPr>
            <a:xfrm>
              <a:off x="5319400" y="2638950"/>
              <a:ext cx="221600" cy="36525"/>
            </a:xfrm>
            <a:custGeom>
              <a:avLst/>
              <a:gdLst/>
              <a:ahLst/>
              <a:cxnLst/>
              <a:rect l="l" t="t" r="r" b="b"/>
              <a:pathLst>
                <a:path w="8864" h="1461" extrusionOk="0">
                  <a:moveTo>
                    <a:pt x="730" y="1"/>
                  </a:moveTo>
                  <a:lnTo>
                    <a:pt x="589" y="13"/>
                  </a:lnTo>
                  <a:lnTo>
                    <a:pt x="448" y="65"/>
                  </a:lnTo>
                  <a:lnTo>
                    <a:pt x="320" y="129"/>
                  </a:lnTo>
                  <a:lnTo>
                    <a:pt x="218" y="218"/>
                  </a:lnTo>
                  <a:lnTo>
                    <a:pt x="128" y="321"/>
                  </a:lnTo>
                  <a:lnTo>
                    <a:pt x="64" y="449"/>
                  </a:lnTo>
                  <a:lnTo>
                    <a:pt x="13" y="590"/>
                  </a:lnTo>
                  <a:lnTo>
                    <a:pt x="0" y="731"/>
                  </a:lnTo>
                  <a:lnTo>
                    <a:pt x="13" y="884"/>
                  </a:lnTo>
                  <a:lnTo>
                    <a:pt x="64" y="1012"/>
                  </a:lnTo>
                  <a:lnTo>
                    <a:pt x="128" y="1141"/>
                  </a:lnTo>
                  <a:lnTo>
                    <a:pt x="218" y="1243"/>
                  </a:lnTo>
                  <a:lnTo>
                    <a:pt x="320" y="1333"/>
                  </a:lnTo>
                  <a:lnTo>
                    <a:pt x="448" y="1397"/>
                  </a:lnTo>
                  <a:lnTo>
                    <a:pt x="589" y="1448"/>
                  </a:lnTo>
                  <a:lnTo>
                    <a:pt x="730" y="1461"/>
                  </a:lnTo>
                  <a:lnTo>
                    <a:pt x="8133" y="1461"/>
                  </a:lnTo>
                  <a:lnTo>
                    <a:pt x="8287" y="1448"/>
                  </a:lnTo>
                  <a:lnTo>
                    <a:pt x="8415" y="1397"/>
                  </a:lnTo>
                  <a:lnTo>
                    <a:pt x="8543" y="1333"/>
                  </a:lnTo>
                  <a:lnTo>
                    <a:pt x="8646" y="1243"/>
                  </a:lnTo>
                  <a:lnTo>
                    <a:pt x="8735" y="1141"/>
                  </a:lnTo>
                  <a:lnTo>
                    <a:pt x="8812" y="1012"/>
                  </a:lnTo>
                  <a:lnTo>
                    <a:pt x="8850" y="884"/>
                  </a:lnTo>
                  <a:lnTo>
                    <a:pt x="8863" y="731"/>
                  </a:lnTo>
                  <a:lnTo>
                    <a:pt x="8850" y="590"/>
                  </a:lnTo>
                  <a:lnTo>
                    <a:pt x="8812" y="449"/>
                  </a:lnTo>
                  <a:lnTo>
                    <a:pt x="8735" y="321"/>
                  </a:lnTo>
                  <a:lnTo>
                    <a:pt x="8646" y="218"/>
                  </a:lnTo>
                  <a:lnTo>
                    <a:pt x="8543" y="129"/>
                  </a:lnTo>
                  <a:lnTo>
                    <a:pt x="8415" y="65"/>
                  </a:lnTo>
                  <a:lnTo>
                    <a:pt x="8287" y="13"/>
                  </a:lnTo>
                  <a:lnTo>
                    <a:pt x="81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3"/>
            <p:cNvSpPr/>
            <p:nvPr/>
          </p:nvSpPr>
          <p:spPr>
            <a:xfrm>
              <a:off x="5158325" y="2740775"/>
              <a:ext cx="382675" cy="119450"/>
            </a:xfrm>
            <a:custGeom>
              <a:avLst/>
              <a:gdLst/>
              <a:ahLst/>
              <a:cxnLst/>
              <a:rect l="l" t="t" r="r" b="b"/>
              <a:pathLst>
                <a:path w="15307" h="4778" extrusionOk="0">
                  <a:moveTo>
                    <a:pt x="7660" y="1"/>
                  </a:moveTo>
                  <a:lnTo>
                    <a:pt x="7558" y="13"/>
                  </a:lnTo>
                  <a:lnTo>
                    <a:pt x="7468" y="26"/>
                  </a:lnTo>
                  <a:lnTo>
                    <a:pt x="7378" y="65"/>
                  </a:lnTo>
                  <a:lnTo>
                    <a:pt x="7301" y="103"/>
                  </a:lnTo>
                  <a:lnTo>
                    <a:pt x="7212" y="154"/>
                  </a:lnTo>
                  <a:lnTo>
                    <a:pt x="7148" y="218"/>
                  </a:lnTo>
                  <a:lnTo>
                    <a:pt x="7084" y="282"/>
                  </a:lnTo>
                  <a:lnTo>
                    <a:pt x="7032" y="359"/>
                  </a:lnTo>
                  <a:lnTo>
                    <a:pt x="5291" y="3318"/>
                  </a:lnTo>
                  <a:lnTo>
                    <a:pt x="731" y="3318"/>
                  </a:lnTo>
                  <a:lnTo>
                    <a:pt x="590" y="3331"/>
                  </a:lnTo>
                  <a:lnTo>
                    <a:pt x="449" y="3369"/>
                  </a:lnTo>
                  <a:lnTo>
                    <a:pt x="334" y="3446"/>
                  </a:lnTo>
                  <a:lnTo>
                    <a:pt x="219" y="3536"/>
                  </a:lnTo>
                  <a:lnTo>
                    <a:pt x="129" y="3638"/>
                  </a:lnTo>
                  <a:lnTo>
                    <a:pt x="65" y="3766"/>
                  </a:lnTo>
                  <a:lnTo>
                    <a:pt x="26" y="3894"/>
                  </a:lnTo>
                  <a:lnTo>
                    <a:pt x="1" y="4048"/>
                  </a:lnTo>
                  <a:lnTo>
                    <a:pt x="26" y="4189"/>
                  </a:lnTo>
                  <a:lnTo>
                    <a:pt x="65" y="4330"/>
                  </a:lnTo>
                  <a:lnTo>
                    <a:pt x="129" y="4458"/>
                  </a:lnTo>
                  <a:lnTo>
                    <a:pt x="219" y="4560"/>
                  </a:lnTo>
                  <a:lnTo>
                    <a:pt x="334" y="4650"/>
                  </a:lnTo>
                  <a:lnTo>
                    <a:pt x="449" y="4714"/>
                  </a:lnTo>
                  <a:lnTo>
                    <a:pt x="590" y="4752"/>
                  </a:lnTo>
                  <a:lnTo>
                    <a:pt x="731" y="4778"/>
                  </a:lnTo>
                  <a:lnTo>
                    <a:pt x="5700" y="4778"/>
                  </a:lnTo>
                  <a:lnTo>
                    <a:pt x="5803" y="4765"/>
                  </a:lnTo>
                  <a:lnTo>
                    <a:pt x="5892" y="4752"/>
                  </a:lnTo>
                  <a:lnTo>
                    <a:pt x="5982" y="4714"/>
                  </a:lnTo>
                  <a:lnTo>
                    <a:pt x="6059" y="4675"/>
                  </a:lnTo>
                  <a:lnTo>
                    <a:pt x="6136" y="4624"/>
                  </a:lnTo>
                  <a:lnTo>
                    <a:pt x="6213" y="4560"/>
                  </a:lnTo>
                  <a:lnTo>
                    <a:pt x="6277" y="4496"/>
                  </a:lnTo>
                  <a:lnTo>
                    <a:pt x="6328" y="4419"/>
                  </a:lnTo>
                  <a:lnTo>
                    <a:pt x="8070" y="1461"/>
                  </a:lnTo>
                  <a:lnTo>
                    <a:pt x="14576" y="1461"/>
                  </a:lnTo>
                  <a:lnTo>
                    <a:pt x="14730" y="1448"/>
                  </a:lnTo>
                  <a:lnTo>
                    <a:pt x="14858" y="1409"/>
                  </a:lnTo>
                  <a:lnTo>
                    <a:pt x="14986" y="1333"/>
                  </a:lnTo>
                  <a:lnTo>
                    <a:pt x="15089" y="1243"/>
                  </a:lnTo>
                  <a:lnTo>
                    <a:pt x="15178" y="1140"/>
                  </a:lnTo>
                  <a:lnTo>
                    <a:pt x="15255" y="1012"/>
                  </a:lnTo>
                  <a:lnTo>
                    <a:pt x="15293" y="884"/>
                  </a:lnTo>
                  <a:lnTo>
                    <a:pt x="15306" y="731"/>
                  </a:lnTo>
                  <a:lnTo>
                    <a:pt x="15293" y="590"/>
                  </a:lnTo>
                  <a:lnTo>
                    <a:pt x="15255" y="449"/>
                  </a:lnTo>
                  <a:lnTo>
                    <a:pt x="15178" y="321"/>
                  </a:lnTo>
                  <a:lnTo>
                    <a:pt x="15089" y="218"/>
                  </a:lnTo>
                  <a:lnTo>
                    <a:pt x="14986" y="129"/>
                  </a:lnTo>
                  <a:lnTo>
                    <a:pt x="14858" y="65"/>
                  </a:lnTo>
                  <a:lnTo>
                    <a:pt x="14730" y="13"/>
                  </a:lnTo>
                  <a:lnTo>
                    <a:pt x="1457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43"/>
            <p:cNvSpPr/>
            <p:nvPr/>
          </p:nvSpPr>
          <p:spPr>
            <a:xfrm>
              <a:off x="5575225" y="2823700"/>
              <a:ext cx="36525" cy="173575"/>
            </a:xfrm>
            <a:custGeom>
              <a:avLst/>
              <a:gdLst/>
              <a:ahLst/>
              <a:cxnLst/>
              <a:rect l="l" t="t" r="r" b="b"/>
              <a:pathLst>
                <a:path w="1461" h="6943" extrusionOk="0">
                  <a:moveTo>
                    <a:pt x="731" y="1"/>
                  </a:moveTo>
                  <a:lnTo>
                    <a:pt x="577" y="14"/>
                  </a:lnTo>
                  <a:lnTo>
                    <a:pt x="449" y="52"/>
                  </a:lnTo>
                  <a:lnTo>
                    <a:pt x="321" y="129"/>
                  </a:lnTo>
                  <a:lnTo>
                    <a:pt x="218" y="219"/>
                  </a:lnTo>
                  <a:lnTo>
                    <a:pt x="129" y="321"/>
                  </a:lnTo>
                  <a:lnTo>
                    <a:pt x="52" y="449"/>
                  </a:lnTo>
                  <a:lnTo>
                    <a:pt x="14" y="577"/>
                  </a:lnTo>
                  <a:lnTo>
                    <a:pt x="1" y="731"/>
                  </a:lnTo>
                  <a:lnTo>
                    <a:pt x="1" y="6225"/>
                  </a:lnTo>
                  <a:lnTo>
                    <a:pt x="14" y="6366"/>
                  </a:lnTo>
                  <a:lnTo>
                    <a:pt x="52" y="6507"/>
                  </a:lnTo>
                  <a:lnTo>
                    <a:pt x="129" y="6622"/>
                  </a:lnTo>
                  <a:lnTo>
                    <a:pt x="218" y="6738"/>
                  </a:lnTo>
                  <a:lnTo>
                    <a:pt x="321" y="6827"/>
                  </a:lnTo>
                  <a:lnTo>
                    <a:pt x="449" y="6891"/>
                  </a:lnTo>
                  <a:lnTo>
                    <a:pt x="577" y="6930"/>
                  </a:lnTo>
                  <a:lnTo>
                    <a:pt x="731" y="6943"/>
                  </a:lnTo>
                  <a:lnTo>
                    <a:pt x="872" y="6930"/>
                  </a:lnTo>
                  <a:lnTo>
                    <a:pt x="1013" y="6891"/>
                  </a:lnTo>
                  <a:lnTo>
                    <a:pt x="1141" y="6827"/>
                  </a:lnTo>
                  <a:lnTo>
                    <a:pt x="1243" y="6738"/>
                  </a:lnTo>
                  <a:lnTo>
                    <a:pt x="1333" y="6622"/>
                  </a:lnTo>
                  <a:lnTo>
                    <a:pt x="1397" y="6507"/>
                  </a:lnTo>
                  <a:lnTo>
                    <a:pt x="1448" y="6366"/>
                  </a:lnTo>
                  <a:lnTo>
                    <a:pt x="1461" y="6225"/>
                  </a:lnTo>
                  <a:lnTo>
                    <a:pt x="1461" y="731"/>
                  </a:lnTo>
                  <a:lnTo>
                    <a:pt x="1448" y="577"/>
                  </a:lnTo>
                  <a:lnTo>
                    <a:pt x="1397" y="449"/>
                  </a:lnTo>
                  <a:lnTo>
                    <a:pt x="1333" y="321"/>
                  </a:lnTo>
                  <a:lnTo>
                    <a:pt x="1243" y="219"/>
                  </a:lnTo>
                  <a:lnTo>
                    <a:pt x="1141" y="129"/>
                  </a:lnTo>
                  <a:lnTo>
                    <a:pt x="1013" y="52"/>
                  </a:lnTo>
                  <a:lnTo>
                    <a:pt x="872" y="14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43"/>
            <p:cNvSpPr/>
            <p:nvPr/>
          </p:nvSpPr>
          <p:spPr>
            <a:xfrm>
              <a:off x="5575225" y="2823700"/>
              <a:ext cx="129700" cy="426525"/>
            </a:xfrm>
            <a:custGeom>
              <a:avLst/>
              <a:gdLst/>
              <a:ahLst/>
              <a:cxnLst/>
              <a:rect l="l" t="t" r="r" b="b"/>
              <a:pathLst>
                <a:path w="5188" h="17061" extrusionOk="0">
                  <a:moveTo>
                    <a:pt x="4458" y="1"/>
                  </a:moveTo>
                  <a:lnTo>
                    <a:pt x="4304" y="14"/>
                  </a:lnTo>
                  <a:lnTo>
                    <a:pt x="4176" y="52"/>
                  </a:lnTo>
                  <a:lnTo>
                    <a:pt x="4048" y="129"/>
                  </a:lnTo>
                  <a:lnTo>
                    <a:pt x="3946" y="219"/>
                  </a:lnTo>
                  <a:lnTo>
                    <a:pt x="3856" y="321"/>
                  </a:lnTo>
                  <a:lnTo>
                    <a:pt x="3779" y="449"/>
                  </a:lnTo>
                  <a:lnTo>
                    <a:pt x="3741" y="577"/>
                  </a:lnTo>
                  <a:lnTo>
                    <a:pt x="3728" y="731"/>
                  </a:lnTo>
                  <a:lnTo>
                    <a:pt x="3728" y="7058"/>
                  </a:lnTo>
                  <a:lnTo>
                    <a:pt x="167" y="11361"/>
                  </a:lnTo>
                  <a:lnTo>
                    <a:pt x="90" y="11464"/>
                  </a:lnTo>
                  <a:lnTo>
                    <a:pt x="39" y="11579"/>
                  </a:lnTo>
                  <a:lnTo>
                    <a:pt x="14" y="11707"/>
                  </a:lnTo>
                  <a:lnTo>
                    <a:pt x="1" y="11835"/>
                  </a:lnTo>
                  <a:lnTo>
                    <a:pt x="1" y="16344"/>
                  </a:lnTo>
                  <a:lnTo>
                    <a:pt x="14" y="16485"/>
                  </a:lnTo>
                  <a:lnTo>
                    <a:pt x="52" y="16625"/>
                  </a:lnTo>
                  <a:lnTo>
                    <a:pt x="129" y="16741"/>
                  </a:lnTo>
                  <a:lnTo>
                    <a:pt x="218" y="16856"/>
                  </a:lnTo>
                  <a:lnTo>
                    <a:pt x="321" y="16946"/>
                  </a:lnTo>
                  <a:lnTo>
                    <a:pt x="449" y="17010"/>
                  </a:lnTo>
                  <a:lnTo>
                    <a:pt x="577" y="17048"/>
                  </a:lnTo>
                  <a:lnTo>
                    <a:pt x="731" y="17061"/>
                  </a:lnTo>
                  <a:lnTo>
                    <a:pt x="872" y="17048"/>
                  </a:lnTo>
                  <a:lnTo>
                    <a:pt x="1013" y="17010"/>
                  </a:lnTo>
                  <a:lnTo>
                    <a:pt x="1141" y="16946"/>
                  </a:lnTo>
                  <a:lnTo>
                    <a:pt x="1243" y="16856"/>
                  </a:lnTo>
                  <a:lnTo>
                    <a:pt x="1333" y="16741"/>
                  </a:lnTo>
                  <a:lnTo>
                    <a:pt x="1397" y="16625"/>
                  </a:lnTo>
                  <a:lnTo>
                    <a:pt x="1448" y="16485"/>
                  </a:lnTo>
                  <a:lnTo>
                    <a:pt x="1461" y="16344"/>
                  </a:lnTo>
                  <a:lnTo>
                    <a:pt x="1461" y="12091"/>
                  </a:lnTo>
                  <a:lnTo>
                    <a:pt x="5021" y="7788"/>
                  </a:lnTo>
                  <a:lnTo>
                    <a:pt x="5085" y="7686"/>
                  </a:lnTo>
                  <a:lnTo>
                    <a:pt x="5137" y="7570"/>
                  </a:lnTo>
                  <a:lnTo>
                    <a:pt x="5175" y="7455"/>
                  </a:lnTo>
                  <a:lnTo>
                    <a:pt x="5188" y="7327"/>
                  </a:lnTo>
                  <a:lnTo>
                    <a:pt x="5188" y="731"/>
                  </a:lnTo>
                  <a:lnTo>
                    <a:pt x="5162" y="577"/>
                  </a:lnTo>
                  <a:lnTo>
                    <a:pt x="5124" y="449"/>
                  </a:lnTo>
                  <a:lnTo>
                    <a:pt x="5060" y="321"/>
                  </a:lnTo>
                  <a:lnTo>
                    <a:pt x="4970" y="219"/>
                  </a:lnTo>
                  <a:lnTo>
                    <a:pt x="4868" y="129"/>
                  </a:lnTo>
                  <a:lnTo>
                    <a:pt x="4740" y="52"/>
                  </a:lnTo>
                  <a:lnTo>
                    <a:pt x="4599" y="14"/>
                  </a:lnTo>
                  <a:lnTo>
                    <a:pt x="44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43"/>
            <p:cNvSpPr/>
            <p:nvPr/>
          </p:nvSpPr>
          <p:spPr>
            <a:xfrm>
              <a:off x="5787850" y="2823700"/>
              <a:ext cx="36525" cy="274750"/>
            </a:xfrm>
            <a:custGeom>
              <a:avLst/>
              <a:gdLst/>
              <a:ahLst/>
              <a:cxnLst/>
              <a:rect l="l" t="t" r="r" b="b"/>
              <a:pathLst>
                <a:path w="1461" h="10990" extrusionOk="0">
                  <a:moveTo>
                    <a:pt x="730" y="1"/>
                  </a:moveTo>
                  <a:lnTo>
                    <a:pt x="589" y="14"/>
                  </a:lnTo>
                  <a:lnTo>
                    <a:pt x="448" y="52"/>
                  </a:lnTo>
                  <a:lnTo>
                    <a:pt x="320" y="129"/>
                  </a:lnTo>
                  <a:lnTo>
                    <a:pt x="218" y="219"/>
                  </a:lnTo>
                  <a:lnTo>
                    <a:pt x="128" y="321"/>
                  </a:lnTo>
                  <a:lnTo>
                    <a:pt x="64" y="449"/>
                  </a:lnTo>
                  <a:lnTo>
                    <a:pt x="13" y="577"/>
                  </a:lnTo>
                  <a:lnTo>
                    <a:pt x="0" y="731"/>
                  </a:lnTo>
                  <a:lnTo>
                    <a:pt x="0" y="10273"/>
                  </a:lnTo>
                  <a:lnTo>
                    <a:pt x="13" y="10414"/>
                  </a:lnTo>
                  <a:lnTo>
                    <a:pt x="64" y="10554"/>
                  </a:lnTo>
                  <a:lnTo>
                    <a:pt x="128" y="10670"/>
                  </a:lnTo>
                  <a:lnTo>
                    <a:pt x="218" y="10785"/>
                  </a:lnTo>
                  <a:lnTo>
                    <a:pt x="320" y="10875"/>
                  </a:lnTo>
                  <a:lnTo>
                    <a:pt x="448" y="10939"/>
                  </a:lnTo>
                  <a:lnTo>
                    <a:pt x="589" y="10977"/>
                  </a:lnTo>
                  <a:lnTo>
                    <a:pt x="730" y="10990"/>
                  </a:lnTo>
                  <a:lnTo>
                    <a:pt x="884" y="10977"/>
                  </a:lnTo>
                  <a:lnTo>
                    <a:pt x="1012" y="10939"/>
                  </a:lnTo>
                  <a:lnTo>
                    <a:pt x="1140" y="10875"/>
                  </a:lnTo>
                  <a:lnTo>
                    <a:pt x="1242" y="10785"/>
                  </a:lnTo>
                  <a:lnTo>
                    <a:pt x="1332" y="10670"/>
                  </a:lnTo>
                  <a:lnTo>
                    <a:pt x="1409" y="10554"/>
                  </a:lnTo>
                  <a:lnTo>
                    <a:pt x="1447" y="10414"/>
                  </a:lnTo>
                  <a:lnTo>
                    <a:pt x="1460" y="10273"/>
                  </a:lnTo>
                  <a:lnTo>
                    <a:pt x="1460" y="731"/>
                  </a:lnTo>
                  <a:lnTo>
                    <a:pt x="1447" y="577"/>
                  </a:lnTo>
                  <a:lnTo>
                    <a:pt x="1409" y="449"/>
                  </a:lnTo>
                  <a:lnTo>
                    <a:pt x="1332" y="321"/>
                  </a:lnTo>
                  <a:lnTo>
                    <a:pt x="1242" y="219"/>
                  </a:lnTo>
                  <a:lnTo>
                    <a:pt x="1140" y="129"/>
                  </a:lnTo>
                  <a:lnTo>
                    <a:pt x="1012" y="52"/>
                  </a:lnTo>
                  <a:lnTo>
                    <a:pt x="884" y="14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43"/>
            <p:cNvSpPr/>
            <p:nvPr/>
          </p:nvSpPr>
          <p:spPr>
            <a:xfrm>
              <a:off x="5933850" y="2823700"/>
              <a:ext cx="150525" cy="332400"/>
            </a:xfrm>
            <a:custGeom>
              <a:avLst/>
              <a:gdLst/>
              <a:ahLst/>
              <a:cxnLst/>
              <a:rect l="l" t="t" r="r" b="b"/>
              <a:pathLst>
                <a:path w="6021" h="13296" extrusionOk="0">
                  <a:moveTo>
                    <a:pt x="731" y="1"/>
                  </a:moveTo>
                  <a:lnTo>
                    <a:pt x="590" y="14"/>
                  </a:lnTo>
                  <a:lnTo>
                    <a:pt x="449" y="52"/>
                  </a:lnTo>
                  <a:lnTo>
                    <a:pt x="321" y="129"/>
                  </a:lnTo>
                  <a:lnTo>
                    <a:pt x="218" y="219"/>
                  </a:lnTo>
                  <a:lnTo>
                    <a:pt x="129" y="321"/>
                  </a:lnTo>
                  <a:lnTo>
                    <a:pt x="65" y="449"/>
                  </a:lnTo>
                  <a:lnTo>
                    <a:pt x="26" y="577"/>
                  </a:lnTo>
                  <a:lnTo>
                    <a:pt x="0" y="731"/>
                  </a:lnTo>
                  <a:lnTo>
                    <a:pt x="0" y="4560"/>
                  </a:lnTo>
                  <a:lnTo>
                    <a:pt x="13" y="4688"/>
                  </a:lnTo>
                  <a:lnTo>
                    <a:pt x="52" y="4817"/>
                  </a:lnTo>
                  <a:lnTo>
                    <a:pt x="103" y="4919"/>
                  </a:lnTo>
                  <a:lnTo>
                    <a:pt x="167" y="5021"/>
                  </a:lnTo>
                  <a:lnTo>
                    <a:pt x="257" y="5111"/>
                  </a:lnTo>
                  <a:lnTo>
                    <a:pt x="359" y="5188"/>
                  </a:lnTo>
                  <a:lnTo>
                    <a:pt x="462" y="5239"/>
                  </a:lnTo>
                  <a:lnTo>
                    <a:pt x="590" y="5278"/>
                  </a:lnTo>
                  <a:lnTo>
                    <a:pt x="4560" y="6097"/>
                  </a:lnTo>
                  <a:lnTo>
                    <a:pt x="4560" y="12565"/>
                  </a:lnTo>
                  <a:lnTo>
                    <a:pt x="4573" y="12719"/>
                  </a:lnTo>
                  <a:lnTo>
                    <a:pt x="4611" y="12847"/>
                  </a:lnTo>
                  <a:lnTo>
                    <a:pt x="4688" y="12975"/>
                  </a:lnTo>
                  <a:lnTo>
                    <a:pt x="4778" y="13078"/>
                  </a:lnTo>
                  <a:lnTo>
                    <a:pt x="4880" y="13167"/>
                  </a:lnTo>
                  <a:lnTo>
                    <a:pt x="5008" y="13231"/>
                  </a:lnTo>
                  <a:lnTo>
                    <a:pt x="5136" y="13283"/>
                  </a:lnTo>
                  <a:lnTo>
                    <a:pt x="5290" y="13295"/>
                  </a:lnTo>
                  <a:lnTo>
                    <a:pt x="5431" y="13283"/>
                  </a:lnTo>
                  <a:lnTo>
                    <a:pt x="5572" y="13231"/>
                  </a:lnTo>
                  <a:lnTo>
                    <a:pt x="5700" y="13167"/>
                  </a:lnTo>
                  <a:lnTo>
                    <a:pt x="5802" y="13078"/>
                  </a:lnTo>
                  <a:lnTo>
                    <a:pt x="5892" y="12975"/>
                  </a:lnTo>
                  <a:lnTo>
                    <a:pt x="5956" y="12847"/>
                  </a:lnTo>
                  <a:lnTo>
                    <a:pt x="5995" y="12719"/>
                  </a:lnTo>
                  <a:lnTo>
                    <a:pt x="6020" y="12565"/>
                  </a:lnTo>
                  <a:lnTo>
                    <a:pt x="6020" y="5495"/>
                  </a:lnTo>
                  <a:lnTo>
                    <a:pt x="6007" y="5367"/>
                  </a:lnTo>
                  <a:lnTo>
                    <a:pt x="5969" y="5252"/>
                  </a:lnTo>
                  <a:lnTo>
                    <a:pt x="5918" y="5137"/>
                  </a:lnTo>
                  <a:lnTo>
                    <a:pt x="5854" y="5034"/>
                  </a:lnTo>
                  <a:lnTo>
                    <a:pt x="5764" y="4945"/>
                  </a:lnTo>
                  <a:lnTo>
                    <a:pt x="5662" y="4881"/>
                  </a:lnTo>
                  <a:lnTo>
                    <a:pt x="5559" y="4817"/>
                  </a:lnTo>
                  <a:lnTo>
                    <a:pt x="5431" y="4778"/>
                  </a:lnTo>
                  <a:lnTo>
                    <a:pt x="1461" y="3971"/>
                  </a:lnTo>
                  <a:lnTo>
                    <a:pt x="1461" y="731"/>
                  </a:lnTo>
                  <a:lnTo>
                    <a:pt x="1448" y="577"/>
                  </a:lnTo>
                  <a:lnTo>
                    <a:pt x="1409" y="449"/>
                  </a:lnTo>
                  <a:lnTo>
                    <a:pt x="1333" y="321"/>
                  </a:lnTo>
                  <a:lnTo>
                    <a:pt x="1243" y="219"/>
                  </a:lnTo>
                  <a:lnTo>
                    <a:pt x="1140" y="129"/>
                  </a:lnTo>
                  <a:lnTo>
                    <a:pt x="1012" y="52"/>
                  </a:lnTo>
                  <a:lnTo>
                    <a:pt x="884" y="14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43"/>
            <p:cNvSpPr/>
            <p:nvPr/>
          </p:nvSpPr>
          <p:spPr>
            <a:xfrm>
              <a:off x="6016775" y="2268800"/>
              <a:ext cx="313500" cy="149875"/>
            </a:xfrm>
            <a:custGeom>
              <a:avLst/>
              <a:gdLst/>
              <a:ahLst/>
              <a:cxnLst/>
              <a:rect l="l" t="t" r="r" b="b"/>
              <a:pathLst>
                <a:path w="12540" h="5995" extrusionOk="0">
                  <a:moveTo>
                    <a:pt x="11822" y="1"/>
                  </a:moveTo>
                  <a:lnTo>
                    <a:pt x="11681" y="13"/>
                  </a:lnTo>
                  <a:lnTo>
                    <a:pt x="11553" y="52"/>
                  </a:lnTo>
                  <a:lnTo>
                    <a:pt x="11413" y="116"/>
                  </a:lnTo>
                  <a:lnTo>
                    <a:pt x="4612" y="4535"/>
                  </a:lnTo>
                  <a:lnTo>
                    <a:pt x="731" y="4535"/>
                  </a:lnTo>
                  <a:lnTo>
                    <a:pt x="577" y="4547"/>
                  </a:lnTo>
                  <a:lnTo>
                    <a:pt x="449" y="4586"/>
                  </a:lnTo>
                  <a:lnTo>
                    <a:pt x="321" y="4663"/>
                  </a:lnTo>
                  <a:lnTo>
                    <a:pt x="218" y="4752"/>
                  </a:lnTo>
                  <a:lnTo>
                    <a:pt x="129" y="4855"/>
                  </a:lnTo>
                  <a:lnTo>
                    <a:pt x="52" y="4983"/>
                  </a:lnTo>
                  <a:lnTo>
                    <a:pt x="14" y="5111"/>
                  </a:lnTo>
                  <a:lnTo>
                    <a:pt x="1" y="5265"/>
                  </a:lnTo>
                  <a:lnTo>
                    <a:pt x="14" y="5406"/>
                  </a:lnTo>
                  <a:lnTo>
                    <a:pt x="52" y="5547"/>
                  </a:lnTo>
                  <a:lnTo>
                    <a:pt x="129" y="5675"/>
                  </a:lnTo>
                  <a:lnTo>
                    <a:pt x="218" y="5777"/>
                  </a:lnTo>
                  <a:lnTo>
                    <a:pt x="321" y="5867"/>
                  </a:lnTo>
                  <a:lnTo>
                    <a:pt x="449" y="5931"/>
                  </a:lnTo>
                  <a:lnTo>
                    <a:pt x="577" y="5982"/>
                  </a:lnTo>
                  <a:lnTo>
                    <a:pt x="731" y="5995"/>
                  </a:lnTo>
                  <a:lnTo>
                    <a:pt x="4816" y="5995"/>
                  </a:lnTo>
                  <a:lnTo>
                    <a:pt x="4932" y="5982"/>
                  </a:lnTo>
                  <a:lnTo>
                    <a:pt x="5034" y="5956"/>
                  </a:lnTo>
                  <a:lnTo>
                    <a:pt x="5124" y="5918"/>
                  </a:lnTo>
                  <a:lnTo>
                    <a:pt x="5214" y="5880"/>
                  </a:lnTo>
                  <a:lnTo>
                    <a:pt x="12207" y="1333"/>
                  </a:lnTo>
                  <a:lnTo>
                    <a:pt x="12322" y="1243"/>
                  </a:lnTo>
                  <a:lnTo>
                    <a:pt x="12412" y="1141"/>
                  </a:lnTo>
                  <a:lnTo>
                    <a:pt x="12488" y="1013"/>
                  </a:lnTo>
                  <a:lnTo>
                    <a:pt x="12527" y="884"/>
                  </a:lnTo>
                  <a:lnTo>
                    <a:pt x="12540" y="744"/>
                  </a:lnTo>
                  <a:lnTo>
                    <a:pt x="12527" y="603"/>
                  </a:lnTo>
                  <a:lnTo>
                    <a:pt x="12488" y="462"/>
                  </a:lnTo>
                  <a:lnTo>
                    <a:pt x="12424" y="334"/>
                  </a:lnTo>
                  <a:lnTo>
                    <a:pt x="12335" y="218"/>
                  </a:lnTo>
                  <a:lnTo>
                    <a:pt x="12219" y="129"/>
                  </a:lnTo>
                  <a:lnTo>
                    <a:pt x="12091" y="52"/>
                  </a:lnTo>
                  <a:lnTo>
                    <a:pt x="11963" y="13"/>
                  </a:lnTo>
                  <a:lnTo>
                    <a:pt x="1182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43"/>
            <p:cNvSpPr/>
            <p:nvPr/>
          </p:nvSpPr>
          <p:spPr>
            <a:xfrm>
              <a:off x="6016775" y="2474700"/>
              <a:ext cx="403150" cy="123300"/>
            </a:xfrm>
            <a:custGeom>
              <a:avLst/>
              <a:gdLst/>
              <a:ahLst/>
              <a:cxnLst/>
              <a:rect l="l" t="t" r="r" b="b"/>
              <a:pathLst>
                <a:path w="16126" h="4932" extrusionOk="0">
                  <a:moveTo>
                    <a:pt x="731" y="0"/>
                  </a:moveTo>
                  <a:lnTo>
                    <a:pt x="577" y="13"/>
                  </a:lnTo>
                  <a:lnTo>
                    <a:pt x="449" y="51"/>
                  </a:lnTo>
                  <a:lnTo>
                    <a:pt x="321" y="115"/>
                  </a:lnTo>
                  <a:lnTo>
                    <a:pt x="218" y="205"/>
                  </a:lnTo>
                  <a:lnTo>
                    <a:pt x="129" y="320"/>
                  </a:lnTo>
                  <a:lnTo>
                    <a:pt x="52" y="436"/>
                  </a:lnTo>
                  <a:lnTo>
                    <a:pt x="14" y="577"/>
                  </a:lnTo>
                  <a:lnTo>
                    <a:pt x="1" y="730"/>
                  </a:lnTo>
                  <a:lnTo>
                    <a:pt x="14" y="871"/>
                  </a:lnTo>
                  <a:lnTo>
                    <a:pt x="52" y="1012"/>
                  </a:lnTo>
                  <a:lnTo>
                    <a:pt x="129" y="1127"/>
                  </a:lnTo>
                  <a:lnTo>
                    <a:pt x="218" y="1243"/>
                  </a:lnTo>
                  <a:lnTo>
                    <a:pt x="321" y="1332"/>
                  </a:lnTo>
                  <a:lnTo>
                    <a:pt x="449" y="1396"/>
                  </a:lnTo>
                  <a:lnTo>
                    <a:pt x="577" y="1435"/>
                  </a:lnTo>
                  <a:lnTo>
                    <a:pt x="731" y="1447"/>
                  </a:lnTo>
                  <a:lnTo>
                    <a:pt x="5944" y="1447"/>
                  </a:lnTo>
                  <a:lnTo>
                    <a:pt x="8787" y="4688"/>
                  </a:lnTo>
                  <a:lnTo>
                    <a:pt x="8838" y="4739"/>
                  </a:lnTo>
                  <a:lnTo>
                    <a:pt x="8902" y="4790"/>
                  </a:lnTo>
                  <a:lnTo>
                    <a:pt x="8966" y="4829"/>
                  </a:lnTo>
                  <a:lnTo>
                    <a:pt x="9030" y="4867"/>
                  </a:lnTo>
                  <a:lnTo>
                    <a:pt x="9094" y="4893"/>
                  </a:lnTo>
                  <a:lnTo>
                    <a:pt x="9171" y="4918"/>
                  </a:lnTo>
                  <a:lnTo>
                    <a:pt x="9248" y="4931"/>
                  </a:lnTo>
                  <a:lnTo>
                    <a:pt x="15396" y="4931"/>
                  </a:lnTo>
                  <a:lnTo>
                    <a:pt x="15549" y="4918"/>
                  </a:lnTo>
                  <a:lnTo>
                    <a:pt x="15678" y="4867"/>
                  </a:lnTo>
                  <a:lnTo>
                    <a:pt x="15806" y="4803"/>
                  </a:lnTo>
                  <a:lnTo>
                    <a:pt x="15921" y="4713"/>
                  </a:lnTo>
                  <a:lnTo>
                    <a:pt x="15998" y="4611"/>
                  </a:lnTo>
                  <a:lnTo>
                    <a:pt x="16075" y="4483"/>
                  </a:lnTo>
                  <a:lnTo>
                    <a:pt x="16113" y="4342"/>
                  </a:lnTo>
                  <a:lnTo>
                    <a:pt x="16126" y="4201"/>
                  </a:lnTo>
                  <a:lnTo>
                    <a:pt x="16113" y="4060"/>
                  </a:lnTo>
                  <a:lnTo>
                    <a:pt x="16075" y="3919"/>
                  </a:lnTo>
                  <a:lnTo>
                    <a:pt x="15998" y="3791"/>
                  </a:lnTo>
                  <a:lnTo>
                    <a:pt x="15921" y="3689"/>
                  </a:lnTo>
                  <a:lnTo>
                    <a:pt x="15806" y="3599"/>
                  </a:lnTo>
                  <a:lnTo>
                    <a:pt x="15678" y="3535"/>
                  </a:lnTo>
                  <a:lnTo>
                    <a:pt x="15549" y="3484"/>
                  </a:lnTo>
                  <a:lnTo>
                    <a:pt x="15396" y="3471"/>
                  </a:lnTo>
                  <a:lnTo>
                    <a:pt x="9658" y="3471"/>
                  </a:lnTo>
                  <a:lnTo>
                    <a:pt x="6814" y="244"/>
                  </a:lnTo>
                  <a:lnTo>
                    <a:pt x="6763" y="192"/>
                  </a:lnTo>
                  <a:lnTo>
                    <a:pt x="6699" y="141"/>
                  </a:lnTo>
                  <a:lnTo>
                    <a:pt x="6635" y="90"/>
                  </a:lnTo>
                  <a:lnTo>
                    <a:pt x="6571" y="64"/>
                  </a:lnTo>
                  <a:lnTo>
                    <a:pt x="6494" y="39"/>
                  </a:lnTo>
                  <a:lnTo>
                    <a:pt x="6430" y="13"/>
                  </a:lnTo>
                  <a:lnTo>
                    <a:pt x="635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43"/>
            <p:cNvSpPr/>
            <p:nvPr/>
          </p:nvSpPr>
          <p:spPr>
            <a:xfrm>
              <a:off x="6016775" y="2606925"/>
              <a:ext cx="313500" cy="211675"/>
            </a:xfrm>
            <a:custGeom>
              <a:avLst/>
              <a:gdLst/>
              <a:ahLst/>
              <a:cxnLst/>
              <a:rect l="l" t="t" r="r" b="b"/>
              <a:pathLst>
                <a:path w="12540" h="8467" extrusionOk="0">
                  <a:moveTo>
                    <a:pt x="731" y="1"/>
                  </a:moveTo>
                  <a:lnTo>
                    <a:pt x="577" y="14"/>
                  </a:lnTo>
                  <a:lnTo>
                    <a:pt x="449" y="52"/>
                  </a:lnTo>
                  <a:lnTo>
                    <a:pt x="321" y="116"/>
                  </a:lnTo>
                  <a:lnTo>
                    <a:pt x="218" y="206"/>
                  </a:lnTo>
                  <a:lnTo>
                    <a:pt x="129" y="321"/>
                  </a:lnTo>
                  <a:lnTo>
                    <a:pt x="52" y="436"/>
                  </a:lnTo>
                  <a:lnTo>
                    <a:pt x="14" y="577"/>
                  </a:lnTo>
                  <a:lnTo>
                    <a:pt x="1" y="731"/>
                  </a:lnTo>
                  <a:lnTo>
                    <a:pt x="14" y="872"/>
                  </a:lnTo>
                  <a:lnTo>
                    <a:pt x="52" y="1013"/>
                  </a:lnTo>
                  <a:lnTo>
                    <a:pt x="129" y="1128"/>
                  </a:lnTo>
                  <a:lnTo>
                    <a:pt x="218" y="1243"/>
                  </a:lnTo>
                  <a:lnTo>
                    <a:pt x="321" y="1333"/>
                  </a:lnTo>
                  <a:lnTo>
                    <a:pt x="449" y="1397"/>
                  </a:lnTo>
                  <a:lnTo>
                    <a:pt x="577" y="1435"/>
                  </a:lnTo>
                  <a:lnTo>
                    <a:pt x="731" y="1448"/>
                  </a:lnTo>
                  <a:lnTo>
                    <a:pt x="5918" y="1448"/>
                  </a:lnTo>
                  <a:lnTo>
                    <a:pt x="11246" y="8198"/>
                  </a:lnTo>
                  <a:lnTo>
                    <a:pt x="11297" y="8262"/>
                  </a:lnTo>
                  <a:lnTo>
                    <a:pt x="11361" y="8313"/>
                  </a:lnTo>
                  <a:lnTo>
                    <a:pt x="11425" y="8364"/>
                  </a:lnTo>
                  <a:lnTo>
                    <a:pt x="11502" y="8403"/>
                  </a:lnTo>
                  <a:lnTo>
                    <a:pt x="11579" y="8428"/>
                  </a:lnTo>
                  <a:lnTo>
                    <a:pt x="11656" y="8454"/>
                  </a:lnTo>
                  <a:lnTo>
                    <a:pt x="11733" y="8467"/>
                  </a:lnTo>
                  <a:lnTo>
                    <a:pt x="11925" y="8467"/>
                  </a:lnTo>
                  <a:lnTo>
                    <a:pt x="12053" y="8428"/>
                  </a:lnTo>
                  <a:lnTo>
                    <a:pt x="12155" y="8377"/>
                  </a:lnTo>
                  <a:lnTo>
                    <a:pt x="12258" y="8313"/>
                  </a:lnTo>
                  <a:lnTo>
                    <a:pt x="12373" y="8211"/>
                  </a:lnTo>
                  <a:lnTo>
                    <a:pt x="12450" y="8095"/>
                  </a:lnTo>
                  <a:lnTo>
                    <a:pt x="12501" y="7967"/>
                  </a:lnTo>
                  <a:lnTo>
                    <a:pt x="12540" y="7826"/>
                  </a:lnTo>
                  <a:lnTo>
                    <a:pt x="12540" y="7686"/>
                  </a:lnTo>
                  <a:lnTo>
                    <a:pt x="12514" y="7545"/>
                  </a:lnTo>
                  <a:lnTo>
                    <a:pt x="12463" y="7417"/>
                  </a:lnTo>
                  <a:lnTo>
                    <a:pt x="12386" y="7289"/>
                  </a:lnTo>
                  <a:lnTo>
                    <a:pt x="6840" y="270"/>
                  </a:lnTo>
                  <a:lnTo>
                    <a:pt x="6789" y="206"/>
                  </a:lnTo>
                  <a:lnTo>
                    <a:pt x="6725" y="155"/>
                  </a:lnTo>
                  <a:lnTo>
                    <a:pt x="6661" y="103"/>
                  </a:lnTo>
                  <a:lnTo>
                    <a:pt x="6584" y="65"/>
                  </a:lnTo>
                  <a:lnTo>
                    <a:pt x="6507" y="39"/>
                  </a:lnTo>
                  <a:lnTo>
                    <a:pt x="6430" y="14"/>
                  </a:lnTo>
                  <a:lnTo>
                    <a:pt x="635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43"/>
            <p:cNvSpPr/>
            <p:nvPr/>
          </p:nvSpPr>
          <p:spPr>
            <a:xfrm>
              <a:off x="6016775" y="2740775"/>
              <a:ext cx="143475" cy="36525"/>
            </a:xfrm>
            <a:custGeom>
              <a:avLst/>
              <a:gdLst/>
              <a:ahLst/>
              <a:cxnLst/>
              <a:rect l="l" t="t" r="r" b="b"/>
              <a:pathLst>
                <a:path w="5739" h="1461" extrusionOk="0">
                  <a:moveTo>
                    <a:pt x="731" y="1"/>
                  </a:moveTo>
                  <a:lnTo>
                    <a:pt x="577" y="13"/>
                  </a:lnTo>
                  <a:lnTo>
                    <a:pt x="449" y="65"/>
                  </a:lnTo>
                  <a:lnTo>
                    <a:pt x="321" y="129"/>
                  </a:lnTo>
                  <a:lnTo>
                    <a:pt x="218" y="218"/>
                  </a:lnTo>
                  <a:lnTo>
                    <a:pt x="129" y="321"/>
                  </a:lnTo>
                  <a:lnTo>
                    <a:pt x="52" y="449"/>
                  </a:lnTo>
                  <a:lnTo>
                    <a:pt x="14" y="590"/>
                  </a:lnTo>
                  <a:lnTo>
                    <a:pt x="1" y="731"/>
                  </a:lnTo>
                  <a:lnTo>
                    <a:pt x="14" y="884"/>
                  </a:lnTo>
                  <a:lnTo>
                    <a:pt x="52" y="1012"/>
                  </a:lnTo>
                  <a:lnTo>
                    <a:pt x="129" y="1140"/>
                  </a:lnTo>
                  <a:lnTo>
                    <a:pt x="218" y="1243"/>
                  </a:lnTo>
                  <a:lnTo>
                    <a:pt x="321" y="1333"/>
                  </a:lnTo>
                  <a:lnTo>
                    <a:pt x="449" y="1409"/>
                  </a:lnTo>
                  <a:lnTo>
                    <a:pt x="577" y="1448"/>
                  </a:lnTo>
                  <a:lnTo>
                    <a:pt x="731" y="1461"/>
                  </a:lnTo>
                  <a:lnTo>
                    <a:pt x="5009" y="1461"/>
                  </a:lnTo>
                  <a:lnTo>
                    <a:pt x="5149" y="1448"/>
                  </a:lnTo>
                  <a:lnTo>
                    <a:pt x="5290" y="1409"/>
                  </a:lnTo>
                  <a:lnTo>
                    <a:pt x="5418" y="1333"/>
                  </a:lnTo>
                  <a:lnTo>
                    <a:pt x="5521" y="1243"/>
                  </a:lnTo>
                  <a:lnTo>
                    <a:pt x="5611" y="1140"/>
                  </a:lnTo>
                  <a:lnTo>
                    <a:pt x="5675" y="1012"/>
                  </a:lnTo>
                  <a:lnTo>
                    <a:pt x="5713" y="884"/>
                  </a:lnTo>
                  <a:lnTo>
                    <a:pt x="5739" y="731"/>
                  </a:lnTo>
                  <a:lnTo>
                    <a:pt x="5713" y="590"/>
                  </a:lnTo>
                  <a:lnTo>
                    <a:pt x="5675" y="449"/>
                  </a:lnTo>
                  <a:lnTo>
                    <a:pt x="5611" y="321"/>
                  </a:lnTo>
                  <a:lnTo>
                    <a:pt x="5521" y="218"/>
                  </a:lnTo>
                  <a:lnTo>
                    <a:pt x="5418" y="129"/>
                  </a:lnTo>
                  <a:lnTo>
                    <a:pt x="5290" y="65"/>
                  </a:lnTo>
                  <a:lnTo>
                    <a:pt x="5149" y="13"/>
                  </a:lnTo>
                  <a:lnTo>
                    <a:pt x="50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3"/>
            <p:cNvSpPr/>
            <p:nvPr/>
          </p:nvSpPr>
          <p:spPr>
            <a:xfrm>
              <a:off x="5142325" y="2807375"/>
              <a:ext cx="68875" cy="68875"/>
            </a:xfrm>
            <a:custGeom>
              <a:avLst/>
              <a:gdLst/>
              <a:ahLst/>
              <a:cxnLst/>
              <a:rect l="l" t="t" r="r" b="b"/>
              <a:pathLst>
                <a:path w="2755" h="2755" extrusionOk="0">
                  <a:moveTo>
                    <a:pt x="1371" y="1"/>
                  </a:moveTo>
                  <a:lnTo>
                    <a:pt x="1230" y="13"/>
                  </a:lnTo>
                  <a:lnTo>
                    <a:pt x="1102" y="26"/>
                  </a:lnTo>
                  <a:lnTo>
                    <a:pt x="961" y="65"/>
                  </a:lnTo>
                  <a:lnTo>
                    <a:pt x="833" y="103"/>
                  </a:lnTo>
                  <a:lnTo>
                    <a:pt x="718" y="167"/>
                  </a:lnTo>
                  <a:lnTo>
                    <a:pt x="602" y="231"/>
                  </a:lnTo>
                  <a:lnTo>
                    <a:pt x="500" y="321"/>
                  </a:lnTo>
                  <a:lnTo>
                    <a:pt x="398" y="410"/>
                  </a:lnTo>
                  <a:lnTo>
                    <a:pt x="308" y="500"/>
                  </a:lnTo>
                  <a:lnTo>
                    <a:pt x="231" y="615"/>
                  </a:lnTo>
                  <a:lnTo>
                    <a:pt x="167" y="718"/>
                  </a:lnTo>
                  <a:lnTo>
                    <a:pt x="103" y="846"/>
                  </a:lnTo>
                  <a:lnTo>
                    <a:pt x="52" y="974"/>
                  </a:lnTo>
                  <a:lnTo>
                    <a:pt x="26" y="1102"/>
                  </a:lnTo>
                  <a:lnTo>
                    <a:pt x="0" y="1243"/>
                  </a:lnTo>
                  <a:lnTo>
                    <a:pt x="0" y="1384"/>
                  </a:lnTo>
                  <a:lnTo>
                    <a:pt x="0" y="1525"/>
                  </a:lnTo>
                  <a:lnTo>
                    <a:pt x="26" y="1653"/>
                  </a:lnTo>
                  <a:lnTo>
                    <a:pt x="52" y="1794"/>
                  </a:lnTo>
                  <a:lnTo>
                    <a:pt x="103" y="1922"/>
                  </a:lnTo>
                  <a:lnTo>
                    <a:pt x="167" y="2037"/>
                  </a:lnTo>
                  <a:lnTo>
                    <a:pt x="231" y="2152"/>
                  </a:lnTo>
                  <a:lnTo>
                    <a:pt x="308" y="2255"/>
                  </a:lnTo>
                  <a:lnTo>
                    <a:pt x="398" y="2357"/>
                  </a:lnTo>
                  <a:lnTo>
                    <a:pt x="500" y="2447"/>
                  </a:lnTo>
                  <a:lnTo>
                    <a:pt x="602" y="2524"/>
                  </a:lnTo>
                  <a:lnTo>
                    <a:pt x="718" y="2588"/>
                  </a:lnTo>
                  <a:lnTo>
                    <a:pt x="833" y="2652"/>
                  </a:lnTo>
                  <a:lnTo>
                    <a:pt x="961" y="2703"/>
                  </a:lnTo>
                  <a:lnTo>
                    <a:pt x="1102" y="2729"/>
                  </a:lnTo>
                  <a:lnTo>
                    <a:pt x="1230" y="2754"/>
                  </a:lnTo>
                  <a:lnTo>
                    <a:pt x="1512" y="2754"/>
                  </a:lnTo>
                  <a:lnTo>
                    <a:pt x="1653" y="2729"/>
                  </a:lnTo>
                  <a:lnTo>
                    <a:pt x="1781" y="2703"/>
                  </a:lnTo>
                  <a:lnTo>
                    <a:pt x="1909" y="2652"/>
                  </a:lnTo>
                  <a:lnTo>
                    <a:pt x="2037" y="2588"/>
                  </a:lnTo>
                  <a:lnTo>
                    <a:pt x="2152" y="2524"/>
                  </a:lnTo>
                  <a:lnTo>
                    <a:pt x="2255" y="2447"/>
                  </a:lnTo>
                  <a:lnTo>
                    <a:pt x="2357" y="2357"/>
                  </a:lnTo>
                  <a:lnTo>
                    <a:pt x="2434" y="2255"/>
                  </a:lnTo>
                  <a:lnTo>
                    <a:pt x="2524" y="2152"/>
                  </a:lnTo>
                  <a:lnTo>
                    <a:pt x="2588" y="2037"/>
                  </a:lnTo>
                  <a:lnTo>
                    <a:pt x="2652" y="1922"/>
                  </a:lnTo>
                  <a:lnTo>
                    <a:pt x="2690" y="1794"/>
                  </a:lnTo>
                  <a:lnTo>
                    <a:pt x="2729" y="1653"/>
                  </a:lnTo>
                  <a:lnTo>
                    <a:pt x="2754" y="1525"/>
                  </a:lnTo>
                  <a:lnTo>
                    <a:pt x="2754" y="1384"/>
                  </a:lnTo>
                  <a:lnTo>
                    <a:pt x="2754" y="1243"/>
                  </a:lnTo>
                  <a:lnTo>
                    <a:pt x="2729" y="1102"/>
                  </a:lnTo>
                  <a:lnTo>
                    <a:pt x="2690" y="974"/>
                  </a:lnTo>
                  <a:lnTo>
                    <a:pt x="2652" y="846"/>
                  </a:lnTo>
                  <a:lnTo>
                    <a:pt x="2588" y="718"/>
                  </a:lnTo>
                  <a:lnTo>
                    <a:pt x="2524" y="615"/>
                  </a:lnTo>
                  <a:lnTo>
                    <a:pt x="2434" y="500"/>
                  </a:lnTo>
                  <a:lnTo>
                    <a:pt x="2357" y="410"/>
                  </a:lnTo>
                  <a:lnTo>
                    <a:pt x="2255" y="321"/>
                  </a:lnTo>
                  <a:lnTo>
                    <a:pt x="2152" y="231"/>
                  </a:lnTo>
                  <a:lnTo>
                    <a:pt x="2037" y="167"/>
                  </a:lnTo>
                  <a:lnTo>
                    <a:pt x="1909" y="103"/>
                  </a:lnTo>
                  <a:lnTo>
                    <a:pt x="1781" y="65"/>
                  </a:lnTo>
                  <a:lnTo>
                    <a:pt x="1653" y="26"/>
                  </a:lnTo>
                  <a:lnTo>
                    <a:pt x="1512" y="13"/>
                  </a:lnTo>
                  <a:lnTo>
                    <a:pt x="13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43"/>
            <p:cNvSpPr/>
            <p:nvPr/>
          </p:nvSpPr>
          <p:spPr>
            <a:xfrm>
              <a:off x="5303075" y="2622625"/>
              <a:ext cx="69175" cy="69175"/>
            </a:xfrm>
            <a:custGeom>
              <a:avLst/>
              <a:gdLst/>
              <a:ahLst/>
              <a:cxnLst/>
              <a:rect l="l" t="t" r="r" b="b"/>
              <a:pathLst>
                <a:path w="2767" h="2767" extrusionOk="0">
                  <a:moveTo>
                    <a:pt x="1383" y="0"/>
                  </a:moveTo>
                  <a:lnTo>
                    <a:pt x="1242" y="13"/>
                  </a:lnTo>
                  <a:lnTo>
                    <a:pt x="1101" y="39"/>
                  </a:lnTo>
                  <a:lnTo>
                    <a:pt x="973" y="64"/>
                  </a:lnTo>
                  <a:lnTo>
                    <a:pt x="845" y="116"/>
                  </a:lnTo>
                  <a:lnTo>
                    <a:pt x="730" y="167"/>
                  </a:lnTo>
                  <a:lnTo>
                    <a:pt x="615" y="244"/>
                  </a:lnTo>
                  <a:lnTo>
                    <a:pt x="512" y="321"/>
                  </a:lnTo>
                  <a:lnTo>
                    <a:pt x="410" y="410"/>
                  </a:lnTo>
                  <a:lnTo>
                    <a:pt x="320" y="513"/>
                  </a:lnTo>
                  <a:lnTo>
                    <a:pt x="243" y="615"/>
                  </a:lnTo>
                  <a:lnTo>
                    <a:pt x="167" y="730"/>
                  </a:lnTo>
                  <a:lnTo>
                    <a:pt x="115" y="846"/>
                  </a:lnTo>
                  <a:lnTo>
                    <a:pt x="64" y="974"/>
                  </a:lnTo>
                  <a:lnTo>
                    <a:pt x="38" y="1102"/>
                  </a:lnTo>
                  <a:lnTo>
                    <a:pt x="13" y="1243"/>
                  </a:lnTo>
                  <a:lnTo>
                    <a:pt x="0" y="1384"/>
                  </a:lnTo>
                  <a:lnTo>
                    <a:pt x="13" y="1525"/>
                  </a:lnTo>
                  <a:lnTo>
                    <a:pt x="38" y="1665"/>
                  </a:lnTo>
                  <a:lnTo>
                    <a:pt x="64" y="1794"/>
                  </a:lnTo>
                  <a:lnTo>
                    <a:pt x="115" y="1922"/>
                  </a:lnTo>
                  <a:lnTo>
                    <a:pt x="167" y="2037"/>
                  </a:lnTo>
                  <a:lnTo>
                    <a:pt x="243" y="2152"/>
                  </a:lnTo>
                  <a:lnTo>
                    <a:pt x="320" y="2267"/>
                  </a:lnTo>
                  <a:lnTo>
                    <a:pt x="410" y="2357"/>
                  </a:lnTo>
                  <a:lnTo>
                    <a:pt x="512" y="2447"/>
                  </a:lnTo>
                  <a:lnTo>
                    <a:pt x="615" y="2524"/>
                  </a:lnTo>
                  <a:lnTo>
                    <a:pt x="730" y="2600"/>
                  </a:lnTo>
                  <a:lnTo>
                    <a:pt x="845" y="2652"/>
                  </a:lnTo>
                  <a:lnTo>
                    <a:pt x="973" y="2703"/>
                  </a:lnTo>
                  <a:lnTo>
                    <a:pt x="1101" y="2741"/>
                  </a:lnTo>
                  <a:lnTo>
                    <a:pt x="1242" y="2754"/>
                  </a:lnTo>
                  <a:lnTo>
                    <a:pt x="1383" y="2767"/>
                  </a:lnTo>
                  <a:lnTo>
                    <a:pt x="1524" y="2754"/>
                  </a:lnTo>
                  <a:lnTo>
                    <a:pt x="1665" y="2741"/>
                  </a:lnTo>
                  <a:lnTo>
                    <a:pt x="1793" y="2703"/>
                  </a:lnTo>
                  <a:lnTo>
                    <a:pt x="1921" y="2652"/>
                  </a:lnTo>
                  <a:lnTo>
                    <a:pt x="2036" y="2600"/>
                  </a:lnTo>
                  <a:lnTo>
                    <a:pt x="2152" y="2524"/>
                  </a:lnTo>
                  <a:lnTo>
                    <a:pt x="2267" y="2447"/>
                  </a:lnTo>
                  <a:lnTo>
                    <a:pt x="2357" y="2357"/>
                  </a:lnTo>
                  <a:lnTo>
                    <a:pt x="2446" y="2267"/>
                  </a:lnTo>
                  <a:lnTo>
                    <a:pt x="2523" y="2152"/>
                  </a:lnTo>
                  <a:lnTo>
                    <a:pt x="2600" y="2037"/>
                  </a:lnTo>
                  <a:lnTo>
                    <a:pt x="2651" y="1922"/>
                  </a:lnTo>
                  <a:lnTo>
                    <a:pt x="2702" y="1794"/>
                  </a:lnTo>
                  <a:lnTo>
                    <a:pt x="2741" y="1665"/>
                  </a:lnTo>
                  <a:lnTo>
                    <a:pt x="2754" y="1525"/>
                  </a:lnTo>
                  <a:lnTo>
                    <a:pt x="2767" y="1384"/>
                  </a:lnTo>
                  <a:lnTo>
                    <a:pt x="2754" y="1243"/>
                  </a:lnTo>
                  <a:lnTo>
                    <a:pt x="2741" y="1102"/>
                  </a:lnTo>
                  <a:lnTo>
                    <a:pt x="2702" y="974"/>
                  </a:lnTo>
                  <a:lnTo>
                    <a:pt x="2651" y="846"/>
                  </a:lnTo>
                  <a:lnTo>
                    <a:pt x="2600" y="730"/>
                  </a:lnTo>
                  <a:lnTo>
                    <a:pt x="2523" y="615"/>
                  </a:lnTo>
                  <a:lnTo>
                    <a:pt x="2446" y="513"/>
                  </a:lnTo>
                  <a:lnTo>
                    <a:pt x="2357" y="410"/>
                  </a:lnTo>
                  <a:lnTo>
                    <a:pt x="2267" y="321"/>
                  </a:lnTo>
                  <a:lnTo>
                    <a:pt x="2152" y="244"/>
                  </a:lnTo>
                  <a:lnTo>
                    <a:pt x="2036" y="167"/>
                  </a:lnTo>
                  <a:lnTo>
                    <a:pt x="1921" y="116"/>
                  </a:lnTo>
                  <a:lnTo>
                    <a:pt x="1793" y="64"/>
                  </a:lnTo>
                  <a:lnTo>
                    <a:pt x="1665" y="39"/>
                  </a:lnTo>
                  <a:lnTo>
                    <a:pt x="1524" y="13"/>
                  </a:lnTo>
                  <a:lnTo>
                    <a:pt x="13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43"/>
            <p:cNvSpPr/>
            <p:nvPr/>
          </p:nvSpPr>
          <p:spPr>
            <a:xfrm>
              <a:off x="5142325" y="2454525"/>
              <a:ext cx="68875" cy="68850"/>
            </a:xfrm>
            <a:custGeom>
              <a:avLst/>
              <a:gdLst/>
              <a:ahLst/>
              <a:cxnLst/>
              <a:rect l="l" t="t" r="r" b="b"/>
              <a:pathLst>
                <a:path w="2755" h="2754" extrusionOk="0">
                  <a:moveTo>
                    <a:pt x="1230" y="0"/>
                  </a:moveTo>
                  <a:lnTo>
                    <a:pt x="1102" y="26"/>
                  </a:lnTo>
                  <a:lnTo>
                    <a:pt x="961" y="64"/>
                  </a:lnTo>
                  <a:lnTo>
                    <a:pt x="833" y="103"/>
                  </a:lnTo>
                  <a:lnTo>
                    <a:pt x="718" y="167"/>
                  </a:lnTo>
                  <a:lnTo>
                    <a:pt x="602" y="231"/>
                  </a:lnTo>
                  <a:lnTo>
                    <a:pt x="500" y="308"/>
                  </a:lnTo>
                  <a:lnTo>
                    <a:pt x="398" y="397"/>
                  </a:lnTo>
                  <a:lnTo>
                    <a:pt x="308" y="500"/>
                  </a:lnTo>
                  <a:lnTo>
                    <a:pt x="231" y="602"/>
                  </a:lnTo>
                  <a:lnTo>
                    <a:pt x="167" y="718"/>
                  </a:lnTo>
                  <a:lnTo>
                    <a:pt x="103" y="846"/>
                  </a:lnTo>
                  <a:lnTo>
                    <a:pt x="52" y="974"/>
                  </a:lnTo>
                  <a:lnTo>
                    <a:pt x="26" y="1102"/>
                  </a:lnTo>
                  <a:lnTo>
                    <a:pt x="0" y="1243"/>
                  </a:lnTo>
                  <a:lnTo>
                    <a:pt x="0" y="1384"/>
                  </a:lnTo>
                  <a:lnTo>
                    <a:pt x="0" y="1524"/>
                  </a:lnTo>
                  <a:lnTo>
                    <a:pt x="26" y="1652"/>
                  </a:lnTo>
                  <a:lnTo>
                    <a:pt x="52" y="1793"/>
                  </a:lnTo>
                  <a:lnTo>
                    <a:pt x="103" y="1909"/>
                  </a:lnTo>
                  <a:lnTo>
                    <a:pt x="167" y="2037"/>
                  </a:lnTo>
                  <a:lnTo>
                    <a:pt x="231" y="2152"/>
                  </a:lnTo>
                  <a:lnTo>
                    <a:pt x="308" y="2254"/>
                  </a:lnTo>
                  <a:lnTo>
                    <a:pt x="398" y="2357"/>
                  </a:lnTo>
                  <a:lnTo>
                    <a:pt x="500" y="2447"/>
                  </a:lnTo>
                  <a:lnTo>
                    <a:pt x="602" y="2523"/>
                  </a:lnTo>
                  <a:lnTo>
                    <a:pt x="718" y="2587"/>
                  </a:lnTo>
                  <a:lnTo>
                    <a:pt x="833" y="2652"/>
                  </a:lnTo>
                  <a:lnTo>
                    <a:pt x="961" y="2690"/>
                  </a:lnTo>
                  <a:lnTo>
                    <a:pt x="1102" y="2728"/>
                  </a:lnTo>
                  <a:lnTo>
                    <a:pt x="1230" y="2754"/>
                  </a:lnTo>
                  <a:lnTo>
                    <a:pt x="1512" y="2754"/>
                  </a:lnTo>
                  <a:lnTo>
                    <a:pt x="1653" y="2728"/>
                  </a:lnTo>
                  <a:lnTo>
                    <a:pt x="1781" y="2690"/>
                  </a:lnTo>
                  <a:lnTo>
                    <a:pt x="1909" y="2652"/>
                  </a:lnTo>
                  <a:lnTo>
                    <a:pt x="2037" y="2587"/>
                  </a:lnTo>
                  <a:lnTo>
                    <a:pt x="2152" y="2523"/>
                  </a:lnTo>
                  <a:lnTo>
                    <a:pt x="2255" y="2447"/>
                  </a:lnTo>
                  <a:lnTo>
                    <a:pt x="2357" y="2357"/>
                  </a:lnTo>
                  <a:lnTo>
                    <a:pt x="2434" y="2254"/>
                  </a:lnTo>
                  <a:lnTo>
                    <a:pt x="2524" y="2152"/>
                  </a:lnTo>
                  <a:lnTo>
                    <a:pt x="2588" y="2037"/>
                  </a:lnTo>
                  <a:lnTo>
                    <a:pt x="2652" y="1909"/>
                  </a:lnTo>
                  <a:lnTo>
                    <a:pt x="2690" y="1793"/>
                  </a:lnTo>
                  <a:lnTo>
                    <a:pt x="2729" y="1652"/>
                  </a:lnTo>
                  <a:lnTo>
                    <a:pt x="2754" y="1524"/>
                  </a:lnTo>
                  <a:lnTo>
                    <a:pt x="2754" y="1384"/>
                  </a:lnTo>
                  <a:lnTo>
                    <a:pt x="2754" y="1243"/>
                  </a:lnTo>
                  <a:lnTo>
                    <a:pt x="2729" y="1102"/>
                  </a:lnTo>
                  <a:lnTo>
                    <a:pt x="2690" y="974"/>
                  </a:lnTo>
                  <a:lnTo>
                    <a:pt x="2652" y="846"/>
                  </a:lnTo>
                  <a:lnTo>
                    <a:pt x="2588" y="718"/>
                  </a:lnTo>
                  <a:lnTo>
                    <a:pt x="2524" y="602"/>
                  </a:lnTo>
                  <a:lnTo>
                    <a:pt x="2434" y="500"/>
                  </a:lnTo>
                  <a:lnTo>
                    <a:pt x="2357" y="397"/>
                  </a:lnTo>
                  <a:lnTo>
                    <a:pt x="2255" y="308"/>
                  </a:lnTo>
                  <a:lnTo>
                    <a:pt x="2152" y="231"/>
                  </a:lnTo>
                  <a:lnTo>
                    <a:pt x="2037" y="167"/>
                  </a:lnTo>
                  <a:lnTo>
                    <a:pt x="1909" y="103"/>
                  </a:lnTo>
                  <a:lnTo>
                    <a:pt x="1781" y="64"/>
                  </a:lnTo>
                  <a:lnTo>
                    <a:pt x="1653" y="26"/>
                  </a:lnTo>
                  <a:lnTo>
                    <a:pt x="15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43"/>
            <p:cNvSpPr/>
            <p:nvPr/>
          </p:nvSpPr>
          <p:spPr>
            <a:xfrm>
              <a:off x="5215650" y="2243200"/>
              <a:ext cx="69175" cy="69175"/>
            </a:xfrm>
            <a:custGeom>
              <a:avLst/>
              <a:gdLst/>
              <a:ahLst/>
              <a:cxnLst/>
              <a:rect l="l" t="t" r="r" b="b"/>
              <a:pathLst>
                <a:path w="2767" h="2767" extrusionOk="0">
                  <a:moveTo>
                    <a:pt x="1384" y="0"/>
                  </a:moveTo>
                  <a:lnTo>
                    <a:pt x="1243" y="13"/>
                  </a:lnTo>
                  <a:lnTo>
                    <a:pt x="1102" y="38"/>
                  </a:lnTo>
                  <a:lnTo>
                    <a:pt x="974" y="64"/>
                  </a:lnTo>
                  <a:lnTo>
                    <a:pt x="846" y="115"/>
                  </a:lnTo>
                  <a:lnTo>
                    <a:pt x="731" y="167"/>
                  </a:lnTo>
                  <a:lnTo>
                    <a:pt x="615" y="243"/>
                  </a:lnTo>
                  <a:lnTo>
                    <a:pt x="513" y="320"/>
                  </a:lnTo>
                  <a:lnTo>
                    <a:pt x="410" y="410"/>
                  </a:lnTo>
                  <a:lnTo>
                    <a:pt x="321" y="512"/>
                  </a:lnTo>
                  <a:lnTo>
                    <a:pt x="244" y="615"/>
                  </a:lnTo>
                  <a:lnTo>
                    <a:pt x="167" y="730"/>
                  </a:lnTo>
                  <a:lnTo>
                    <a:pt x="116" y="845"/>
                  </a:lnTo>
                  <a:lnTo>
                    <a:pt x="65" y="973"/>
                  </a:lnTo>
                  <a:lnTo>
                    <a:pt x="39" y="1102"/>
                  </a:lnTo>
                  <a:lnTo>
                    <a:pt x="13" y="1242"/>
                  </a:lnTo>
                  <a:lnTo>
                    <a:pt x="0" y="1383"/>
                  </a:lnTo>
                  <a:lnTo>
                    <a:pt x="13" y="1524"/>
                  </a:lnTo>
                  <a:lnTo>
                    <a:pt x="39" y="1665"/>
                  </a:lnTo>
                  <a:lnTo>
                    <a:pt x="65" y="1793"/>
                  </a:lnTo>
                  <a:lnTo>
                    <a:pt x="116" y="1921"/>
                  </a:lnTo>
                  <a:lnTo>
                    <a:pt x="167" y="2037"/>
                  </a:lnTo>
                  <a:lnTo>
                    <a:pt x="244" y="2152"/>
                  </a:lnTo>
                  <a:lnTo>
                    <a:pt x="321" y="2267"/>
                  </a:lnTo>
                  <a:lnTo>
                    <a:pt x="410" y="2357"/>
                  </a:lnTo>
                  <a:lnTo>
                    <a:pt x="513" y="2446"/>
                  </a:lnTo>
                  <a:lnTo>
                    <a:pt x="615" y="2523"/>
                  </a:lnTo>
                  <a:lnTo>
                    <a:pt x="731" y="2600"/>
                  </a:lnTo>
                  <a:lnTo>
                    <a:pt x="846" y="2651"/>
                  </a:lnTo>
                  <a:lnTo>
                    <a:pt x="974" y="2703"/>
                  </a:lnTo>
                  <a:lnTo>
                    <a:pt x="1102" y="2741"/>
                  </a:lnTo>
                  <a:lnTo>
                    <a:pt x="1243" y="2754"/>
                  </a:lnTo>
                  <a:lnTo>
                    <a:pt x="1384" y="2767"/>
                  </a:lnTo>
                  <a:lnTo>
                    <a:pt x="1525" y="2754"/>
                  </a:lnTo>
                  <a:lnTo>
                    <a:pt x="1665" y="2741"/>
                  </a:lnTo>
                  <a:lnTo>
                    <a:pt x="1794" y="2703"/>
                  </a:lnTo>
                  <a:lnTo>
                    <a:pt x="1922" y="2651"/>
                  </a:lnTo>
                  <a:lnTo>
                    <a:pt x="2050" y="2600"/>
                  </a:lnTo>
                  <a:lnTo>
                    <a:pt x="2152" y="2523"/>
                  </a:lnTo>
                  <a:lnTo>
                    <a:pt x="2267" y="2446"/>
                  </a:lnTo>
                  <a:lnTo>
                    <a:pt x="2357" y="2357"/>
                  </a:lnTo>
                  <a:lnTo>
                    <a:pt x="2447" y="2267"/>
                  </a:lnTo>
                  <a:lnTo>
                    <a:pt x="2536" y="2152"/>
                  </a:lnTo>
                  <a:lnTo>
                    <a:pt x="2600" y="2037"/>
                  </a:lnTo>
                  <a:lnTo>
                    <a:pt x="2652" y="1921"/>
                  </a:lnTo>
                  <a:lnTo>
                    <a:pt x="2703" y="1793"/>
                  </a:lnTo>
                  <a:lnTo>
                    <a:pt x="2741" y="1665"/>
                  </a:lnTo>
                  <a:lnTo>
                    <a:pt x="2754" y="1524"/>
                  </a:lnTo>
                  <a:lnTo>
                    <a:pt x="2767" y="1383"/>
                  </a:lnTo>
                  <a:lnTo>
                    <a:pt x="2754" y="1242"/>
                  </a:lnTo>
                  <a:lnTo>
                    <a:pt x="2741" y="1102"/>
                  </a:lnTo>
                  <a:lnTo>
                    <a:pt x="2703" y="973"/>
                  </a:lnTo>
                  <a:lnTo>
                    <a:pt x="2652" y="845"/>
                  </a:lnTo>
                  <a:lnTo>
                    <a:pt x="2600" y="730"/>
                  </a:lnTo>
                  <a:lnTo>
                    <a:pt x="2536" y="615"/>
                  </a:lnTo>
                  <a:lnTo>
                    <a:pt x="2447" y="512"/>
                  </a:lnTo>
                  <a:lnTo>
                    <a:pt x="2357" y="410"/>
                  </a:lnTo>
                  <a:lnTo>
                    <a:pt x="2267" y="320"/>
                  </a:lnTo>
                  <a:lnTo>
                    <a:pt x="2152" y="243"/>
                  </a:lnTo>
                  <a:lnTo>
                    <a:pt x="2050" y="167"/>
                  </a:lnTo>
                  <a:lnTo>
                    <a:pt x="1922" y="115"/>
                  </a:lnTo>
                  <a:lnTo>
                    <a:pt x="1794" y="64"/>
                  </a:lnTo>
                  <a:lnTo>
                    <a:pt x="1665" y="38"/>
                  </a:lnTo>
                  <a:lnTo>
                    <a:pt x="1525" y="13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43"/>
            <p:cNvSpPr/>
            <p:nvPr/>
          </p:nvSpPr>
          <p:spPr>
            <a:xfrm>
              <a:off x="5410650" y="1951175"/>
              <a:ext cx="68875" cy="69175"/>
            </a:xfrm>
            <a:custGeom>
              <a:avLst/>
              <a:gdLst/>
              <a:ahLst/>
              <a:cxnLst/>
              <a:rect l="l" t="t" r="r" b="b"/>
              <a:pathLst>
                <a:path w="2755" h="2767" extrusionOk="0">
                  <a:moveTo>
                    <a:pt x="1384" y="0"/>
                  </a:moveTo>
                  <a:lnTo>
                    <a:pt x="1243" y="13"/>
                  </a:lnTo>
                  <a:lnTo>
                    <a:pt x="1102" y="26"/>
                  </a:lnTo>
                  <a:lnTo>
                    <a:pt x="974" y="64"/>
                  </a:lnTo>
                  <a:lnTo>
                    <a:pt x="846" y="116"/>
                  </a:lnTo>
                  <a:lnTo>
                    <a:pt x="718" y="167"/>
                  </a:lnTo>
                  <a:lnTo>
                    <a:pt x="602" y="244"/>
                  </a:lnTo>
                  <a:lnTo>
                    <a:pt x="500" y="320"/>
                  </a:lnTo>
                  <a:lnTo>
                    <a:pt x="398" y="410"/>
                  </a:lnTo>
                  <a:lnTo>
                    <a:pt x="321" y="500"/>
                  </a:lnTo>
                  <a:lnTo>
                    <a:pt x="231" y="615"/>
                  </a:lnTo>
                  <a:lnTo>
                    <a:pt x="167" y="730"/>
                  </a:lnTo>
                  <a:lnTo>
                    <a:pt x="103" y="846"/>
                  </a:lnTo>
                  <a:lnTo>
                    <a:pt x="64" y="974"/>
                  </a:lnTo>
                  <a:lnTo>
                    <a:pt x="26" y="1102"/>
                  </a:lnTo>
                  <a:lnTo>
                    <a:pt x="0" y="1243"/>
                  </a:lnTo>
                  <a:lnTo>
                    <a:pt x="0" y="1384"/>
                  </a:lnTo>
                  <a:lnTo>
                    <a:pt x="0" y="1524"/>
                  </a:lnTo>
                  <a:lnTo>
                    <a:pt x="26" y="1665"/>
                  </a:lnTo>
                  <a:lnTo>
                    <a:pt x="64" y="1793"/>
                  </a:lnTo>
                  <a:lnTo>
                    <a:pt x="103" y="1921"/>
                  </a:lnTo>
                  <a:lnTo>
                    <a:pt x="167" y="2037"/>
                  </a:lnTo>
                  <a:lnTo>
                    <a:pt x="231" y="2152"/>
                  </a:lnTo>
                  <a:lnTo>
                    <a:pt x="321" y="2254"/>
                  </a:lnTo>
                  <a:lnTo>
                    <a:pt x="398" y="2357"/>
                  </a:lnTo>
                  <a:lnTo>
                    <a:pt x="500" y="2447"/>
                  </a:lnTo>
                  <a:lnTo>
                    <a:pt x="602" y="2523"/>
                  </a:lnTo>
                  <a:lnTo>
                    <a:pt x="718" y="2600"/>
                  </a:lnTo>
                  <a:lnTo>
                    <a:pt x="846" y="2651"/>
                  </a:lnTo>
                  <a:lnTo>
                    <a:pt x="974" y="2703"/>
                  </a:lnTo>
                  <a:lnTo>
                    <a:pt x="1102" y="2728"/>
                  </a:lnTo>
                  <a:lnTo>
                    <a:pt x="1243" y="2754"/>
                  </a:lnTo>
                  <a:lnTo>
                    <a:pt x="1384" y="2767"/>
                  </a:lnTo>
                  <a:lnTo>
                    <a:pt x="1525" y="2754"/>
                  </a:lnTo>
                  <a:lnTo>
                    <a:pt x="1653" y="2728"/>
                  </a:lnTo>
                  <a:lnTo>
                    <a:pt x="1794" y="2703"/>
                  </a:lnTo>
                  <a:lnTo>
                    <a:pt x="1922" y="2651"/>
                  </a:lnTo>
                  <a:lnTo>
                    <a:pt x="2037" y="2600"/>
                  </a:lnTo>
                  <a:lnTo>
                    <a:pt x="2152" y="2523"/>
                  </a:lnTo>
                  <a:lnTo>
                    <a:pt x="2255" y="2447"/>
                  </a:lnTo>
                  <a:lnTo>
                    <a:pt x="2357" y="2357"/>
                  </a:lnTo>
                  <a:lnTo>
                    <a:pt x="2447" y="2254"/>
                  </a:lnTo>
                  <a:lnTo>
                    <a:pt x="2524" y="2152"/>
                  </a:lnTo>
                  <a:lnTo>
                    <a:pt x="2588" y="2037"/>
                  </a:lnTo>
                  <a:lnTo>
                    <a:pt x="2652" y="1921"/>
                  </a:lnTo>
                  <a:lnTo>
                    <a:pt x="2703" y="1793"/>
                  </a:lnTo>
                  <a:lnTo>
                    <a:pt x="2729" y="1665"/>
                  </a:lnTo>
                  <a:lnTo>
                    <a:pt x="2754" y="1524"/>
                  </a:lnTo>
                  <a:lnTo>
                    <a:pt x="2754" y="1384"/>
                  </a:lnTo>
                  <a:lnTo>
                    <a:pt x="2754" y="1243"/>
                  </a:lnTo>
                  <a:lnTo>
                    <a:pt x="2729" y="1102"/>
                  </a:lnTo>
                  <a:lnTo>
                    <a:pt x="2703" y="974"/>
                  </a:lnTo>
                  <a:lnTo>
                    <a:pt x="2652" y="846"/>
                  </a:lnTo>
                  <a:lnTo>
                    <a:pt x="2588" y="730"/>
                  </a:lnTo>
                  <a:lnTo>
                    <a:pt x="2524" y="615"/>
                  </a:lnTo>
                  <a:lnTo>
                    <a:pt x="2447" y="500"/>
                  </a:lnTo>
                  <a:lnTo>
                    <a:pt x="2357" y="410"/>
                  </a:lnTo>
                  <a:lnTo>
                    <a:pt x="2255" y="320"/>
                  </a:lnTo>
                  <a:lnTo>
                    <a:pt x="2152" y="244"/>
                  </a:lnTo>
                  <a:lnTo>
                    <a:pt x="2037" y="167"/>
                  </a:lnTo>
                  <a:lnTo>
                    <a:pt x="1922" y="116"/>
                  </a:lnTo>
                  <a:lnTo>
                    <a:pt x="1794" y="64"/>
                  </a:lnTo>
                  <a:lnTo>
                    <a:pt x="1653" y="26"/>
                  </a:lnTo>
                  <a:lnTo>
                    <a:pt x="1525" y="13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43"/>
            <p:cNvSpPr/>
            <p:nvPr/>
          </p:nvSpPr>
          <p:spPr>
            <a:xfrm>
              <a:off x="5688900" y="2061625"/>
              <a:ext cx="68875" cy="68875"/>
            </a:xfrm>
            <a:custGeom>
              <a:avLst/>
              <a:gdLst/>
              <a:ahLst/>
              <a:cxnLst/>
              <a:rect l="l" t="t" r="r" b="b"/>
              <a:pathLst>
                <a:path w="2755" h="2755" extrusionOk="0">
                  <a:moveTo>
                    <a:pt x="1384" y="1"/>
                  </a:moveTo>
                  <a:lnTo>
                    <a:pt x="1243" y="14"/>
                  </a:lnTo>
                  <a:lnTo>
                    <a:pt x="1102" y="27"/>
                  </a:lnTo>
                  <a:lnTo>
                    <a:pt x="974" y="65"/>
                  </a:lnTo>
                  <a:lnTo>
                    <a:pt x="846" y="103"/>
                  </a:lnTo>
                  <a:lnTo>
                    <a:pt x="718" y="167"/>
                  </a:lnTo>
                  <a:lnTo>
                    <a:pt x="602" y="232"/>
                  </a:lnTo>
                  <a:lnTo>
                    <a:pt x="500" y="321"/>
                  </a:lnTo>
                  <a:lnTo>
                    <a:pt x="398" y="411"/>
                  </a:lnTo>
                  <a:lnTo>
                    <a:pt x="321" y="500"/>
                  </a:lnTo>
                  <a:lnTo>
                    <a:pt x="231" y="603"/>
                  </a:lnTo>
                  <a:lnTo>
                    <a:pt x="167" y="718"/>
                  </a:lnTo>
                  <a:lnTo>
                    <a:pt x="103" y="846"/>
                  </a:lnTo>
                  <a:lnTo>
                    <a:pt x="65" y="974"/>
                  </a:lnTo>
                  <a:lnTo>
                    <a:pt x="26" y="1102"/>
                  </a:lnTo>
                  <a:lnTo>
                    <a:pt x="0" y="1243"/>
                  </a:lnTo>
                  <a:lnTo>
                    <a:pt x="0" y="1384"/>
                  </a:lnTo>
                  <a:lnTo>
                    <a:pt x="0" y="1525"/>
                  </a:lnTo>
                  <a:lnTo>
                    <a:pt x="26" y="1653"/>
                  </a:lnTo>
                  <a:lnTo>
                    <a:pt x="65" y="1794"/>
                  </a:lnTo>
                  <a:lnTo>
                    <a:pt x="103" y="1922"/>
                  </a:lnTo>
                  <a:lnTo>
                    <a:pt x="167" y="2037"/>
                  </a:lnTo>
                  <a:lnTo>
                    <a:pt x="231" y="2153"/>
                  </a:lnTo>
                  <a:lnTo>
                    <a:pt x="321" y="2255"/>
                  </a:lnTo>
                  <a:lnTo>
                    <a:pt x="398" y="2358"/>
                  </a:lnTo>
                  <a:lnTo>
                    <a:pt x="500" y="2447"/>
                  </a:lnTo>
                  <a:lnTo>
                    <a:pt x="602" y="2524"/>
                  </a:lnTo>
                  <a:lnTo>
                    <a:pt x="718" y="2588"/>
                  </a:lnTo>
                  <a:lnTo>
                    <a:pt x="846" y="2652"/>
                  </a:lnTo>
                  <a:lnTo>
                    <a:pt x="974" y="2703"/>
                  </a:lnTo>
                  <a:lnTo>
                    <a:pt x="1102" y="2729"/>
                  </a:lnTo>
                  <a:lnTo>
                    <a:pt x="1243" y="2755"/>
                  </a:lnTo>
                  <a:lnTo>
                    <a:pt x="1525" y="2755"/>
                  </a:lnTo>
                  <a:lnTo>
                    <a:pt x="1653" y="2729"/>
                  </a:lnTo>
                  <a:lnTo>
                    <a:pt x="1794" y="2703"/>
                  </a:lnTo>
                  <a:lnTo>
                    <a:pt x="1922" y="2652"/>
                  </a:lnTo>
                  <a:lnTo>
                    <a:pt x="2037" y="2588"/>
                  </a:lnTo>
                  <a:lnTo>
                    <a:pt x="2152" y="2524"/>
                  </a:lnTo>
                  <a:lnTo>
                    <a:pt x="2255" y="2447"/>
                  </a:lnTo>
                  <a:lnTo>
                    <a:pt x="2357" y="2358"/>
                  </a:lnTo>
                  <a:lnTo>
                    <a:pt x="2447" y="2255"/>
                  </a:lnTo>
                  <a:lnTo>
                    <a:pt x="2524" y="2153"/>
                  </a:lnTo>
                  <a:lnTo>
                    <a:pt x="2588" y="2037"/>
                  </a:lnTo>
                  <a:lnTo>
                    <a:pt x="2652" y="1922"/>
                  </a:lnTo>
                  <a:lnTo>
                    <a:pt x="2703" y="1794"/>
                  </a:lnTo>
                  <a:lnTo>
                    <a:pt x="2729" y="1653"/>
                  </a:lnTo>
                  <a:lnTo>
                    <a:pt x="2754" y="1525"/>
                  </a:lnTo>
                  <a:lnTo>
                    <a:pt x="2754" y="1384"/>
                  </a:lnTo>
                  <a:lnTo>
                    <a:pt x="2754" y="1243"/>
                  </a:lnTo>
                  <a:lnTo>
                    <a:pt x="2729" y="1102"/>
                  </a:lnTo>
                  <a:lnTo>
                    <a:pt x="2703" y="974"/>
                  </a:lnTo>
                  <a:lnTo>
                    <a:pt x="2652" y="846"/>
                  </a:lnTo>
                  <a:lnTo>
                    <a:pt x="2588" y="718"/>
                  </a:lnTo>
                  <a:lnTo>
                    <a:pt x="2524" y="603"/>
                  </a:lnTo>
                  <a:lnTo>
                    <a:pt x="2447" y="500"/>
                  </a:lnTo>
                  <a:lnTo>
                    <a:pt x="2357" y="411"/>
                  </a:lnTo>
                  <a:lnTo>
                    <a:pt x="2255" y="321"/>
                  </a:lnTo>
                  <a:lnTo>
                    <a:pt x="2152" y="232"/>
                  </a:lnTo>
                  <a:lnTo>
                    <a:pt x="2037" y="167"/>
                  </a:lnTo>
                  <a:lnTo>
                    <a:pt x="1922" y="103"/>
                  </a:lnTo>
                  <a:lnTo>
                    <a:pt x="1794" y="65"/>
                  </a:lnTo>
                  <a:lnTo>
                    <a:pt x="1653" y="27"/>
                  </a:lnTo>
                  <a:lnTo>
                    <a:pt x="1525" y="14"/>
                  </a:lnTo>
                  <a:lnTo>
                    <a:pt x="13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43"/>
            <p:cNvSpPr/>
            <p:nvPr/>
          </p:nvSpPr>
          <p:spPr>
            <a:xfrm>
              <a:off x="5869500" y="1962700"/>
              <a:ext cx="68850" cy="69175"/>
            </a:xfrm>
            <a:custGeom>
              <a:avLst/>
              <a:gdLst/>
              <a:ahLst/>
              <a:cxnLst/>
              <a:rect l="l" t="t" r="r" b="b"/>
              <a:pathLst>
                <a:path w="2754" h="2767" extrusionOk="0">
                  <a:moveTo>
                    <a:pt x="1371" y="0"/>
                  </a:moveTo>
                  <a:lnTo>
                    <a:pt x="1230" y="13"/>
                  </a:lnTo>
                  <a:lnTo>
                    <a:pt x="1102" y="26"/>
                  </a:lnTo>
                  <a:lnTo>
                    <a:pt x="961" y="64"/>
                  </a:lnTo>
                  <a:lnTo>
                    <a:pt x="833" y="116"/>
                  </a:lnTo>
                  <a:lnTo>
                    <a:pt x="717" y="167"/>
                  </a:lnTo>
                  <a:lnTo>
                    <a:pt x="602" y="244"/>
                  </a:lnTo>
                  <a:lnTo>
                    <a:pt x="500" y="321"/>
                  </a:lnTo>
                  <a:lnTo>
                    <a:pt x="397" y="410"/>
                  </a:lnTo>
                  <a:lnTo>
                    <a:pt x="307" y="500"/>
                  </a:lnTo>
                  <a:lnTo>
                    <a:pt x="231" y="615"/>
                  </a:lnTo>
                  <a:lnTo>
                    <a:pt x="167" y="730"/>
                  </a:lnTo>
                  <a:lnTo>
                    <a:pt x="103" y="846"/>
                  </a:lnTo>
                  <a:lnTo>
                    <a:pt x="64" y="974"/>
                  </a:lnTo>
                  <a:lnTo>
                    <a:pt x="26" y="1102"/>
                  </a:lnTo>
                  <a:lnTo>
                    <a:pt x="0" y="1243"/>
                  </a:lnTo>
                  <a:lnTo>
                    <a:pt x="0" y="1384"/>
                  </a:lnTo>
                  <a:lnTo>
                    <a:pt x="0" y="1524"/>
                  </a:lnTo>
                  <a:lnTo>
                    <a:pt x="26" y="1665"/>
                  </a:lnTo>
                  <a:lnTo>
                    <a:pt x="64" y="1793"/>
                  </a:lnTo>
                  <a:lnTo>
                    <a:pt x="103" y="1922"/>
                  </a:lnTo>
                  <a:lnTo>
                    <a:pt x="167" y="2037"/>
                  </a:lnTo>
                  <a:lnTo>
                    <a:pt x="231" y="2152"/>
                  </a:lnTo>
                  <a:lnTo>
                    <a:pt x="307" y="2255"/>
                  </a:lnTo>
                  <a:lnTo>
                    <a:pt x="397" y="2357"/>
                  </a:lnTo>
                  <a:lnTo>
                    <a:pt x="500" y="2447"/>
                  </a:lnTo>
                  <a:lnTo>
                    <a:pt x="602" y="2523"/>
                  </a:lnTo>
                  <a:lnTo>
                    <a:pt x="717" y="2600"/>
                  </a:lnTo>
                  <a:lnTo>
                    <a:pt x="833" y="2652"/>
                  </a:lnTo>
                  <a:lnTo>
                    <a:pt x="961" y="2703"/>
                  </a:lnTo>
                  <a:lnTo>
                    <a:pt x="1102" y="2728"/>
                  </a:lnTo>
                  <a:lnTo>
                    <a:pt x="1230" y="2754"/>
                  </a:lnTo>
                  <a:lnTo>
                    <a:pt x="1371" y="2767"/>
                  </a:lnTo>
                  <a:lnTo>
                    <a:pt x="1511" y="2754"/>
                  </a:lnTo>
                  <a:lnTo>
                    <a:pt x="1652" y="2728"/>
                  </a:lnTo>
                  <a:lnTo>
                    <a:pt x="1780" y="2703"/>
                  </a:lnTo>
                  <a:lnTo>
                    <a:pt x="1908" y="2652"/>
                  </a:lnTo>
                  <a:lnTo>
                    <a:pt x="2037" y="2600"/>
                  </a:lnTo>
                  <a:lnTo>
                    <a:pt x="2152" y="2523"/>
                  </a:lnTo>
                  <a:lnTo>
                    <a:pt x="2254" y="2447"/>
                  </a:lnTo>
                  <a:lnTo>
                    <a:pt x="2357" y="2357"/>
                  </a:lnTo>
                  <a:lnTo>
                    <a:pt x="2446" y="2255"/>
                  </a:lnTo>
                  <a:lnTo>
                    <a:pt x="2523" y="2152"/>
                  </a:lnTo>
                  <a:lnTo>
                    <a:pt x="2587" y="2037"/>
                  </a:lnTo>
                  <a:lnTo>
                    <a:pt x="2651" y="1922"/>
                  </a:lnTo>
                  <a:lnTo>
                    <a:pt x="2690" y="1793"/>
                  </a:lnTo>
                  <a:lnTo>
                    <a:pt x="2728" y="1665"/>
                  </a:lnTo>
                  <a:lnTo>
                    <a:pt x="2754" y="1524"/>
                  </a:lnTo>
                  <a:lnTo>
                    <a:pt x="2754" y="1384"/>
                  </a:lnTo>
                  <a:lnTo>
                    <a:pt x="2754" y="1243"/>
                  </a:lnTo>
                  <a:lnTo>
                    <a:pt x="2728" y="1102"/>
                  </a:lnTo>
                  <a:lnTo>
                    <a:pt x="2690" y="974"/>
                  </a:lnTo>
                  <a:lnTo>
                    <a:pt x="2651" y="846"/>
                  </a:lnTo>
                  <a:lnTo>
                    <a:pt x="2587" y="730"/>
                  </a:lnTo>
                  <a:lnTo>
                    <a:pt x="2523" y="615"/>
                  </a:lnTo>
                  <a:lnTo>
                    <a:pt x="2446" y="500"/>
                  </a:lnTo>
                  <a:lnTo>
                    <a:pt x="2357" y="410"/>
                  </a:lnTo>
                  <a:lnTo>
                    <a:pt x="2254" y="321"/>
                  </a:lnTo>
                  <a:lnTo>
                    <a:pt x="2152" y="244"/>
                  </a:lnTo>
                  <a:lnTo>
                    <a:pt x="2037" y="167"/>
                  </a:lnTo>
                  <a:lnTo>
                    <a:pt x="1908" y="116"/>
                  </a:lnTo>
                  <a:lnTo>
                    <a:pt x="1780" y="64"/>
                  </a:lnTo>
                  <a:lnTo>
                    <a:pt x="1652" y="26"/>
                  </a:lnTo>
                  <a:lnTo>
                    <a:pt x="1511" y="13"/>
                  </a:lnTo>
                  <a:lnTo>
                    <a:pt x="13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43"/>
            <p:cNvSpPr/>
            <p:nvPr/>
          </p:nvSpPr>
          <p:spPr>
            <a:xfrm>
              <a:off x="6049750" y="2121525"/>
              <a:ext cx="69200" cy="68850"/>
            </a:xfrm>
            <a:custGeom>
              <a:avLst/>
              <a:gdLst/>
              <a:ahLst/>
              <a:cxnLst/>
              <a:rect l="l" t="t" r="r" b="b"/>
              <a:pathLst>
                <a:path w="2768" h="2754" extrusionOk="0">
                  <a:moveTo>
                    <a:pt x="1243" y="0"/>
                  </a:moveTo>
                  <a:lnTo>
                    <a:pt x="1102" y="26"/>
                  </a:lnTo>
                  <a:lnTo>
                    <a:pt x="974" y="64"/>
                  </a:lnTo>
                  <a:lnTo>
                    <a:pt x="846" y="103"/>
                  </a:lnTo>
                  <a:lnTo>
                    <a:pt x="731" y="167"/>
                  </a:lnTo>
                  <a:lnTo>
                    <a:pt x="616" y="231"/>
                  </a:lnTo>
                  <a:lnTo>
                    <a:pt x="513" y="307"/>
                  </a:lnTo>
                  <a:lnTo>
                    <a:pt x="411" y="397"/>
                  </a:lnTo>
                  <a:lnTo>
                    <a:pt x="321" y="500"/>
                  </a:lnTo>
                  <a:lnTo>
                    <a:pt x="244" y="602"/>
                  </a:lnTo>
                  <a:lnTo>
                    <a:pt x="167" y="717"/>
                  </a:lnTo>
                  <a:lnTo>
                    <a:pt x="116" y="833"/>
                  </a:lnTo>
                  <a:lnTo>
                    <a:pt x="65" y="961"/>
                  </a:lnTo>
                  <a:lnTo>
                    <a:pt x="39" y="1102"/>
                  </a:lnTo>
                  <a:lnTo>
                    <a:pt x="14" y="1230"/>
                  </a:lnTo>
                  <a:lnTo>
                    <a:pt x="1" y="1370"/>
                  </a:lnTo>
                  <a:lnTo>
                    <a:pt x="14" y="1511"/>
                  </a:lnTo>
                  <a:lnTo>
                    <a:pt x="39" y="1652"/>
                  </a:lnTo>
                  <a:lnTo>
                    <a:pt x="65" y="1780"/>
                  </a:lnTo>
                  <a:lnTo>
                    <a:pt x="116" y="1908"/>
                  </a:lnTo>
                  <a:lnTo>
                    <a:pt x="167" y="2037"/>
                  </a:lnTo>
                  <a:lnTo>
                    <a:pt x="244" y="2152"/>
                  </a:lnTo>
                  <a:lnTo>
                    <a:pt x="321" y="2254"/>
                  </a:lnTo>
                  <a:lnTo>
                    <a:pt x="411" y="2357"/>
                  </a:lnTo>
                  <a:lnTo>
                    <a:pt x="513" y="2446"/>
                  </a:lnTo>
                  <a:lnTo>
                    <a:pt x="616" y="2523"/>
                  </a:lnTo>
                  <a:lnTo>
                    <a:pt x="731" y="2587"/>
                  </a:lnTo>
                  <a:lnTo>
                    <a:pt x="846" y="2651"/>
                  </a:lnTo>
                  <a:lnTo>
                    <a:pt x="974" y="2690"/>
                  </a:lnTo>
                  <a:lnTo>
                    <a:pt x="1102" y="2728"/>
                  </a:lnTo>
                  <a:lnTo>
                    <a:pt x="1243" y="2754"/>
                  </a:lnTo>
                  <a:lnTo>
                    <a:pt x="1525" y="2754"/>
                  </a:lnTo>
                  <a:lnTo>
                    <a:pt x="1666" y="2728"/>
                  </a:lnTo>
                  <a:lnTo>
                    <a:pt x="1794" y="2690"/>
                  </a:lnTo>
                  <a:lnTo>
                    <a:pt x="1922" y="2651"/>
                  </a:lnTo>
                  <a:lnTo>
                    <a:pt x="2050" y="2587"/>
                  </a:lnTo>
                  <a:lnTo>
                    <a:pt x="2153" y="2523"/>
                  </a:lnTo>
                  <a:lnTo>
                    <a:pt x="2268" y="2446"/>
                  </a:lnTo>
                  <a:lnTo>
                    <a:pt x="2358" y="2357"/>
                  </a:lnTo>
                  <a:lnTo>
                    <a:pt x="2447" y="2254"/>
                  </a:lnTo>
                  <a:lnTo>
                    <a:pt x="2537" y="2152"/>
                  </a:lnTo>
                  <a:lnTo>
                    <a:pt x="2601" y="2037"/>
                  </a:lnTo>
                  <a:lnTo>
                    <a:pt x="2652" y="1908"/>
                  </a:lnTo>
                  <a:lnTo>
                    <a:pt x="2703" y="1780"/>
                  </a:lnTo>
                  <a:lnTo>
                    <a:pt x="2742" y="1652"/>
                  </a:lnTo>
                  <a:lnTo>
                    <a:pt x="2755" y="1511"/>
                  </a:lnTo>
                  <a:lnTo>
                    <a:pt x="2767" y="1370"/>
                  </a:lnTo>
                  <a:lnTo>
                    <a:pt x="2755" y="1230"/>
                  </a:lnTo>
                  <a:lnTo>
                    <a:pt x="2742" y="1102"/>
                  </a:lnTo>
                  <a:lnTo>
                    <a:pt x="2703" y="961"/>
                  </a:lnTo>
                  <a:lnTo>
                    <a:pt x="2652" y="833"/>
                  </a:lnTo>
                  <a:lnTo>
                    <a:pt x="2601" y="717"/>
                  </a:lnTo>
                  <a:lnTo>
                    <a:pt x="2537" y="602"/>
                  </a:lnTo>
                  <a:lnTo>
                    <a:pt x="2447" y="500"/>
                  </a:lnTo>
                  <a:lnTo>
                    <a:pt x="2358" y="397"/>
                  </a:lnTo>
                  <a:lnTo>
                    <a:pt x="2268" y="307"/>
                  </a:lnTo>
                  <a:lnTo>
                    <a:pt x="2153" y="231"/>
                  </a:lnTo>
                  <a:lnTo>
                    <a:pt x="2050" y="167"/>
                  </a:lnTo>
                  <a:lnTo>
                    <a:pt x="1922" y="103"/>
                  </a:lnTo>
                  <a:lnTo>
                    <a:pt x="1794" y="64"/>
                  </a:lnTo>
                  <a:lnTo>
                    <a:pt x="1666" y="26"/>
                  </a:lnTo>
                  <a:lnTo>
                    <a:pt x="15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43"/>
            <p:cNvSpPr/>
            <p:nvPr/>
          </p:nvSpPr>
          <p:spPr>
            <a:xfrm>
              <a:off x="6277425" y="2252475"/>
              <a:ext cx="69175" cy="69175"/>
            </a:xfrm>
            <a:custGeom>
              <a:avLst/>
              <a:gdLst/>
              <a:ahLst/>
              <a:cxnLst/>
              <a:rect l="l" t="t" r="r" b="b"/>
              <a:pathLst>
                <a:path w="2767" h="2767" extrusionOk="0">
                  <a:moveTo>
                    <a:pt x="1384" y="0"/>
                  </a:moveTo>
                  <a:lnTo>
                    <a:pt x="1243" y="13"/>
                  </a:lnTo>
                  <a:lnTo>
                    <a:pt x="1102" y="26"/>
                  </a:lnTo>
                  <a:lnTo>
                    <a:pt x="974" y="65"/>
                  </a:lnTo>
                  <a:lnTo>
                    <a:pt x="846" y="116"/>
                  </a:lnTo>
                  <a:lnTo>
                    <a:pt x="730" y="167"/>
                  </a:lnTo>
                  <a:lnTo>
                    <a:pt x="615" y="231"/>
                  </a:lnTo>
                  <a:lnTo>
                    <a:pt x="513" y="321"/>
                  </a:lnTo>
                  <a:lnTo>
                    <a:pt x="410" y="410"/>
                  </a:lnTo>
                  <a:lnTo>
                    <a:pt x="321" y="500"/>
                  </a:lnTo>
                  <a:lnTo>
                    <a:pt x="244" y="615"/>
                  </a:lnTo>
                  <a:lnTo>
                    <a:pt x="167" y="718"/>
                  </a:lnTo>
                  <a:lnTo>
                    <a:pt x="116" y="846"/>
                  </a:lnTo>
                  <a:lnTo>
                    <a:pt x="64" y="974"/>
                  </a:lnTo>
                  <a:lnTo>
                    <a:pt x="39" y="1102"/>
                  </a:lnTo>
                  <a:lnTo>
                    <a:pt x="13" y="1243"/>
                  </a:lnTo>
                  <a:lnTo>
                    <a:pt x="0" y="1384"/>
                  </a:lnTo>
                  <a:lnTo>
                    <a:pt x="13" y="1525"/>
                  </a:lnTo>
                  <a:lnTo>
                    <a:pt x="39" y="1653"/>
                  </a:lnTo>
                  <a:lnTo>
                    <a:pt x="64" y="1794"/>
                  </a:lnTo>
                  <a:lnTo>
                    <a:pt x="116" y="1922"/>
                  </a:lnTo>
                  <a:lnTo>
                    <a:pt x="167" y="2037"/>
                  </a:lnTo>
                  <a:lnTo>
                    <a:pt x="244" y="2152"/>
                  </a:lnTo>
                  <a:lnTo>
                    <a:pt x="321" y="2255"/>
                  </a:lnTo>
                  <a:lnTo>
                    <a:pt x="410" y="2357"/>
                  </a:lnTo>
                  <a:lnTo>
                    <a:pt x="513" y="2447"/>
                  </a:lnTo>
                  <a:lnTo>
                    <a:pt x="615" y="2524"/>
                  </a:lnTo>
                  <a:lnTo>
                    <a:pt x="730" y="2600"/>
                  </a:lnTo>
                  <a:lnTo>
                    <a:pt x="846" y="2652"/>
                  </a:lnTo>
                  <a:lnTo>
                    <a:pt x="974" y="2703"/>
                  </a:lnTo>
                  <a:lnTo>
                    <a:pt x="1102" y="2729"/>
                  </a:lnTo>
                  <a:lnTo>
                    <a:pt x="1243" y="2754"/>
                  </a:lnTo>
                  <a:lnTo>
                    <a:pt x="1384" y="2767"/>
                  </a:lnTo>
                  <a:lnTo>
                    <a:pt x="1524" y="2754"/>
                  </a:lnTo>
                  <a:lnTo>
                    <a:pt x="1665" y="2729"/>
                  </a:lnTo>
                  <a:lnTo>
                    <a:pt x="1793" y="2703"/>
                  </a:lnTo>
                  <a:lnTo>
                    <a:pt x="1921" y="2652"/>
                  </a:lnTo>
                  <a:lnTo>
                    <a:pt x="2050" y="2600"/>
                  </a:lnTo>
                  <a:lnTo>
                    <a:pt x="2152" y="2524"/>
                  </a:lnTo>
                  <a:lnTo>
                    <a:pt x="2267" y="2447"/>
                  </a:lnTo>
                  <a:lnTo>
                    <a:pt x="2357" y="2357"/>
                  </a:lnTo>
                  <a:lnTo>
                    <a:pt x="2447" y="2255"/>
                  </a:lnTo>
                  <a:lnTo>
                    <a:pt x="2536" y="2152"/>
                  </a:lnTo>
                  <a:lnTo>
                    <a:pt x="2600" y="2037"/>
                  </a:lnTo>
                  <a:lnTo>
                    <a:pt x="2652" y="1922"/>
                  </a:lnTo>
                  <a:lnTo>
                    <a:pt x="2703" y="1794"/>
                  </a:lnTo>
                  <a:lnTo>
                    <a:pt x="2741" y="1653"/>
                  </a:lnTo>
                  <a:lnTo>
                    <a:pt x="2754" y="1525"/>
                  </a:lnTo>
                  <a:lnTo>
                    <a:pt x="2767" y="1384"/>
                  </a:lnTo>
                  <a:lnTo>
                    <a:pt x="2754" y="1243"/>
                  </a:lnTo>
                  <a:lnTo>
                    <a:pt x="2741" y="1102"/>
                  </a:lnTo>
                  <a:lnTo>
                    <a:pt x="2703" y="974"/>
                  </a:lnTo>
                  <a:lnTo>
                    <a:pt x="2652" y="846"/>
                  </a:lnTo>
                  <a:lnTo>
                    <a:pt x="2600" y="718"/>
                  </a:lnTo>
                  <a:lnTo>
                    <a:pt x="2536" y="615"/>
                  </a:lnTo>
                  <a:lnTo>
                    <a:pt x="2447" y="500"/>
                  </a:lnTo>
                  <a:lnTo>
                    <a:pt x="2357" y="410"/>
                  </a:lnTo>
                  <a:lnTo>
                    <a:pt x="2267" y="321"/>
                  </a:lnTo>
                  <a:lnTo>
                    <a:pt x="2152" y="231"/>
                  </a:lnTo>
                  <a:lnTo>
                    <a:pt x="2050" y="167"/>
                  </a:lnTo>
                  <a:lnTo>
                    <a:pt x="1921" y="116"/>
                  </a:lnTo>
                  <a:lnTo>
                    <a:pt x="1793" y="65"/>
                  </a:lnTo>
                  <a:lnTo>
                    <a:pt x="1665" y="26"/>
                  </a:lnTo>
                  <a:lnTo>
                    <a:pt x="1524" y="13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43"/>
            <p:cNvSpPr/>
            <p:nvPr/>
          </p:nvSpPr>
          <p:spPr>
            <a:xfrm>
              <a:off x="6367400" y="2545125"/>
              <a:ext cx="68850" cy="69200"/>
            </a:xfrm>
            <a:custGeom>
              <a:avLst/>
              <a:gdLst/>
              <a:ahLst/>
              <a:cxnLst/>
              <a:rect l="l" t="t" r="r" b="b"/>
              <a:pathLst>
                <a:path w="2754" h="2768" extrusionOk="0">
                  <a:moveTo>
                    <a:pt x="1371" y="1"/>
                  </a:moveTo>
                  <a:lnTo>
                    <a:pt x="1230" y="14"/>
                  </a:lnTo>
                  <a:lnTo>
                    <a:pt x="1102" y="27"/>
                  </a:lnTo>
                  <a:lnTo>
                    <a:pt x="961" y="65"/>
                  </a:lnTo>
                  <a:lnTo>
                    <a:pt x="833" y="116"/>
                  </a:lnTo>
                  <a:lnTo>
                    <a:pt x="718" y="167"/>
                  </a:lnTo>
                  <a:lnTo>
                    <a:pt x="602" y="244"/>
                  </a:lnTo>
                  <a:lnTo>
                    <a:pt x="500" y="321"/>
                  </a:lnTo>
                  <a:lnTo>
                    <a:pt x="397" y="411"/>
                  </a:lnTo>
                  <a:lnTo>
                    <a:pt x="308" y="500"/>
                  </a:lnTo>
                  <a:lnTo>
                    <a:pt x="231" y="616"/>
                  </a:lnTo>
                  <a:lnTo>
                    <a:pt x="167" y="731"/>
                  </a:lnTo>
                  <a:lnTo>
                    <a:pt x="103" y="846"/>
                  </a:lnTo>
                  <a:lnTo>
                    <a:pt x="52" y="974"/>
                  </a:lnTo>
                  <a:lnTo>
                    <a:pt x="26" y="1102"/>
                  </a:lnTo>
                  <a:lnTo>
                    <a:pt x="0" y="1243"/>
                  </a:lnTo>
                  <a:lnTo>
                    <a:pt x="0" y="1384"/>
                  </a:lnTo>
                  <a:lnTo>
                    <a:pt x="0" y="1525"/>
                  </a:lnTo>
                  <a:lnTo>
                    <a:pt x="26" y="1666"/>
                  </a:lnTo>
                  <a:lnTo>
                    <a:pt x="52" y="1794"/>
                  </a:lnTo>
                  <a:lnTo>
                    <a:pt x="103" y="1922"/>
                  </a:lnTo>
                  <a:lnTo>
                    <a:pt x="167" y="2037"/>
                  </a:lnTo>
                  <a:lnTo>
                    <a:pt x="231" y="2153"/>
                  </a:lnTo>
                  <a:lnTo>
                    <a:pt x="308" y="2268"/>
                  </a:lnTo>
                  <a:lnTo>
                    <a:pt x="397" y="2358"/>
                  </a:lnTo>
                  <a:lnTo>
                    <a:pt x="500" y="2447"/>
                  </a:lnTo>
                  <a:lnTo>
                    <a:pt x="602" y="2524"/>
                  </a:lnTo>
                  <a:lnTo>
                    <a:pt x="718" y="2601"/>
                  </a:lnTo>
                  <a:lnTo>
                    <a:pt x="833" y="2652"/>
                  </a:lnTo>
                  <a:lnTo>
                    <a:pt x="961" y="2703"/>
                  </a:lnTo>
                  <a:lnTo>
                    <a:pt x="1102" y="2742"/>
                  </a:lnTo>
                  <a:lnTo>
                    <a:pt x="1230" y="2755"/>
                  </a:lnTo>
                  <a:lnTo>
                    <a:pt x="1371" y="2767"/>
                  </a:lnTo>
                  <a:lnTo>
                    <a:pt x="1512" y="2755"/>
                  </a:lnTo>
                  <a:lnTo>
                    <a:pt x="1653" y="2742"/>
                  </a:lnTo>
                  <a:lnTo>
                    <a:pt x="1781" y="2703"/>
                  </a:lnTo>
                  <a:lnTo>
                    <a:pt x="1909" y="2652"/>
                  </a:lnTo>
                  <a:lnTo>
                    <a:pt x="2037" y="2601"/>
                  </a:lnTo>
                  <a:lnTo>
                    <a:pt x="2152" y="2524"/>
                  </a:lnTo>
                  <a:lnTo>
                    <a:pt x="2255" y="2447"/>
                  </a:lnTo>
                  <a:lnTo>
                    <a:pt x="2344" y="2358"/>
                  </a:lnTo>
                  <a:lnTo>
                    <a:pt x="2434" y="2268"/>
                  </a:lnTo>
                  <a:lnTo>
                    <a:pt x="2523" y="2153"/>
                  </a:lnTo>
                  <a:lnTo>
                    <a:pt x="2588" y="2037"/>
                  </a:lnTo>
                  <a:lnTo>
                    <a:pt x="2652" y="1922"/>
                  </a:lnTo>
                  <a:lnTo>
                    <a:pt x="2690" y="1794"/>
                  </a:lnTo>
                  <a:lnTo>
                    <a:pt x="2728" y="1666"/>
                  </a:lnTo>
                  <a:lnTo>
                    <a:pt x="2741" y="1525"/>
                  </a:lnTo>
                  <a:lnTo>
                    <a:pt x="2754" y="1384"/>
                  </a:lnTo>
                  <a:lnTo>
                    <a:pt x="2741" y="1243"/>
                  </a:lnTo>
                  <a:lnTo>
                    <a:pt x="2728" y="1102"/>
                  </a:lnTo>
                  <a:lnTo>
                    <a:pt x="2690" y="974"/>
                  </a:lnTo>
                  <a:lnTo>
                    <a:pt x="2652" y="846"/>
                  </a:lnTo>
                  <a:lnTo>
                    <a:pt x="2588" y="731"/>
                  </a:lnTo>
                  <a:lnTo>
                    <a:pt x="2523" y="616"/>
                  </a:lnTo>
                  <a:lnTo>
                    <a:pt x="2434" y="500"/>
                  </a:lnTo>
                  <a:lnTo>
                    <a:pt x="2344" y="411"/>
                  </a:lnTo>
                  <a:lnTo>
                    <a:pt x="2255" y="321"/>
                  </a:lnTo>
                  <a:lnTo>
                    <a:pt x="2152" y="244"/>
                  </a:lnTo>
                  <a:lnTo>
                    <a:pt x="2037" y="167"/>
                  </a:lnTo>
                  <a:lnTo>
                    <a:pt x="1909" y="116"/>
                  </a:lnTo>
                  <a:lnTo>
                    <a:pt x="1781" y="65"/>
                  </a:lnTo>
                  <a:lnTo>
                    <a:pt x="1653" y="27"/>
                  </a:lnTo>
                  <a:lnTo>
                    <a:pt x="1512" y="14"/>
                  </a:lnTo>
                  <a:lnTo>
                    <a:pt x="13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43"/>
            <p:cNvSpPr/>
            <p:nvPr/>
          </p:nvSpPr>
          <p:spPr>
            <a:xfrm>
              <a:off x="6277425" y="2766075"/>
              <a:ext cx="69175" cy="68875"/>
            </a:xfrm>
            <a:custGeom>
              <a:avLst/>
              <a:gdLst/>
              <a:ahLst/>
              <a:cxnLst/>
              <a:rect l="l" t="t" r="r" b="b"/>
              <a:pathLst>
                <a:path w="2767" h="2755" extrusionOk="0">
                  <a:moveTo>
                    <a:pt x="1243" y="0"/>
                  </a:moveTo>
                  <a:lnTo>
                    <a:pt x="1102" y="26"/>
                  </a:lnTo>
                  <a:lnTo>
                    <a:pt x="974" y="64"/>
                  </a:lnTo>
                  <a:lnTo>
                    <a:pt x="846" y="103"/>
                  </a:lnTo>
                  <a:lnTo>
                    <a:pt x="730" y="167"/>
                  </a:lnTo>
                  <a:lnTo>
                    <a:pt x="615" y="231"/>
                  </a:lnTo>
                  <a:lnTo>
                    <a:pt x="513" y="308"/>
                  </a:lnTo>
                  <a:lnTo>
                    <a:pt x="410" y="397"/>
                  </a:lnTo>
                  <a:lnTo>
                    <a:pt x="321" y="500"/>
                  </a:lnTo>
                  <a:lnTo>
                    <a:pt x="244" y="602"/>
                  </a:lnTo>
                  <a:lnTo>
                    <a:pt x="167" y="718"/>
                  </a:lnTo>
                  <a:lnTo>
                    <a:pt x="116" y="846"/>
                  </a:lnTo>
                  <a:lnTo>
                    <a:pt x="64" y="961"/>
                  </a:lnTo>
                  <a:lnTo>
                    <a:pt x="39" y="1102"/>
                  </a:lnTo>
                  <a:lnTo>
                    <a:pt x="13" y="1230"/>
                  </a:lnTo>
                  <a:lnTo>
                    <a:pt x="0" y="1371"/>
                  </a:lnTo>
                  <a:lnTo>
                    <a:pt x="13" y="1512"/>
                  </a:lnTo>
                  <a:lnTo>
                    <a:pt x="39" y="1653"/>
                  </a:lnTo>
                  <a:lnTo>
                    <a:pt x="64" y="1793"/>
                  </a:lnTo>
                  <a:lnTo>
                    <a:pt x="116" y="1909"/>
                  </a:lnTo>
                  <a:lnTo>
                    <a:pt x="167" y="2037"/>
                  </a:lnTo>
                  <a:lnTo>
                    <a:pt x="244" y="2152"/>
                  </a:lnTo>
                  <a:lnTo>
                    <a:pt x="321" y="2255"/>
                  </a:lnTo>
                  <a:lnTo>
                    <a:pt x="410" y="2357"/>
                  </a:lnTo>
                  <a:lnTo>
                    <a:pt x="513" y="2447"/>
                  </a:lnTo>
                  <a:lnTo>
                    <a:pt x="615" y="2524"/>
                  </a:lnTo>
                  <a:lnTo>
                    <a:pt x="730" y="2588"/>
                  </a:lnTo>
                  <a:lnTo>
                    <a:pt x="846" y="2652"/>
                  </a:lnTo>
                  <a:lnTo>
                    <a:pt x="974" y="2690"/>
                  </a:lnTo>
                  <a:lnTo>
                    <a:pt x="1102" y="2728"/>
                  </a:lnTo>
                  <a:lnTo>
                    <a:pt x="1243" y="2754"/>
                  </a:lnTo>
                  <a:lnTo>
                    <a:pt x="1524" y="2754"/>
                  </a:lnTo>
                  <a:lnTo>
                    <a:pt x="1665" y="2728"/>
                  </a:lnTo>
                  <a:lnTo>
                    <a:pt x="1793" y="2690"/>
                  </a:lnTo>
                  <a:lnTo>
                    <a:pt x="1921" y="2652"/>
                  </a:lnTo>
                  <a:lnTo>
                    <a:pt x="2050" y="2588"/>
                  </a:lnTo>
                  <a:lnTo>
                    <a:pt x="2152" y="2524"/>
                  </a:lnTo>
                  <a:lnTo>
                    <a:pt x="2267" y="2447"/>
                  </a:lnTo>
                  <a:lnTo>
                    <a:pt x="2357" y="2357"/>
                  </a:lnTo>
                  <a:lnTo>
                    <a:pt x="2447" y="2255"/>
                  </a:lnTo>
                  <a:lnTo>
                    <a:pt x="2536" y="2152"/>
                  </a:lnTo>
                  <a:lnTo>
                    <a:pt x="2600" y="2037"/>
                  </a:lnTo>
                  <a:lnTo>
                    <a:pt x="2652" y="1909"/>
                  </a:lnTo>
                  <a:lnTo>
                    <a:pt x="2703" y="1793"/>
                  </a:lnTo>
                  <a:lnTo>
                    <a:pt x="2741" y="1653"/>
                  </a:lnTo>
                  <a:lnTo>
                    <a:pt x="2754" y="1512"/>
                  </a:lnTo>
                  <a:lnTo>
                    <a:pt x="2767" y="1371"/>
                  </a:lnTo>
                  <a:lnTo>
                    <a:pt x="2754" y="1230"/>
                  </a:lnTo>
                  <a:lnTo>
                    <a:pt x="2741" y="1102"/>
                  </a:lnTo>
                  <a:lnTo>
                    <a:pt x="2703" y="961"/>
                  </a:lnTo>
                  <a:lnTo>
                    <a:pt x="2652" y="846"/>
                  </a:lnTo>
                  <a:lnTo>
                    <a:pt x="2600" y="718"/>
                  </a:lnTo>
                  <a:lnTo>
                    <a:pt x="2536" y="602"/>
                  </a:lnTo>
                  <a:lnTo>
                    <a:pt x="2447" y="500"/>
                  </a:lnTo>
                  <a:lnTo>
                    <a:pt x="2357" y="397"/>
                  </a:lnTo>
                  <a:lnTo>
                    <a:pt x="2267" y="308"/>
                  </a:lnTo>
                  <a:lnTo>
                    <a:pt x="2152" y="231"/>
                  </a:lnTo>
                  <a:lnTo>
                    <a:pt x="2050" y="167"/>
                  </a:lnTo>
                  <a:lnTo>
                    <a:pt x="1921" y="103"/>
                  </a:lnTo>
                  <a:lnTo>
                    <a:pt x="1793" y="64"/>
                  </a:lnTo>
                  <a:lnTo>
                    <a:pt x="1665" y="26"/>
                  </a:lnTo>
                  <a:lnTo>
                    <a:pt x="15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43"/>
            <p:cNvSpPr/>
            <p:nvPr/>
          </p:nvSpPr>
          <p:spPr>
            <a:xfrm>
              <a:off x="6104525" y="2724450"/>
              <a:ext cx="68850" cy="69175"/>
            </a:xfrm>
            <a:custGeom>
              <a:avLst/>
              <a:gdLst/>
              <a:ahLst/>
              <a:cxnLst/>
              <a:rect l="l" t="t" r="r" b="b"/>
              <a:pathLst>
                <a:path w="2754" h="2767" extrusionOk="0">
                  <a:moveTo>
                    <a:pt x="1383" y="0"/>
                  </a:moveTo>
                  <a:lnTo>
                    <a:pt x="1242" y="13"/>
                  </a:lnTo>
                  <a:lnTo>
                    <a:pt x="1102" y="39"/>
                  </a:lnTo>
                  <a:lnTo>
                    <a:pt x="973" y="64"/>
                  </a:lnTo>
                  <a:lnTo>
                    <a:pt x="845" y="116"/>
                  </a:lnTo>
                  <a:lnTo>
                    <a:pt x="717" y="167"/>
                  </a:lnTo>
                  <a:lnTo>
                    <a:pt x="615" y="244"/>
                  </a:lnTo>
                  <a:lnTo>
                    <a:pt x="500" y="321"/>
                  </a:lnTo>
                  <a:lnTo>
                    <a:pt x="410" y="410"/>
                  </a:lnTo>
                  <a:lnTo>
                    <a:pt x="320" y="513"/>
                  </a:lnTo>
                  <a:lnTo>
                    <a:pt x="231" y="615"/>
                  </a:lnTo>
                  <a:lnTo>
                    <a:pt x="167" y="730"/>
                  </a:lnTo>
                  <a:lnTo>
                    <a:pt x="103" y="846"/>
                  </a:lnTo>
                  <a:lnTo>
                    <a:pt x="64" y="974"/>
                  </a:lnTo>
                  <a:lnTo>
                    <a:pt x="26" y="1102"/>
                  </a:lnTo>
                  <a:lnTo>
                    <a:pt x="13" y="1243"/>
                  </a:lnTo>
                  <a:lnTo>
                    <a:pt x="0" y="1384"/>
                  </a:lnTo>
                  <a:lnTo>
                    <a:pt x="13" y="1524"/>
                  </a:lnTo>
                  <a:lnTo>
                    <a:pt x="26" y="1665"/>
                  </a:lnTo>
                  <a:lnTo>
                    <a:pt x="64" y="1793"/>
                  </a:lnTo>
                  <a:lnTo>
                    <a:pt x="103" y="1922"/>
                  </a:lnTo>
                  <a:lnTo>
                    <a:pt x="167" y="2050"/>
                  </a:lnTo>
                  <a:lnTo>
                    <a:pt x="231" y="2152"/>
                  </a:lnTo>
                  <a:lnTo>
                    <a:pt x="320" y="2267"/>
                  </a:lnTo>
                  <a:lnTo>
                    <a:pt x="410" y="2357"/>
                  </a:lnTo>
                  <a:lnTo>
                    <a:pt x="500" y="2447"/>
                  </a:lnTo>
                  <a:lnTo>
                    <a:pt x="615" y="2536"/>
                  </a:lnTo>
                  <a:lnTo>
                    <a:pt x="717" y="2600"/>
                  </a:lnTo>
                  <a:lnTo>
                    <a:pt x="845" y="2652"/>
                  </a:lnTo>
                  <a:lnTo>
                    <a:pt x="973" y="2703"/>
                  </a:lnTo>
                  <a:lnTo>
                    <a:pt x="1102" y="2741"/>
                  </a:lnTo>
                  <a:lnTo>
                    <a:pt x="1242" y="2754"/>
                  </a:lnTo>
                  <a:lnTo>
                    <a:pt x="1383" y="2767"/>
                  </a:lnTo>
                  <a:lnTo>
                    <a:pt x="1524" y="2754"/>
                  </a:lnTo>
                  <a:lnTo>
                    <a:pt x="1652" y="2741"/>
                  </a:lnTo>
                  <a:lnTo>
                    <a:pt x="1793" y="2703"/>
                  </a:lnTo>
                  <a:lnTo>
                    <a:pt x="1921" y="2652"/>
                  </a:lnTo>
                  <a:lnTo>
                    <a:pt x="2037" y="2600"/>
                  </a:lnTo>
                  <a:lnTo>
                    <a:pt x="2152" y="2536"/>
                  </a:lnTo>
                  <a:lnTo>
                    <a:pt x="2254" y="2447"/>
                  </a:lnTo>
                  <a:lnTo>
                    <a:pt x="2357" y="2357"/>
                  </a:lnTo>
                  <a:lnTo>
                    <a:pt x="2446" y="2267"/>
                  </a:lnTo>
                  <a:lnTo>
                    <a:pt x="2523" y="2152"/>
                  </a:lnTo>
                  <a:lnTo>
                    <a:pt x="2587" y="2050"/>
                  </a:lnTo>
                  <a:lnTo>
                    <a:pt x="2651" y="1922"/>
                  </a:lnTo>
                  <a:lnTo>
                    <a:pt x="2703" y="1793"/>
                  </a:lnTo>
                  <a:lnTo>
                    <a:pt x="2728" y="1665"/>
                  </a:lnTo>
                  <a:lnTo>
                    <a:pt x="2754" y="1524"/>
                  </a:lnTo>
                  <a:lnTo>
                    <a:pt x="2754" y="1384"/>
                  </a:lnTo>
                  <a:lnTo>
                    <a:pt x="2754" y="1243"/>
                  </a:lnTo>
                  <a:lnTo>
                    <a:pt x="2728" y="1102"/>
                  </a:lnTo>
                  <a:lnTo>
                    <a:pt x="2703" y="974"/>
                  </a:lnTo>
                  <a:lnTo>
                    <a:pt x="2651" y="846"/>
                  </a:lnTo>
                  <a:lnTo>
                    <a:pt x="2587" y="730"/>
                  </a:lnTo>
                  <a:lnTo>
                    <a:pt x="2523" y="615"/>
                  </a:lnTo>
                  <a:lnTo>
                    <a:pt x="2446" y="513"/>
                  </a:lnTo>
                  <a:lnTo>
                    <a:pt x="2357" y="410"/>
                  </a:lnTo>
                  <a:lnTo>
                    <a:pt x="2254" y="321"/>
                  </a:lnTo>
                  <a:lnTo>
                    <a:pt x="2152" y="244"/>
                  </a:lnTo>
                  <a:lnTo>
                    <a:pt x="2037" y="167"/>
                  </a:lnTo>
                  <a:lnTo>
                    <a:pt x="1921" y="116"/>
                  </a:lnTo>
                  <a:lnTo>
                    <a:pt x="1793" y="64"/>
                  </a:lnTo>
                  <a:lnTo>
                    <a:pt x="1652" y="39"/>
                  </a:lnTo>
                  <a:lnTo>
                    <a:pt x="1524" y="13"/>
                  </a:lnTo>
                  <a:lnTo>
                    <a:pt x="13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43"/>
            <p:cNvSpPr/>
            <p:nvPr/>
          </p:nvSpPr>
          <p:spPr>
            <a:xfrm>
              <a:off x="6031500" y="3103250"/>
              <a:ext cx="68875" cy="69175"/>
            </a:xfrm>
            <a:custGeom>
              <a:avLst/>
              <a:gdLst/>
              <a:ahLst/>
              <a:cxnLst/>
              <a:rect l="l" t="t" r="r" b="b"/>
              <a:pathLst>
                <a:path w="2755" h="2767" extrusionOk="0">
                  <a:moveTo>
                    <a:pt x="1384" y="0"/>
                  </a:moveTo>
                  <a:lnTo>
                    <a:pt x="1243" y="13"/>
                  </a:lnTo>
                  <a:lnTo>
                    <a:pt x="1102" y="38"/>
                  </a:lnTo>
                  <a:lnTo>
                    <a:pt x="974" y="64"/>
                  </a:lnTo>
                  <a:lnTo>
                    <a:pt x="846" y="115"/>
                  </a:lnTo>
                  <a:lnTo>
                    <a:pt x="718" y="167"/>
                  </a:lnTo>
                  <a:lnTo>
                    <a:pt x="616" y="243"/>
                  </a:lnTo>
                  <a:lnTo>
                    <a:pt x="500" y="320"/>
                  </a:lnTo>
                  <a:lnTo>
                    <a:pt x="411" y="410"/>
                  </a:lnTo>
                  <a:lnTo>
                    <a:pt x="321" y="512"/>
                  </a:lnTo>
                  <a:lnTo>
                    <a:pt x="231" y="615"/>
                  </a:lnTo>
                  <a:lnTo>
                    <a:pt x="167" y="730"/>
                  </a:lnTo>
                  <a:lnTo>
                    <a:pt x="103" y="845"/>
                  </a:lnTo>
                  <a:lnTo>
                    <a:pt x="65" y="973"/>
                  </a:lnTo>
                  <a:lnTo>
                    <a:pt x="26" y="1102"/>
                  </a:lnTo>
                  <a:lnTo>
                    <a:pt x="14" y="1242"/>
                  </a:lnTo>
                  <a:lnTo>
                    <a:pt x="1" y="1383"/>
                  </a:lnTo>
                  <a:lnTo>
                    <a:pt x="14" y="1524"/>
                  </a:lnTo>
                  <a:lnTo>
                    <a:pt x="26" y="1665"/>
                  </a:lnTo>
                  <a:lnTo>
                    <a:pt x="65" y="1793"/>
                  </a:lnTo>
                  <a:lnTo>
                    <a:pt x="103" y="1921"/>
                  </a:lnTo>
                  <a:lnTo>
                    <a:pt x="167" y="2037"/>
                  </a:lnTo>
                  <a:lnTo>
                    <a:pt x="231" y="2152"/>
                  </a:lnTo>
                  <a:lnTo>
                    <a:pt x="321" y="2267"/>
                  </a:lnTo>
                  <a:lnTo>
                    <a:pt x="411" y="2357"/>
                  </a:lnTo>
                  <a:lnTo>
                    <a:pt x="500" y="2446"/>
                  </a:lnTo>
                  <a:lnTo>
                    <a:pt x="616" y="2523"/>
                  </a:lnTo>
                  <a:lnTo>
                    <a:pt x="718" y="2600"/>
                  </a:lnTo>
                  <a:lnTo>
                    <a:pt x="846" y="2651"/>
                  </a:lnTo>
                  <a:lnTo>
                    <a:pt x="974" y="2703"/>
                  </a:lnTo>
                  <a:lnTo>
                    <a:pt x="1102" y="2741"/>
                  </a:lnTo>
                  <a:lnTo>
                    <a:pt x="1243" y="2754"/>
                  </a:lnTo>
                  <a:lnTo>
                    <a:pt x="1384" y="2767"/>
                  </a:lnTo>
                  <a:lnTo>
                    <a:pt x="1525" y="2754"/>
                  </a:lnTo>
                  <a:lnTo>
                    <a:pt x="1653" y="2741"/>
                  </a:lnTo>
                  <a:lnTo>
                    <a:pt x="1794" y="2703"/>
                  </a:lnTo>
                  <a:lnTo>
                    <a:pt x="1922" y="2651"/>
                  </a:lnTo>
                  <a:lnTo>
                    <a:pt x="2037" y="2600"/>
                  </a:lnTo>
                  <a:lnTo>
                    <a:pt x="2153" y="2523"/>
                  </a:lnTo>
                  <a:lnTo>
                    <a:pt x="2255" y="2446"/>
                  </a:lnTo>
                  <a:lnTo>
                    <a:pt x="2358" y="2357"/>
                  </a:lnTo>
                  <a:lnTo>
                    <a:pt x="2447" y="2267"/>
                  </a:lnTo>
                  <a:lnTo>
                    <a:pt x="2524" y="2152"/>
                  </a:lnTo>
                  <a:lnTo>
                    <a:pt x="2588" y="2037"/>
                  </a:lnTo>
                  <a:lnTo>
                    <a:pt x="2652" y="1921"/>
                  </a:lnTo>
                  <a:lnTo>
                    <a:pt x="2703" y="1793"/>
                  </a:lnTo>
                  <a:lnTo>
                    <a:pt x="2729" y="1665"/>
                  </a:lnTo>
                  <a:lnTo>
                    <a:pt x="2755" y="1524"/>
                  </a:lnTo>
                  <a:lnTo>
                    <a:pt x="2755" y="1383"/>
                  </a:lnTo>
                  <a:lnTo>
                    <a:pt x="2755" y="1242"/>
                  </a:lnTo>
                  <a:lnTo>
                    <a:pt x="2729" y="1102"/>
                  </a:lnTo>
                  <a:lnTo>
                    <a:pt x="2703" y="973"/>
                  </a:lnTo>
                  <a:lnTo>
                    <a:pt x="2652" y="845"/>
                  </a:lnTo>
                  <a:lnTo>
                    <a:pt x="2588" y="730"/>
                  </a:lnTo>
                  <a:lnTo>
                    <a:pt x="2524" y="615"/>
                  </a:lnTo>
                  <a:lnTo>
                    <a:pt x="2447" y="512"/>
                  </a:lnTo>
                  <a:lnTo>
                    <a:pt x="2358" y="410"/>
                  </a:lnTo>
                  <a:lnTo>
                    <a:pt x="2255" y="320"/>
                  </a:lnTo>
                  <a:lnTo>
                    <a:pt x="2153" y="243"/>
                  </a:lnTo>
                  <a:lnTo>
                    <a:pt x="2037" y="167"/>
                  </a:lnTo>
                  <a:lnTo>
                    <a:pt x="1922" y="115"/>
                  </a:lnTo>
                  <a:lnTo>
                    <a:pt x="1794" y="64"/>
                  </a:lnTo>
                  <a:lnTo>
                    <a:pt x="1653" y="38"/>
                  </a:lnTo>
                  <a:lnTo>
                    <a:pt x="1525" y="13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43"/>
            <p:cNvSpPr/>
            <p:nvPr/>
          </p:nvSpPr>
          <p:spPr>
            <a:xfrm>
              <a:off x="5771500" y="3045925"/>
              <a:ext cx="69200" cy="68875"/>
            </a:xfrm>
            <a:custGeom>
              <a:avLst/>
              <a:gdLst/>
              <a:ahLst/>
              <a:cxnLst/>
              <a:rect l="l" t="t" r="r" b="b"/>
              <a:pathLst>
                <a:path w="2768" h="2755" extrusionOk="0">
                  <a:moveTo>
                    <a:pt x="1243" y="0"/>
                  </a:moveTo>
                  <a:lnTo>
                    <a:pt x="1102" y="26"/>
                  </a:lnTo>
                  <a:lnTo>
                    <a:pt x="974" y="64"/>
                  </a:lnTo>
                  <a:lnTo>
                    <a:pt x="846" y="103"/>
                  </a:lnTo>
                  <a:lnTo>
                    <a:pt x="731" y="167"/>
                  </a:lnTo>
                  <a:lnTo>
                    <a:pt x="616" y="231"/>
                  </a:lnTo>
                  <a:lnTo>
                    <a:pt x="513" y="308"/>
                  </a:lnTo>
                  <a:lnTo>
                    <a:pt x="411" y="397"/>
                  </a:lnTo>
                  <a:lnTo>
                    <a:pt x="321" y="500"/>
                  </a:lnTo>
                  <a:lnTo>
                    <a:pt x="244" y="602"/>
                  </a:lnTo>
                  <a:lnTo>
                    <a:pt x="167" y="718"/>
                  </a:lnTo>
                  <a:lnTo>
                    <a:pt x="116" y="846"/>
                  </a:lnTo>
                  <a:lnTo>
                    <a:pt x="65" y="961"/>
                  </a:lnTo>
                  <a:lnTo>
                    <a:pt x="39" y="1102"/>
                  </a:lnTo>
                  <a:lnTo>
                    <a:pt x="14" y="1243"/>
                  </a:lnTo>
                  <a:lnTo>
                    <a:pt x="1" y="1384"/>
                  </a:lnTo>
                  <a:lnTo>
                    <a:pt x="14" y="1525"/>
                  </a:lnTo>
                  <a:lnTo>
                    <a:pt x="39" y="1653"/>
                  </a:lnTo>
                  <a:lnTo>
                    <a:pt x="65" y="1794"/>
                  </a:lnTo>
                  <a:lnTo>
                    <a:pt x="116" y="1909"/>
                  </a:lnTo>
                  <a:lnTo>
                    <a:pt x="167" y="2037"/>
                  </a:lnTo>
                  <a:lnTo>
                    <a:pt x="244" y="2152"/>
                  </a:lnTo>
                  <a:lnTo>
                    <a:pt x="321" y="2255"/>
                  </a:lnTo>
                  <a:lnTo>
                    <a:pt x="411" y="2357"/>
                  </a:lnTo>
                  <a:lnTo>
                    <a:pt x="513" y="2447"/>
                  </a:lnTo>
                  <a:lnTo>
                    <a:pt x="616" y="2524"/>
                  </a:lnTo>
                  <a:lnTo>
                    <a:pt x="731" y="2588"/>
                  </a:lnTo>
                  <a:lnTo>
                    <a:pt x="846" y="2652"/>
                  </a:lnTo>
                  <a:lnTo>
                    <a:pt x="974" y="2690"/>
                  </a:lnTo>
                  <a:lnTo>
                    <a:pt x="1102" y="2729"/>
                  </a:lnTo>
                  <a:lnTo>
                    <a:pt x="1243" y="2754"/>
                  </a:lnTo>
                  <a:lnTo>
                    <a:pt x="1525" y="2754"/>
                  </a:lnTo>
                  <a:lnTo>
                    <a:pt x="1666" y="2729"/>
                  </a:lnTo>
                  <a:lnTo>
                    <a:pt x="1794" y="2690"/>
                  </a:lnTo>
                  <a:lnTo>
                    <a:pt x="1922" y="2652"/>
                  </a:lnTo>
                  <a:lnTo>
                    <a:pt x="2050" y="2588"/>
                  </a:lnTo>
                  <a:lnTo>
                    <a:pt x="2153" y="2524"/>
                  </a:lnTo>
                  <a:lnTo>
                    <a:pt x="2268" y="2447"/>
                  </a:lnTo>
                  <a:lnTo>
                    <a:pt x="2358" y="2357"/>
                  </a:lnTo>
                  <a:lnTo>
                    <a:pt x="2447" y="2255"/>
                  </a:lnTo>
                  <a:lnTo>
                    <a:pt x="2537" y="2152"/>
                  </a:lnTo>
                  <a:lnTo>
                    <a:pt x="2601" y="2037"/>
                  </a:lnTo>
                  <a:lnTo>
                    <a:pt x="2652" y="1909"/>
                  </a:lnTo>
                  <a:lnTo>
                    <a:pt x="2703" y="1794"/>
                  </a:lnTo>
                  <a:lnTo>
                    <a:pt x="2742" y="1653"/>
                  </a:lnTo>
                  <a:lnTo>
                    <a:pt x="2755" y="1525"/>
                  </a:lnTo>
                  <a:lnTo>
                    <a:pt x="2767" y="1384"/>
                  </a:lnTo>
                  <a:lnTo>
                    <a:pt x="2755" y="1243"/>
                  </a:lnTo>
                  <a:lnTo>
                    <a:pt x="2742" y="1102"/>
                  </a:lnTo>
                  <a:lnTo>
                    <a:pt x="2703" y="961"/>
                  </a:lnTo>
                  <a:lnTo>
                    <a:pt x="2652" y="846"/>
                  </a:lnTo>
                  <a:lnTo>
                    <a:pt x="2601" y="718"/>
                  </a:lnTo>
                  <a:lnTo>
                    <a:pt x="2537" y="602"/>
                  </a:lnTo>
                  <a:lnTo>
                    <a:pt x="2447" y="500"/>
                  </a:lnTo>
                  <a:lnTo>
                    <a:pt x="2358" y="397"/>
                  </a:lnTo>
                  <a:lnTo>
                    <a:pt x="2268" y="308"/>
                  </a:lnTo>
                  <a:lnTo>
                    <a:pt x="2153" y="231"/>
                  </a:lnTo>
                  <a:lnTo>
                    <a:pt x="2050" y="167"/>
                  </a:lnTo>
                  <a:lnTo>
                    <a:pt x="1922" y="103"/>
                  </a:lnTo>
                  <a:lnTo>
                    <a:pt x="1794" y="64"/>
                  </a:lnTo>
                  <a:lnTo>
                    <a:pt x="1666" y="26"/>
                  </a:lnTo>
                  <a:lnTo>
                    <a:pt x="15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43"/>
            <p:cNvSpPr/>
            <p:nvPr/>
          </p:nvSpPr>
          <p:spPr>
            <a:xfrm>
              <a:off x="5558900" y="3197700"/>
              <a:ext cx="69175" cy="68875"/>
            </a:xfrm>
            <a:custGeom>
              <a:avLst/>
              <a:gdLst/>
              <a:ahLst/>
              <a:cxnLst/>
              <a:rect l="l" t="t" r="r" b="b"/>
              <a:pathLst>
                <a:path w="2767" h="2755" extrusionOk="0">
                  <a:moveTo>
                    <a:pt x="1243" y="0"/>
                  </a:moveTo>
                  <a:lnTo>
                    <a:pt x="1102" y="26"/>
                  </a:lnTo>
                  <a:lnTo>
                    <a:pt x="974" y="64"/>
                  </a:lnTo>
                  <a:lnTo>
                    <a:pt x="846" y="103"/>
                  </a:lnTo>
                  <a:lnTo>
                    <a:pt x="731" y="167"/>
                  </a:lnTo>
                  <a:lnTo>
                    <a:pt x="615" y="231"/>
                  </a:lnTo>
                  <a:lnTo>
                    <a:pt x="500" y="308"/>
                  </a:lnTo>
                  <a:lnTo>
                    <a:pt x="410" y="397"/>
                  </a:lnTo>
                  <a:lnTo>
                    <a:pt x="321" y="500"/>
                  </a:lnTo>
                  <a:lnTo>
                    <a:pt x="244" y="602"/>
                  </a:lnTo>
                  <a:lnTo>
                    <a:pt x="167" y="718"/>
                  </a:lnTo>
                  <a:lnTo>
                    <a:pt x="116" y="846"/>
                  </a:lnTo>
                  <a:lnTo>
                    <a:pt x="65" y="974"/>
                  </a:lnTo>
                  <a:lnTo>
                    <a:pt x="26" y="1102"/>
                  </a:lnTo>
                  <a:lnTo>
                    <a:pt x="13" y="1243"/>
                  </a:lnTo>
                  <a:lnTo>
                    <a:pt x="0" y="1384"/>
                  </a:lnTo>
                  <a:lnTo>
                    <a:pt x="13" y="1525"/>
                  </a:lnTo>
                  <a:lnTo>
                    <a:pt x="26" y="1653"/>
                  </a:lnTo>
                  <a:lnTo>
                    <a:pt x="65" y="1793"/>
                  </a:lnTo>
                  <a:lnTo>
                    <a:pt x="116" y="1909"/>
                  </a:lnTo>
                  <a:lnTo>
                    <a:pt x="167" y="2037"/>
                  </a:lnTo>
                  <a:lnTo>
                    <a:pt x="244" y="2152"/>
                  </a:lnTo>
                  <a:lnTo>
                    <a:pt x="321" y="2255"/>
                  </a:lnTo>
                  <a:lnTo>
                    <a:pt x="410" y="2357"/>
                  </a:lnTo>
                  <a:lnTo>
                    <a:pt x="500" y="2447"/>
                  </a:lnTo>
                  <a:lnTo>
                    <a:pt x="615" y="2524"/>
                  </a:lnTo>
                  <a:lnTo>
                    <a:pt x="731" y="2588"/>
                  </a:lnTo>
                  <a:lnTo>
                    <a:pt x="846" y="2652"/>
                  </a:lnTo>
                  <a:lnTo>
                    <a:pt x="974" y="2690"/>
                  </a:lnTo>
                  <a:lnTo>
                    <a:pt x="1102" y="2728"/>
                  </a:lnTo>
                  <a:lnTo>
                    <a:pt x="1243" y="2754"/>
                  </a:lnTo>
                  <a:lnTo>
                    <a:pt x="1525" y="2754"/>
                  </a:lnTo>
                  <a:lnTo>
                    <a:pt x="1666" y="2728"/>
                  </a:lnTo>
                  <a:lnTo>
                    <a:pt x="1794" y="2690"/>
                  </a:lnTo>
                  <a:lnTo>
                    <a:pt x="1922" y="2652"/>
                  </a:lnTo>
                  <a:lnTo>
                    <a:pt x="2037" y="2588"/>
                  </a:lnTo>
                  <a:lnTo>
                    <a:pt x="2152" y="2524"/>
                  </a:lnTo>
                  <a:lnTo>
                    <a:pt x="2255" y="2447"/>
                  </a:lnTo>
                  <a:lnTo>
                    <a:pt x="2357" y="2357"/>
                  </a:lnTo>
                  <a:lnTo>
                    <a:pt x="2447" y="2255"/>
                  </a:lnTo>
                  <a:lnTo>
                    <a:pt x="2524" y="2152"/>
                  </a:lnTo>
                  <a:lnTo>
                    <a:pt x="2600" y="2037"/>
                  </a:lnTo>
                  <a:lnTo>
                    <a:pt x="2652" y="1909"/>
                  </a:lnTo>
                  <a:lnTo>
                    <a:pt x="2703" y="1793"/>
                  </a:lnTo>
                  <a:lnTo>
                    <a:pt x="2729" y="1653"/>
                  </a:lnTo>
                  <a:lnTo>
                    <a:pt x="2754" y="1525"/>
                  </a:lnTo>
                  <a:lnTo>
                    <a:pt x="2767" y="1384"/>
                  </a:lnTo>
                  <a:lnTo>
                    <a:pt x="2754" y="1243"/>
                  </a:lnTo>
                  <a:lnTo>
                    <a:pt x="2729" y="1102"/>
                  </a:lnTo>
                  <a:lnTo>
                    <a:pt x="2703" y="974"/>
                  </a:lnTo>
                  <a:lnTo>
                    <a:pt x="2652" y="846"/>
                  </a:lnTo>
                  <a:lnTo>
                    <a:pt x="2600" y="718"/>
                  </a:lnTo>
                  <a:lnTo>
                    <a:pt x="2524" y="602"/>
                  </a:lnTo>
                  <a:lnTo>
                    <a:pt x="2447" y="500"/>
                  </a:lnTo>
                  <a:lnTo>
                    <a:pt x="2357" y="397"/>
                  </a:lnTo>
                  <a:lnTo>
                    <a:pt x="2255" y="308"/>
                  </a:lnTo>
                  <a:lnTo>
                    <a:pt x="2152" y="231"/>
                  </a:lnTo>
                  <a:lnTo>
                    <a:pt x="2037" y="167"/>
                  </a:lnTo>
                  <a:lnTo>
                    <a:pt x="1922" y="103"/>
                  </a:lnTo>
                  <a:lnTo>
                    <a:pt x="1794" y="64"/>
                  </a:lnTo>
                  <a:lnTo>
                    <a:pt x="1666" y="26"/>
                  </a:lnTo>
                  <a:lnTo>
                    <a:pt x="15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43"/>
            <p:cNvSpPr/>
            <p:nvPr/>
          </p:nvSpPr>
          <p:spPr>
            <a:xfrm>
              <a:off x="5558900" y="2944750"/>
              <a:ext cx="69175" cy="68850"/>
            </a:xfrm>
            <a:custGeom>
              <a:avLst/>
              <a:gdLst/>
              <a:ahLst/>
              <a:cxnLst/>
              <a:rect l="l" t="t" r="r" b="b"/>
              <a:pathLst>
                <a:path w="2767" h="2754" extrusionOk="0">
                  <a:moveTo>
                    <a:pt x="1243" y="0"/>
                  </a:moveTo>
                  <a:lnTo>
                    <a:pt x="1102" y="26"/>
                  </a:lnTo>
                  <a:lnTo>
                    <a:pt x="974" y="64"/>
                  </a:lnTo>
                  <a:lnTo>
                    <a:pt x="846" y="103"/>
                  </a:lnTo>
                  <a:lnTo>
                    <a:pt x="731" y="167"/>
                  </a:lnTo>
                  <a:lnTo>
                    <a:pt x="615" y="231"/>
                  </a:lnTo>
                  <a:lnTo>
                    <a:pt x="500" y="308"/>
                  </a:lnTo>
                  <a:lnTo>
                    <a:pt x="410" y="397"/>
                  </a:lnTo>
                  <a:lnTo>
                    <a:pt x="321" y="500"/>
                  </a:lnTo>
                  <a:lnTo>
                    <a:pt x="244" y="602"/>
                  </a:lnTo>
                  <a:lnTo>
                    <a:pt x="167" y="717"/>
                  </a:lnTo>
                  <a:lnTo>
                    <a:pt x="116" y="845"/>
                  </a:lnTo>
                  <a:lnTo>
                    <a:pt x="65" y="961"/>
                  </a:lnTo>
                  <a:lnTo>
                    <a:pt x="26" y="1102"/>
                  </a:lnTo>
                  <a:lnTo>
                    <a:pt x="13" y="1243"/>
                  </a:lnTo>
                  <a:lnTo>
                    <a:pt x="0" y="1383"/>
                  </a:lnTo>
                  <a:lnTo>
                    <a:pt x="13" y="1524"/>
                  </a:lnTo>
                  <a:lnTo>
                    <a:pt x="26" y="1652"/>
                  </a:lnTo>
                  <a:lnTo>
                    <a:pt x="65" y="1793"/>
                  </a:lnTo>
                  <a:lnTo>
                    <a:pt x="116" y="1909"/>
                  </a:lnTo>
                  <a:lnTo>
                    <a:pt x="167" y="2037"/>
                  </a:lnTo>
                  <a:lnTo>
                    <a:pt x="244" y="2152"/>
                  </a:lnTo>
                  <a:lnTo>
                    <a:pt x="321" y="2254"/>
                  </a:lnTo>
                  <a:lnTo>
                    <a:pt x="410" y="2357"/>
                  </a:lnTo>
                  <a:lnTo>
                    <a:pt x="500" y="2446"/>
                  </a:lnTo>
                  <a:lnTo>
                    <a:pt x="615" y="2523"/>
                  </a:lnTo>
                  <a:lnTo>
                    <a:pt x="731" y="2587"/>
                  </a:lnTo>
                  <a:lnTo>
                    <a:pt x="846" y="2651"/>
                  </a:lnTo>
                  <a:lnTo>
                    <a:pt x="974" y="2690"/>
                  </a:lnTo>
                  <a:lnTo>
                    <a:pt x="1102" y="2728"/>
                  </a:lnTo>
                  <a:lnTo>
                    <a:pt x="1243" y="2754"/>
                  </a:lnTo>
                  <a:lnTo>
                    <a:pt x="1525" y="2754"/>
                  </a:lnTo>
                  <a:lnTo>
                    <a:pt x="1666" y="2728"/>
                  </a:lnTo>
                  <a:lnTo>
                    <a:pt x="1794" y="2690"/>
                  </a:lnTo>
                  <a:lnTo>
                    <a:pt x="1922" y="2651"/>
                  </a:lnTo>
                  <a:lnTo>
                    <a:pt x="2037" y="2587"/>
                  </a:lnTo>
                  <a:lnTo>
                    <a:pt x="2152" y="2523"/>
                  </a:lnTo>
                  <a:lnTo>
                    <a:pt x="2255" y="2446"/>
                  </a:lnTo>
                  <a:lnTo>
                    <a:pt x="2357" y="2357"/>
                  </a:lnTo>
                  <a:lnTo>
                    <a:pt x="2447" y="2254"/>
                  </a:lnTo>
                  <a:lnTo>
                    <a:pt x="2524" y="2152"/>
                  </a:lnTo>
                  <a:lnTo>
                    <a:pt x="2600" y="2037"/>
                  </a:lnTo>
                  <a:lnTo>
                    <a:pt x="2652" y="1909"/>
                  </a:lnTo>
                  <a:lnTo>
                    <a:pt x="2703" y="1793"/>
                  </a:lnTo>
                  <a:lnTo>
                    <a:pt x="2729" y="1652"/>
                  </a:lnTo>
                  <a:lnTo>
                    <a:pt x="2754" y="1524"/>
                  </a:lnTo>
                  <a:lnTo>
                    <a:pt x="2767" y="1383"/>
                  </a:lnTo>
                  <a:lnTo>
                    <a:pt x="2754" y="1243"/>
                  </a:lnTo>
                  <a:lnTo>
                    <a:pt x="2729" y="1102"/>
                  </a:lnTo>
                  <a:lnTo>
                    <a:pt x="2703" y="961"/>
                  </a:lnTo>
                  <a:lnTo>
                    <a:pt x="2652" y="845"/>
                  </a:lnTo>
                  <a:lnTo>
                    <a:pt x="2600" y="717"/>
                  </a:lnTo>
                  <a:lnTo>
                    <a:pt x="2524" y="602"/>
                  </a:lnTo>
                  <a:lnTo>
                    <a:pt x="2447" y="500"/>
                  </a:lnTo>
                  <a:lnTo>
                    <a:pt x="2357" y="397"/>
                  </a:lnTo>
                  <a:lnTo>
                    <a:pt x="2255" y="308"/>
                  </a:lnTo>
                  <a:lnTo>
                    <a:pt x="2152" y="231"/>
                  </a:lnTo>
                  <a:lnTo>
                    <a:pt x="2037" y="167"/>
                  </a:lnTo>
                  <a:lnTo>
                    <a:pt x="1922" y="103"/>
                  </a:lnTo>
                  <a:lnTo>
                    <a:pt x="1794" y="64"/>
                  </a:lnTo>
                  <a:lnTo>
                    <a:pt x="1666" y="26"/>
                  </a:lnTo>
                  <a:lnTo>
                    <a:pt x="15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43"/>
            <p:cNvSpPr/>
            <p:nvPr/>
          </p:nvSpPr>
          <p:spPr>
            <a:xfrm>
              <a:off x="5527200" y="2346925"/>
              <a:ext cx="524175" cy="524200"/>
            </a:xfrm>
            <a:custGeom>
              <a:avLst/>
              <a:gdLst/>
              <a:ahLst/>
              <a:cxnLst/>
              <a:rect l="l" t="t" r="r" b="b"/>
              <a:pathLst>
                <a:path w="20967" h="20968" extrusionOk="0">
                  <a:moveTo>
                    <a:pt x="1" y="1"/>
                  </a:moveTo>
                  <a:lnTo>
                    <a:pt x="1" y="20967"/>
                  </a:lnTo>
                  <a:lnTo>
                    <a:pt x="20967" y="20967"/>
                  </a:lnTo>
                  <a:lnTo>
                    <a:pt x="209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43"/>
            <p:cNvSpPr/>
            <p:nvPr/>
          </p:nvSpPr>
          <p:spPr>
            <a:xfrm>
              <a:off x="5527200" y="2346925"/>
              <a:ext cx="261950" cy="524200"/>
            </a:xfrm>
            <a:custGeom>
              <a:avLst/>
              <a:gdLst/>
              <a:ahLst/>
              <a:cxnLst/>
              <a:rect l="l" t="t" r="r" b="b"/>
              <a:pathLst>
                <a:path w="10478" h="20968" extrusionOk="0">
                  <a:moveTo>
                    <a:pt x="1" y="1"/>
                  </a:moveTo>
                  <a:lnTo>
                    <a:pt x="1" y="20967"/>
                  </a:lnTo>
                  <a:lnTo>
                    <a:pt x="10477" y="104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43"/>
            <p:cNvSpPr/>
            <p:nvPr/>
          </p:nvSpPr>
          <p:spPr>
            <a:xfrm>
              <a:off x="5789125" y="2346925"/>
              <a:ext cx="262250" cy="524200"/>
            </a:xfrm>
            <a:custGeom>
              <a:avLst/>
              <a:gdLst/>
              <a:ahLst/>
              <a:cxnLst/>
              <a:rect l="l" t="t" r="r" b="b"/>
              <a:pathLst>
                <a:path w="10490" h="20968" extrusionOk="0">
                  <a:moveTo>
                    <a:pt x="10490" y="1"/>
                  </a:moveTo>
                  <a:lnTo>
                    <a:pt x="0" y="10478"/>
                  </a:lnTo>
                  <a:lnTo>
                    <a:pt x="10490" y="20967"/>
                  </a:lnTo>
                  <a:lnTo>
                    <a:pt x="1049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43"/>
            <p:cNvSpPr/>
            <p:nvPr/>
          </p:nvSpPr>
          <p:spPr>
            <a:xfrm>
              <a:off x="5622300" y="2442025"/>
              <a:ext cx="334000" cy="333675"/>
            </a:xfrm>
            <a:custGeom>
              <a:avLst/>
              <a:gdLst/>
              <a:ahLst/>
              <a:cxnLst/>
              <a:rect l="l" t="t" r="r" b="b"/>
              <a:pathLst>
                <a:path w="13360" h="13347" extrusionOk="0">
                  <a:moveTo>
                    <a:pt x="0" y="1"/>
                  </a:moveTo>
                  <a:lnTo>
                    <a:pt x="0" y="13347"/>
                  </a:lnTo>
                  <a:lnTo>
                    <a:pt x="13359" y="13347"/>
                  </a:lnTo>
                  <a:lnTo>
                    <a:pt x="1335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5" name="Google Shape;2245;p43"/>
          <p:cNvGrpSpPr/>
          <p:nvPr/>
        </p:nvGrpSpPr>
        <p:grpSpPr>
          <a:xfrm>
            <a:off x="3597664" y="2893830"/>
            <a:ext cx="1948882" cy="824600"/>
            <a:chOff x="457200" y="959300"/>
            <a:chExt cx="2061000" cy="824600"/>
          </a:xfrm>
        </p:grpSpPr>
        <p:sp>
          <p:nvSpPr>
            <p:cNvPr id="2246" name="Google Shape;2246;p43"/>
            <p:cNvSpPr txBox="1"/>
            <p:nvPr/>
          </p:nvSpPr>
          <p:spPr>
            <a:xfrm>
              <a:off x="457200" y="9593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Learning system</a:t>
              </a:r>
              <a:endParaRPr sz="21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247" name="Google Shape;2247;p43"/>
            <p:cNvSpPr txBox="1"/>
            <p:nvPr/>
          </p:nvSpPr>
          <p:spPr>
            <a:xfrm>
              <a:off x="457200" y="1300900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48" name="Google Shape;2248;p43"/>
          <p:cNvGrpSpPr/>
          <p:nvPr/>
        </p:nvGrpSpPr>
        <p:grpSpPr>
          <a:xfrm>
            <a:off x="457202" y="2440522"/>
            <a:ext cx="1948882" cy="824600"/>
            <a:chOff x="457200" y="959300"/>
            <a:chExt cx="2061000" cy="824600"/>
          </a:xfrm>
        </p:grpSpPr>
        <p:sp>
          <p:nvSpPr>
            <p:cNvPr id="2249" name="Google Shape;2249;p43"/>
            <p:cNvSpPr txBox="1"/>
            <p:nvPr/>
          </p:nvSpPr>
          <p:spPr>
            <a:xfrm>
              <a:off x="457200" y="9593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Neptune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204" name="Google Shape;2204;p43"/>
            <p:cNvSpPr txBox="1"/>
            <p:nvPr/>
          </p:nvSpPr>
          <p:spPr>
            <a:xfrm>
              <a:off x="457200" y="1300900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It’s the farthest planet from the Sun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50" name="Google Shape;2250;p43"/>
          <p:cNvGrpSpPr/>
          <p:nvPr/>
        </p:nvGrpSpPr>
        <p:grpSpPr>
          <a:xfrm>
            <a:off x="6737906" y="2438272"/>
            <a:ext cx="1948882" cy="824600"/>
            <a:chOff x="457200" y="2087425"/>
            <a:chExt cx="2061000" cy="824600"/>
          </a:xfrm>
        </p:grpSpPr>
        <p:sp>
          <p:nvSpPr>
            <p:cNvPr id="2201" name="Google Shape;2201;p43"/>
            <p:cNvSpPr txBox="1"/>
            <p:nvPr/>
          </p:nvSpPr>
          <p:spPr>
            <a:xfrm>
              <a:off x="457200" y="2087425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Mars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251" name="Google Shape;2251;p43"/>
            <p:cNvSpPr txBox="1"/>
            <p:nvPr/>
          </p:nvSpPr>
          <p:spPr>
            <a:xfrm>
              <a:off x="457200" y="2429025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200" name="Google Shape;2200;p43"/>
          <p:cNvSpPr/>
          <p:nvPr/>
        </p:nvSpPr>
        <p:spPr>
          <a:xfrm>
            <a:off x="457240" y="1575450"/>
            <a:ext cx="1948800" cy="295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Input data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03" name="Google Shape;2203;p43"/>
          <p:cNvSpPr/>
          <p:nvPr/>
        </p:nvSpPr>
        <p:spPr>
          <a:xfrm>
            <a:off x="6737938" y="3854350"/>
            <a:ext cx="1948800" cy="295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Output data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252" name="Google Shape;2252;p43"/>
          <p:cNvCxnSpPr>
            <a:stCxn id="2200" idx="2"/>
            <a:endCxn id="2249" idx="0"/>
          </p:cNvCxnSpPr>
          <p:nvPr/>
        </p:nvCxnSpPr>
        <p:spPr>
          <a:xfrm rot="-5400000" flipH="1">
            <a:off x="1146940" y="2155350"/>
            <a:ext cx="570000" cy="600"/>
          </a:xfrm>
          <a:prstGeom prst="bentConnector3">
            <a:avLst>
              <a:gd name="adj1" fmla="val 4998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53" name="Google Shape;2253;p43"/>
          <p:cNvCxnSpPr>
            <a:stCxn id="2203" idx="0"/>
            <a:endCxn id="2251" idx="2"/>
          </p:cNvCxnSpPr>
          <p:nvPr/>
        </p:nvCxnSpPr>
        <p:spPr>
          <a:xfrm rot="-5400000">
            <a:off x="7416838" y="3558250"/>
            <a:ext cx="591600" cy="600"/>
          </a:xfrm>
          <a:prstGeom prst="bentConnector3">
            <a:avLst>
              <a:gd name="adj1" fmla="val 4999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Google Shape;2258;p4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sp>
        <p:nvSpPr>
          <p:cNvPr id="2259" name="Google Shape;2259;p44"/>
          <p:cNvSpPr/>
          <p:nvPr/>
        </p:nvSpPr>
        <p:spPr>
          <a:xfrm>
            <a:off x="4876800" y="2562225"/>
            <a:ext cx="3819600" cy="2169600"/>
          </a:xfrm>
          <a:prstGeom prst="roundRect">
            <a:avLst>
              <a:gd name="adj" fmla="val 16667"/>
            </a:avLst>
          </a:prstGeom>
          <a:solidFill>
            <a:srgbClr val="EA48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0" name="Google Shape;2260;p44"/>
          <p:cNvSpPr/>
          <p:nvPr/>
        </p:nvSpPr>
        <p:spPr>
          <a:xfrm>
            <a:off x="457175" y="2562225"/>
            <a:ext cx="3819600" cy="2169600"/>
          </a:xfrm>
          <a:prstGeom prst="roundRect">
            <a:avLst>
              <a:gd name="adj" fmla="val 16667"/>
            </a:avLst>
          </a:prstGeom>
          <a:solidFill>
            <a:srgbClr val="E99B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61" name="Google Shape;2261;p44"/>
          <p:cNvGrpSpPr/>
          <p:nvPr/>
        </p:nvGrpSpPr>
        <p:grpSpPr>
          <a:xfrm>
            <a:off x="695359" y="2842976"/>
            <a:ext cx="3343229" cy="1488799"/>
            <a:chOff x="695359" y="2302076"/>
            <a:chExt cx="3343229" cy="1488799"/>
          </a:xfrm>
        </p:grpSpPr>
        <p:sp>
          <p:nvSpPr>
            <p:cNvPr id="2262" name="Google Shape;2262;p44"/>
            <p:cNvSpPr txBox="1"/>
            <p:nvPr/>
          </p:nvSpPr>
          <p:spPr>
            <a:xfrm>
              <a:off x="695359" y="2302076"/>
              <a:ext cx="2114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Advantages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263" name="Google Shape;2263;p44"/>
            <p:cNvSpPr txBox="1"/>
            <p:nvPr/>
          </p:nvSpPr>
          <p:spPr>
            <a:xfrm>
              <a:off x="695388" y="2657475"/>
              <a:ext cx="3343200" cy="11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Efficiency data managing 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Continuous improvement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Lots of applications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Trend identification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Pattern identification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64" name="Google Shape;2264;p44"/>
          <p:cNvGrpSpPr/>
          <p:nvPr/>
        </p:nvGrpSpPr>
        <p:grpSpPr>
          <a:xfrm>
            <a:off x="5114996" y="2842976"/>
            <a:ext cx="3343204" cy="1488799"/>
            <a:chOff x="5114996" y="2302076"/>
            <a:chExt cx="3343204" cy="1488799"/>
          </a:xfrm>
        </p:grpSpPr>
        <p:sp>
          <p:nvSpPr>
            <p:cNvPr id="2265" name="Google Shape;2265;p44"/>
            <p:cNvSpPr txBox="1"/>
            <p:nvPr/>
          </p:nvSpPr>
          <p:spPr>
            <a:xfrm>
              <a:off x="5114996" y="2302076"/>
              <a:ext cx="2114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Disadvantages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266" name="Google Shape;2266;p44"/>
            <p:cNvSpPr txBox="1"/>
            <p:nvPr/>
          </p:nvSpPr>
          <p:spPr>
            <a:xfrm>
              <a:off x="5115000" y="2657475"/>
              <a:ext cx="3343200" cy="11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Data acquisition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Time and space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Time-consuming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High error possibilities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Algorithm selection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67" name="Google Shape;2267;p44"/>
          <p:cNvGrpSpPr/>
          <p:nvPr/>
        </p:nvGrpSpPr>
        <p:grpSpPr>
          <a:xfrm>
            <a:off x="3708933" y="2758042"/>
            <a:ext cx="339253" cy="339253"/>
            <a:chOff x="1492675" y="4992125"/>
            <a:chExt cx="481825" cy="481825"/>
          </a:xfrm>
        </p:grpSpPr>
        <p:sp>
          <p:nvSpPr>
            <p:cNvPr id="2268" name="Google Shape;2268;p44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69" name="Google Shape;2269;p44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270" name="Google Shape;2270;p44"/>
          <p:cNvGrpSpPr/>
          <p:nvPr/>
        </p:nvGrpSpPr>
        <p:grpSpPr>
          <a:xfrm>
            <a:off x="8118950" y="2758042"/>
            <a:ext cx="339253" cy="339253"/>
            <a:chOff x="2085525" y="4992125"/>
            <a:chExt cx="481825" cy="481825"/>
          </a:xfrm>
        </p:grpSpPr>
        <p:sp>
          <p:nvSpPr>
            <p:cNvPr id="2271" name="Google Shape;2271;p44"/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72" name="Google Shape;2272;p44"/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273" name="Google Shape;2273;p44"/>
          <p:cNvSpPr/>
          <p:nvPr/>
        </p:nvSpPr>
        <p:spPr>
          <a:xfrm>
            <a:off x="1219200" y="1200075"/>
            <a:ext cx="6717600" cy="532500"/>
          </a:xfrm>
          <a:prstGeom prst="roundRect">
            <a:avLst>
              <a:gd name="adj" fmla="val 50000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4" name="Google Shape;2274;p44"/>
          <p:cNvSpPr txBox="1"/>
          <p:nvPr/>
        </p:nvSpPr>
        <p:spPr>
          <a:xfrm>
            <a:off x="2202450" y="1296550"/>
            <a:ext cx="4750800" cy="3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Machine learning advantages vs disadvantages</a:t>
            </a:r>
            <a:endParaRPr sz="18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2275" name="Google Shape;2275;p44"/>
          <p:cNvCxnSpPr>
            <a:stCxn id="2273" idx="2"/>
            <a:endCxn id="2260" idx="0"/>
          </p:cNvCxnSpPr>
          <p:nvPr/>
        </p:nvCxnSpPr>
        <p:spPr>
          <a:xfrm rot="5400000">
            <a:off x="3057600" y="1041975"/>
            <a:ext cx="829800" cy="22110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6" name="Google Shape;2276;p44"/>
          <p:cNvCxnSpPr>
            <a:stCxn id="2273" idx="2"/>
            <a:endCxn id="2259" idx="0"/>
          </p:cNvCxnSpPr>
          <p:nvPr/>
        </p:nvCxnSpPr>
        <p:spPr>
          <a:xfrm rot="-5400000" flipH="1">
            <a:off x="5267400" y="1043175"/>
            <a:ext cx="829800" cy="22086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77" name="Google Shape;2277;p44"/>
          <p:cNvGrpSpPr/>
          <p:nvPr/>
        </p:nvGrpSpPr>
        <p:grpSpPr>
          <a:xfrm>
            <a:off x="7388734" y="893408"/>
            <a:ext cx="1298078" cy="1145747"/>
            <a:chOff x="3268225" y="2120225"/>
            <a:chExt cx="1107575" cy="977600"/>
          </a:xfrm>
        </p:grpSpPr>
        <p:sp>
          <p:nvSpPr>
            <p:cNvPr id="2278" name="Google Shape;2278;p44"/>
            <p:cNvSpPr/>
            <p:nvPr/>
          </p:nvSpPr>
          <p:spPr>
            <a:xfrm>
              <a:off x="3783725" y="2149375"/>
              <a:ext cx="30450" cy="180600"/>
            </a:xfrm>
            <a:custGeom>
              <a:avLst/>
              <a:gdLst/>
              <a:ahLst/>
              <a:cxnLst/>
              <a:rect l="l" t="t" r="r" b="b"/>
              <a:pathLst>
                <a:path w="1218" h="7224" extrusionOk="0">
                  <a:moveTo>
                    <a:pt x="616" y="0"/>
                  </a:moveTo>
                  <a:lnTo>
                    <a:pt x="487" y="13"/>
                  </a:lnTo>
                  <a:lnTo>
                    <a:pt x="372" y="39"/>
                  </a:lnTo>
                  <a:lnTo>
                    <a:pt x="270" y="103"/>
                  </a:lnTo>
                  <a:lnTo>
                    <a:pt x="180" y="180"/>
                  </a:lnTo>
                  <a:lnTo>
                    <a:pt x="103" y="269"/>
                  </a:lnTo>
                  <a:lnTo>
                    <a:pt x="52" y="372"/>
                  </a:lnTo>
                  <a:lnTo>
                    <a:pt x="14" y="487"/>
                  </a:lnTo>
                  <a:lnTo>
                    <a:pt x="1" y="602"/>
                  </a:lnTo>
                  <a:lnTo>
                    <a:pt x="1" y="6622"/>
                  </a:lnTo>
                  <a:lnTo>
                    <a:pt x="14" y="6737"/>
                  </a:lnTo>
                  <a:lnTo>
                    <a:pt x="52" y="6853"/>
                  </a:lnTo>
                  <a:lnTo>
                    <a:pt x="103" y="6955"/>
                  </a:lnTo>
                  <a:lnTo>
                    <a:pt x="180" y="7045"/>
                  </a:lnTo>
                  <a:lnTo>
                    <a:pt x="270" y="7122"/>
                  </a:lnTo>
                  <a:lnTo>
                    <a:pt x="372" y="7173"/>
                  </a:lnTo>
                  <a:lnTo>
                    <a:pt x="487" y="7211"/>
                  </a:lnTo>
                  <a:lnTo>
                    <a:pt x="616" y="7224"/>
                  </a:lnTo>
                  <a:lnTo>
                    <a:pt x="731" y="7211"/>
                  </a:lnTo>
                  <a:lnTo>
                    <a:pt x="846" y="7173"/>
                  </a:lnTo>
                  <a:lnTo>
                    <a:pt x="949" y="7122"/>
                  </a:lnTo>
                  <a:lnTo>
                    <a:pt x="1038" y="7045"/>
                  </a:lnTo>
                  <a:lnTo>
                    <a:pt x="1115" y="6955"/>
                  </a:lnTo>
                  <a:lnTo>
                    <a:pt x="1166" y="6853"/>
                  </a:lnTo>
                  <a:lnTo>
                    <a:pt x="1205" y="6737"/>
                  </a:lnTo>
                  <a:lnTo>
                    <a:pt x="1218" y="6622"/>
                  </a:lnTo>
                  <a:lnTo>
                    <a:pt x="1218" y="602"/>
                  </a:lnTo>
                  <a:lnTo>
                    <a:pt x="1205" y="487"/>
                  </a:lnTo>
                  <a:lnTo>
                    <a:pt x="1166" y="372"/>
                  </a:lnTo>
                  <a:lnTo>
                    <a:pt x="1115" y="269"/>
                  </a:lnTo>
                  <a:lnTo>
                    <a:pt x="1038" y="180"/>
                  </a:lnTo>
                  <a:lnTo>
                    <a:pt x="949" y="103"/>
                  </a:lnTo>
                  <a:lnTo>
                    <a:pt x="846" y="39"/>
                  </a:lnTo>
                  <a:lnTo>
                    <a:pt x="731" y="13"/>
                  </a:lnTo>
                  <a:lnTo>
                    <a:pt x="6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44"/>
            <p:cNvSpPr/>
            <p:nvPr/>
          </p:nvSpPr>
          <p:spPr>
            <a:xfrm>
              <a:off x="3953425" y="2135275"/>
              <a:ext cx="226425" cy="251075"/>
            </a:xfrm>
            <a:custGeom>
              <a:avLst/>
              <a:gdLst/>
              <a:ahLst/>
              <a:cxnLst/>
              <a:rect l="l" t="t" r="r" b="b"/>
              <a:pathLst>
                <a:path w="9057" h="10043" extrusionOk="0">
                  <a:moveTo>
                    <a:pt x="4791" y="1"/>
                  </a:moveTo>
                  <a:lnTo>
                    <a:pt x="4663" y="14"/>
                  </a:lnTo>
                  <a:lnTo>
                    <a:pt x="4548" y="52"/>
                  </a:lnTo>
                  <a:lnTo>
                    <a:pt x="4445" y="103"/>
                  </a:lnTo>
                  <a:lnTo>
                    <a:pt x="4356" y="180"/>
                  </a:lnTo>
                  <a:lnTo>
                    <a:pt x="4292" y="270"/>
                  </a:lnTo>
                  <a:lnTo>
                    <a:pt x="4228" y="372"/>
                  </a:lnTo>
                  <a:lnTo>
                    <a:pt x="4189" y="487"/>
                  </a:lnTo>
                  <a:lnTo>
                    <a:pt x="4176" y="616"/>
                  </a:lnTo>
                  <a:lnTo>
                    <a:pt x="4176" y="4394"/>
                  </a:lnTo>
                  <a:lnTo>
                    <a:pt x="155" y="9030"/>
                  </a:lnTo>
                  <a:lnTo>
                    <a:pt x="78" y="9133"/>
                  </a:lnTo>
                  <a:lnTo>
                    <a:pt x="27" y="9235"/>
                  </a:lnTo>
                  <a:lnTo>
                    <a:pt x="1" y="9351"/>
                  </a:lnTo>
                  <a:lnTo>
                    <a:pt x="1" y="9479"/>
                  </a:lnTo>
                  <a:lnTo>
                    <a:pt x="14" y="9581"/>
                  </a:lnTo>
                  <a:lnTo>
                    <a:pt x="65" y="9696"/>
                  </a:lnTo>
                  <a:lnTo>
                    <a:pt x="129" y="9799"/>
                  </a:lnTo>
                  <a:lnTo>
                    <a:pt x="206" y="9888"/>
                  </a:lnTo>
                  <a:lnTo>
                    <a:pt x="296" y="9953"/>
                  </a:lnTo>
                  <a:lnTo>
                    <a:pt x="398" y="10004"/>
                  </a:lnTo>
                  <a:lnTo>
                    <a:pt x="500" y="10029"/>
                  </a:lnTo>
                  <a:lnTo>
                    <a:pt x="603" y="10042"/>
                  </a:lnTo>
                  <a:lnTo>
                    <a:pt x="731" y="10029"/>
                  </a:lnTo>
                  <a:lnTo>
                    <a:pt x="859" y="9991"/>
                  </a:lnTo>
                  <a:lnTo>
                    <a:pt x="962" y="9914"/>
                  </a:lnTo>
                  <a:lnTo>
                    <a:pt x="1064" y="9824"/>
                  </a:lnTo>
                  <a:lnTo>
                    <a:pt x="5252" y="5021"/>
                  </a:lnTo>
                  <a:lnTo>
                    <a:pt x="5316" y="4932"/>
                  </a:lnTo>
                  <a:lnTo>
                    <a:pt x="5355" y="4829"/>
                  </a:lnTo>
                  <a:lnTo>
                    <a:pt x="5380" y="4727"/>
                  </a:lnTo>
                  <a:lnTo>
                    <a:pt x="5393" y="4624"/>
                  </a:lnTo>
                  <a:lnTo>
                    <a:pt x="5393" y="1218"/>
                  </a:lnTo>
                  <a:lnTo>
                    <a:pt x="8441" y="1218"/>
                  </a:lnTo>
                  <a:lnTo>
                    <a:pt x="8569" y="1205"/>
                  </a:lnTo>
                  <a:lnTo>
                    <a:pt x="8685" y="1166"/>
                  </a:lnTo>
                  <a:lnTo>
                    <a:pt x="8787" y="1115"/>
                  </a:lnTo>
                  <a:lnTo>
                    <a:pt x="8877" y="1038"/>
                  </a:lnTo>
                  <a:lnTo>
                    <a:pt x="8941" y="949"/>
                  </a:lnTo>
                  <a:lnTo>
                    <a:pt x="9005" y="846"/>
                  </a:lnTo>
                  <a:lnTo>
                    <a:pt x="9043" y="731"/>
                  </a:lnTo>
                  <a:lnTo>
                    <a:pt x="9056" y="616"/>
                  </a:lnTo>
                  <a:lnTo>
                    <a:pt x="9043" y="487"/>
                  </a:lnTo>
                  <a:lnTo>
                    <a:pt x="9005" y="372"/>
                  </a:lnTo>
                  <a:lnTo>
                    <a:pt x="8941" y="270"/>
                  </a:lnTo>
                  <a:lnTo>
                    <a:pt x="8877" y="180"/>
                  </a:lnTo>
                  <a:lnTo>
                    <a:pt x="8787" y="103"/>
                  </a:lnTo>
                  <a:lnTo>
                    <a:pt x="8685" y="52"/>
                  </a:lnTo>
                  <a:lnTo>
                    <a:pt x="8569" y="14"/>
                  </a:lnTo>
                  <a:lnTo>
                    <a:pt x="84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44"/>
            <p:cNvSpPr/>
            <p:nvPr/>
          </p:nvSpPr>
          <p:spPr>
            <a:xfrm>
              <a:off x="4051425" y="2316525"/>
              <a:ext cx="108875" cy="208450"/>
            </a:xfrm>
            <a:custGeom>
              <a:avLst/>
              <a:gdLst/>
              <a:ahLst/>
              <a:cxnLst/>
              <a:rect l="l" t="t" r="r" b="b"/>
              <a:pathLst>
                <a:path w="4355" h="8338" extrusionOk="0">
                  <a:moveTo>
                    <a:pt x="3625" y="0"/>
                  </a:moveTo>
                  <a:lnTo>
                    <a:pt x="3509" y="38"/>
                  </a:lnTo>
                  <a:lnTo>
                    <a:pt x="3407" y="103"/>
                  </a:lnTo>
                  <a:lnTo>
                    <a:pt x="3317" y="167"/>
                  </a:lnTo>
                  <a:lnTo>
                    <a:pt x="3241" y="256"/>
                  </a:lnTo>
                  <a:lnTo>
                    <a:pt x="3189" y="359"/>
                  </a:lnTo>
                  <a:lnTo>
                    <a:pt x="3151" y="474"/>
                  </a:lnTo>
                  <a:lnTo>
                    <a:pt x="3138" y="602"/>
                  </a:lnTo>
                  <a:lnTo>
                    <a:pt x="3138" y="4572"/>
                  </a:lnTo>
                  <a:lnTo>
                    <a:pt x="192" y="7288"/>
                  </a:lnTo>
                  <a:lnTo>
                    <a:pt x="115" y="7377"/>
                  </a:lnTo>
                  <a:lnTo>
                    <a:pt x="51" y="7480"/>
                  </a:lnTo>
                  <a:lnTo>
                    <a:pt x="13" y="7595"/>
                  </a:lnTo>
                  <a:lnTo>
                    <a:pt x="0" y="7710"/>
                  </a:lnTo>
                  <a:lnTo>
                    <a:pt x="0" y="7826"/>
                  </a:lnTo>
                  <a:lnTo>
                    <a:pt x="39" y="7941"/>
                  </a:lnTo>
                  <a:lnTo>
                    <a:pt x="90" y="8043"/>
                  </a:lnTo>
                  <a:lnTo>
                    <a:pt x="154" y="8146"/>
                  </a:lnTo>
                  <a:lnTo>
                    <a:pt x="256" y="8223"/>
                  </a:lnTo>
                  <a:lnTo>
                    <a:pt x="372" y="8287"/>
                  </a:lnTo>
                  <a:lnTo>
                    <a:pt x="487" y="8325"/>
                  </a:lnTo>
                  <a:lnTo>
                    <a:pt x="602" y="8338"/>
                  </a:lnTo>
                  <a:lnTo>
                    <a:pt x="717" y="8325"/>
                  </a:lnTo>
                  <a:lnTo>
                    <a:pt x="820" y="8300"/>
                  </a:lnTo>
                  <a:lnTo>
                    <a:pt x="922" y="8248"/>
                  </a:lnTo>
                  <a:lnTo>
                    <a:pt x="1012" y="8172"/>
                  </a:lnTo>
                  <a:lnTo>
                    <a:pt x="4150" y="5277"/>
                  </a:lnTo>
                  <a:lnTo>
                    <a:pt x="4240" y="5187"/>
                  </a:lnTo>
                  <a:lnTo>
                    <a:pt x="4304" y="5072"/>
                  </a:lnTo>
                  <a:lnTo>
                    <a:pt x="4342" y="4957"/>
                  </a:lnTo>
                  <a:lnTo>
                    <a:pt x="4355" y="4829"/>
                  </a:lnTo>
                  <a:lnTo>
                    <a:pt x="4355" y="602"/>
                  </a:lnTo>
                  <a:lnTo>
                    <a:pt x="4342" y="474"/>
                  </a:lnTo>
                  <a:lnTo>
                    <a:pt x="4304" y="359"/>
                  </a:lnTo>
                  <a:lnTo>
                    <a:pt x="4252" y="256"/>
                  </a:lnTo>
                  <a:lnTo>
                    <a:pt x="4175" y="167"/>
                  </a:lnTo>
                  <a:lnTo>
                    <a:pt x="4086" y="103"/>
                  </a:lnTo>
                  <a:lnTo>
                    <a:pt x="3983" y="38"/>
                  </a:lnTo>
                  <a:lnTo>
                    <a:pt x="38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44"/>
            <p:cNvSpPr/>
            <p:nvPr/>
          </p:nvSpPr>
          <p:spPr>
            <a:xfrm>
              <a:off x="4057825" y="2603100"/>
              <a:ext cx="302925" cy="116900"/>
            </a:xfrm>
            <a:custGeom>
              <a:avLst/>
              <a:gdLst/>
              <a:ahLst/>
              <a:cxnLst/>
              <a:rect l="l" t="t" r="r" b="b"/>
              <a:pathLst>
                <a:path w="12117" h="4676" extrusionOk="0">
                  <a:moveTo>
                    <a:pt x="615" y="0"/>
                  </a:moveTo>
                  <a:lnTo>
                    <a:pt x="487" y="13"/>
                  </a:lnTo>
                  <a:lnTo>
                    <a:pt x="372" y="51"/>
                  </a:lnTo>
                  <a:lnTo>
                    <a:pt x="269" y="103"/>
                  </a:lnTo>
                  <a:lnTo>
                    <a:pt x="180" y="179"/>
                  </a:lnTo>
                  <a:lnTo>
                    <a:pt x="116" y="269"/>
                  </a:lnTo>
                  <a:lnTo>
                    <a:pt x="52" y="372"/>
                  </a:lnTo>
                  <a:lnTo>
                    <a:pt x="13" y="487"/>
                  </a:lnTo>
                  <a:lnTo>
                    <a:pt x="0" y="615"/>
                  </a:lnTo>
                  <a:lnTo>
                    <a:pt x="13" y="730"/>
                  </a:lnTo>
                  <a:lnTo>
                    <a:pt x="52" y="845"/>
                  </a:lnTo>
                  <a:lnTo>
                    <a:pt x="116" y="948"/>
                  </a:lnTo>
                  <a:lnTo>
                    <a:pt x="180" y="1038"/>
                  </a:lnTo>
                  <a:lnTo>
                    <a:pt x="269" y="1114"/>
                  </a:lnTo>
                  <a:lnTo>
                    <a:pt x="372" y="1166"/>
                  </a:lnTo>
                  <a:lnTo>
                    <a:pt x="487" y="1204"/>
                  </a:lnTo>
                  <a:lnTo>
                    <a:pt x="615" y="1217"/>
                  </a:lnTo>
                  <a:lnTo>
                    <a:pt x="6225" y="1217"/>
                  </a:lnTo>
                  <a:lnTo>
                    <a:pt x="6225" y="4060"/>
                  </a:lnTo>
                  <a:lnTo>
                    <a:pt x="6238" y="4188"/>
                  </a:lnTo>
                  <a:lnTo>
                    <a:pt x="6263" y="4304"/>
                  </a:lnTo>
                  <a:lnTo>
                    <a:pt x="6327" y="4406"/>
                  </a:lnTo>
                  <a:lnTo>
                    <a:pt x="6404" y="4496"/>
                  </a:lnTo>
                  <a:lnTo>
                    <a:pt x="6494" y="4573"/>
                  </a:lnTo>
                  <a:lnTo>
                    <a:pt x="6596" y="4624"/>
                  </a:lnTo>
                  <a:lnTo>
                    <a:pt x="6712" y="4662"/>
                  </a:lnTo>
                  <a:lnTo>
                    <a:pt x="6827" y="4675"/>
                  </a:lnTo>
                  <a:lnTo>
                    <a:pt x="11502" y="4675"/>
                  </a:lnTo>
                  <a:lnTo>
                    <a:pt x="11630" y="4662"/>
                  </a:lnTo>
                  <a:lnTo>
                    <a:pt x="11745" y="4624"/>
                  </a:lnTo>
                  <a:lnTo>
                    <a:pt x="11848" y="4573"/>
                  </a:lnTo>
                  <a:lnTo>
                    <a:pt x="11937" y="4496"/>
                  </a:lnTo>
                  <a:lnTo>
                    <a:pt x="12014" y="4406"/>
                  </a:lnTo>
                  <a:lnTo>
                    <a:pt x="12065" y="4304"/>
                  </a:lnTo>
                  <a:lnTo>
                    <a:pt x="12104" y="4188"/>
                  </a:lnTo>
                  <a:lnTo>
                    <a:pt x="12117" y="4060"/>
                  </a:lnTo>
                  <a:lnTo>
                    <a:pt x="12104" y="3945"/>
                  </a:lnTo>
                  <a:lnTo>
                    <a:pt x="12065" y="3830"/>
                  </a:lnTo>
                  <a:lnTo>
                    <a:pt x="12014" y="3727"/>
                  </a:lnTo>
                  <a:lnTo>
                    <a:pt x="11937" y="3638"/>
                  </a:lnTo>
                  <a:lnTo>
                    <a:pt x="11848" y="3561"/>
                  </a:lnTo>
                  <a:lnTo>
                    <a:pt x="11745" y="3509"/>
                  </a:lnTo>
                  <a:lnTo>
                    <a:pt x="11630" y="3471"/>
                  </a:lnTo>
                  <a:lnTo>
                    <a:pt x="11502" y="3458"/>
                  </a:lnTo>
                  <a:lnTo>
                    <a:pt x="7442" y="3458"/>
                  </a:lnTo>
                  <a:lnTo>
                    <a:pt x="7442" y="615"/>
                  </a:lnTo>
                  <a:lnTo>
                    <a:pt x="7429" y="487"/>
                  </a:lnTo>
                  <a:lnTo>
                    <a:pt x="7390" y="372"/>
                  </a:lnTo>
                  <a:lnTo>
                    <a:pt x="7326" y="269"/>
                  </a:lnTo>
                  <a:lnTo>
                    <a:pt x="7262" y="179"/>
                  </a:lnTo>
                  <a:lnTo>
                    <a:pt x="7173" y="103"/>
                  </a:lnTo>
                  <a:lnTo>
                    <a:pt x="7070" y="51"/>
                  </a:lnTo>
                  <a:lnTo>
                    <a:pt x="6955" y="13"/>
                  </a:lnTo>
                  <a:lnTo>
                    <a:pt x="68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44"/>
            <p:cNvSpPr/>
            <p:nvPr/>
          </p:nvSpPr>
          <p:spPr>
            <a:xfrm>
              <a:off x="4025475" y="2700750"/>
              <a:ext cx="248825" cy="167175"/>
            </a:xfrm>
            <a:custGeom>
              <a:avLst/>
              <a:gdLst/>
              <a:ahLst/>
              <a:cxnLst/>
              <a:rect l="l" t="t" r="r" b="b"/>
              <a:pathLst>
                <a:path w="9953" h="6687" extrusionOk="0">
                  <a:moveTo>
                    <a:pt x="590" y="1"/>
                  </a:moveTo>
                  <a:lnTo>
                    <a:pt x="475" y="13"/>
                  </a:lnTo>
                  <a:lnTo>
                    <a:pt x="359" y="52"/>
                  </a:lnTo>
                  <a:lnTo>
                    <a:pt x="257" y="103"/>
                  </a:lnTo>
                  <a:lnTo>
                    <a:pt x="167" y="180"/>
                  </a:lnTo>
                  <a:lnTo>
                    <a:pt x="90" y="282"/>
                  </a:lnTo>
                  <a:lnTo>
                    <a:pt x="39" y="398"/>
                  </a:lnTo>
                  <a:lnTo>
                    <a:pt x="13" y="513"/>
                  </a:lnTo>
                  <a:lnTo>
                    <a:pt x="1" y="628"/>
                  </a:lnTo>
                  <a:lnTo>
                    <a:pt x="13" y="743"/>
                  </a:lnTo>
                  <a:lnTo>
                    <a:pt x="52" y="846"/>
                  </a:lnTo>
                  <a:lnTo>
                    <a:pt x="116" y="948"/>
                  </a:lnTo>
                  <a:lnTo>
                    <a:pt x="193" y="1038"/>
                  </a:lnTo>
                  <a:lnTo>
                    <a:pt x="282" y="1115"/>
                  </a:lnTo>
                  <a:lnTo>
                    <a:pt x="9030" y="6597"/>
                  </a:lnTo>
                  <a:lnTo>
                    <a:pt x="9107" y="6635"/>
                  </a:lnTo>
                  <a:lnTo>
                    <a:pt x="9184" y="6661"/>
                  </a:lnTo>
                  <a:lnTo>
                    <a:pt x="9261" y="6686"/>
                  </a:lnTo>
                  <a:lnTo>
                    <a:pt x="9427" y="6686"/>
                  </a:lnTo>
                  <a:lnTo>
                    <a:pt x="9491" y="6673"/>
                  </a:lnTo>
                  <a:lnTo>
                    <a:pt x="9568" y="6648"/>
                  </a:lnTo>
                  <a:lnTo>
                    <a:pt x="9632" y="6609"/>
                  </a:lnTo>
                  <a:lnTo>
                    <a:pt x="9696" y="6571"/>
                  </a:lnTo>
                  <a:lnTo>
                    <a:pt x="9760" y="6520"/>
                  </a:lnTo>
                  <a:lnTo>
                    <a:pt x="9812" y="6469"/>
                  </a:lnTo>
                  <a:lnTo>
                    <a:pt x="9863" y="6404"/>
                  </a:lnTo>
                  <a:lnTo>
                    <a:pt x="9914" y="6289"/>
                  </a:lnTo>
                  <a:lnTo>
                    <a:pt x="9952" y="6174"/>
                  </a:lnTo>
                  <a:lnTo>
                    <a:pt x="9952" y="6059"/>
                  </a:lnTo>
                  <a:lnTo>
                    <a:pt x="9940" y="5943"/>
                  </a:lnTo>
                  <a:lnTo>
                    <a:pt x="9901" y="5841"/>
                  </a:lnTo>
                  <a:lnTo>
                    <a:pt x="9850" y="5738"/>
                  </a:lnTo>
                  <a:lnTo>
                    <a:pt x="9773" y="5636"/>
                  </a:lnTo>
                  <a:lnTo>
                    <a:pt x="9671" y="5572"/>
                  </a:lnTo>
                  <a:lnTo>
                    <a:pt x="936" y="90"/>
                  </a:lnTo>
                  <a:lnTo>
                    <a:pt x="820" y="39"/>
                  </a:lnTo>
                  <a:lnTo>
                    <a:pt x="7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44"/>
            <p:cNvSpPr/>
            <p:nvPr/>
          </p:nvSpPr>
          <p:spPr>
            <a:xfrm>
              <a:off x="3967200" y="2775025"/>
              <a:ext cx="114650" cy="266750"/>
            </a:xfrm>
            <a:custGeom>
              <a:avLst/>
              <a:gdLst/>
              <a:ahLst/>
              <a:cxnLst/>
              <a:rect l="l" t="t" r="r" b="b"/>
              <a:pathLst>
                <a:path w="4586" h="10670" extrusionOk="0">
                  <a:moveTo>
                    <a:pt x="513" y="1"/>
                  </a:moveTo>
                  <a:lnTo>
                    <a:pt x="398" y="27"/>
                  </a:lnTo>
                  <a:lnTo>
                    <a:pt x="295" y="78"/>
                  </a:lnTo>
                  <a:lnTo>
                    <a:pt x="206" y="155"/>
                  </a:lnTo>
                  <a:lnTo>
                    <a:pt x="116" y="244"/>
                  </a:lnTo>
                  <a:lnTo>
                    <a:pt x="52" y="347"/>
                  </a:lnTo>
                  <a:lnTo>
                    <a:pt x="13" y="462"/>
                  </a:lnTo>
                  <a:lnTo>
                    <a:pt x="1" y="577"/>
                  </a:lnTo>
                  <a:lnTo>
                    <a:pt x="1" y="693"/>
                  </a:lnTo>
                  <a:lnTo>
                    <a:pt x="26" y="808"/>
                  </a:lnTo>
                  <a:lnTo>
                    <a:pt x="78" y="910"/>
                  </a:lnTo>
                  <a:lnTo>
                    <a:pt x="154" y="1013"/>
                  </a:lnTo>
                  <a:lnTo>
                    <a:pt x="244" y="1090"/>
                  </a:lnTo>
                  <a:lnTo>
                    <a:pt x="3369" y="3421"/>
                  </a:lnTo>
                  <a:lnTo>
                    <a:pt x="3369" y="10055"/>
                  </a:lnTo>
                  <a:lnTo>
                    <a:pt x="3382" y="10183"/>
                  </a:lnTo>
                  <a:lnTo>
                    <a:pt x="3420" y="10299"/>
                  </a:lnTo>
                  <a:lnTo>
                    <a:pt x="3472" y="10401"/>
                  </a:lnTo>
                  <a:lnTo>
                    <a:pt x="3548" y="10491"/>
                  </a:lnTo>
                  <a:lnTo>
                    <a:pt x="3638" y="10567"/>
                  </a:lnTo>
                  <a:lnTo>
                    <a:pt x="3741" y="10619"/>
                  </a:lnTo>
                  <a:lnTo>
                    <a:pt x="3856" y="10657"/>
                  </a:lnTo>
                  <a:lnTo>
                    <a:pt x="3971" y="10670"/>
                  </a:lnTo>
                  <a:lnTo>
                    <a:pt x="4099" y="10657"/>
                  </a:lnTo>
                  <a:lnTo>
                    <a:pt x="4214" y="10619"/>
                  </a:lnTo>
                  <a:lnTo>
                    <a:pt x="4317" y="10567"/>
                  </a:lnTo>
                  <a:lnTo>
                    <a:pt x="4407" y="10491"/>
                  </a:lnTo>
                  <a:lnTo>
                    <a:pt x="4483" y="10401"/>
                  </a:lnTo>
                  <a:lnTo>
                    <a:pt x="4535" y="10299"/>
                  </a:lnTo>
                  <a:lnTo>
                    <a:pt x="4573" y="10183"/>
                  </a:lnTo>
                  <a:lnTo>
                    <a:pt x="4586" y="10055"/>
                  </a:lnTo>
                  <a:lnTo>
                    <a:pt x="4586" y="3113"/>
                  </a:lnTo>
                  <a:lnTo>
                    <a:pt x="4573" y="3036"/>
                  </a:lnTo>
                  <a:lnTo>
                    <a:pt x="4560" y="2972"/>
                  </a:lnTo>
                  <a:lnTo>
                    <a:pt x="4547" y="2896"/>
                  </a:lnTo>
                  <a:lnTo>
                    <a:pt x="4522" y="2832"/>
                  </a:lnTo>
                  <a:lnTo>
                    <a:pt x="4483" y="2780"/>
                  </a:lnTo>
                  <a:lnTo>
                    <a:pt x="4445" y="2716"/>
                  </a:lnTo>
                  <a:lnTo>
                    <a:pt x="4394" y="2665"/>
                  </a:lnTo>
                  <a:lnTo>
                    <a:pt x="4330" y="2627"/>
                  </a:lnTo>
                  <a:lnTo>
                    <a:pt x="961" y="116"/>
                  </a:lnTo>
                  <a:lnTo>
                    <a:pt x="859" y="52"/>
                  </a:lnTo>
                  <a:lnTo>
                    <a:pt x="744" y="14"/>
                  </a:lnTo>
                  <a:lnTo>
                    <a:pt x="62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44"/>
            <p:cNvSpPr/>
            <p:nvPr/>
          </p:nvSpPr>
          <p:spPr>
            <a:xfrm>
              <a:off x="3400125" y="2793925"/>
              <a:ext cx="254275" cy="218400"/>
            </a:xfrm>
            <a:custGeom>
              <a:avLst/>
              <a:gdLst/>
              <a:ahLst/>
              <a:cxnLst/>
              <a:rect l="l" t="t" r="r" b="b"/>
              <a:pathLst>
                <a:path w="10171" h="8736" extrusionOk="0">
                  <a:moveTo>
                    <a:pt x="9556" y="1"/>
                  </a:moveTo>
                  <a:lnTo>
                    <a:pt x="9440" y="13"/>
                  </a:lnTo>
                  <a:lnTo>
                    <a:pt x="9325" y="52"/>
                  </a:lnTo>
                  <a:lnTo>
                    <a:pt x="9223" y="103"/>
                  </a:lnTo>
                  <a:lnTo>
                    <a:pt x="9133" y="180"/>
                  </a:lnTo>
                  <a:lnTo>
                    <a:pt x="5483" y="3971"/>
                  </a:lnTo>
                  <a:lnTo>
                    <a:pt x="616" y="3971"/>
                  </a:lnTo>
                  <a:lnTo>
                    <a:pt x="488" y="3984"/>
                  </a:lnTo>
                  <a:lnTo>
                    <a:pt x="372" y="4022"/>
                  </a:lnTo>
                  <a:lnTo>
                    <a:pt x="270" y="4074"/>
                  </a:lnTo>
                  <a:lnTo>
                    <a:pt x="180" y="4150"/>
                  </a:lnTo>
                  <a:lnTo>
                    <a:pt x="103" y="4240"/>
                  </a:lnTo>
                  <a:lnTo>
                    <a:pt x="52" y="4343"/>
                  </a:lnTo>
                  <a:lnTo>
                    <a:pt x="14" y="4458"/>
                  </a:lnTo>
                  <a:lnTo>
                    <a:pt x="1" y="4573"/>
                  </a:lnTo>
                  <a:lnTo>
                    <a:pt x="1" y="8134"/>
                  </a:lnTo>
                  <a:lnTo>
                    <a:pt x="14" y="8249"/>
                  </a:lnTo>
                  <a:lnTo>
                    <a:pt x="52" y="8364"/>
                  </a:lnTo>
                  <a:lnTo>
                    <a:pt x="103" y="8467"/>
                  </a:lnTo>
                  <a:lnTo>
                    <a:pt x="180" y="8556"/>
                  </a:lnTo>
                  <a:lnTo>
                    <a:pt x="270" y="8633"/>
                  </a:lnTo>
                  <a:lnTo>
                    <a:pt x="372" y="8684"/>
                  </a:lnTo>
                  <a:lnTo>
                    <a:pt x="488" y="8723"/>
                  </a:lnTo>
                  <a:lnTo>
                    <a:pt x="616" y="8736"/>
                  </a:lnTo>
                  <a:lnTo>
                    <a:pt x="731" y="8723"/>
                  </a:lnTo>
                  <a:lnTo>
                    <a:pt x="846" y="8684"/>
                  </a:lnTo>
                  <a:lnTo>
                    <a:pt x="949" y="8633"/>
                  </a:lnTo>
                  <a:lnTo>
                    <a:pt x="1038" y="8556"/>
                  </a:lnTo>
                  <a:lnTo>
                    <a:pt x="1115" y="8467"/>
                  </a:lnTo>
                  <a:lnTo>
                    <a:pt x="1166" y="8364"/>
                  </a:lnTo>
                  <a:lnTo>
                    <a:pt x="1205" y="8249"/>
                  </a:lnTo>
                  <a:lnTo>
                    <a:pt x="1218" y="8134"/>
                  </a:lnTo>
                  <a:lnTo>
                    <a:pt x="1218" y="5188"/>
                  </a:lnTo>
                  <a:lnTo>
                    <a:pt x="5739" y="5188"/>
                  </a:lnTo>
                  <a:lnTo>
                    <a:pt x="5854" y="5175"/>
                  </a:lnTo>
                  <a:lnTo>
                    <a:pt x="5969" y="5137"/>
                  </a:lnTo>
                  <a:lnTo>
                    <a:pt x="6085" y="5073"/>
                  </a:lnTo>
                  <a:lnTo>
                    <a:pt x="6174" y="4996"/>
                  </a:lnTo>
                  <a:lnTo>
                    <a:pt x="10004" y="1025"/>
                  </a:lnTo>
                  <a:lnTo>
                    <a:pt x="10081" y="923"/>
                  </a:lnTo>
                  <a:lnTo>
                    <a:pt x="10132" y="820"/>
                  </a:lnTo>
                  <a:lnTo>
                    <a:pt x="10158" y="705"/>
                  </a:lnTo>
                  <a:lnTo>
                    <a:pt x="10170" y="590"/>
                  </a:lnTo>
                  <a:lnTo>
                    <a:pt x="10158" y="475"/>
                  </a:lnTo>
                  <a:lnTo>
                    <a:pt x="10119" y="359"/>
                  </a:lnTo>
                  <a:lnTo>
                    <a:pt x="10068" y="257"/>
                  </a:lnTo>
                  <a:lnTo>
                    <a:pt x="9991" y="167"/>
                  </a:lnTo>
                  <a:lnTo>
                    <a:pt x="9889" y="90"/>
                  </a:lnTo>
                  <a:lnTo>
                    <a:pt x="9786" y="39"/>
                  </a:lnTo>
                  <a:lnTo>
                    <a:pt x="967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44"/>
            <p:cNvSpPr/>
            <p:nvPr/>
          </p:nvSpPr>
          <p:spPr>
            <a:xfrm>
              <a:off x="3283275" y="2700750"/>
              <a:ext cx="289150" cy="104725"/>
            </a:xfrm>
            <a:custGeom>
              <a:avLst/>
              <a:gdLst/>
              <a:ahLst/>
              <a:cxnLst/>
              <a:rect l="l" t="t" r="r" b="b"/>
              <a:pathLst>
                <a:path w="11566" h="4189" extrusionOk="0">
                  <a:moveTo>
                    <a:pt x="10887" y="1"/>
                  </a:moveTo>
                  <a:lnTo>
                    <a:pt x="10771" y="26"/>
                  </a:lnTo>
                  <a:lnTo>
                    <a:pt x="10669" y="77"/>
                  </a:lnTo>
                  <a:lnTo>
                    <a:pt x="10567" y="141"/>
                  </a:lnTo>
                  <a:lnTo>
                    <a:pt x="7288" y="2972"/>
                  </a:lnTo>
                  <a:lnTo>
                    <a:pt x="602" y="2972"/>
                  </a:lnTo>
                  <a:lnTo>
                    <a:pt x="487" y="2985"/>
                  </a:lnTo>
                  <a:lnTo>
                    <a:pt x="372" y="3023"/>
                  </a:lnTo>
                  <a:lnTo>
                    <a:pt x="269" y="3074"/>
                  </a:lnTo>
                  <a:lnTo>
                    <a:pt x="179" y="3151"/>
                  </a:lnTo>
                  <a:lnTo>
                    <a:pt x="103" y="3241"/>
                  </a:lnTo>
                  <a:lnTo>
                    <a:pt x="51" y="3343"/>
                  </a:lnTo>
                  <a:lnTo>
                    <a:pt x="13" y="3459"/>
                  </a:lnTo>
                  <a:lnTo>
                    <a:pt x="0" y="3574"/>
                  </a:lnTo>
                  <a:lnTo>
                    <a:pt x="13" y="3702"/>
                  </a:lnTo>
                  <a:lnTo>
                    <a:pt x="51" y="3817"/>
                  </a:lnTo>
                  <a:lnTo>
                    <a:pt x="103" y="3920"/>
                  </a:lnTo>
                  <a:lnTo>
                    <a:pt x="179" y="4009"/>
                  </a:lnTo>
                  <a:lnTo>
                    <a:pt x="269" y="4073"/>
                  </a:lnTo>
                  <a:lnTo>
                    <a:pt x="372" y="4137"/>
                  </a:lnTo>
                  <a:lnTo>
                    <a:pt x="487" y="4176"/>
                  </a:lnTo>
                  <a:lnTo>
                    <a:pt x="602" y="4189"/>
                  </a:lnTo>
                  <a:lnTo>
                    <a:pt x="7518" y="4189"/>
                  </a:lnTo>
                  <a:lnTo>
                    <a:pt x="7621" y="4176"/>
                  </a:lnTo>
                  <a:lnTo>
                    <a:pt x="7723" y="4150"/>
                  </a:lnTo>
                  <a:lnTo>
                    <a:pt x="7826" y="4099"/>
                  </a:lnTo>
                  <a:lnTo>
                    <a:pt x="7915" y="4035"/>
                  </a:lnTo>
                  <a:lnTo>
                    <a:pt x="11361" y="1064"/>
                  </a:lnTo>
                  <a:lnTo>
                    <a:pt x="11450" y="974"/>
                  </a:lnTo>
                  <a:lnTo>
                    <a:pt x="11502" y="871"/>
                  </a:lnTo>
                  <a:lnTo>
                    <a:pt x="11553" y="769"/>
                  </a:lnTo>
                  <a:lnTo>
                    <a:pt x="11566" y="654"/>
                  </a:lnTo>
                  <a:lnTo>
                    <a:pt x="11566" y="526"/>
                  </a:lnTo>
                  <a:lnTo>
                    <a:pt x="11540" y="423"/>
                  </a:lnTo>
                  <a:lnTo>
                    <a:pt x="11489" y="308"/>
                  </a:lnTo>
                  <a:lnTo>
                    <a:pt x="11425" y="205"/>
                  </a:lnTo>
                  <a:lnTo>
                    <a:pt x="11335" y="129"/>
                  </a:lnTo>
                  <a:lnTo>
                    <a:pt x="11233" y="65"/>
                  </a:lnTo>
                  <a:lnTo>
                    <a:pt x="11117" y="13"/>
                  </a:lnTo>
                  <a:lnTo>
                    <a:pt x="1101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44"/>
            <p:cNvSpPr/>
            <p:nvPr/>
          </p:nvSpPr>
          <p:spPr>
            <a:xfrm>
              <a:off x="3350175" y="2633825"/>
              <a:ext cx="192475" cy="30450"/>
            </a:xfrm>
            <a:custGeom>
              <a:avLst/>
              <a:gdLst/>
              <a:ahLst/>
              <a:cxnLst/>
              <a:rect l="l" t="t" r="r" b="b"/>
              <a:pathLst>
                <a:path w="7699" h="1218" extrusionOk="0">
                  <a:moveTo>
                    <a:pt x="603" y="1"/>
                  </a:moveTo>
                  <a:lnTo>
                    <a:pt x="488" y="13"/>
                  </a:lnTo>
                  <a:lnTo>
                    <a:pt x="372" y="52"/>
                  </a:lnTo>
                  <a:lnTo>
                    <a:pt x="270" y="103"/>
                  </a:lnTo>
                  <a:lnTo>
                    <a:pt x="180" y="180"/>
                  </a:lnTo>
                  <a:lnTo>
                    <a:pt x="103" y="270"/>
                  </a:lnTo>
                  <a:lnTo>
                    <a:pt x="52" y="372"/>
                  </a:lnTo>
                  <a:lnTo>
                    <a:pt x="14" y="487"/>
                  </a:lnTo>
                  <a:lnTo>
                    <a:pt x="1" y="603"/>
                  </a:lnTo>
                  <a:lnTo>
                    <a:pt x="14" y="731"/>
                  </a:lnTo>
                  <a:lnTo>
                    <a:pt x="52" y="846"/>
                  </a:lnTo>
                  <a:lnTo>
                    <a:pt x="103" y="948"/>
                  </a:lnTo>
                  <a:lnTo>
                    <a:pt x="180" y="1038"/>
                  </a:lnTo>
                  <a:lnTo>
                    <a:pt x="270" y="1115"/>
                  </a:lnTo>
                  <a:lnTo>
                    <a:pt x="372" y="1166"/>
                  </a:lnTo>
                  <a:lnTo>
                    <a:pt x="488" y="1205"/>
                  </a:lnTo>
                  <a:lnTo>
                    <a:pt x="603" y="1217"/>
                  </a:lnTo>
                  <a:lnTo>
                    <a:pt x="7084" y="1217"/>
                  </a:lnTo>
                  <a:lnTo>
                    <a:pt x="7212" y="1205"/>
                  </a:lnTo>
                  <a:lnTo>
                    <a:pt x="7327" y="1166"/>
                  </a:lnTo>
                  <a:lnTo>
                    <a:pt x="7429" y="1115"/>
                  </a:lnTo>
                  <a:lnTo>
                    <a:pt x="7519" y="1038"/>
                  </a:lnTo>
                  <a:lnTo>
                    <a:pt x="7596" y="948"/>
                  </a:lnTo>
                  <a:lnTo>
                    <a:pt x="7647" y="846"/>
                  </a:lnTo>
                  <a:lnTo>
                    <a:pt x="7686" y="731"/>
                  </a:lnTo>
                  <a:lnTo>
                    <a:pt x="7698" y="603"/>
                  </a:lnTo>
                  <a:lnTo>
                    <a:pt x="7686" y="487"/>
                  </a:lnTo>
                  <a:lnTo>
                    <a:pt x="7647" y="372"/>
                  </a:lnTo>
                  <a:lnTo>
                    <a:pt x="7596" y="270"/>
                  </a:lnTo>
                  <a:lnTo>
                    <a:pt x="7519" y="180"/>
                  </a:lnTo>
                  <a:lnTo>
                    <a:pt x="7429" y="103"/>
                  </a:lnTo>
                  <a:lnTo>
                    <a:pt x="7327" y="52"/>
                  </a:lnTo>
                  <a:lnTo>
                    <a:pt x="7212" y="13"/>
                  </a:lnTo>
                  <a:lnTo>
                    <a:pt x="70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44"/>
            <p:cNvSpPr/>
            <p:nvPr/>
          </p:nvSpPr>
          <p:spPr>
            <a:xfrm>
              <a:off x="3283275" y="2447150"/>
              <a:ext cx="256800" cy="130675"/>
            </a:xfrm>
            <a:custGeom>
              <a:avLst/>
              <a:gdLst/>
              <a:ahLst/>
              <a:cxnLst/>
              <a:rect l="l" t="t" r="r" b="b"/>
              <a:pathLst>
                <a:path w="10272" h="5227" extrusionOk="0">
                  <a:moveTo>
                    <a:pt x="615" y="1"/>
                  </a:moveTo>
                  <a:lnTo>
                    <a:pt x="500" y="13"/>
                  </a:lnTo>
                  <a:lnTo>
                    <a:pt x="384" y="39"/>
                  </a:lnTo>
                  <a:lnTo>
                    <a:pt x="282" y="103"/>
                  </a:lnTo>
                  <a:lnTo>
                    <a:pt x="192" y="167"/>
                  </a:lnTo>
                  <a:lnTo>
                    <a:pt x="115" y="257"/>
                  </a:lnTo>
                  <a:lnTo>
                    <a:pt x="51" y="359"/>
                  </a:lnTo>
                  <a:lnTo>
                    <a:pt x="13" y="487"/>
                  </a:lnTo>
                  <a:lnTo>
                    <a:pt x="0" y="603"/>
                  </a:lnTo>
                  <a:lnTo>
                    <a:pt x="13" y="718"/>
                  </a:lnTo>
                  <a:lnTo>
                    <a:pt x="39" y="833"/>
                  </a:lnTo>
                  <a:lnTo>
                    <a:pt x="90" y="936"/>
                  </a:lnTo>
                  <a:lnTo>
                    <a:pt x="167" y="1025"/>
                  </a:lnTo>
                  <a:lnTo>
                    <a:pt x="256" y="1102"/>
                  </a:lnTo>
                  <a:lnTo>
                    <a:pt x="359" y="1166"/>
                  </a:lnTo>
                  <a:lnTo>
                    <a:pt x="9414" y="5175"/>
                  </a:lnTo>
                  <a:lnTo>
                    <a:pt x="9542" y="5213"/>
                  </a:lnTo>
                  <a:lnTo>
                    <a:pt x="9670" y="5226"/>
                  </a:lnTo>
                  <a:lnTo>
                    <a:pt x="9747" y="5226"/>
                  </a:lnTo>
                  <a:lnTo>
                    <a:pt x="9837" y="5201"/>
                  </a:lnTo>
                  <a:lnTo>
                    <a:pt x="9913" y="5175"/>
                  </a:lnTo>
                  <a:lnTo>
                    <a:pt x="9990" y="5137"/>
                  </a:lnTo>
                  <a:lnTo>
                    <a:pt x="10067" y="5085"/>
                  </a:lnTo>
                  <a:lnTo>
                    <a:pt x="10118" y="5021"/>
                  </a:lnTo>
                  <a:lnTo>
                    <a:pt x="10182" y="4945"/>
                  </a:lnTo>
                  <a:lnTo>
                    <a:pt x="10221" y="4868"/>
                  </a:lnTo>
                  <a:lnTo>
                    <a:pt x="10259" y="4752"/>
                  </a:lnTo>
                  <a:lnTo>
                    <a:pt x="10272" y="4637"/>
                  </a:lnTo>
                  <a:lnTo>
                    <a:pt x="10259" y="4509"/>
                  </a:lnTo>
                  <a:lnTo>
                    <a:pt x="10234" y="4407"/>
                  </a:lnTo>
                  <a:lnTo>
                    <a:pt x="10182" y="4304"/>
                  </a:lnTo>
                  <a:lnTo>
                    <a:pt x="10105" y="4202"/>
                  </a:lnTo>
                  <a:lnTo>
                    <a:pt x="10016" y="4125"/>
                  </a:lnTo>
                  <a:lnTo>
                    <a:pt x="9913" y="4061"/>
                  </a:lnTo>
                  <a:lnTo>
                    <a:pt x="858" y="52"/>
                  </a:lnTo>
                  <a:lnTo>
                    <a:pt x="743" y="13"/>
                  </a:lnTo>
                  <a:lnTo>
                    <a:pt x="61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44"/>
            <p:cNvSpPr/>
            <p:nvPr/>
          </p:nvSpPr>
          <p:spPr>
            <a:xfrm>
              <a:off x="3366825" y="2191000"/>
              <a:ext cx="205600" cy="281150"/>
            </a:xfrm>
            <a:custGeom>
              <a:avLst/>
              <a:gdLst/>
              <a:ahLst/>
              <a:cxnLst/>
              <a:rect l="l" t="t" r="r" b="b"/>
              <a:pathLst>
                <a:path w="8224" h="11246" extrusionOk="0">
                  <a:moveTo>
                    <a:pt x="603" y="0"/>
                  </a:moveTo>
                  <a:lnTo>
                    <a:pt x="488" y="13"/>
                  </a:lnTo>
                  <a:lnTo>
                    <a:pt x="372" y="52"/>
                  </a:lnTo>
                  <a:lnTo>
                    <a:pt x="270" y="103"/>
                  </a:lnTo>
                  <a:lnTo>
                    <a:pt x="180" y="180"/>
                  </a:lnTo>
                  <a:lnTo>
                    <a:pt x="103" y="269"/>
                  </a:lnTo>
                  <a:lnTo>
                    <a:pt x="52" y="372"/>
                  </a:lnTo>
                  <a:lnTo>
                    <a:pt x="14" y="487"/>
                  </a:lnTo>
                  <a:lnTo>
                    <a:pt x="1" y="615"/>
                  </a:lnTo>
                  <a:lnTo>
                    <a:pt x="1" y="7198"/>
                  </a:lnTo>
                  <a:lnTo>
                    <a:pt x="1" y="7288"/>
                  </a:lnTo>
                  <a:lnTo>
                    <a:pt x="27" y="7365"/>
                  </a:lnTo>
                  <a:lnTo>
                    <a:pt x="52" y="7455"/>
                  </a:lnTo>
                  <a:lnTo>
                    <a:pt x="91" y="7519"/>
                  </a:lnTo>
                  <a:lnTo>
                    <a:pt x="142" y="7595"/>
                  </a:lnTo>
                  <a:lnTo>
                    <a:pt x="206" y="7647"/>
                  </a:lnTo>
                  <a:lnTo>
                    <a:pt x="270" y="7698"/>
                  </a:lnTo>
                  <a:lnTo>
                    <a:pt x="347" y="7749"/>
                  </a:lnTo>
                  <a:lnTo>
                    <a:pt x="7353" y="11182"/>
                  </a:lnTo>
                  <a:lnTo>
                    <a:pt x="7417" y="11207"/>
                  </a:lnTo>
                  <a:lnTo>
                    <a:pt x="7481" y="11220"/>
                  </a:lnTo>
                  <a:lnTo>
                    <a:pt x="7558" y="11233"/>
                  </a:lnTo>
                  <a:lnTo>
                    <a:pt x="7622" y="11246"/>
                  </a:lnTo>
                  <a:lnTo>
                    <a:pt x="7698" y="11233"/>
                  </a:lnTo>
                  <a:lnTo>
                    <a:pt x="7788" y="11220"/>
                  </a:lnTo>
                  <a:lnTo>
                    <a:pt x="7865" y="11194"/>
                  </a:lnTo>
                  <a:lnTo>
                    <a:pt x="7942" y="11156"/>
                  </a:lnTo>
                  <a:lnTo>
                    <a:pt x="8006" y="11105"/>
                  </a:lnTo>
                  <a:lnTo>
                    <a:pt x="8070" y="11041"/>
                  </a:lnTo>
                  <a:lnTo>
                    <a:pt x="8121" y="10977"/>
                  </a:lnTo>
                  <a:lnTo>
                    <a:pt x="8172" y="10900"/>
                  </a:lnTo>
                  <a:lnTo>
                    <a:pt x="8211" y="10785"/>
                  </a:lnTo>
                  <a:lnTo>
                    <a:pt x="8224" y="10669"/>
                  </a:lnTo>
                  <a:lnTo>
                    <a:pt x="8224" y="10554"/>
                  </a:lnTo>
                  <a:lnTo>
                    <a:pt x="8198" y="10439"/>
                  </a:lnTo>
                  <a:lnTo>
                    <a:pt x="8147" y="10336"/>
                  </a:lnTo>
                  <a:lnTo>
                    <a:pt x="8083" y="10234"/>
                  </a:lnTo>
                  <a:lnTo>
                    <a:pt x="7993" y="10157"/>
                  </a:lnTo>
                  <a:lnTo>
                    <a:pt x="7891" y="10093"/>
                  </a:lnTo>
                  <a:lnTo>
                    <a:pt x="1218" y="6827"/>
                  </a:lnTo>
                  <a:lnTo>
                    <a:pt x="1218" y="615"/>
                  </a:lnTo>
                  <a:lnTo>
                    <a:pt x="1205" y="487"/>
                  </a:lnTo>
                  <a:lnTo>
                    <a:pt x="1166" y="372"/>
                  </a:lnTo>
                  <a:lnTo>
                    <a:pt x="1115" y="269"/>
                  </a:lnTo>
                  <a:lnTo>
                    <a:pt x="1038" y="180"/>
                  </a:lnTo>
                  <a:lnTo>
                    <a:pt x="949" y="103"/>
                  </a:lnTo>
                  <a:lnTo>
                    <a:pt x="846" y="52"/>
                  </a:lnTo>
                  <a:lnTo>
                    <a:pt x="731" y="13"/>
                  </a:lnTo>
                  <a:lnTo>
                    <a:pt x="6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44"/>
            <p:cNvSpPr/>
            <p:nvPr/>
          </p:nvSpPr>
          <p:spPr>
            <a:xfrm>
              <a:off x="3483700" y="2207650"/>
              <a:ext cx="209125" cy="147950"/>
            </a:xfrm>
            <a:custGeom>
              <a:avLst/>
              <a:gdLst/>
              <a:ahLst/>
              <a:cxnLst/>
              <a:rect l="l" t="t" r="r" b="b"/>
              <a:pathLst>
                <a:path w="8365" h="5918" extrusionOk="0">
                  <a:moveTo>
                    <a:pt x="616" y="0"/>
                  </a:moveTo>
                  <a:lnTo>
                    <a:pt x="488" y="13"/>
                  </a:lnTo>
                  <a:lnTo>
                    <a:pt x="372" y="52"/>
                  </a:lnTo>
                  <a:lnTo>
                    <a:pt x="270" y="103"/>
                  </a:lnTo>
                  <a:lnTo>
                    <a:pt x="180" y="180"/>
                  </a:lnTo>
                  <a:lnTo>
                    <a:pt x="103" y="269"/>
                  </a:lnTo>
                  <a:lnTo>
                    <a:pt x="52" y="372"/>
                  </a:lnTo>
                  <a:lnTo>
                    <a:pt x="14" y="487"/>
                  </a:lnTo>
                  <a:lnTo>
                    <a:pt x="1" y="615"/>
                  </a:lnTo>
                  <a:lnTo>
                    <a:pt x="14" y="730"/>
                  </a:lnTo>
                  <a:lnTo>
                    <a:pt x="52" y="846"/>
                  </a:lnTo>
                  <a:lnTo>
                    <a:pt x="103" y="948"/>
                  </a:lnTo>
                  <a:lnTo>
                    <a:pt x="180" y="1038"/>
                  </a:lnTo>
                  <a:lnTo>
                    <a:pt x="270" y="1115"/>
                  </a:lnTo>
                  <a:lnTo>
                    <a:pt x="372" y="1166"/>
                  </a:lnTo>
                  <a:lnTo>
                    <a:pt x="488" y="1204"/>
                  </a:lnTo>
                  <a:lnTo>
                    <a:pt x="616" y="1217"/>
                  </a:lnTo>
                  <a:lnTo>
                    <a:pt x="3677" y="1217"/>
                  </a:lnTo>
                  <a:lnTo>
                    <a:pt x="3677" y="3625"/>
                  </a:lnTo>
                  <a:lnTo>
                    <a:pt x="3677" y="3702"/>
                  </a:lnTo>
                  <a:lnTo>
                    <a:pt x="3702" y="3792"/>
                  </a:lnTo>
                  <a:lnTo>
                    <a:pt x="3728" y="3868"/>
                  </a:lnTo>
                  <a:lnTo>
                    <a:pt x="3766" y="3945"/>
                  </a:lnTo>
                  <a:lnTo>
                    <a:pt x="3818" y="4009"/>
                  </a:lnTo>
                  <a:lnTo>
                    <a:pt x="3882" y="4073"/>
                  </a:lnTo>
                  <a:lnTo>
                    <a:pt x="3946" y="4125"/>
                  </a:lnTo>
                  <a:lnTo>
                    <a:pt x="4022" y="4163"/>
                  </a:lnTo>
                  <a:lnTo>
                    <a:pt x="7493" y="5854"/>
                  </a:lnTo>
                  <a:lnTo>
                    <a:pt x="7557" y="5892"/>
                  </a:lnTo>
                  <a:lnTo>
                    <a:pt x="7634" y="5905"/>
                  </a:lnTo>
                  <a:lnTo>
                    <a:pt x="7762" y="5918"/>
                  </a:lnTo>
                  <a:lnTo>
                    <a:pt x="7852" y="5918"/>
                  </a:lnTo>
                  <a:lnTo>
                    <a:pt x="7929" y="5892"/>
                  </a:lnTo>
                  <a:lnTo>
                    <a:pt x="8006" y="5866"/>
                  </a:lnTo>
                  <a:lnTo>
                    <a:pt x="8083" y="5828"/>
                  </a:lnTo>
                  <a:lnTo>
                    <a:pt x="8147" y="5777"/>
                  </a:lnTo>
                  <a:lnTo>
                    <a:pt x="8211" y="5726"/>
                  </a:lnTo>
                  <a:lnTo>
                    <a:pt x="8262" y="5661"/>
                  </a:lnTo>
                  <a:lnTo>
                    <a:pt x="8313" y="5585"/>
                  </a:lnTo>
                  <a:lnTo>
                    <a:pt x="8352" y="5469"/>
                  </a:lnTo>
                  <a:lnTo>
                    <a:pt x="8364" y="5341"/>
                  </a:lnTo>
                  <a:lnTo>
                    <a:pt x="8364" y="5226"/>
                  </a:lnTo>
                  <a:lnTo>
                    <a:pt x="8339" y="5111"/>
                  </a:lnTo>
                  <a:lnTo>
                    <a:pt x="8287" y="5008"/>
                  </a:lnTo>
                  <a:lnTo>
                    <a:pt x="8223" y="4919"/>
                  </a:lnTo>
                  <a:lnTo>
                    <a:pt x="8134" y="4829"/>
                  </a:lnTo>
                  <a:lnTo>
                    <a:pt x="8031" y="4765"/>
                  </a:lnTo>
                  <a:lnTo>
                    <a:pt x="4893" y="3241"/>
                  </a:lnTo>
                  <a:lnTo>
                    <a:pt x="4893" y="615"/>
                  </a:lnTo>
                  <a:lnTo>
                    <a:pt x="4881" y="487"/>
                  </a:lnTo>
                  <a:lnTo>
                    <a:pt x="4842" y="372"/>
                  </a:lnTo>
                  <a:lnTo>
                    <a:pt x="4791" y="269"/>
                  </a:lnTo>
                  <a:lnTo>
                    <a:pt x="4714" y="180"/>
                  </a:lnTo>
                  <a:lnTo>
                    <a:pt x="4624" y="103"/>
                  </a:lnTo>
                  <a:lnTo>
                    <a:pt x="4522" y="52"/>
                  </a:lnTo>
                  <a:lnTo>
                    <a:pt x="4407" y="13"/>
                  </a:lnTo>
                  <a:lnTo>
                    <a:pt x="427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44"/>
            <p:cNvSpPr/>
            <p:nvPr/>
          </p:nvSpPr>
          <p:spPr>
            <a:xfrm>
              <a:off x="3709450" y="2843550"/>
              <a:ext cx="166525" cy="254275"/>
            </a:xfrm>
            <a:custGeom>
              <a:avLst/>
              <a:gdLst/>
              <a:ahLst/>
              <a:cxnLst/>
              <a:rect l="l" t="t" r="r" b="b"/>
              <a:pathLst>
                <a:path w="6661" h="10171" extrusionOk="0">
                  <a:moveTo>
                    <a:pt x="0" y="1"/>
                  </a:moveTo>
                  <a:lnTo>
                    <a:pt x="0" y="6840"/>
                  </a:lnTo>
                  <a:lnTo>
                    <a:pt x="0" y="7007"/>
                  </a:lnTo>
                  <a:lnTo>
                    <a:pt x="13" y="7173"/>
                  </a:lnTo>
                  <a:lnTo>
                    <a:pt x="39" y="7340"/>
                  </a:lnTo>
                  <a:lnTo>
                    <a:pt x="64" y="7506"/>
                  </a:lnTo>
                  <a:lnTo>
                    <a:pt x="103" y="7673"/>
                  </a:lnTo>
                  <a:lnTo>
                    <a:pt x="154" y="7826"/>
                  </a:lnTo>
                  <a:lnTo>
                    <a:pt x="205" y="7980"/>
                  </a:lnTo>
                  <a:lnTo>
                    <a:pt x="256" y="8134"/>
                  </a:lnTo>
                  <a:lnTo>
                    <a:pt x="321" y="8275"/>
                  </a:lnTo>
                  <a:lnTo>
                    <a:pt x="397" y="8428"/>
                  </a:lnTo>
                  <a:lnTo>
                    <a:pt x="474" y="8557"/>
                  </a:lnTo>
                  <a:lnTo>
                    <a:pt x="564" y="8697"/>
                  </a:lnTo>
                  <a:lnTo>
                    <a:pt x="756" y="8954"/>
                  </a:lnTo>
                  <a:lnTo>
                    <a:pt x="974" y="9197"/>
                  </a:lnTo>
                  <a:lnTo>
                    <a:pt x="1204" y="9402"/>
                  </a:lnTo>
                  <a:lnTo>
                    <a:pt x="1460" y="9594"/>
                  </a:lnTo>
                  <a:lnTo>
                    <a:pt x="1601" y="9684"/>
                  </a:lnTo>
                  <a:lnTo>
                    <a:pt x="1742" y="9760"/>
                  </a:lnTo>
                  <a:lnTo>
                    <a:pt x="1883" y="9837"/>
                  </a:lnTo>
                  <a:lnTo>
                    <a:pt x="2037" y="9901"/>
                  </a:lnTo>
                  <a:lnTo>
                    <a:pt x="2178" y="9965"/>
                  </a:lnTo>
                  <a:lnTo>
                    <a:pt x="2344" y="10017"/>
                  </a:lnTo>
                  <a:lnTo>
                    <a:pt x="2498" y="10055"/>
                  </a:lnTo>
                  <a:lnTo>
                    <a:pt x="2652" y="10093"/>
                  </a:lnTo>
                  <a:lnTo>
                    <a:pt x="2818" y="10132"/>
                  </a:lnTo>
                  <a:lnTo>
                    <a:pt x="2985" y="10145"/>
                  </a:lnTo>
                  <a:lnTo>
                    <a:pt x="3151" y="10158"/>
                  </a:lnTo>
                  <a:lnTo>
                    <a:pt x="3330" y="10170"/>
                  </a:lnTo>
                  <a:lnTo>
                    <a:pt x="3497" y="10158"/>
                  </a:lnTo>
                  <a:lnTo>
                    <a:pt x="3663" y="10145"/>
                  </a:lnTo>
                  <a:lnTo>
                    <a:pt x="3830" y="10132"/>
                  </a:lnTo>
                  <a:lnTo>
                    <a:pt x="3996" y="10093"/>
                  </a:lnTo>
                  <a:lnTo>
                    <a:pt x="4163" y="10055"/>
                  </a:lnTo>
                  <a:lnTo>
                    <a:pt x="4317" y="10017"/>
                  </a:lnTo>
                  <a:lnTo>
                    <a:pt x="4470" y="9965"/>
                  </a:lnTo>
                  <a:lnTo>
                    <a:pt x="4624" y="9901"/>
                  </a:lnTo>
                  <a:lnTo>
                    <a:pt x="4778" y="9837"/>
                  </a:lnTo>
                  <a:lnTo>
                    <a:pt x="4919" y="9760"/>
                  </a:lnTo>
                  <a:lnTo>
                    <a:pt x="5059" y="9684"/>
                  </a:lnTo>
                  <a:lnTo>
                    <a:pt x="5188" y="9594"/>
                  </a:lnTo>
                  <a:lnTo>
                    <a:pt x="5444" y="9402"/>
                  </a:lnTo>
                  <a:lnTo>
                    <a:pt x="5687" y="9197"/>
                  </a:lnTo>
                  <a:lnTo>
                    <a:pt x="5892" y="8954"/>
                  </a:lnTo>
                  <a:lnTo>
                    <a:pt x="6084" y="8697"/>
                  </a:lnTo>
                  <a:lnTo>
                    <a:pt x="6174" y="8557"/>
                  </a:lnTo>
                  <a:lnTo>
                    <a:pt x="6251" y="8428"/>
                  </a:lnTo>
                  <a:lnTo>
                    <a:pt x="6327" y="8275"/>
                  </a:lnTo>
                  <a:lnTo>
                    <a:pt x="6391" y="8134"/>
                  </a:lnTo>
                  <a:lnTo>
                    <a:pt x="6455" y="7980"/>
                  </a:lnTo>
                  <a:lnTo>
                    <a:pt x="6507" y="7826"/>
                  </a:lnTo>
                  <a:lnTo>
                    <a:pt x="6558" y="7673"/>
                  </a:lnTo>
                  <a:lnTo>
                    <a:pt x="6596" y="7506"/>
                  </a:lnTo>
                  <a:lnTo>
                    <a:pt x="6622" y="7340"/>
                  </a:lnTo>
                  <a:lnTo>
                    <a:pt x="6635" y="7173"/>
                  </a:lnTo>
                  <a:lnTo>
                    <a:pt x="6648" y="7007"/>
                  </a:lnTo>
                  <a:lnTo>
                    <a:pt x="6660" y="6840"/>
                  </a:lnTo>
                  <a:lnTo>
                    <a:pt x="666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44"/>
            <p:cNvSpPr/>
            <p:nvPr/>
          </p:nvSpPr>
          <p:spPr>
            <a:xfrm>
              <a:off x="3669425" y="2834275"/>
              <a:ext cx="246250" cy="188625"/>
            </a:xfrm>
            <a:custGeom>
              <a:avLst/>
              <a:gdLst/>
              <a:ahLst/>
              <a:cxnLst/>
              <a:rect l="l" t="t" r="r" b="b"/>
              <a:pathLst>
                <a:path w="9850" h="7545" extrusionOk="0">
                  <a:moveTo>
                    <a:pt x="0" y="0"/>
                  </a:moveTo>
                  <a:lnTo>
                    <a:pt x="0" y="6648"/>
                  </a:lnTo>
                  <a:lnTo>
                    <a:pt x="13" y="6737"/>
                  </a:lnTo>
                  <a:lnTo>
                    <a:pt x="26" y="6827"/>
                  </a:lnTo>
                  <a:lnTo>
                    <a:pt x="52" y="6917"/>
                  </a:lnTo>
                  <a:lnTo>
                    <a:pt x="77" y="6994"/>
                  </a:lnTo>
                  <a:lnTo>
                    <a:pt x="116" y="7070"/>
                  </a:lnTo>
                  <a:lnTo>
                    <a:pt x="154" y="7147"/>
                  </a:lnTo>
                  <a:lnTo>
                    <a:pt x="205" y="7224"/>
                  </a:lnTo>
                  <a:lnTo>
                    <a:pt x="269" y="7275"/>
                  </a:lnTo>
                  <a:lnTo>
                    <a:pt x="333" y="7339"/>
                  </a:lnTo>
                  <a:lnTo>
                    <a:pt x="397" y="7391"/>
                  </a:lnTo>
                  <a:lnTo>
                    <a:pt x="474" y="7429"/>
                  </a:lnTo>
                  <a:lnTo>
                    <a:pt x="551" y="7467"/>
                  </a:lnTo>
                  <a:lnTo>
                    <a:pt x="628" y="7506"/>
                  </a:lnTo>
                  <a:lnTo>
                    <a:pt x="718" y="7519"/>
                  </a:lnTo>
                  <a:lnTo>
                    <a:pt x="807" y="7531"/>
                  </a:lnTo>
                  <a:lnTo>
                    <a:pt x="897" y="7544"/>
                  </a:lnTo>
                  <a:lnTo>
                    <a:pt x="8966" y="7544"/>
                  </a:lnTo>
                  <a:lnTo>
                    <a:pt x="9056" y="7531"/>
                  </a:lnTo>
                  <a:lnTo>
                    <a:pt x="9145" y="7519"/>
                  </a:lnTo>
                  <a:lnTo>
                    <a:pt x="9222" y="7506"/>
                  </a:lnTo>
                  <a:lnTo>
                    <a:pt x="9312" y="7467"/>
                  </a:lnTo>
                  <a:lnTo>
                    <a:pt x="9389" y="7429"/>
                  </a:lnTo>
                  <a:lnTo>
                    <a:pt x="9465" y="7391"/>
                  </a:lnTo>
                  <a:lnTo>
                    <a:pt x="9529" y="7339"/>
                  </a:lnTo>
                  <a:lnTo>
                    <a:pt x="9593" y="7275"/>
                  </a:lnTo>
                  <a:lnTo>
                    <a:pt x="9645" y="7224"/>
                  </a:lnTo>
                  <a:lnTo>
                    <a:pt x="9696" y="7147"/>
                  </a:lnTo>
                  <a:lnTo>
                    <a:pt x="9747" y="7070"/>
                  </a:lnTo>
                  <a:lnTo>
                    <a:pt x="9786" y="6994"/>
                  </a:lnTo>
                  <a:lnTo>
                    <a:pt x="9811" y="6917"/>
                  </a:lnTo>
                  <a:lnTo>
                    <a:pt x="9837" y="6827"/>
                  </a:lnTo>
                  <a:lnTo>
                    <a:pt x="9850" y="6737"/>
                  </a:lnTo>
                  <a:lnTo>
                    <a:pt x="9850" y="6648"/>
                  </a:lnTo>
                  <a:lnTo>
                    <a:pt x="98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44"/>
            <p:cNvSpPr/>
            <p:nvPr/>
          </p:nvSpPr>
          <p:spPr>
            <a:xfrm>
              <a:off x="3522125" y="2312350"/>
              <a:ext cx="548200" cy="548200"/>
            </a:xfrm>
            <a:custGeom>
              <a:avLst/>
              <a:gdLst/>
              <a:ahLst/>
              <a:cxnLst/>
              <a:rect l="l" t="t" r="r" b="b"/>
              <a:pathLst>
                <a:path w="21928" h="21928" extrusionOk="0">
                  <a:moveTo>
                    <a:pt x="10964" y="1"/>
                  </a:moveTo>
                  <a:lnTo>
                    <a:pt x="10401" y="13"/>
                  </a:lnTo>
                  <a:lnTo>
                    <a:pt x="9837" y="52"/>
                  </a:lnTo>
                  <a:lnTo>
                    <a:pt x="9286" y="116"/>
                  </a:lnTo>
                  <a:lnTo>
                    <a:pt x="8749" y="218"/>
                  </a:lnTo>
                  <a:lnTo>
                    <a:pt x="8223" y="334"/>
                  </a:lnTo>
                  <a:lnTo>
                    <a:pt x="7698" y="487"/>
                  </a:lnTo>
                  <a:lnTo>
                    <a:pt x="7186" y="654"/>
                  </a:lnTo>
                  <a:lnTo>
                    <a:pt x="6699" y="859"/>
                  </a:lnTo>
                  <a:lnTo>
                    <a:pt x="6213" y="1076"/>
                  </a:lnTo>
                  <a:lnTo>
                    <a:pt x="5739" y="1320"/>
                  </a:lnTo>
                  <a:lnTo>
                    <a:pt x="5278" y="1576"/>
                  </a:lnTo>
                  <a:lnTo>
                    <a:pt x="4829" y="1871"/>
                  </a:lnTo>
                  <a:lnTo>
                    <a:pt x="4407" y="2178"/>
                  </a:lnTo>
                  <a:lnTo>
                    <a:pt x="3984" y="2498"/>
                  </a:lnTo>
                  <a:lnTo>
                    <a:pt x="3587" y="2844"/>
                  </a:lnTo>
                  <a:lnTo>
                    <a:pt x="3203" y="3203"/>
                  </a:lnTo>
                  <a:lnTo>
                    <a:pt x="2844" y="3587"/>
                  </a:lnTo>
                  <a:lnTo>
                    <a:pt x="2498" y="3984"/>
                  </a:lnTo>
                  <a:lnTo>
                    <a:pt x="2178" y="4394"/>
                  </a:lnTo>
                  <a:lnTo>
                    <a:pt x="1871" y="4829"/>
                  </a:lnTo>
                  <a:lnTo>
                    <a:pt x="1589" y="5277"/>
                  </a:lnTo>
                  <a:lnTo>
                    <a:pt x="1320" y="5738"/>
                  </a:lnTo>
                  <a:lnTo>
                    <a:pt x="1077" y="6200"/>
                  </a:lnTo>
                  <a:lnTo>
                    <a:pt x="859" y="6686"/>
                  </a:lnTo>
                  <a:lnTo>
                    <a:pt x="667" y="7186"/>
                  </a:lnTo>
                  <a:lnTo>
                    <a:pt x="487" y="7698"/>
                  </a:lnTo>
                  <a:lnTo>
                    <a:pt x="347" y="8223"/>
                  </a:lnTo>
                  <a:lnTo>
                    <a:pt x="218" y="8748"/>
                  </a:lnTo>
                  <a:lnTo>
                    <a:pt x="129" y="9286"/>
                  </a:lnTo>
                  <a:lnTo>
                    <a:pt x="52" y="9837"/>
                  </a:lnTo>
                  <a:lnTo>
                    <a:pt x="14" y="10401"/>
                  </a:lnTo>
                  <a:lnTo>
                    <a:pt x="1" y="10964"/>
                  </a:lnTo>
                  <a:lnTo>
                    <a:pt x="14" y="11528"/>
                  </a:lnTo>
                  <a:lnTo>
                    <a:pt x="52" y="12078"/>
                  </a:lnTo>
                  <a:lnTo>
                    <a:pt x="129" y="12629"/>
                  </a:lnTo>
                  <a:lnTo>
                    <a:pt x="218" y="13167"/>
                  </a:lnTo>
                  <a:lnTo>
                    <a:pt x="347" y="13705"/>
                  </a:lnTo>
                  <a:lnTo>
                    <a:pt x="487" y="14217"/>
                  </a:lnTo>
                  <a:lnTo>
                    <a:pt x="667" y="14730"/>
                  </a:lnTo>
                  <a:lnTo>
                    <a:pt x="859" y="15229"/>
                  </a:lnTo>
                  <a:lnTo>
                    <a:pt x="1077" y="15716"/>
                  </a:lnTo>
                  <a:lnTo>
                    <a:pt x="1320" y="16190"/>
                  </a:lnTo>
                  <a:lnTo>
                    <a:pt x="1589" y="16651"/>
                  </a:lnTo>
                  <a:lnTo>
                    <a:pt x="1871" y="17086"/>
                  </a:lnTo>
                  <a:lnTo>
                    <a:pt x="2178" y="17522"/>
                  </a:lnTo>
                  <a:lnTo>
                    <a:pt x="2498" y="17932"/>
                  </a:lnTo>
                  <a:lnTo>
                    <a:pt x="2844" y="18329"/>
                  </a:lnTo>
                  <a:lnTo>
                    <a:pt x="3203" y="18713"/>
                  </a:lnTo>
                  <a:lnTo>
                    <a:pt x="3587" y="19072"/>
                  </a:lnTo>
                  <a:lnTo>
                    <a:pt x="3984" y="19417"/>
                  </a:lnTo>
                  <a:lnTo>
                    <a:pt x="4407" y="19750"/>
                  </a:lnTo>
                  <a:lnTo>
                    <a:pt x="4829" y="20058"/>
                  </a:lnTo>
                  <a:lnTo>
                    <a:pt x="5278" y="20339"/>
                  </a:lnTo>
                  <a:lnTo>
                    <a:pt x="5739" y="20596"/>
                  </a:lnTo>
                  <a:lnTo>
                    <a:pt x="6213" y="20839"/>
                  </a:lnTo>
                  <a:lnTo>
                    <a:pt x="6699" y="21070"/>
                  </a:lnTo>
                  <a:lnTo>
                    <a:pt x="7186" y="21262"/>
                  </a:lnTo>
                  <a:lnTo>
                    <a:pt x="7698" y="21428"/>
                  </a:lnTo>
                  <a:lnTo>
                    <a:pt x="8223" y="21582"/>
                  </a:lnTo>
                  <a:lnTo>
                    <a:pt x="8749" y="21697"/>
                  </a:lnTo>
                  <a:lnTo>
                    <a:pt x="9286" y="21800"/>
                  </a:lnTo>
                  <a:lnTo>
                    <a:pt x="9837" y="21864"/>
                  </a:lnTo>
                  <a:lnTo>
                    <a:pt x="10401" y="21915"/>
                  </a:lnTo>
                  <a:lnTo>
                    <a:pt x="10964" y="21928"/>
                  </a:lnTo>
                  <a:lnTo>
                    <a:pt x="11528" y="21915"/>
                  </a:lnTo>
                  <a:lnTo>
                    <a:pt x="12079" y="21864"/>
                  </a:lnTo>
                  <a:lnTo>
                    <a:pt x="12629" y="21800"/>
                  </a:lnTo>
                  <a:lnTo>
                    <a:pt x="13167" y="21697"/>
                  </a:lnTo>
                  <a:lnTo>
                    <a:pt x="13705" y="21582"/>
                  </a:lnTo>
                  <a:lnTo>
                    <a:pt x="14217" y="21428"/>
                  </a:lnTo>
                  <a:lnTo>
                    <a:pt x="14730" y="21262"/>
                  </a:lnTo>
                  <a:lnTo>
                    <a:pt x="15229" y="21070"/>
                  </a:lnTo>
                  <a:lnTo>
                    <a:pt x="15716" y="20839"/>
                  </a:lnTo>
                  <a:lnTo>
                    <a:pt x="16190" y="20596"/>
                  </a:lnTo>
                  <a:lnTo>
                    <a:pt x="16651" y="20339"/>
                  </a:lnTo>
                  <a:lnTo>
                    <a:pt x="17086" y="20058"/>
                  </a:lnTo>
                  <a:lnTo>
                    <a:pt x="17522" y="19750"/>
                  </a:lnTo>
                  <a:lnTo>
                    <a:pt x="17932" y="19417"/>
                  </a:lnTo>
                  <a:lnTo>
                    <a:pt x="18329" y="19072"/>
                  </a:lnTo>
                  <a:lnTo>
                    <a:pt x="18713" y="18713"/>
                  </a:lnTo>
                  <a:lnTo>
                    <a:pt x="19072" y="18329"/>
                  </a:lnTo>
                  <a:lnTo>
                    <a:pt x="19417" y="17932"/>
                  </a:lnTo>
                  <a:lnTo>
                    <a:pt x="19750" y="17522"/>
                  </a:lnTo>
                  <a:lnTo>
                    <a:pt x="20058" y="17086"/>
                  </a:lnTo>
                  <a:lnTo>
                    <a:pt x="20340" y="16651"/>
                  </a:lnTo>
                  <a:lnTo>
                    <a:pt x="20609" y="16190"/>
                  </a:lnTo>
                  <a:lnTo>
                    <a:pt x="20839" y="15716"/>
                  </a:lnTo>
                  <a:lnTo>
                    <a:pt x="21070" y="15229"/>
                  </a:lnTo>
                  <a:lnTo>
                    <a:pt x="21262" y="14730"/>
                  </a:lnTo>
                  <a:lnTo>
                    <a:pt x="21428" y="14217"/>
                  </a:lnTo>
                  <a:lnTo>
                    <a:pt x="21582" y="13705"/>
                  </a:lnTo>
                  <a:lnTo>
                    <a:pt x="21697" y="13167"/>
                  </a:lnTo>
                  <a:lnTo>
                    <a:pt x="21800" y="12629"/>
                  </a:lnTo>
                  <a:lnTo>
                    <a:pt x="21864" y="12078"/>
                  </a:lnTo>
                  <a:lnTo>
                    <a:pt x="21915" y="11528"/>
                  </a:lnTo>
                  <a:lnTo>
                    <a:pt x="21928" y="10964"/>
                  </a:lnTo>
                  <a:lnTo>
                    <a:pt x="21915" y="10401"/>
                  </a:lnTo>
                  <a:lnTo>
                    <a:pt x="21864" y="9837"/>
                  </a:lnTo>
                  <a:lnTo>
                    <a:pt x="21800" y="9286"/>
                  </a:lnTo>
                  <a:lnTo>
                    <a:pt x="21697" y="8748"/>
                  </a:lnTo>
                  <a:lnTo>
                    <a:pt x="21582" y="8223"/>
                  </a:lnTo>
                  <a:lnTo>
                    <a:pt x="21428" y="7698"/>
                  </a:lnTo>
                  <a:lnTo>
                    <a:pt x="21262" y="7186"/>
                  </a:lnTo>
                  <a:lnTo>
                    <a:pt x="21070" y="6686"/>
                  </a:lnTo>
                  <a:lnTo>
                    <a:pt x="20839" y="6200"/>
                  </a:lnTo>
                  <a:lnTo>
                    <a:pt x="20609" y="5738"/>
                  </a:lnTo>
                  <a:lnTo>
                    <a:pt x="20340" y="5277"/>
                  </a:lnTo>
                  <a:lnTo>
                    <a:pt x="20058" y="4829"/>
                  </a:lnTo>
                  <a:lnTo>
                    <a:pt x="19750" y="4394"/>
                  </a:lnTo>
                  <a:lnTo>
                    <a:pt x="19417" y="3984"/>
                  </a:lnTo>
                  <a:lnTo>
                    <a:pt x="19072" y="3587"/>
                  </a:lnTo>
                  <a:lnTo>
                    <a:pt x="18713" y="3203"/>
                  </a:lnTo>
                  <a:lnTo>
                    <a:pt x="18329" y="2844"/>
                  </a:lnTo>
                  <a:lnTo>
                    <a:pt x="17932" y="2498"/>
                  </a:lnTo>
                  <a:lnTo>
                    <a:pt x="17522" y="2178"/>
                  </a:lnTo>
                  <a:lnTo>
                    <a:pt x="17086" y="1871"/>
                  </a:lnTo>
                  <a:lnTo>
                    <a:pt x="16651" y="1576"/>
                  </a:lnTo>
                  <a:lnTo>
                    <a:pt x="16190" y="1320"/>
                  </a:lnTo>
                  <a:lnTo>
                    <a:pt x="15716" y="1076"/>
                  </a:lnTo>
                  <a:lnTo>
                    <a:pt x="15229" y="859"/>
                  </a:lnTo>
                  <a:lnTo>
                    <a:pt x="14730" y="654"/>
                  </a:lnTo>
                  <a:lnTo>
                    <a:pt x="14217" y="487"/>
                  </a:lnTo>
                  <a:lnTo>
                    <a:pt x="13705" y="334"/>
                  </a:lnTo>
                  <a:lnTo>
                    <a:pt x="13167" y="218"/>
                  </a:lnTo>
                  <a:lnTo>
                    <a:pt x="12629" y="116"/>
                  </a:lnTo>
                  <a:lnTo>
                    <a:pt x="12079" y="52"/>
                  </a:lnTo>
                  <a:lnTo>
                    <a:pt x="11528" y="13"/>
                  </a:lnTo>
                  <a:lnTo>
                    <a:pt x="10964" y="1"/>
                  </a:lnTo>
                  <a:close/>
                </a:path>
              </a:pathLst>
            </a:custGeom>
            <a:solidFill>
              <a:srgbClr val="FAF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44"/>
            <p:cNvSpPr/>
            <p:nvPr/>
          </p:nvSpPr>
          <p:spPr>
            <a:xfrm>
              <a:off x="3652775" y="2882300"/>
              <a:ext cx="279875" cy="36200"/>
            </a:xfrm>
            <a:custGeom>
              <a:avLst/>
              <a:gdLst/>
              <a:ahLst/>
              <a:cxnLst/>
              <a:rect l="l" t="t" r="r" b="b"/>
              <a:pathLst>
                <a:path w="11195" h="1448" extrusionOk="0">
                  <a:moveTo>
                    <a:pt x="730" y="1"/>
                  </a:moveTo>
                  <a:lnTo>
                    <a:pt x="577" y="13"/>
                  </a:lnTo>
                  <a:lnTo>
                    <a:pt x="449" y="65"/>
                  </a:lnTo>
                  <a:lnTo>
                    <a:pt x="321" y="129"/>
                  </a:lnTo>
                  <a:lnTo>
                    <a:pt x="218" y="218"/>
                  </a:lnTo>
                  <a:lnTo>
                    <a:pt x="128" y="321"/>
                  </a:lnTo>
                  <a:lnTo>
                    <a:pt x="64" y="449"/>
                  </a:lnTo>
                  <a:lnTo>
                    <a:pt x="13" y="577"/>
                  </a:lnTo>
                  <a:lnTo>
                    <a:pt x="0" y="718"/>
                  </a:lnTo>
                  <a:lnTo>
                    <a:pt x="13" y="872"/>
                  </a:lnTo>
                  <a:lnTo>
                    <a:pt x="64" y="1000"/>
                  </a:lnTo>
                  <a:lnTo>
                    <a:pt x="128" y="1128"/>
                  </a:lnTo>
                  <a:lnTo>
                    <a:pt x="218" y="1230"/>
                  </a:lnTo>
                  <a:lnTo>
                    <a:pt x="321" y="1320"/>
                  </a:lnTo>
                  <a:lnTo>
                    <a:pt x="449" y="1384"/>
                  </a:lnTo>
                  <a:lnTo>
                    <a:pt x="577" y="1435"/>
                  </a:lnTo>
                  <a:lnTo>
                    <a:pt x="730" y="1448"/>
                  </a:lnTo>
                  <a:lnTo>
                    <a:pt x="10464" y="1448"/>
                  </a:lnTo>
                  <a:lnTo>
                    <a:pt x="10605" y="1435"/>
                  </a:lnTo>
                  <a:lnTo>
                    <a:pt x="10746" y="1384"/>
                  </a:lnTo>
                  <a:lnTo>
                    <a:pt x="10874" y="1320"/>
                  </a:lnTo>
                  <a:lnTo>
                    <a:pt x="10977" y="1230"/>
                  </a:lnTo>
                  <a:lnTo>
                    <a:pt x="11066" y="1128"/>
                  </a:lnTo>
                  <a:lnTo>
                    <a:pt x="11130" y="1000"/>
                  </a:lnTo>
                  <a:lnTo>
                    <a:pt x="11169" y="872"/>
                  </a:lnTo>
                  <a:lnTo>
                    <a:pt x="11194" y="718"/>
                  </a:lnTo>
                  <a:lnTo>
                    <a:pt x="11169" y="577"/>
                  </a:lnTo>
                  <a:lnTo>
                    <a:pt x="11130" y="449"/>
                  </a:lnTo>
                  <a:lnTo>
                    <a:pt x="11066" y="321"/>
                  </a:lnTo>
                  <a:lnTo>
                    <a:pt x="10977" y="218"/>
                  </a:lnTo>
                  <a:lnTo>
                    <a:pt x="10874" y="129"/>
                  </a:lnTo>
                  <a:lnTo>
                    <a:pt x="10746" y="65"/>
                  </a:lnTo>
                  <a:lnTo>
                    <a:pt x="10605" y="13"/>
                  </a:lnTo>
                  <a:lnTo>
                    <a:pt x="10464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44"/>
            <p:cNvSpPr/>
            <p:nvPr/>
          </p:nvSpPr>
          <p:spPr>
            <a:xfrm>
              <a:off x="3652775" y="2949550"/>
              <a:ext cx="279875" cy="36200"/>
            </a:xfrm>
            <a:custGeom>
              <a:avLst/>
              <a:gdLst/>
              <a:ahLst/>
              <a:cxnLst/>
              <a:rect l="l" t="t" r="r" b="b"/>
              <a:pathLst>
                <a:path w="11195" h="1448" extrusionOk="0">
                  <a:moveTo>
                    <a:pt x="730" y="0"/>
                  </a:moveTo>
                  <a:lnTo>
                    <a:pt x="577" y="13"/>
                  </a:lnTo>
                  <a:lnTo>
                    <a:pt x="449" y="52"/>
                  </a:lnTo>
                  <a:lnTo>
                    <a:pt x="321" y="128"/>
                  </a:lnTo>
                  <a:lnTo>
                    <a:pt x="218" y="218"/>
                  </a:lnTo>
                  <a:lnTo>
                    <a:pt x="128" y="320"/>
                  </a:lnTo>
                  <a:lnTo>
                    <a:pt x="64" y="436"/>
                  </a:lnTo>
                  <a:lnTo>
                    <a:pt x="13" y="577"/>
                  </a:lnTo>
                  <a:lnTo>
                    <a:pt x="0" y="718"/>
                  </a:lnTo>
                  <a:lnTo>
                    <a:pt x="13" y="871"/>
                  </a:lnTo>
                  <a:lnTo>
                    <a:pt x="64" y="999"/>
                  </a:lnTo>
                  <a:lnTo>
                    <a:pt x="128" y="1127"/>
                  </a:lnTo>
                  <a:lnTo>
                    <a:pt x="218" y="1230"/>
                  </a:lnTo>
                  <a:lnTo>
                    <a:pt x="321" y="1319"/>
                  </a:lnTo>
                  <a:lnTo>
                    <a:pt x="449" y="1384"/>
                  </a:lnTo>
                  <a:lnTo>
                    <a:pt x="577" y="1435"/>
                  </a:lnTo>
                  <a:lnTo>
                    <a:pt x="730" y="1448"/>
                  </a:lnTo>
                  <a:lnTo>
                    <a:pt x="10464" y="1448"/>
                  </a:lnTo>
                  <a:lnTo>
                    <a:pt x="10605" y="1435"/>
                  </a:lnTo>
                  <a:lnTo>
                    <a:pt x="10746" y="1384"/>
                  </a:lnTo>
                  <a:lnTo>
                    <a:pt x="10874" y="1319"/>
                  </a:lnTo>
                  <a:lnTo>
                    <a:pt x="10977" y="1230"/>
                  </a:lnTo>
                  <a:lnTo>
                    <a:pt x="11066" y="1127"/>
                  </a:lnTo>
                  <a:lnTo>
                    <a:pt x="11130" y="999"/>
                  </a:lnTo>
                  <a:lnTo>
                    <a:pt x="11169" y="871"/>
                  </a:lnTo>
                  <a:lnTo>
                    <a:pt x="11194" y="718"/>
                  </a:lnTo>
                  <a:lnTo>
                    <a:pt x="11169" y="577"/>
                  </a:lnTo>
                  <a:lnTo>
                    <a:pt x="11130" y="436"/>
                  </a:lnTo>
                  <a:lnTo>
                    <a:pt x="11066" y="320"/>
                  </a:lnTo>
                  <a:lnTo>
                    <a:pt x="10977" y="218"/>
                  </a:lnTo>
                  <a:lnTo>
                    <a:pt x="10874" y="128"/>
                  </a:lnTo>
                  <a:lnTo>
                    <a:pt x="10746" y="52"/>
                  </a:lnTo>
                  <a:lnTo>
                    <a:pt x="10605" y="13"/>
                  </a:lnTo>
                  <a:lnTo>
                    <a:pt x="10464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44"/>
            <p:cNvSpPr/>
            <p:nvPr/>
          </p:nvSpPr>
          <p:spPr>
            <a:xfrm>
              <a:off x="3678075" y="2576200"/>
              <a:ext cx="229275" cy="270275"/>
            </a:xfrm>
            <a:custGeom>
              <a:avLst/>
              <a:gdLst/>
              <a:ahLst/>
              <a:cxnLst/>
              <a:rect l="l" t="t" r="r" b="b"/>
              <a:pathLst>
                <a:path w="9171" h="10811" extrusionOk="0">
                  <a:moveTo>
                    <a:pt x="487" y="0"/>
                  </a:moveTo>
                  <a:lnTo>
                    <a:pt x="384" y="13"/>
                  </a:lnTo>
                  <a:lnTo>
                    <a:pt x="295" y="39"/>
                  </a:lnTo>
                  <a:lnTo>
                    <a:pt x="205" y="90"/>
                  </a:lnTo>
                  <a:lnTo>
                    <a:pt x="141" y="141"/>
                  </a:lnTo>
                  <a:lnTo>
                    <a:pt x="77" y="218"/>
                  </a:lnTo>
                  <a:lnTo>
                    <a:pt x="39" y="295"/>
                  </a:lnTo>
                  <a:lnTo>
                    <a:pt x="0" y="385"/>
                  </a:lnTo>
                  <a:lnTo>
                    <a:pt x="0" y="487"/>
                  </a:lnTo>
                  <a:lnTo>
                    <a:pt x="0" y="10298"/>
                  </a:lnTo>
                  <a:lnTo>
                    <a:pt x="474" y="10516"/>
                  </a:lnTo>
                  <a:lnTo>
                    <a:pt x="961" y="10708"/>
                  </a:lnTo>
                  <a:lnTo>
                    <a:pt x="961" y="974"/>
                  </a:lnTo>
                  <a:lnTo>
                    <a:pt x="2485" y="974"/>
                  </a:lnTo>
                  <a:lnTo>
                    <a:pt x="2844" y="1499"/>
                  </a:lnTo>
                  <a:lnTo>
                    <a:pt x="3010" y="1717"/>
                  </a:lnTo>
                  <a:lnTo>
                    <a:pt x="3202" y="1921"/>
                  </a:lnTo>
                  <a:lnTo>
                    <a:pt x="3305" y="2011"/>
                  </a:lnTo>
                  <a:lnTo>
                    <a:pt x="3407" y="2088"/>
                  </a:lnTo>
                  <a:lnTo>
                    <a:pt x="3510" y="2165"/>
                  </a:lnTo>
                  <a:lnTo>
                    <a:pt x="3612" y="2229"/>
                  </a:lnTo>
                  <a:lnTo>
                    <a:pt x="3727" y="2293"/>
                  </a:lnTo>
                  <a:lnTo>
                    <a:pt x="3843" y="2344"/>
                  </a:lnTo>
                  <a:lnTo>
                    <a:pt x="3958" y="2383"/>
                  </a:lnTo>
                  <a:lnTo>
                    <a:pt x="4086" y="2421"/>
                  </a:lnTo>
                  <a:lnTo>
                    <a:pt x="4201" y="2447"/>
                  </a:lnTo>
                  <a:lnTo>
                    <a:pt x="4329" y="2472"/>
                  </a:lnTo>
                  <a:lnTo>
                    <a:pt x="4457" y="2485"/>
                  </a:lnTo>
                  <a:lnTo>
                    <a:pt x="4713" y="2485"/>
                  </a:lnTo>
                  <a:lnTo>
                    <a:pt x="4842" y="2472"/>
                  </a:lnTo>
                  <a:lnTo>
                    <a:pt x="4957" y="2447"/>
                  </a:lnTo>
                  <a:lnTo>
                    <a:pt x="5085" y="2421"/>
                  </a:lnTo>
                  <a:lnTo>
                    <a:pt x="5200" y="2383"/>
                  </a:lnTo>
                  <a:lnTo>
                    <a:pt x="5315" y="2344"/>
                  </a:lnTo>
                  <a:lnTo>
                    <a:pt x="5431" y="2293"/>
                  </a:lnTo>
                  <a:lnTo>
                    <a:pt x="5546" y="2229"/>
                  </a:lnTo>
                  <a:lnTo>
                    <a:pt x="5661" y="2165"/>
                  </a:lnTo>
                  <a:lnTo>
                    <a:pt x="5764" y="2088"/>
                  </a:lnTo>
                  <a:lnTo>
                    <a:pt x="5866" y="2011"/>
                  </a:lnTo>
                  <a:lnTo>
                    <a:pt x="5969" y="1921"/>
                  </a:lnTo>
                  <a:lnTo>
                    <a:pt x="6148" y="1717"/>
                  </a:lnTo>
                  <a:lnTo>
                    <a:pt x="6327" y="1499"/>
                  </a:lnTo>
                  <a:lnTo>
                    <a:pt x="6673" y="974"/>
                  </a:lnTo>
                  <a:lnTo>
                    <a:pt x="8197" y="974"/>
                  </a:lnTo>
                  <a:lnTo>
                    <a:pt x="8197" y="10810"/>
                  </a:lnTo>
                  <a:lnTo>
                    <a:pt x="8697" y="10631"/>
                  </a:lnTo>
                  <a:lnTo>
                    <a:pt x="9171" y="10426"/>
                  </a:lnTo>
                  <a:lnTo>
                    <a:pt x="9171" y="487"/>
                  </a:lnTo>
                  <a:lnTo>
                    <a:pt x="9158" y="385"/>
                  </a:lnTo>
                  <a:lnTo>
                    <a:pt x="9132" y="295"/>
                  </a:lnTo>
                  <a:lnTo>
                    <a:pt x="9094" y="218"/>
                  </a:lnTo>
                  <a:lnTo>
                    <a:pt x="9030" y="141"/>
                  </a:lnTo>
                  <a:lnTo>
                    <a:pt x="8953" y="90"/>
                  </a:lnTo>
                  <a:lnTo>
                    <a:pt x="8876" y="39"/>
                  </a:lnTo>
                  <a:lnTo>
                    <a:pt x="8786" y="13"/>
                  </a:lnTo>
                  <a:lnTo>
                    <a:pt x="8684" y="0"/>
                  </a:lnTo>
                  <a:lnTo>
                    <a:pt x="6417" y="0"/>
                  </a:lnTo>
                  <a:lnTo>
                    <a:pt x="6302" y="13"/>
                  </a:lnTo>
                  <a:lnTo>
                    <a:pt x="6199" y="51"/>
                  </a:lnTo>
                  <a:lnTo>
                    <a:pt x="6097" y="128"/>
                  </a:lnTo>
                  <a:lnTo>
                    <a:pt x="6020" y="218"/>
                  </a:lnTo>
                  <a:lnTo>
                    <a:pt x="5520" y="948"/>
                  </a:lnTo>
                  <a:lnTo>
                    <a:pt x="5418" y="1076"/>
                  </a:lnTo>
                  <a:lnTo>
                    <a:pt x="5315" y="1191"/>
                  </a:lnTo>
                  <a:lnTo>
                    <a:pt x="5200" y="1281"/>
                  </a:lnTo>
                  <a:lnTo>
                    <a:pt x="5085" y="1358"/>
                  </a:lnTo>
                  <a:lnTo>
                    <a:pt x="4970" y="1422"/>
                  </a:lnTo>
                  <a:lnTo>
                    <a:pt x="4842" y="1460"/>
                  </a:lnTo>
                  <a:lnTo>
                    <a:pt x="4713" y="1486"/>
                  </a:lnTo>
                  <a:lnTo>
                    <a:pt x="4585" y="1499"/>
                  </a:lnTo>
                  <a:lnTo>
                    <a:pt x="4457" y="1486"/>
                  </a:lnTo>
                  <a:lnTo>
                    <a:pt x="4329" y="1460"/>
                  </a:lnTo>
                  <a:lnTo>
                    <a:pt x="4201" y="1422"/>
                  </a:lnTo>
                  <a:lnTo>
                    <a:pt x="4073" y="1358"/>
                  </a:lnTo>
                  <a:lnTo>
                    <a:pt x="3958" y="1281"/>
                  </a:lnTo>
                  <a:lnTo>
                    <a:pt x="3855" y="1191"/>
                  </a:lnTo>
                  <a:lnTo>
                    <a:pt x="3740" y="1076"/>
                  </a:lnTo>
                  <a:lnTo>
                    <a:pt x="3650" y="948"/>
                  </a:lnTo>
                  <a:lnTo>
                    <a:pt x="3151" y="218"/>
                  </a:lnTo>
                  <a:lnTo>
                    <a:pt x="3074" y="128"/>
                  </a:lnTo>
                  <a:lnTo>
                    <a:pt x="2972" y="51"/>
                  </a:lnTo>
                  <a:lnTo>
                    <a:pt x="2869" y="13"/>
                  </a:lnTo>
                  <a:lnTo>
                    <a:pt x="27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44"/>
            <p:cNvSpPr/>
            <p:nvPr/>
          </p:nvSpPr>
          <p:spPr>
            <a:xfrm>
              <a:off x="4134025" y="2120225"/>
              <a:ext cx="60875" cy="60550"/>
            </a:xfrm>
            <a:custGeom>
              <a:avLst/>
              <a:gdLst/>
              <a:ahLst/>
              <a:cxnLst/>
              <a:rect l="l" t="t" r="r" b="b"/>
              <a:pathLst>
                <a:path w="2435" h="2422" extrusionOk="0">
                  <a:moveTo>
                    <a:pt x="1089" y="1"/>
                  </a:moveTo>
                  <a:lnTo>
                    <a:pt x="974" y="26"/>
                  </a:lnTo>
                  <a:lnTo>
                    <a:pt x="859" y="52"/>
                  </a:lnTo>
                  <a:lnTo>
                    <a:pt x="743" y="90"/>
                  </a:lnTo>
                  <a:lnTo>
                    <a:pt x="641" y="142"/>
                  </a:lnTo>
                  <a:lnTo>
                    <a:pt x="538" y="206"/>
                  </a:lnTo>
                  <a:lnTo>
                    <a:pt x="449" y="270"/>
                  </a:lnTo>
                  <a:lnTo>
                    <a:pt x="359" y="359"/>
                  </a:lnTo>
                  <a:lnTo>
                    <a:pt x="282" y="436"/>
                  </a:lnTo>
                  <a:lnTo>
                    <a:pt x="218" y="539"/>
                  </a:lnTo>
                  <a:lnTo>
                    <a:pt x="154" y="628"/>
                  </a:lnTo>
                  <a:lnTo>
                    <a:pt x="103" y="744"/>
                  </a:lnTo>
                  <a:lnTo>
                    <a:pt x="65" y="846"/>
                  </a:lnTo>
                  <a:lnTo>
                    <a:pt x="26" y="974"/>
                  </a:lnTo>
                  <a:lnTo>
                    <a:pt x="13" y="1089"/>
                  </a:lnTo>
                  <a:lnTo>
                    <a:pt x="1" y="1218"/>
                  </a:lnTo>
                  <a:lnTo>
                    <a:pt x="13" y="1333"/>
                  </a:lnTo>
                  <a:lnTo>
                    <a:pt x="26" y="1461"/>
                  </a:lnTo>
                  <a:lnTo>
                    <a:pt x="65" y="1576"/>
                  </a:lnTo>
                  <a:lnTo>
                    <a:pt x="103" y="1691"/>
                  </a:lnTo>
                  <a:lnTo>
                    <a:pt x="154" y="1794"/>
                  </a:lnTo>
                  <a:lnTo>
                    <a:pt x="218" y="1896"/>
                  </a:lnTo>
                  <a:lnTo>
                    <a:pt x="282" y="1986"/>
                  </a:lnTo>
                  <a:lnTo>
                    <a:pt x="359" y="2076"/>
                  </a:lnTo>
                  <a:lnTo>
                    <a:pt x="449" y="2153"/>
                  </a:lnTo>
                  <a:lnTo>
                    <a:pt x="538" y="2217"/>
                  </a:lnTo>
                  <a:lnTo>
                    <a:pt x="641" y="2281"/>
                  </a:lnTo>
                  <a:lnTo>
                    <a:pt x="743" y="2332"/>
                  </a:lnTo>
                  <a:lnTo>
                    <a:pt x="859" y="2370"/>
                  </a:lnTo>
                  <a:lnTo>
                    <a:pt x="974" y="2396"/>
                  </a:lnTo>
                  <a:lnTo>
                    <a:pt x="1089" y="2422"/>
                  </a:lnTo>
                  <a:lnTo>
                    <a:pt x="1345" y="2422"/>
                  </a:lnTo>
                  <a:lnTo>
                    <a:pt x="1461" y="2396"/>
                  </a:lnTo>
                  <a:lnTo>
                    <a:pt x="1576" y="2370"/>
                  </a:lnTo>
                  <a:lnTo>
                    <a:pt x="1691" y="2332"/>
                  </a:lnTo>
                  <a:lnTo>
                    <a:pt x="1794" y="2281"/>
                  </a:lnTo>
                  <a:lnTo>
                    <a:pt x="1896" y="2217"/>
                  </a:lnTo>
                  <a:lnTo>
                    <a:pt x="1986" y="2153"/>
                  </a:lnTo>
                  <a:lnTo>
                    <a:pt x="2075" y="2076"/>
                  </a:lnTo>
                  <a:lnTo>
                    <a:pt x="2152" y="1986"/>
                  </a:lnTo>
                  <a:lnTo>
                    <a:pt x="2229" y="1896"/>
                  </a:lnTo>
                  <a:lnTo>
                    <a:pt x="2280" y="1794"/>
                  </a:lnTo>
                  <a:lnTo>
                    <a:pt x="2332" y="1691"/>
                  </a:lnTo>
                  <a:lnTo>
                    <a:pt x="2383" y="1576"/>
                  </a:lnTo>
                  <a:lnTo>
                    <a:pt x="2408" y="1461"/>
                  </a:lnTo>
                  <a:lnTo>
                    <a:pt x="2421" y="1333"/>
                  </a:lnTo>
                  <a:lnTo>
                    <a:pt x="2434" y="1218"/>
                  </a:lnTo>
                  <a:lnTo>
                    <a:pt x="2421" y="1089"/>
                  </a:lnTo>
                  <a:lnTo>
                    <a:pt x="2408" y="974"/>
                  </a:lnTo>
                  <a:lnTo>
                    <a:pt x="2383" y="846"/>
                  </a:lnTo>
                  <a:lnTo>
                    <a:pt x="2332" y="744"/>
                  </a:lnTo>
                  <a:lnTo>
                    <a:pt x="2280" y="628"/>
                  </a:lnTo>
                  <a:lnTo>
                    <a:pt x="2229" y="539"/>
                  </a:lnTo>
                  <a:lnTo>
                    <a:pt x="2152" y="436"/>
                  </a:lnTo>
                  <a:lnTo>
                    <a:pt x="2075" y="359"/>
                  </a:lnTo>
                  <a:lnTo>
                    <a:pt x="1986" y="270"/>
                  </a:lnTo>
                  <a:lnTo>
                    <a:pt x="1896" y="206"/>
                  </a:lnTo>
                  <a:lnTo>
                    <a:pt x="1794" y="142"/>
                  </a:lnTo>
                  <a:lnTo>
                    <a:pt x="1691" y="90"/>
                  </a:lnTo>
                  <a:lnTo>
                    <a:pt x="1576" y="52"/>
                  </a:lnTo>
                  <a:lnTo>
                    <a:pt x="1461" y="26"/>
                  </a:lnTo>
                  <a:lnTo>
                    <a:pt x="1345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44"/>
            <p:cNvSpPr/>
            <p:nvPr/>
          </p:nvSpPr>
          <p:spPr>
            <a:xfrm>
              <a:off x="4114500" y="2301150"/>
              <a:ext cx="60850" cy="60850"/>
            </a:xfrm>
            <a:custGeom>
              <a:avLst/>
              <a:gdLst/>
              <a:ahLst/>
              <a:cxnLst/>
              <a:rect l="l" t="t" r="r" b="b"/>
              <a:pathLst>
                <a:path w="2434" h="2434" extrusionOk="0">
                  <a:moveTo>
                    <a:pt x="1217" y="0"/>
                  </a:moveTo>
                  <a:lnTo>
                    <a:pt x="1102" y="13"/>
                  </a:lnTo>
                  <a:lnTo>
                    <a:pt x="974" y="26"/>
                  </a:lnTo>
                  <a:lnTo>
                    <a:pt x="858" y="52"/>
                  </a:lnTo>
                  <a:lnTo>
                    <a:pt x="743" y="103"/>
                  </a:lnTo>
                  <a:lnTo>
                    <a:pt x="641" y="154"/>
                  </a:lnTo>
                  <a:lnTo>
                    <a:pt x="538" y="205"/>
                  </a:lnTo>
                  <a:lnTo>
                    <a:pt x="449" y="282"/>
                  </a:lnTo>
                  <a:lnTo>
                    <a:pt x="359" y="359"/>
                  </a:lnTo>
                  <a:lnTo>
                    <a:pt x="282" y="449"/>
                  </a:lnTo>
                  <a:lnTo>
                    <a:pt x="218" y="538"/>
                  </a:lnTo>
                  <a:lnTo>
                    <a:pt x="154" y="641"/>
                  </a:lnTo>
                  <a:lnTo>
                    <a:pt x="103" y="743"/>
                  </a:lnTo>
                  <a:lnTo>
                    <a:pt x="64" y="858"/>
                  </a:lnTo>
                  <a:lnTo>
                    <a:pt x="26" y="974"/>
                  </a:lnTo>
                  <a:lnTo>
                    <a:pt x="13" y="1089"/>
                  </a:lnTo>
                  <a:lnTo>
                    <a:pt x="0" y="1217"/>
                  </a:lnTo>
                  <a:lnTo>
                    <a:pt x="13" y="1345"/>
                  </a:lnTo>
                  <a:lnTo>
                    <a:pt x="26" y="1460"/>
                  </a:lnTo>
                  <a:lnTo>
                    <a:pt x="64" y="1576"/>
                  </a:lnTo>
                  <a:lnTo>
                    <a:pt x="103" y="1691"/>
                  </a:lnTo>
                  <a:lnTo>
                    <a:pt x="154" y="1793"/>
                  </a:lnTo>
                  <a:lnTo>
                    <a:pt x="218" y="1896"/>
                  </a:lnTo>
                  <a:lnTo>
                    <a:pt x="282" y="1986"/>
                  </a:lnTo>
                  <a:lnTo>
                    <a:pt x="359" y="2075"/>
                  </a:lnTo>
                  <a:lnTo>
                    <a:pt x="449" y="2152"/>
                  </a:lnTo>
                  <a:lnTo>
                    <a:pt x="538" y="2229"/>
                  </a:lnTo>
                  <a:lnTo>
                    <a:pt x="641" y="2280"/>
                  </a:lnTo>
                  <a:lnTo>
                    <a:pt x="743" y="2331"/>
                  </a:lnTo>
                  <a:lnTo>
                    <a:pt x="858" y="2370"/>
                  </a:lnTo>
                  <a:lnTo>
                    <a:pt x="974" y="2408"/>
                  </a:lnTo>
                  <a:lnTo>
                    <a:pt x="1102" y="2421"/>
                  </a:lnTo>
                  <a:lnTo>
                    <a:pt x="1217" y="2434"/>
                  </a:lnTo>
                  <a:lnTo>
                    <a:pt x="1345" y="2421"/>
                  </a:lnTo>
                  <a:lnTo>
                    <a:pt x="1460" y="2408"/>
                  </a:lnTo>
                  <a:lnTo>
                    <a:pt x="1576" y="2370"/>
                  </a:lnTo>
                  <a:lnTo>
                    <a:pt x="1691" y="2331"/>
                  </a:lnTo>
                  <a:lnTo>
                    <a:pt x="1793" y="2280"/>
                  </a:lnTo>
                  <a:lnTo>
                    <a:pt x="1896" y="2229"/>
                  </a:lnTo>
                  <a:lnTo>
                    <a:pt x="1998" y="2152"/>
                  </a:lnTo>
                  <a:lnTo>
                    <a:pt x="2075" y="2075"/>
                  </a:lnTo>
                  <a:lnTo>
                    <a:pt x="2152" y="1986"/>
                  </a:lnTo>
                  <a:lnTo>
                    <a:pt x="2229" y="1896"/>
                  </a:lnTo>
                  <a:lnTo>
                    <a:pt x="2293" y="1793"/>
                  </a:lnTo>
                  <a:lnTo>
                    <a:pt x="2344" y="1691"/>
                  </a:lnTo>
                  <a:lnTo>
                    <a:pt x="2383" y="1576"/>
                  </a:lnTo>
                  <a:lnTo>
                    <a:pt x="2408" y="1460"/>
                  </a:lnTo>
                  <a:lnTo>
                    <a:pt x="2434" y="1345"/>
                  </a:lnTo>
                  <a:lnTo>
                    <a:pt x="2434" y="1217"/>
                  </a:lnTo>
                  <a:lnTo>
                    <a:pt x="2434" y="1089"/>
                  </a:lnTo>
                  <a:lnTo>
                    <a:pt x="2408" y="974"/>
                  </a:lnTo>
                  <a:lnTo>
                    <a:pt x="2383" y="858"/>
                  </a:lnTo>
                  <a:lnTo>
                    <a:pt x="2344" y="743"/>
                  </a:lnTo>
                  <a:lnTo>
                    <a:pt x="2293" y="641"/>
                  </a:lnTo>
                  <a:lnTo>
                    <a:pt x="2229" y="538"/>
                  </a:lnTo>
                  <a:lnTo>
                    <a:pt x="2152" y="449"/>
                  </a:lnTo>
                  <a:lnTo>
                    <a:pt x="2075" y="359"/>
                  </a:lnTo>
                  <a:lnTo>
                    <a:pt x="1998" y="282"/>
                  </a:lnTo>
                  <a:lnTo>
                    <a:pt x="1896" y="205"/>
                  </a:lnTo>
                  <a:lnTo>
                    <a:pt x="1793" y="154"/>
                  </a:lnTo>
                  <a:lnTo>
                    <a:pt x="1691" y="103"/>
                  </a:lnTo>
                  <a:lnTo>
                    <a:pt x="1576" y="52"/>
                  </a:lnTo>
                  <a:lnTo>
                    <a:pt x="1460" y="26"/>
                  </a:lnTo>
                  <a:lnTo>
                    <a:pt x="1345" y="13"/>
                  </a:lnTo>
                  <a:lnTo>
                    <a:pt x="1217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44"/>
            <p:cNvSpPr/>
            <p:nvPr/>
          </p:nvSpPr>
          <p:spPr>
            <a:xfrm>
              <a:off x="3768675" y="2134000"/>
              <a:ext cx="60875" cy="60875"/>
            </a:xfrm>
            <a:custGeom>
              <a:avLst/>
              <a:gdLst/>
              <a:ahLst/>
              <a:cxnLst/>
              <a:rect l="l" t="t" r="r" b="b"/>
              <a:pathLst>
                <a:path w="2435" h="2435" extrusionOk="0">
                  <a:moveTo>
                    <a:pt x="1218" y="1"/>
                  </a:moveTo>
                  <a:lnTo>
                    <a:pt x="1089" y="13"/>
                  </a:lnTo>
                  <a:lnTo>
                    <a:pt x="974" y="26"/>
                  </a:lnTo>
                  <a:lnTo>
                    <a:pt x="859" y="65"/>
                  </a:lnTo>
                  <a:lnTo>
                    <a:pt x="744" y="103"/>
                  </a:lnTo>
                  <a:lnTo>
                    <a:pt x="641" y="154"/>
                  </a:lnTo>
                  <a:lnTo>
                    <a:pt x="539" y="218"/>
                  </a:lnTo>
                  <a:lnTo>
                    <a:pt x="436" y="282"/>
                  </a:lnTo>
                  <a:lnTo>
                    <a:pt x="359" y="359"/>
                  </a:lnTo>
                  <a:lnTo>
                    <a:pt x="283" y="449"/>
                  </a:lnTo>
                  <a:lnTo>
                    <a:pt x="206" y="538"/>
                  </a:lnTo>
                  <a:lnTo>
                    <a:pt x="142" y="641"/>
                  </a:lnTo>
                  <a:lnTo>
                    <a:pt x="90" y="743"/>
                  </a:lnTo>
                  <a:lnTo>
                    <a:pt x="52" y="859"/>
                  </a:lnTo>
                  <a:lnTo>
                    <a:pt x="26" y="974"/>
                  </a:lnTo>
                  <a:lnTo>
                    <a:pt x="1" y="1089"/>
                  </a:lnTo>
                  <a:lnTo>
                    <a:pt x="1" y="1217"/>
                  </a:lnTo>
                  <a:lnTo>
                    <a:pt x="1" y="1345"/>
                  </a:lnTo>
                  <a:lnTo>
                    <a:pt x="26" y="1461"/>
                  </a:lnTo>
                  <a:lnTo>
                    <a:pt x="52" y="1576"/>
                  </a:lnTo>
                  <a:lnTo>
                    <a:pt x="90" y="1691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83" y="1986"/>
                  </a:lnTo>
                  <a:lnTo>
                    <a:pt x="359" y="2075"/>
                  </a:lnTo>
                  <a:lnTo>
                    <a:pt x="436" y="2152"/>
                  </a:lnTo>
                  <a:lnTo>
                    <a:pt x="539" y="2229"/>
                  </a:lnTo>
                  <a:lnTo>
                    <a:pt x="641" y="2280"/>
                  </a:lnTo>
                  <a:lnTo>
                    <a:pt x="744" y="2332"/>
                  </a:lnTo>
                  <a:lnTo>
                    <a:pt x="859" y="2383"/>
                  </a:lnTo>
                  <a:lnTo>
                    <a:pt x="974" y="2408"/>
                  </a:lnTo>
                  <a:lnTo>
                    <a:pt x="1089" y="2421"/>
                  </a:lnTo>
                  <a:lnTo>
                    <a:pt x="1218" y="2434"/>
                  </a:lnTo>
                  <a:lnTo>
                    <a:pt x="1333" y="2421"/>
                  </a:lnTo>
                  <a:lnTo>
                    <a:pt x="1461" y="2408"/>
                  </a:lnTo>
                  <a:lnTo>
                    <a:pt x="1576" y="2383"/>
                  </a:lnTo>
                  <a:lnTo>
                    <a:pt x="1691" y="2332"/>
                  </a:lnTo>
                  <a:lnTo>
                    <a:pt x="1794" y="2280"/>
                  </a:lnTo>
                  <a:lnTo>
                    <a:pt x="1896" y="2229"/>
                  </a:lnTo>
                  <a:lnTo>
                    <a:pt x="1986" y="2152"/>
                  </a:lnTo>
                  <a:lnTo>
                    <a:pt x="2076" y="2075"/>
                  </a:lnTo>
                  <a:lnTo>
                    <a:pt x="2153" y="1986"/>
                  </a:lnTo>
                  <a:lnTo>
                    <a:pt x="2217" y="1896"/>
                  </a:lnTo>
                  <a:lnTo>
                    <a:pt x="2281" y="1794"/>
                  </a:lnTo>
                  <a:lnTo>
                    <a:pt x="2332" y="1691"/>
                  </a:lnTo>
                  <a:lnTo>
                    <a:pt x="2370" y="1576"/>
                  </a:lnTo>
                  <a:lnTo>
                    <a:pt x="2409" y="1461"/>
                  </a:lnTo>
                  <a:lnTo>
                    <a:pt x="2421" y="1345"/>
                  </a:lnTo>
                  <a:lnTo>
                    <a:pt x="2434" y="1217"/>
                  </a:lnTo>
                  <a:lnTo>
                    <a:pt x="2421" y="1089"/>
                  </a:lnTo>
                  <a:lnTo>
                    <a:pt x="2409" y="974"/>
                  </a:lnTo>
                  <a:lnTo>
                    <a:pt x="2370" y="859"/>
                  </a:lnTo>
                  <a:lnTo>
                    <a:pt x="2332" y="743"/>
                  </a:lnTo>
                  <a:lnTo>
                    <a:pt x="2281" y="641"/>
                  </a:lnTo>
                  <a:lnTo>
                    <a:pt x="2217" y="538"/>
                  </a:lnTo>
                  <a:lnTo>
                    <a:pt x="2153" y="449"/>
                  </a:lnTo>
                  <a:lnTo>
                    <a:pt x="2076" y="359"/>
                  </a:lnTo>
                  <a:lnTo>
                    <a:pt x="1986" y="282"/>
                  </a:lnTo>
                  <a:lnTo>
                    <a:pt x="1896" y="218"/>
                  </a:lnTo>
                  <a:lnTo>
                    <a:pt x="1794" y="154"/>
                  </a:lnTo>
                  <a:lnTo>
                    <a:pt x="1691" y="103"/>
                  </a:lnTo>
                  <a:lnTo>
                    <a:pt x="1576" y="65"/>
                  </a:lnTo>
                  <a:lnTo>
                    <a:pt x="1461" y="26"/>
                  </a:lnTo>
                  <a:lnTo>
                    <a:pt x="1333" y="13"/>
                  </a:lnTo>
                  <a:lnTo>
                    <a:pt x="1218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44"/>
            <p:cNvSpPr/>
            <p:nvPr/>
          </p:nvSpPr>
          <p:spPr>
            <a:xfrm>
              <a:off x="3468650" y="2192600"/>
              <a:ext cx="60550" cy="60850"/>
            </a:xfrm>
            <a:custGeom>
              <a:avLst/>
              <a:gdLst/>
              <a:ahLst/>
              <a:cxnLst/>
              <a:rect l="l" t="t" r="r" b="b"/>
              <a:pathLst>
                <a:path w="2422" h="2434" extrusionOk="0">
                  <a:moveTo>
                    <a:pt x="1090" y="0"/>
                  </a:moveTo>
                  <a:lnTo>
                    <a:pt x="974" y="26"/>
                  </a:lnTo>
                  <a:lnTo>
                    <a:pt x="846" y="52"/>
                  </a:lnTo>
                  <a:lnTo>
                    <a:pt x="744" y="90"/>
                  </a:lnTo>
                  <a:lnTo>
                    <a:pt x="628" y="141"/>
                  </a:lnTo>
                  <a:lnTo>
                    <a:pt x="539" y="205"/>
                  </a:lnTo>
                  <a:lnTo>
                    <a:pt x="436" y="282"/>
                  </a:lnTo>
                  <a:lnTo>
                    <a:pt x="359" y="359"/>
                  </a:lnTo>
                  <a:lnTo>
                    <a:pt x="270" y="436"/>
                  </a:lnTo>
                  <a:lnTo>
                    <a:pt x="206" y="538"/>
                  </a:lnTo>
                  <a:lnTo>
                    <a:pt x="142" y="641"/>
                  </a:lnTo>
                  <a:lnTo>
                    <a:pt x="90" y="743"/>
                  </a:lnTo>
                  <a:lnTo>
                    <a:pt x="52" y="859"/>
                  </a:lnTo>
                  <a:lnTo>
                    <a:pt x="26" y="974"/>
                  </a:lnTo>
                  <a:lnTo>
                    <a:pt x="1" y="1089"/>
                  </a:lnTo>
                  <a:lnTo>
                    <a:pt x="1" y="1217"/>
                  </a:lnTo>
                  <a:lnTo>
                    <a:pt x="1" y="1332"/>
                  </a:lnTo>
                  <a:lnTo>
                    <a:pt x="26" y="1461"/>
                  </a:lnTo>
                  <a:lnTo>
                    <a:pt x="52" y="1576"/>
                  </a:lnTo>
                  <a:lnTo>
                    <a:pt x="90" y="1691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70" y="1986"/>
                  </a:lnTo>
                  <a:lnTo>
                    <a:pt x="359" y="2075"/>
                  </a:lnTo>
                  <a:lnTo>
                    <a:pt x="436" y="2152"/>
                  </a:lnTo>
                  <a:lnTo>
                    <a:pt x="539" y="2216"/>
                  </a:lnTo>
                  <a:lnTo>
                    <a:pt x="628" y="2280"/>
                  </a:lnTo>
                  <a:lnTo>
                    <a:pt x="744" y="2331"/>
                  </a:lnTo>
                  <a:lnTo>
                    <a:pt x="846" y="2370"/>
                  </a:lnTo>
                  <a:lnTo>
                    <a:pt x="974" y="2408"/>
                  </a:lnTo>
                  <a:lnTo>
                    <a:pt x="1090" y="2421"/>
                  </a:lnTo>
                  <a:lnTo>
                    <a:pt x="1218" y="2434"/>
                  </a:lnTo>
                  <a:lnTo>
                    <a:pt x="1333" y="2421"/>
                  </a:lnTo>
                  <a:lnTo>
                    <a:pt x="1461" y="2408"/>
                  </a:lnTo>
                  <a:lnTo>
                    <a:pt x="1576" y="2370"/>
                  </a:lnTo>
                  <a:lnTo>
                    <a:pt x="1691" y="2331"/>
                  </a:lnTo>
                  <a:lnTo>
                    <a:pt x="1794" y="2280"/>
                  </a:lnTo>
                  <a:lnTo>
                    <a:pt x="1896" y="2216"/>
                  </a:lnTo>
                  <a:lnTo>
                    <a:pt x="1986" y="2152"/>
                  </a:lnTo>
                  <a:lnTo>
                    <a:pt x="2076" y="2075"/>
                  </a:lnTo>
                  <a:lnTo>
                    <a:pt x="2153" y="1986"/>
                  </a:lnTo>
                  <a:lnTo>
                    <a:pt x="2217" y="1896"/>
                  </a:lnTo>
                  <a:lnTo>
                    <a:pt x="2281" y="1794"/>
                  </a:lnTo>
                  <a:lnTo>
                    <a:pt x="2332" y="1691"/>
                  </a:lnTo>
                  <a:lnTo>
                    <a:pt x="2370" y="1576"/>
                  </a:lnTo>
                  <a:lnTo>
                    <a:pt x="2396" y="1461"/>
                  </a:lnTo>
                  <a:lnTo>
                    <a:pt x="2422" y="1332"/>
                  </a:lnTo>
                  <a:lnTo>
                    <a:pt x="2422" y="1217"/>
                  </a:lnTo>
                  <a:lnTo>
                    <a:pt x="2422" y="1089"/>
                  </a:lnTo>
                  <a:lnTo>
                    <a:pt x="2396" y="974"/>
                  </a:lnTo>
                  <a:lnTo>
                    <a:pt x="2370" y="859"/>
                  </a:lnTo>
                  <a:lnTo>
                    <a:pt x="2332" y="743"/>
                  </a:lnTo>
                  <a:lnTo>
                    <a:pt x="2281" y="641"/>
                  </a:lnTo>
                  <a:lnTo>
                    <a:pt x="2217" y="538"/>
                  </a:lnTo>
                  <a:lnTo>
                    <a:pt x="2153" y="436"/>
                  </a:lnTo>
                  <a:lnTo>
                    <a:pt x="2076" y="359"/>
                  </a:lnTo>
                  <a:lnTo>
                    <a:pt x="1986" y="282"/>
                  </a:lnTo>
                  <a:lnTo>
                    <a:pt x="1896" y="205"/>
                  </a:lnTo>
                  <a:lnTo>
                    <a:pt x="1794" y="141"/>
                  </a:lnTo>
                  <a:lnTo>
                    <a:pt x="1691" y="90"/>
                  </a:lnTo>
                  <a:lnTo>
                    <a:pt x="1576" y="52"/>
                  </a:lnTo>
                  <a:lnTo>
                    <a:pt x="1461" y="26"/>
                  </a:lnTo>
                  <a:lnTo>
                    <a:pt x="1333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44"/>
            <p:cNvSpPr/>
            <p:nvPr/>
          </p:nvSpPr>
          <p:spPr>
            <a:xfrm>
              <a:off x="3351775" y="2175950"/>
              <a:ext cx="60550" cy="60550"/>
            </a:xfrm>
            <a:custGeom>
              <a:avLst/>
              <a:gdLst/>
              <a:ahLst/>
              <a:cxnLst/>
              <a:rect l="l" t="t" r="r" b="b"/>
              <a:pathLst>
                <a:path w="2422" h="2422" extrusionOk="0">
                  <a:moveTo>
                    <a:pt x="1090" y="0"/>
                  </a:moveTo>
                  <a:lnTo>
                    <a:pt x="962" y="26"/>
                  </a:lnTo>
                  <a:lnTo>
                    <a:pt x="846" y="52"/>
                  </a:lnTo>
                  <a:lnTo>
                    <a:pt x="731" y="90"/>
                  </a:lnTo>
                  <a:lnTo>
                    <a:pt x="629" y="141"/>
                  </a:lnTo>
                  <a:lnTo>
                    <a:pt x="526" y="205"/>
                  </a:lnTo>
                  <a:lnTo>
                    <a:pt x="436" y="269"/>
                  </a:lnTo>
                  <a:lnTo>
                    <a:pt x="347" y="359"/>
                  </a:lnTo>
                  <a:lnTo>
                    <a:pt x="270" y="436"/>
                  </a:lnTo>
                  <a:lnTo>
                    <a:pt x="206" y="538"/>
                  </a:lnTo>
                  <a:lnTo>
                    <a:pt x="142" y="628"/>
                  </a:lnTo>
                  <a:lnTo>
                    <a:pt x="91" y="743"/>
                  </a:lnTo>
                  <a:lnTo>
                    <a:pt x="52" y="846"/>
                  </a:lnTo>
                  <a:lnTo>
                    <a:pt x="14" y="961"/>
                  </a:lnTo>
                  <a:lnTo>
                    <a:pt x="1" y="1089"/>
                  </a:lnTo>
                  <a:lnTo>
                    <a:pt x="1" y="1217"/>
                  </a:lnTo>
                  <a:lnTo>
                    <a:pt x="1" y="1332"/>
                  </a:lnTo>
                  <a:lnTo>
                    <a:pt x="14" y="1460"/>
                  </a:lnTo>
                  <a:lnTo>
                    <a:pt x="52" y="1576"/>
                  </a:lnTo>
                  <a:lnTo>
                    <a:pt x="91" y="1678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70" y="1986"/>
                  </a:lnTo>
                  <a:lnTo>
                    <a:pt x="347" y="2075"/>
                  </a:lnTo>
                  <a:lnTo>
                    <a:pt x="436" y="2152"/>
                  </a:lnTo>
                  <a:lnTo>
                    <a:pt x="526" y="2216"/>
                  </a:lnTo>
                  <a:lnTo>
                    <a:pt x="629" y="2280"/>
                  </a:lnTo>
                  <a:lnTo>
                    <a:pt x="731" y="2331"/>
                  </a:lnTo>
                  <a:lnTo>
                    <a:pt x="846" y="2370"/>
                  </a:lnTo>
                  <a:lnTo>
                    <a:pt x="962" y="2395"/>
                  </a:lnTo>
                  <a:lnTo>
                    <a:pt x="1090" y="2421"/>
                  </a:lnTo>
                  <a:lnTo>
                    <a:pt x="1333" y="2421"/>
                  </a:lnTo>
                  <a:lnTo>
                    <a:pt x="1448" y="2395"/>
                  </a:lnTo>
                  <a:lnTo>
                    <a:pt x="1576" y="2370"/>
                  </a:lnTo>
                  <a:lnTo>
                    <a:pt x="1679" y="2331"/>
                  </a:lnTo>
                  <a:lnTo>
                    <a:pt x="1794" y="2280"/>
                  </a:lnTo>
                  <a:lnTo>
                    <a:pt x="1884" y="2216"/>
                  </a:lnTo>
                  <a:lnTo>
                    <a:pt x="1986" y="2152"/>
                  </a:lnTo>
                  <a:lnTo>
                    <a:pt x="2063" y="2075"/>
                  </a:lnTo>
                  <a:lnTo>
                    <a:pt x="2153" y="1986"/>
                  </a:lnTo>
                  <a:lnTo>
                    <a:pt x="2217" y="1896"/>
                  </a:lnTo>
                  <a:lnTo>
                    <a:pt x="2281" y="1794"/>
                  </a:lnTo>
                  <a:lnTo>
                    <a:pt x="2332" y="1678"/>
                  </a:lnTo>
                  <a:lnTo>
                    <a:pt x="2370" y="1576"/>
                  </a:lnTo>
                  <a:lnTo>
                    <a:pt x="2396" y="1460"/>
                  </a:lnTo>
                  <a:lnTo>
                    <a:pt x="2422" y="1332"/>
                  </a:lnTo>
                  <a:lnTo>
                    <a:pt x="2422" y="1217"/>
                  </a:lnTo>
                  <a:lnTo>
                    <a:pt x="2422" y="1089"/>
                  </a:lnTo>
                  <a:lnTo>
                    <a:pt x="2396" y="961"/>
                  </a:lnTo>
                  <a:lnTo>
                    <a:pt x="2370" y="846"/>
                  </a:lnTo>
                  <a:lnTo>
                    <a:pt x="2332" y="743"/>
                  </a:lnTo>
                  <a:lnTo>
                    <a:pt x="2281" y="628"/>
                  </a:lnTo>
                  <a:lnTo>
                    <a:pt x="2217" y="538"/>
                  </a:lnTo>
                  <a:lnTo>
                    <a:pt x="2153" y="436"/>
                  </a:lnTo>
                  <a:lnTo>
                    <a:pt x="2063" y="359"/>
                  </a:lnTo>
                  <a:lnTo>
                    <a:pt x="1986" y="269"/>
                  </a:lnTo>
                  <a:lnTo>
                    <a:pt x="1884" y="205"/>
                  </a:lnTo>
                  <a:lnTo>
                    <a:pt x="1794" y="141"/>
                  </a:lnTo>
                  <a:lnTo>
                    <a:pt x="1679" y="90"/>
                  </a:lnTo>
                  <a:lnTo>
                    <a:pt x="1576" y="52"/>
                  </a:lnTo>
                  <a:lnTo>
                    <a:pt x="1448" y="26"/>
                  </a:lnTo>
                  <a:lnTo>
                    <a:pt x="1333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44"/>
            <p:cNvSpPr/>
            <p:nvPr/>
          </p:nvSpPr>
          <p:spPr>
            <a:xfrm>
              <a:off x="3268225" y="2432100"/>
              <a:ext cx="60525" cy="60550"/>
            </a:xfrm>
            <a:custGeom>
              <a:avLst/>
              <a:gdLst/>
              <a:ahLst/>
              <a:cxnLst/>
              <a:rect l="l" t="t" r="r" b="b"/>
              <a:pathLst>
                <a:path w="2421" h="2422" extrusionOk="0">
                  <a:moveTo>
                    <a:pt x="1089" y="1"/>
                  </a:moveTo>
                  <a:lnTo>
                    <a:pt x="961" y="26"/>
                  </a:lnTo>
                  <a:lnTo>
                    <a:pt x="845" y="52"/>
                  </a:lnTo>
                  <a:lnTo>
                    <a:pt x="743" y="90"/>
                  </a:lnTo>
                  <a:lnTo>
                    <a:pt x="628" y="142"/>
                  </a:lnTo>
                  <a:lnTo>
                    <a:pt x="525" y="206"/>
                  </a:lnTo>
                  <a:lnTo>
                    <a:pt x="436" y="282"/>
                  </a:lnTo>
                  <a:lnTo>
                    <a:pt x="346" y="359"/>
                  </a:lnTo>
                  <a:lnTo>
                    <a:pt x="269" y="436"/>
                  </a:lnTo>
                  <a:lnTo>
                    <a:pt x="205" y="539"/>
                  </a:lnTo>
                  <a:lnTo>
                    <a:pt x="141" y="628"/>
                  </a:lnTo>
                  <a:lnTo>
                    <a:pt x="90" y="744"/>
                  </a:lnTo>
                  <a:lnTo>
                    <a:pt x="51" y="846"/>
                  </a:lnTo>
                  <a:lnTo>
                    <a:pt x="26" y="974"/>
                  </a:lnTo>
                  <a:lnTo>
                    <a:pt x="0" y="1089"/>
                  </a:lnTo>
                  <a:lnTo>
                    <a:pt x="0" y="1217"/>
                  </a:lnTo>
                  <a:lnTo>
                    <a:pt x="0" y="1333"/>
                  </a:lnTo>
                  <a:lnTo>
                    <a:pt x="26" y="1461"/>
                  </a:lnTo>
                  <a:lnTo>
                    <a:pt x="51" y="1576"/>
                  </a:lnTo>
                  <a:lnTo>
                    <a:pt x="90" y="1691"/>
                  </a:lnTo>
                  <a:lnTo>
                    <a:pt x="141" y="1794"/>
                  </a:lnTo>
                  <a:lnTo>
                    <a:pt x="205" y="1896"/>
                  </a:lnTo>
                  <a:lnTo>
                    <a:pt x="269" y="1986"/>
                  </a:lnTo>
                  <a:lnTo>
                    <a:pt x="346" y="2076"/>
                  </a:lnTo>
                  <a:lnTo>
                    <a:pt x="436" y="2152"/>
                  </a:lnTo>
                  <a:lnTo>
                    <a:pt x="525" y="2216"/>
                  </a:lnTo>
                  <a:lnTo>
                    <a:pt x="628" y="2281"/>
                  </a:lnTo>
                  <a:lnTo>
                    <a:pt x="743" y="2332"/>
                  </a:lnTo>
                  <a:lnTo>
                    <a:pt x="845" y="2370"/>
                  </a:lnTo>
                  <a:lnTo>
                    <a:pt x="961" y="2409"/>
                  </a:lnTo>
                  <a:lnTo>
                    <a:pt x="1089" y="2421"/>
                  </a:lnTo>
                  <a:lnTo>
                    <a:pt x="1332" y="2421"/>
                  </a:lnTo>
                  <a:lnTo>
                    <a:pt x="1460" y="2409"/>
                  </a:lnTo>
                  <a:lnTo>
                    <a:pt x="1575" y="2370"/>
                  </a:lnTo>
                  <a:lnTo>
                    <a:pt x="1678" y="2332"/>
                  </a:lnTo>
                  <a:lnTo>
                    <a:pt x="1793" y="2281"/>
                  </a:lnTo>
                  <a:lnTo>
                    <a:pt x="1883" y="2216"/>
                  </a:lnTo>
                  <a:lnTo>
                    <a:pt x="1985" y="2152"/>
                  </a:lnTo>
                  <a:lnTo>
                    <a:pt x="2062" y="2076"/>
                  </a:lnTo>
                  <a:lnTo>
                    <a:pt x="2152" y="1986"/>
                  </a:lnTo>
                  <a:lnTo>
                    <a:pt x="2216" y="1896"/>
                  </a:lnTo>
                  <a:lnTo>
                    <a:pt x="2280" y="1794"/>
                  </a:lnTo>
                  <a:lnTo>
                    <a:pt x="2331" y="1691"/>
                  </a:lnTo>
                  <a:lnTo>
                    <a:pt x="2370" y="1576"/>
                  </a:lnTo>
                  <a:lnTo>
                    <a:pt x="2395" y="1461"/>
                  </a:lnTo>
                  <a:lnTo>
                    <a:pt x="2421" y="1333"/>
                  </a:lnTo>
                  <a:lnTo>
                    <a:pt x="2421" y="1217"/>
                  </a:lnTo>
                  <a:lnTo>
                    <a:pt x="2421" y="1089"/>
                  </a:lnTo>
                  <a:lnTo>
                    <a:pt x="2395" y="974"/>
                  </a:lnTo>
                  <a:lnTo>
                    <a:pt x="2370" y="846"/>
                  </a:lnTo>
                  <a:lnTo>
                    <a:pt x="2331" y="744"/>
                  </a:lnTo>
                  <a:lnTo>
                    <a:pt x="2280" y="628"/>
                  </a:lnTo>
                  <a:lnTo>
                    <a:pt x="2216" y="539"/>
                  </a:lnTo>
                  <a:lnTo>
                    <a:pt x="2152" y="436"/>
                  </a:lnTo>
                  <a:lnTo>
                    <a:pt x="2062" y="359"/>
                  </a:lnTo>
                  <a:lnTo>
                    <a:pt x="1985" y="282"/>
                  </a:lnTo>
                  <a:lnTo>
                    <a:pt x="1883" y="206"/>
                  </a:lnTo>
                  <a:lnTo>
                    <a:pt x="1793" y="142"/>
                  </a:lnTo>
                  <a:lnTo>
                    <a:pt x="1678" y="90"/>
                  </a:lnTo>
                  <a:lnTo>
                    <a:pt x="1575" y="52"/>
                  </a:lnTo>
                  <a:lnTo>
                    <a:pt x="1460" y="26"/>
                  </a:lnTo>
                  <a:lnTo>
                    <a:pt x="1332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44"/>
            <p:cNvSpPr/>
            <p:nvPr/>
          </p:nvSpPr>
          <p:spPr>
            <a:xfrm>
              <a:off x="3334825" y="2618775"/>
              <a:ext cx="60850" cy="60550"/>
            </a:xfrm>
            <a:custGeom>
              <a:avLst/>
              <a:gdLst/>
              <a:ahLst/>
              <a:cxnLst/>
              <a:rect l="l" t="t" r="r" b="b"/>
              <a:pathLst>
                <a:path w="2434" h="2422" extrusionOk="0">
                  <a:moveTo>
                    <a:pt x="1089" y="1"/>
                  </a:moveTo>
                  <a:lnTo>
                    <a:pt x="974" y="14"/>
                  </a:lnTo>
                  <a:lnTo>
                    <a:pt x="858" y="52"/>
                  </a:lnTo>
                  <a:lnTo>
                    <a:pt x="743" y="90"/>
                  </a:lnTo>
                  <a:lnTo>
                    <a:pt x="641" y="142"/>
                  </a:lnTo>
                  <a:lnTo>
                    <a:pt x="538" y="206"/>
                  </a:lnTo>
                  <a:lnTo>
                    <a:pt x="448" y="270"/>
                  </a:lnTo>
                  <a:lnTo>
                    <a:pt x="359" y="347"/>
                  </a:lnTo>
                  <a:lnTo>
                    <a:pt x="282" y="436"/>
                  </a:lnTo>
                  <a:lnTo>
                    <a:pt x="218" y="526"/>
                  </a:lnTo>
                  <a:lnTo>
                    <a:pt x="154" y="628"/>
                  </a:lnTo>
                  <a:lnTo>
                    <a:pt x="103" y="731"/>
                  </a:lnTo>
                  <a:lnTo>
                    <a:pt x="64" y="846"/>
                  </a:lnTo>
                  <a:lnTo>
                    <a:pt x="26" y="961"/>
                  </a:lnTo>
                  <a:lnTo>
                    <a:pt x="13" y="1089"/>
                  </a:lnTo>
                  <a:lnTo>
                    <a:pt x="0" y="1205"/>
                  </a:lnTo>
                  <a:lnTo>
                    <a:pt x="13" y="1333"/>
                  </a:lnTo>
                  <a:lnTo>
                    <a:pt x="26" y="1448"/>
                  </a:lnTo>
                  <a:lnTo>
                    <a:pt x="64" y="1576"/>
                  </a:lnTo>
                  <a:lnTo>
                    <a:pt x="103" y="1679"/>
                  </a:lnTo>
                  <a:lnTo>
                    <a:pt x="154" y="1794"/>
                  </a:lnTo>
                  <a:lnTo>
                    <a:pt x="218" y="1883"/>
                  </a:lnTo>
                  <a:lnTo>
                    <a:pt x="282" y="1986"/>
                  </a:lnTo>
                  <a:lnTo>
                    <a:pt x="359" y="2063"/>
                  </a:lnTo>
                  <a:lnTo>
                    <a:pt x="448" y="2140"/>
                  </a:lnTo>
                  <a:lnTo>
                    <a:pt x="538" y="2216"/>
                  </a:lnTo>
                  <a:lnTo>
                    <a:pt x="641" y="2281"/>
                  </a:lnTo>
                  <a:lnTo>
                    <a:pt x="743" y="2332"/>
                  </a:lnTo>
                  <a:lnTo>
                    <a:pt x="858" y="2370"/>
                  </a:lnTo>
                  <a:lnTo>
                    <a:pt x="974" y="2396"/>
                  </a:lnTo>
                  <a:lnTo>
                    <a:pt x="1089" y="2421"/>
                  </a:lnTo>
                  <a:lnTo>
                    <a:pt x="1345" y="2421"/>
                  </a:lnTo>
                  <a:lnTo>
                    <a:pt x="1460" y="2396"/>
                  </a:lnTo>
                  <a:lnTo>
                    <a:pt x="1576" y="2370"/>
                  </a:lnTo>
                  <a:lnTo>
                    <a:pt x="1691" y="2332"/>
                  </a:lnTo>
                  <a:lnTo>
                    <a:pt x="1793" y="2281"/>
                  </a:lnTo>
                  <a:lnTo>
                    <a:pt x="1896" y="2216"/>
                  </a:lnTo>
                  <a:lnTo>
                    <a:pt x="1985" y="2140"/>
                  </a:lnTo>
                  <a:lnTo>
                    <a:pt x="2075" y="2063"/>
                  </a:lnTo>
                  <a:lnTo>
                    <a:pt x="2152" y="1986"/>
                  </a:lnTo>
                  <a:lnTo>
                    <a:pt x="2229" y="1883"/>
                  </a:lnTo>
                  <a:lnTo>
                    <a:pt x="2293" y="1794"/>
                  </a:lnTo>
                  <a:lnTo>
                    <a:pt x="2344" y="1679"/>
                  </a:lnTo>
                  <a:lnTo>
                    <a:pt x="2382" y="1576"/>
                  </a:lnTo>
                  <a:lnTo>
                    <a:pt x="2408" y="1448"/>
                  </a:lnTo>
                  <a:lnTo>
                    <a:pt x="2421" y="1333"/>
                  </a:lnTo>
                  <a:lnTo>
                    <a:pt x="2434" y="1205"/>
                  </a:lnTo>
                  <a:lnTo>
                    <a:pt x="2421" y="1089"/>
                  </a:lnTo>
                  <a:lnTo>
                    <a:pt x="2408" y="961"/>
                  </a:lnTo>
                  <a:lnTo>
                    <a:pt x="2382" y="846"/>
                  </a:lnTo>
                  <a:lnTo>
                    <a:pt x="2344" y="731"/>
                  </a:lnTo>
                  <a:lnTo>
                    <a:pt x="2293" y="628"/>
                  </a:lnTo>
                  <a:lnTo>
                    <a:pt x="2229" y="526"/>
                  </a:lnTo>
                  <a:lnTo>
                    <a:pt x="2152" y="436"/>
                  </a:lnTo>
                  <a:lnTo>
                    <a:pt x="2075" y="347"/>
                  </a:lnTo>
                  <a:lnTo>
                    <a:pt x="1985" y="270"/>
                  </a:lnTo>
                  <a:lnTo>
                    <a:pt x="1896" y="206"/>
                  </a:lnTo>
                  <a:lnTo>
                    <a:pt x="1793" y="142"/>
                  </a:lnTo>
                  <a:lnTo>
                    <a:pt x="1691" y="90"/>
                  </a:lnTo>
                  <a:lnTo>
                    <a:pt x="1576" y="52"/>
                  </a:lnTo>
                  <a:lnTo>
                    <a:pt x="1460" y="14"/>
                  </a:lnTo>
                  <a:lnTo>
                    <a:pt x="1345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44"/>
            <p:cNvSpPr/>
            <p:nvPr/>
          </p:nvSpPr>
          <p:spPr>
            <a:xfrm>
              <a:off x="3268225" y="2759675"/>
              <a:ext cx="60525" cy="60850"/>
            </a:xfrm>
            <a:custGeom>
              <a:avLst/>
              <a:gdLst/>
              <a:ahLst/>
              <a:cxnLst/>
              <a:rect l="l" t="t" r="r" b="b"/>
              <a:pathLst>
                <a:path w="2421" h="2434" extrusionOk="0">
                  <a:moveTo>
                    <a:pt x="1204" y="0"/>
                  </a:moveTo>
                  <a:lnTo>
                    <a:pt x="1089" y="13"/>
                  </a:lnTo>
                  <a:lnTo>
                    <a:pt x="961" y="26"/>
                  </a:lnTo>
                  <a:lnTo>
                    <a:pt x="845" y="64"/>
                  </a:lnTo>
                  <a:lnTo>
                    <a:pt x="743" y="103"/>
                  </a:lnTo>
                  <a:lnTo>
                    <a:pt x="628" y="154"/>
                  </a:lnTo>
                  <a:lnTo>
                    <a:pt x="525" y="218"/>
                  </a:lnTo>
                  <a:lnTo>
                    <a:pt x="436" y="282"/>
                  </a:lnTo>
                  <a:lnTo>
                    <a:pt x="346" y="359"/>
                  </a:lnTo>
                  <a:lnTo>
                    <a:pt x="269" y="448"/>
                  </a:lnTo>
                  <a:lnTo>
                    <a:pt x="205" y="538"/>
                  </a:lnTo>
                  <a:lnTo>
                    <a:pt x="141" y="641"/>
                  </a:lnTo>
                  <a:lnTo>
                    <a:pt x="90" y="743"/>
                  </a:lnTo>
                  <a:lnTo>
                    <a:pt x="51" y="858"/>
                  </a:lnTo>
                  <a:lnTo>
                    <a:pt x="26" y="974"/>
                  </a:lnTo>
                  <a:lnTo>
                    <a:pt x="0" y="1102"/>
                  </a:lnTo>
                  <a:lnTo>
                    <a:pt x="0" y="1217"/>
                  </a:lnTo>
                  <a:lnTo>
                    <a:pt x="0" y="1345"/>
                  </a:lnTo>
                  <a:lnTo>
                    <a:pt x="26" y="1460"/>
                  </a:lnTo>
                  <a:lnTo>
                    <a:pt x="51" y="1576"/>
                  </a:lnTo>
                  <a:lnTo>
                    <a:pt x="90" y="1691"/>
                  </a:lnTo>
                  <a:lnTo>
                    <a:pt x="141" y="1793"/>
                  </a:lnTo>
                  <a:lnTo>
                    <a:pt x="205" y="1896"/>
                  </a:lnTo>
                  <a:lnTo>
                    <a:pt x="269" y="1985"/>
                  </a:lnTo>
                  <a:lnTo>
                    <a:pt x="346" y="2075"/>
                  </a:lnTo>
                  <a:lnTo>
                    <a:pt x="436" y="2152"/>
                  </a:lnTo>
                  <a:lnTo>
                    <a:pt x="525" y="2229"/>
                  </a:lnTo>
                  <a:lnTo>
                    <a:pt x="628" y="2293"/>
                  </a:lnTo>
                  <a:lnTo>
                    <a:pt x="743" y="2344"/>
                  </a:lnTo>
                  <a:lnTo>
                    <a:pt x="845" y="2382"/>
                  </a:lnTo>
                  <a:lnTo>
                    <a:pt x="961" y="2408"/>
                  </a:lnTo>
                  <a:lnTo>
                    <a:pt x="1089" y="2421"/>
                  </a:lnTo>
                  <a:lnTo>
                    <a:pt x="1204" y="2434"/>
                  </a:lnTo>
                  <a:lnTo>
                    <a:pt x="1332" y="2421"/>
                  </a:lnTo>
                  <a:lnTo>
                    <a:pt x="1460" y="2408"/>
                  </a:lnTo>
                  <a:lnTo>
                    <a:pt x="1575" y="2382"/>
                  </a:lnTo>
                  <a:lnTo>
                    <a:pt x="1678" y="2344"/>
                  </a:lnTo>
                  <a:lnTo>
                    <a:pt x="1793" y="2293"/>
                  </a:lnTo>
                  <a:lnTo>
                    <a:pt x="1883" y="2229"/>
                  </a:lnTo>
                  <a:lnTo>
                    <a:pt x="1985" y="2152"/>
                  </a:lnTo>
                  <a:lnTo>
                    <a:pt x="2062" y="2075"/>
                  </a:lnTo>
                  <a:lnTo>
                    <a:pt x="2152" y="1985"/>
                  </a:lnTo>
                  <a:lnTo>
                    <a:pt x="2216" y="1896"/>
                  </a:lnTo>
                  <a:lnTo>
                    <a:pt x="2280" y="1793"/>
                  </a:lnTo>
                  <a:lnTo>
                    <a:pt x="2331" y="1691"/>
                  </a:lnTo>
                  <a:lnTo>
                    <a:pt x="2370" y="1576"/>
                  </a:lnTo>
                  <a:lnTo>
                    <a:pt x="2395" y="1460"/>
                  </a:lnTo>
                  <a:lnTo>
                    <a:pt x="2421" y="1345"/>
                  </a:lnTo>
                  <a:lnTo>
                    <a:pt x="2421" y="1217"/>
                  </a:lnTo>
                  <a:lnTo>
                    <a:pt x="2421" y="1102"/>
                  </a:lnTo>
                  <a:lnTo>
                    <a:pt x="2395" y="974"/>
                  </a:lnTo>
                  <a:lnTo>
                    <a:pt x="2370" y="858"/>
                  </a:lnTo>
                  <a:lnTo>
                    <a:pt x="2331" y="743"/>
                  </a:lnTo>
                  <a:lnTo>
                    <a:pt x="2280" y="641"/>
                  </a:lnTo>
                  <a:lnTo>
                    <a:pt x="2216" y="538"/>
                  </a:lnTo>
                  <a:lnTo>
                    <a:pt x="2152" y="448"/>
                  </a:lnTo>
                  <a:lnTo>
                    <a:pt x="2062" y="359"/>
                  </a:lnTo>
                  <a:lnTo>
                    <a:pt x="1985" y="282"/>
                  </a:lnTo>
                  <a:lnTo>
                    <a:pt x="1883" y="218"/>
                  </a:lnTo>
                  <a:lnTo>
                    <a:pt x="1793" y="154"/>
                  </a:lnTo>
                  <a:lnTo>
                    <a:pt x="1678" y="103"/>
                  </a:lnTo>
                  <a:lnTo>
                    <a:pt x="1575" y="64"/>
                  </a:lnTo>
                  <a:lnTo>
                    <a:pt x="1460" y="26"/>
                  </a:lnTo>
                  <a:lnTo>
                    <a:pt x="1332" y="13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44"/>
            <p:cNvSpPr/>
            <p:nvPr/>
          </p:nvSpPr>
          <p:spPr>
            <a:xfrm>
              <a:off x="3385075" y="2966825"/>
              <a:ext cx="60875" cy="60550"/>
            </a:xfrm>
            <a:custGeom>
              <a:avLst/>
              <a:gdLst/>
              <a:ahLst/>
              <a:cxnLst/>
              <a:rect l="l" t="t" r="r" b="b"/>
              <a:pathLst>
                <a:path w="2435" h="2422" extrusionOk="0">
                  <a:moveTo>
                    <a:pt x="1090" y="1"/>
                  </a:moveTo>
                  <a:lnTo>
                    <a:pt x="974" y="27"/>
                  </a:lnTo>
                  <a:lnTo>
                    <a:pt x="859" y="52"/>
                  </a:lnTo>
                  <a:lnTo>
                    <a:pt x="744" y="91"/>
                  </a:lnTo>
                  <a:lnTo>
                    <a:pt x="641" y="142"/>
                  </a:lnTo>
                  <a:lnTo>
                    <a:pt x="539" y="206"/>
                  </a:lnTo>
                  <a:lnTo>
                    <a:pt x="436" y="270"/>
                  </a:lnTo>
                  <a:lnTo>
                    <a:pt x="360" y="360"/>
                  </a:lnTo>
                  <a:lnTo>
                    <a:pt x="283" y="436"/>
                  </a:lnTo>
                  <a:lnTo>
                    <a:pt x="206" y="539"/>
                  </a:lnTo>
                  <a:lnTo>
                    <a:pt x="142" y="628"/>
                  </a:lnTo>
                  <a:lnTo>
                    <a:pt x="91" y="744"/>
                  </a:lnTo>
                  <a:lnTo>
                    <a:pt x="52" y="846"/>
                  </a:lnTo>
                  <a:lnTo>
                    <a:pt x="27" y="961"/>
                  </a:lnTo>
                  <a:lnTo>
                    <a:pt x="1" y="1090"/>
                  </a:lnTo>
                  <a:lnTo>
                    <a:pt x="1" y="1218"/>
                  </a:lnTo>
                  <a:lnTo>
                    <a:pt x="1" y="1333"/>
                  </a:lnTo>
                  <a:lnTo>
                    <a:pt x="27" y="1461"/>
                  </a:lnTo>
                  <a:lnTo>
                    <a:pt x="52" y="1576"/>
                  </a:lnTo>
                  <a:lnTo>
                    <a:pt x="91" y="1679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83" y="1986"/>
                  </a:lnTo>
                  <a:lnTo>
                    <a:pt x="360" y="2076"/>
                  </a:lnTo>
                  <a:lnTo>
                    <a:pt x="436" y="2153"/>
                  </a:lnTo>
                  <a:lnTo>
                    <a:pt x="539" y="2217"/>
                  </a:lnTo>
                  <a:lnTo>
                    <a:pt x="641" y="2281"/>
                  </a:lnTo>
                  <a:lnTo>
                    <a:pt x="744" y="2332"/>
                  </a:lnTo>
                  <a:lnTo>
                    <a:pt x="859" y="2370"/>
                  </a:lnTo>
                  <a:lnTo>
                    <a:pt x="974" y="2396"/>
                  </a:lnTo>
                  <a:lnTo>
                    <a:pt x="1090" y="2422"/>
                  </a:lnTo>
                  <a:lnTo>
                    <a:pt x="1333" y="2422"/>
                  </a:lnTo>
                  <a:lnTo>
                    <a:pt x="1461" y="2396"/>
                  </a:lnTo>
                  <a:lnTo>
                    <a:pt x="1576" y="2370"/>
                  </a:lnTo>
                  <a:lnTo>
                    <a:pt x="1692" y="2332"/>
                  </a:lnTo>
                  <a:lnTo>
                    <a:pt x="1794" y="2281"/>
                  </a:lnTo>
                  <a:lnTo>
                    <a:pt x="1897" y="2217"/>
                  </a:lnTo>
                  <a:lnTo>
                    <a:pt x="1986" y="2153"/>
                  </a:lnTo>
                  <a:lnTo>
                    <a:pt x="2076" y="2076"/>
                  </a:lnTo>
                  <a:lnTo>
                    <a:pt x="2153" y="1986"/>
                  </a:lnTo>
                  <a:lnTo>
                    <a:pt x="2217" y="1896"/>
                  </a:lnTo>
                  <a:lnTo>
                    <a:pt x="2281" y="1794"/>
                  </a:lnTo>
                  <a:lnTo>
                    <a:pt x="2332" y="1679"/>
                  </a:lnTo>
                  <a:lnTo>
                    <a:pt x="2370" y="1576"/>
                  </a:lnTo>
                  <a:lnTo>
                    <a:pt x="2409" y="1461"/>
                  </a:lnTo>
                  <a:lnTo>
                    <a:pt x="2422" y="1333"/>
                  </a:lnTo>
                  <a:lnTo>
                    <a:pt x="2434" y="1218"/>
                  </a:lnTo>
                  <a:lnTo>
                    <a:pt x="2422" y="1090"/>
                  </a:lnTo>
                  <a:lnTo>
                    <a:pt x="2409" y="961"/>
                  </a:lnTo>
                  <a:lnTo>
                    <a:pt x="2370" y="846"/>
                  </a:lnTo>
                  <a:lnTo>
                    <a:pt x="2332" y="744"/>
                  </a:lnTo>
                  <a:lnTo>
                    <a:pt x="2281" y="628"/>
                  </a:lnTo>
                  <a:lnTo>
                    <a:pt x="2217" y="539"/>
                  </a:lnTo>
                  <a:lnTo>
                    <a:pt x="2153" y="436"/>
                  </a:lnTo>
                  <a:lnTo>
                    <a:pt x="2076" y="360"/>
                  </a:lnTo>
                  <a:lnTo>
                    <a:pt x="1986" y="270"/>
                  </a:lnTo>
                  <a:lnTo>
                    <a:pt x="1897" y="206"/>
                  </a:lnTo>
                  <a:lnTo>
                    <a:pt x="1794" y="142"/>
                  </a:lnTo>
                  <a:lnTo>
                    <a:pt x="1692" y="91"/>
                  </a:lnTo>
                  <a:lnTo>
                    <a:pt x="1576" y="52"/>
                  </a:lnTo>
                  <a:lnTo>
                    <a:pt x="1461" y="27"/>
                  </a:lnTo>
                  <a:lnTo>
                    <a:pt x="1333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44"/>
            <p:cNvSpPr/>
            <p:nvPr/>
          </p:nvSpPr>
          <p:spPr>
            <a:xfrm>
              <a:off x="4036050" y="2993100"/>
              <a:ext cx="60850" cy="60850"/>
            </a:xfrm>
            <a:custGeom>
              <a:avLst/>
              <a:gdLst/>
              <a:ahLst/>
              <a:cxnLst/>
              <a:rect l="l" t="t" r="r" b="b"/>
              <a:pathLst>
                <a:path w="2434" h="2434" extrusionOk="0">
                  <a:moveTo>
                    <a:pt x="1217" y="0"/>
                  </a:moveTo>
                  <a:lnTo>
                    <a:pt x="1102" y="13"/>
                  </a:lnTo>
                  <a:lnTo>
                    <a:pt x="974" y="26"/>
                  </a:lnTo>
                  <a:lnTo>
                    <a:pt x="858" y="64"/>
                  </a:lnTo>
                  <a:lnTo>
                    <a:pt x="743" y="103"/>
                  </a:lnTo>
                  <a:lnTo>
                    <a:pt x="641" y="154"/>
                  </a:lnTo>
                  <a:lnTo>
                    <a:pt x="538" y="218"/>
                  </a:lnTo>
                  <a:lnTo>
                    <a:pt x="449" y="282"/>
                  </a:lnTo>
                  <a:lnTo>
                    <a:pt x="359" y="359"/>
                  </a:lnTo>
                  <a:lnTo>
                    <a:pt x="282" y="448"/>
                  </a:lnTo>
                  <a:lnTo>
                    <a:pt x="218" y="538"/>
                  </a:lnTo>
                  <a:lnTo>
                    <a:pt x="154" y="641"/>
                  </a:lnTo>
                  <a:lnTo>
                    <a:pt x="103" y="743"/>
                  </a:lnTo>
                  <a:lnTo>
                    <a:pt x="64" y="858"/>
                  </a:lnTo>
                  <a:lnTo>
                    <a:pt x="26" y="974"/>
                  </a:lnTo>
                  <a:lnTo>
                    <a:pt x="13" y="1089"/>
                  </a:lnTo>
                  <a:lnTo>
                    <a:pt x="0" y="1217"/>
                  </a:lnTo>
                  <a:lnTo>
                    <a:pt x="13" y="1345"/>
                  </a:lnTo>
                  <a:lnTo>
                    <a:pt x="26" y="1460"/>
                  </a:lnTo>
                  <a:lnTo>
                    <a:pt x="64" y="1576"/>
                  </a:lnTo>
                  <a:lnTo>
                    <a:pt x="103" y="1691"/>
                  </a:lnTo>
                  <a:lnTo>
                    <a:pt x="154" y="1793"/>
                  </a:lnTo>
                  <a:lnTo>
                    <a:pt x="218" y="1896"/>
                  </a:lnTo>
                  <a:lnTo>
                    <a:pt x="282" y="1985"/>
                  </a:lnTo>
                  <a:lnTo>
                    <a:pt x="359" y="2075"/>
                  </a:lnTo>
                  <a:lnTo>
                    <a:pt x="449" y="2152"/>
                  </a:lnTo>
                  <a:lnTo>
                    <a:pt x="538" y="2229"/>
                  </a:lnTo>
                  <a:lnTo>
                    <a:pt x="641" y="2293"/>
                  </a:lnTo>
                  <a:lnTo>
                    <a:pt x="743" y="2344"/>
                  </a:lnTo>
                  <a:lnTo>
                    <a:pt x="858" y="2382"/>
                  </a:lnTo>
                  <a:lnTo>
                    <a:pt x="974" y="2408"/>
                  </a:lnTo>
                  <a:lnTo>
                    <a:pt x="1102" y="2421"/>
                  </a:lnTo>
                  <a:lnTo>
                    <a:pt x="1217" y="2434"/>
                  </a:lnTo>
                  <a:lnTo>
                    <a:pt x="1345" y="2421"/>
                  </a:lnTo>
                  <a:lnTo>
                    <a:pt x="1460" y="2408"/>
                  </a:lnTo>
                  <a:lnTo>
                    <a:pt x="1576" y="2382"/>
                  </a:lnTo>
                  <a:lnTo>
                    <a:pt x="1691" y="2344"/>
                  </a:lnTo>
                  <a:lnTo>
                    <a:pt x="1793" y="2293"/>
                  </a:lnTo>
                  <a:lnTo>
                    <a:pt x="1896" y="2229"/>
                  </a:lnTo>
                  <a:lnTo>
                    <a:pt x="1998" y="2152"/>
                  </a:lnTo>
                  <a:lnTo>
                    <a:pt x="2075" y="2075"/>
                  </a:lnTo>
                  <a:lnTo>
                    <a:pt x="2152" y="1985"/>
                  </a:lnTo>
                  <a:lnTo>
                    <a:pt x="2229" y="1896"/>
                  </a:lnTo>
                  <a:lnTo>
                    <a:pt x="2293" y="1793"/>
                  </a:lnTo>
                  <a:lnTo>
                    <a:pt x="2344" y="1691"/>
                  </a:lnTo>
                  <a:lnTo>
                    <a:pt x="2383" y="1576"/>
                  </a:lnTo>
                  <a:lnTo>
                    <a:pt x="2408" y="1460"/>
                  </a:lnTo>
                  <a:lnTo>
                    <a:pt x="2434" y="1345"/>
                  </a:lnTo>
                  <a:lnTo>
                    <a:pt x="2434" y="1217"/>
                  </a:lnTo>
                  <a:lnTo>
                    <a:pt x="2434" y="1089"/>
                  </a:lnTo>
                  <a:lnTo>
                    <a:pt x="2408" y="974"/>
                  </a:lnTo>
                  <a:lnTo>
                    <a:pt x="2383" y="858"/>
                  </a:lnTo>
                  <a:lnTo>
                    <a:pt x="2344" y="743"/>
                  </a:lnTo>
                  <a:lnTo>
                    <a:pt x="2293" y="641"/>
                  </a:lnTo>
                  <a:lnTo>
                    <a:pt x="2229" y="538"/>
                  </a:lnTo>
                  <a:lnTo>
                    <a:pt x="2152" y="448"/>
                  </a:lnTo>
                  <a:lnTo>
                    <a:pt x="2075" y="359"/>
                  </a:lnTo>
                  <a:lnTo>
                    <a:pt x="1998" y="282"/>
                  </a:lnTo>
                  <a:lnTo>
                    <a:pt x="1896" y="218"/>
                  </a:lnTo>
                  <a:lnTo>
                    <a:pt x="1793" y="154"/>
                  </a:lnTo>
                  <a:lnTo>
                    <a:pt x="1691" y="103"/>
                  </a:lnTo>
                  <a:lnTo>
                    <a:pt x="1576" y="64"/>
                  </a:lnTo>
                  <a:lnTo>
                    <a:pt x="1460" y="26"/>
                  </a:lnTo>
                  <a:lnTo>
                    <a:pt x="1345" y="13"/>
                  </a:lnTo>
                  <a:lnTo>
                    <a:pt x="1217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44"/>
            <p:cNvSpPr/>
            <p:nvPr/>
          </p:nvSpPr>
          <p:spPr>
            <a:xfrm>
              <a:off x="4228800" y="2822425"/>
              <a:ext cx="60875" cy="60875"/>
            </a:xfrm>
            <a:custGeom>
              <a:avLst/>
              <a:gdLst/>
              <a:ahLst/>
              <a:cxnLst/>
              <a:rect l="l" t="t" r="r" b="b"/>
              <a:pathLst>
                <a:path w="2435" h="2435" extrusionOk="0">
                  <a:moveTo>
                    <a:pt x="1089" y="1"/>
                  </a:moveTo>
                  <a:lnTo>
                    <a:pt x="974" y="26"/>
                  </a:lnTo>
                  <a:lnTo>
                    <a:pt x="859" y="52"/>
                  </a:lnTo>
                  <a:lnTo>
                    <a:pt x="744" y="90"/>
                  </a:lnTo>
                  <a:lnTo>
                    <a:pt x="641" y="141"/>
                  </a:lnTo>
                  <a:lnTo>
                    <a:pt x="539" y="205"/>
                  </a:lnTo>
                  <a:lnTo>
                    <a:pt x="449" y="282"/>
                  </a:lnTo>
                  <a:lnTo>
                    <a:pt x="359" y="359"/>
                  </a:lnTo>
                  <a:lnTo>
                    <a:pt x="282" y="436"/>
                  </a:lnTo>
                  <a:lnTo>
                    <a:pt x="206" y="538"/>
                  </a:lnTo>
                  <a:lnTo>
                    <a:pt x="142" y="641"/>
                  </a:lnTo>
                  <a:lnTo>
                    <a:pt x="90" y="743"/>
                  </a:lnTo>
                  <a:lnTo>
                    <a:pt x="52" y="859"/>
                  </a:lnTo>
                  <a:lnTo>
                    <a:pt x="26" y="974"/>
                  </a:lnTo>
                  <a:lnTo>
                    <a:pt x="13" y="1089"/>
                  </a:lnTo>
                  <a:lnTo>
                    <a:pt x="1" y="1217"/>
                  </a:lnTo>
                  <a:lnTo>
                    <a:pt x="13" y="1333"/>
                  </a:lnTo>
                  <a:lnTo>
                    <a:pt x="26" y="1461"/>
                  </a:lnTo>
                  <a:lnTo>
                    <a:pt x="52" y="1576"/>
                  </a:lnTo>
                  <a:lnTo>
                    <a:pt x="90" y="1691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82" y="1986"/>
                  </a:lnTo>
                  <a:lnTo>
                    <a:pt x="359" y="2075"/>
                  </a:lnTo>
                  <a:lnTo>
                    <a:pt x="449" y="2152"/>
                  </a:lnTo>
                  <a:lnTo>
                    <a:pt x="539" y="2216"/>
                  </a:lnTo>
                  <a:lnTo>
                    <a:pt x="641" y="2280"/>
                  </a:lnTo>
                  <a:lnTo>
                    <a:pt x="744" y="2332"/>
                  </a:lnTo>
                  <a:lnTo>
                    <a:pt x="859" y="2370"/>
                  </a:lnTo>
                  <a:lnTo>
                    <a:pt x="974" y="2408"/>
                  </a:lnTo>
                  <a:lnTo>
                    <a:pt x="1089" y="2421"/>
                  </a:lnTo>
                  <a:lnTo>
                    <a:pt x="1217" y="2434"/>
                  </a:lnTo>
                  <a:lnTo>
                    <a:pt x="1346" y="2421"/>
                  </a:lnTo>
                  <a:lnTo>
                    <a:pt x="1461" y="2408"/>
                  </a:lnTo>
                  <a:lnTo>
                    <a:pt x="1576" y="2370"/>
                  </a:lnTo>
                  <a:lnTo>
                    <a:pt x="1691" y="2332"/>
                  </a:lnTo>
                  <a:lnTo>
                    <a:pt x="1794" y="2280"/>
                  </a:lnTo>
                  <a:lnTo>
                    <a:pt x="1896" y="2216"/>
                  </a:lnTo>
                  <a:lnTo>
                    <a:pt x="1986" y="2152"/>
                  </a:lnTo>
                  <a:lnTo>
                    <a:pt x="2076" y="2075"/>
                  </a:lnTo>
                  <a:lnTo>
                    <a:pt x="2152" y="1986"/>
                  </a:lnTo>
                  <a:lnTo>
                    <a:pt x="2216" y="1896"/>
                  </a:lnTo>
                  <a:lnTo>
                    <a:pt x="2280" y="1794"/>
                  </a:lnTo>
                  <a:lnTo>
                    <a:pt x="2332" y="1691"/>
                  </a:lnTo>
                  <a:lnTo>
                    <a:pt x="2370" y="1576"/>
                  </a:lnTo>
                  <a:lnTo>
                    <a:pt x="2409" y="1461"/>
                  </a:lnTo>
                  <a:lnTo>
                    <a:pt x="2421" y="1333"/>
                  </a:lnTo>
                  <a:lnTo>
                    <a:pt x="2434" y="1217"/>
                  </a:lnTo>
                  <a:lnTo>
                    <a:pt x="2421" y="1089"/>
                  </a:lnTo>
                  <a:lnTo>
                    <a:pt x="2409" y="974"/>
                  </a:lnTo>
                  <a:lnTo>
                    <a:pt x="2370" y="859"/>
                  </a:lnTo>
                  <a:lnTo>
                    <a:pt x="2332" y="743"/>
                  </a:lnTo>
                  <a:lnTo>
                    <a:pt x="2280" y="641"/>
                  </a:lnTo>
                  <a:lnTo>
                    <a:pt x="2216" y="538"/>
                  </a:lnTo>
                  <a:lnTo>
                    <a:pt x="2152" y="436"/>
                  </a:lnTo>
                  <a:lnTo>
                    <a:pt x="2076" y="359"/>
                  </a:lnTo>
                  <a:lnTo>
                    <a:pt x="1986" y="282"/>
                  </a:lnTo>
                  <a:lnTo>
                    <a:pt x="1896" y="205"/>
                  </a:lnTo>
                  <a:lnTo>
                    <a:pt x="1794" y="141"/>
                  </a:lnTo>
                  <a:lnTo>
                    <a:pt x="1691" y="90"/>
                  </a:lnTo>
                  <a:lnTo>
                    <a:pt x="1576" y="52"/>
                  </a:lnTo>
                  <a:lnTo>
                    <a:pt x="1461" y="26"/>
                  </a:lnTo>
                  <a:lnTo>
                    <a:pt x="1346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44"/>
            <p:cNvSpPr/>
            <p:nvPr/>
          </p:nvSpPr>
          <p:spPr>
            <a:xfrm>
              <a:off x="4315250" y="2674175"/>
              <a:ext cx="60550" cy="60850"/>
            </a:xfrm>
            <a:custGeom>
              <a:avLst/>
              <a:gdLst/>
              <a:ahLst/>
              <a:cxnLst/>
              <a:rect l="l" t="t" r="r" b="b"/>
              <a:pathLst>
                <a:path w="2422" h="2434" extrusionOk="0">
                  <a:moveTo>
                    <a:pt x="1205" y="0"/>
                  </a:moveTo>
                  <a:lnTo>
                    <a:pt x="1089" y="13"/>
                  </a:lnTo>
                  <a:lnTo>
                    <a:pt x="961" y="26"/>
                  </a:lnTo>
                  <a:lnTo>
                    <a:pt x="846" y="65"/>
                  </a:lnTo>
                  <a:lnTo>
                    <a:pt x="744" y="103"/>
                  </a:lnTo>
                  <a:lnTo>
                    <a:pt x="628" y="154"/>
                  </a:lnTo>
                  <a:lnTo>
                    <a:pt x="526" y="218"/>
                  </a:lnTo>
                  <a:lnTo>
                    <a:pt x="436" y="282"/>
                  </a:lnTo>
                  <a:lnTo>
                    <a:pt x="347" y="359"/>
                  </a:lnTo>
                  <a:lnTo>
                    <a:pt x="270" y="449"/>
                  </a:lnTo>
                  <a:lnTo>
                    <a:pt x="206" y="538"/>
                  </a:lnTo>
                  <a:lnTo>
                    <a:pt x="142" y="641"/>
                  </a:lnTo>
                  <a:lnTo>
                    <a:pt x="90" y="743"/>
                  </a:lnTo>
                  <a:lnTo>
                    <a:pt x="52" y="859"/>
                  </a:lnTo>
                  <a:lnTo>
                    <a:pt x="26" y="974"/>
                  </a:lnTo>
                  <a:lnTo>
                    <a:pt x="1" y="1102"/>
                  </a:lnTo>
                  <a:lnTo>
                    <a:pt x="1" y="1217"/>
                  </a:lnTo>
                  <a:lnTo>
                    <a:pt x="1" y="1345"/>
                  </a:lnTo>
                  <a:lnTo>
                    <a:pt x="26" y="1461"/>
                  </a:lnTo>
                  <a:lnTo>
                    <a:pt x="52" y="1576"/>
                  </a:lnTo>
                  <a:lnTo>
                    <a:pt x="90" y="1691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70" y="1999"/>
                  </a:lnTo>
                  <a:lnTo>
                    <a:pt x="347" y="2075"/>
                  </a:lnTo>
                  <a:lnTo>
                    <a:pt x="436" y="2152"/>
                  </a:lnTo>
                  <a:lnTo>
                    <a:pt x="526" y="2229"/>
                  </a:lnTo>
                  <a:lnTo>
                    <a:pt x="628" y="2293"/>
                  </a:lnTo>
                  <a:lnTo>
                    <a:pt x="744" y="2344"/>
                  </a:lnTo>
                  <a:lnTo>
                    <a:pt x="846" y="2383"/>
                  </a:lnTo>
                  <a:lnTo>
                    <a:pt x="961" y="2408"/>
                  </a:lnTo>
                  <a:lnTo>
                    <a:pt x="1089" y="2434"/>
                  </a:lnTo>
                  <a:lnTo>
                    <a:pt x="1333" y="2434"/>
                  </a:lnTo>
                  <a:lnTo>
                    <a:pt x="1461" y="2408"/>
                  </a:lnTo>
                  <a:lnTo>
                    <a:pt x="1576" y="2383"/>
                  </a:lnTo>
                  <a:lnTo>
                    <a:pt x="1679" y="2344"/>
                  </a:lnTo>
                  <a:lnTo>
                    <a:pt x="1794" y="2293"/>
                  </a:lnTo>
                  <a:lnTo>
                    <a:pt x="1884" y="2229"/>
                  </a:lnTo>
                  <a:lnTo>
                    <a:pt x="1986" y="2152"/>
                  </a:lnTo>
                  <a:lnTo>
                    <a:pt x="2063" y="2075"/>
                  </a:lnTo>
                  <a:lnTo>
                    <a:pt x="2153" y="1999"/>
                  </a:lnTo>
                  <a:lnTo>
                    <a:pt x="2217" y="1896"/>
                  </a:lnTo>
                  <a:lnTo>
                    <a:pt x="2281" y="1794"/>
                  </a:lnTo>
                  <a:lnTo>
                    <a:pt x="2332" y="1691"/>
                  </a:lnTo>
                  <a:lnTo>
                    <a:pt x="2370" y="1576"/>
                  </a:lnTo>
                  <a:lnTo>
                    <a:pt x="2396" y="1461"/>
                  </a:lnTo>
                  <a:lnTo>
                    <a:pt x="2421" y="1345"/>
                  </a:lnTo>
                  <a:lnTo>
                    <a:pt x="2421" y="1217"/>
                  </a:lnTo>
                  <a:lnTo>
                    <a:pt x="2421" y="1102"/>
                  </a:lnTo>
                  <a:lnTo>
                    <a:pt x="2396" y="974"/>
                  </a:lnTo>
                  <a:lnTo>
                    <a:pt x="2370" y="859"/>
                  </a:lnTo>
                  <a:lnTo>
                    <a:pt x="2332" y="743"/>
                  </a:lnTo>
                  <a:lnTo>
                    <a:pt x="2281" y="641"/>
                  </a:lnTo>
                  <a:lnTo>
                    <a:pt x="2217" y="538"/>
                  </a:lnTo>
                  <a:lnTo>
                    <a:pt x="2153" y="449"/>
                  </a:lnTo>
                  <a:lnTo>
                    <a:pt x="2063" y="359"/>
                  </a:lnTo>
                  <a:lnTo>
                    <a:pt x="1986" y="282"/>
                  </a:lnTo>
                  <a:lnTo>
                    <a:pt x="1884" y="218"/>
                  </a:lnTo>
                  <a:lnTo>
                    <a:pt x="1794" y="154"/>
                  </a:lnTo>
                  <a:lnTo>
                    <a:pt x="1679" y="103"/>
                  </a:lnTo>
                  <a:lnTo>
                    <a:pt x="1576" y="65"/>
                  </a:lnTo>
                  <a:lnTo>
                    <a:pt x="1461" y="26"/>
                  </a:lnTo>
                  <a:lnTo>
                    <a:pt x="1333" y="13"/>
                  </a:lnTo>
                  <a:lnTo>
                    <a:pt x="1205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2" name="Google Shape;2312;p45"/>
          <p:cNvSpPr/>
          <p:nvPr/>
        </p:nvSpPr>
        <p:spPr>
          <a:xfrm>
            <a:off x="3543300" y="1162050"/>
            <a:ext cx="2057400" cy="1038300"/>
          </a:xfrm>
          <a:prstGeom prst="roundRect">
            <a:avLst>
              <a:gd name="adj" fmla="val 16667"/>
            </a:avLst>
          </a:prstGeom>
          <a:solidFill>
            <a:srgbClr val="E99B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3" name="Google Shape;2313;p45"/>
          <p:cNvSpPr/>
          <p:nvPr/>
        </p:nvSpPr>
        <p:spPr>
          <a:xfrm>
            <a:off x="6619875" y="1162050"/>
            <a:ext cx="2057400" cy="1038300"/>
          </a:xfrm>
          <a:prstGeom prst="roundRect">
            <a:avLst>
              <a:gd name="adj" fmla="val 16667"/>
            </a:avLst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4" name="Google Shape;2314;p45"/>
          <p:cNvSpPr/>
          <p:nvPr/>
        </p:nvSpPr>
        <p:spPr>
          <a:xfrm>
            <a:off x="466725" y="1162050"/>
            <a:ext cx="2057400" cy="1038300"/>
          </a:xfrm>
          <a:prstGeom prst="roundRect">
            <a:avLst>
              <a:gd name="adj" fmla="val 16667"/>
            </a:avLst>
          </a:prstGeom>
          <a:solidFill>
            <a:srgbClr val="E4EA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5" name="Google Shape;2315;p4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grpSp>
        <p:nvGrpSpPr>
          <p:cNvPr id="2316" name="Google Shape;2316;p45"/>
          <p:cNvGrpSpPr/>
          <p:nvPr/>
        </p:nvGrpSpPr>
        <p:grpSpPr>
          <a:xfrm>
            <a:off x="6629400" y="934075"/>
            <a:ext cx="2057400" cy="1081675"/>
            <a:chOff x="6629400" y="934075"/>
            <a:chExt cx="2057400" cy="1081675"/>
          </a:xfrm>
        </p:grpSpPr>
        <p:sp>
          <p:nvSpPr>
            <p:cNvPr id="2317" name="Google Shape;2317;p45"/>
            <p:cNvSpPr/>
            <p:nvPr/>
          </p:nvSpPr>
          <p:spPr>
            <a:xfrm>
              <a:off x="7379250" y="934075"/>
              <a:ext cx="519600" cy="3714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318" name="Google Shape;2318;p45"/>
            <p:cNvSpPr txBox="1"/>
            <p:nvPr/>
          </p:nvSpPr>
          <p:spPr>
            <a:xfrm>
              <a:off x="6629400" y="1344500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Analytical model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319" name="Google Shape;2319;p45"/>
            <p:cNvSpPr txBox="1"/>
            <p:nvPr/>
          </p:nvSpPr>
          <p:spPr>
            <a:xfrm>
              <a:off x="6629400" y="1683950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20" name="Google Shape;2320;p45"/>
          <p:cNvGrpSpPr/>
          <p:nvPr/>
        </p:nvGrpSpPr>
        <p:grpSpPr>
          <a:xfrm>
            <a:off x="3543300" y="934075"/>
            <a:ext cx="2057411" cy="1083827"/>
            <a:chOff x="3543300" y="934075"/>
            <a:chExt cx="2057411" cy="1083827"/>
          </a:xfrm>
        </p:grpSpPr>
        <p:sp>
          <p:nvSpPr>
            <p:cNvPr id="2321" name="Google Shape;2321;p45"/>
            <p:cNvSpPr/>
            <p:nvPr/>
          </p:nvSpPr>
          <p:spPr>
            <a:xfrm>
              <a:off x="4302675" y="934075"/>
              <a:ext cx="519600" cy="3714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322" name="Google Shape;2322;p45"/>
            <p:cNvSpPr txBox="1"/>
            <p:nvPr/>
          </p:nvSpPr>
          <p:spPr>
            <a:xfrm>
              <a:off x="3543300" y="1344500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Choose algorithm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323" name="Google Shape;2323;p45"/>
            <p:cNvSpPr txBox="1"/>
            <p:nvPr/>
          </p:nvSpPr>
          <p:spPr>
            <a:xfrm>
              <a:off x="3543311" y="1686102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24" name="Google Shape;2324;p45"/>
          <p:cNvGrpSpPr/>
          <p:nvPr/>
        </p:nvGrpSpPr>
        <p:grpSpPr>
          <a:xfrm>
            <a:off x="457201" y="934075"/>
            <a:ext cx="2057400" cy="1083825"/>
            <a:chOff x="457201" y="934075"/>
            <a:chExt cx="2057400" cy="1083825"/>
          </a:xfrm>
        </p:grpSpPr>
        <p:sp>
          <p:nvSpPr>
            <p:cNvPr id="2325" name="Google Shape;2325;p45"/>
            <p:cNvSpPr txBox="1"/>
            <p:nvPr/>
          </p:nvSpPr>
          <p:spPr>
            <a:xfrm>
              <a:off x="457201" y="1344500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Identify data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326" name="Google Shape;2326;p45"/>
            <p:cNvSpPr txBox="1"/>
            <p:nvPr/>
          </p:nvSpPr>
          <p:spPr>
            <a:xfrm>
              <a:off x="457201" y="1686100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Venus has a beautiful name, but it’s hot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27" name="Google Shape;2327;p45"/>
            <p:cNvSpPr/>
            <p:nvPr/>
          </p:nvSpPr>
          <p:spPr>
            <a:xfrm>
              <a:off x="1226100" y="934075"/>
              <a:ext cx="519600" cy="3714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2328" name="Google Shape;2328;p45"/>
          <p:cNvSpPr/>
          <p:nvPr/>
        </p:nvSpPr>
        <p:spPr>
          <a:xfrm>
            <a:off x="6619875" y="3233600"/>
            <a:ext cx="2057400" cy="1038300"/>
          </a:xfrm>
          <a:prstGeom prst="roundRect">
            <a:avLst>
              <a:gd name="adj" fmla="val 16667"/>
            </a:avLst>
          </a:prstGeom>
          <a:solidFill>
            <a:srgbClr val="2776EA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9" name="Google Shape;2329;p45"/>
          <p:cNvSpPr/>
          <p:nvPr/>
        </p:nvSpPr>
        <p:spPr>
          <a:xfrm>
            <a:off x="466725" y="3233600"/>
            <a:ext cx="2057400" cy="1038300"/>
          </a:xfrm>
          <a:prstGeom prst="roundRect">
            <a:avLst>
              <a:gd name="adj" fmla="val 16667"/>
            </a:avLst>
          </a:prstGeom>
          <a:solidFill>
            <a:srgbClr val="8027EA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30" name="Google Shape;2330;p45"/>
          <p:cNvGrpSpPr/>
          <p:nvPr/>
        </p:nvGrpSpPr>
        <p:grpSpPr>
          <a:xfrm>
            <a:off x="6629400" y="3005625"/>
            <a:ext cx="2057400" cy="1081675"/>
            <a:chOff x="6629400" y="3005625"/>
            <a:chExt cx="2057400" cy="1081675"/>
          </a:xfrm>
        </p:grpSpPr>
        <p:sp>
          <p:nvSpPr>
            <p:cNvPr id="2331" name="Google Shape;2331;p45"/>
            <p:cNvSpPr/>
            <p:nvPr/>
          </p:nvSpPr>
          <p:spPr>
            <a:xfrm>
              <a:off x="7379250" y="3005625"/>
              <a:ext cx="519600" cy="3714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05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332" name="Google Shape;2332;p45"/>
            <p:cNvSpPr txBox="1"/>
            <p:nvPr/>
          </p:nvSpPr>
          <p:spPr>
            <a:xfrm>
              <a:off x="6629400" y="3416050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Run the model</a:t>
              </a:r>
              <a:endParaRPr sz="1800"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333" name="Google Shape;2333;p45"/>
            <p:cNvSpPr txBox="1"/>
            <p:nvPr/>
          </p:nvSpPr>
          <p:spPr>
            <a:xfrm>
              <a:off x="6629400" y="3755500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Neptune is very far away from the Sun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34" name="Google Shape;2334;p45"/>
          <p:cNvGrpSpPr/>
          <p:nvPr/>
        </p:nvGrpSpPr>
        <p:grpSpPr>
          <a:xfrm>
            <a:off x="457201" y="3005625"/>
            <a:ext cx="2057400" cy="1083825"/>
            <a:chOff x="457201" y="3005625"/>
            <a:chExt cx="2057400" cy="1083825"/>
          </a:xfrm>
        </p:grpSpPr>
        <p:sp>
          <p:nvSpPr>
            <p:cNvPr id="2335" name="Google Shape;2335;p45"/>
            <p:cNvSpPr txBox="1"/>
            <p:nvPr/>
          </p:nvSpPr>
          <p:spPr>
            <a:xfrm>
              <a:off x="457201" y="3416050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Train the model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336" name="Google Shape;2336;p45"/>
            <p:cNvSpPr txBox="1"/>
            <p:nvPr/>
          </p:nvSpPr>
          <p:spPr>
            <a:xfrm>
              <a:off x="457201" y="3757650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Jupiter is the biggest planet of them all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37" name="Google Shape;2337;p45"/>
            <p:cNvSpPr/>
            <p:nvPr/>
          </p:nvSpPr>
          <p:spPr>
            <a:xfrm>
              <a:off x="1226100" y="3005625"/>
              <a:ext cx="519600" cy="3714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338" name="Google Shape;2338;p45"/>
          <p:cNvGrpSpPr/>
          <p:nvPr/>
        </p:nvGrpSpPr>
        <p:grpSpPr>
          <a:xfrm>
            <a:off x="3124753" y="2097067"/>
            <a:ext cx="2904005" cy="2684408"/>
            <a:chOff x="3124753" y="2097067"/>
            <a:chExt cx="2904005" cy="2684408"/>
          </a:xfrm>
        </p:grpSpPr>
        <p:sp>
          <p:nvSpPr>
            <p:cNvPr id="2339" name="Google Shape;2339;p45"/>
            <p:cNvSpPr/>
            <p:nvPr/>
          </p:nvSpPr>
          <p:spPr>
            <a:xfrm>
              <a:off x="3938625" y="4524375"/>
              <a:ext cx="1247700" cy="257100"/>
            </a:xfrm>
            <a:prstGeom prst="ellipse">
              <a:avLst/>
            </a:pr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40" name="Google Shape;2340;p45"/>
            <p:cNvGrpSpPr/>
            <p:nvPr/>
          </p:nvGrpSpPr>
          <p:grpSpPr>
            <a:xfrm>
              <a:off x="3124761" y="2266506"/>
              <a:ext cx="1173544" cy="1038290"/>
              <a:chOff x="3039603" y="2097081"/>
              <a:chExt cx="1372888" cy="1214659"/>
            </a:xfrm>
          </p:grpSpPr>
          <p:sp>
            <p:nvSpPr>
              <p:cNvPr id="2341" name="Google Shape;2341;p45"/>
              <p:cNvSpPr/>
              <p:nvPr/>
            </p:nvSpPr>
            <p:spPr>
              <a:xfrm>
                <a:off x="3039603" y="2097081"/>
                <a:ext cx="1372888" cy="1214659"/>
              </a:xfrm>
              <a:custGeom>
                <a:avLst/>
                <a:gdLst/>
                <a:ahLst/>
                <a:cxnLst/>
                <a:rect l="l" t="t" r="r" b="b"/>
                <a:pathLst>
                  <a:path w="76484" h="67669" extrusionOk="0">
                    <a:moveTo>
                      <a:pt x="0" y="1"/>
                    </a:moveTo>
                    <a:lnTo>
                      <a:pt x="0" y="67668"/>
                    </a:lnTo>
                    <a:lnTo>
                      <a:pt x="76484" y="67668"/>
                    </a:lnTo>
                    <a:lnTo>
                      <a:pt x="7648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Google Shape;2342;p45"/>
              <p:cNvSpPr/>
              <p:nvPr/>
            </p:nvSpPr>
            <p:spPr>
              <a:xfrm>
                <a:off x="3527987" y="2179974"/>
                <a:ext cx="797142" cy="317212"/>
              </a:xfrm>
              <a:custGeom>
                <a:avLst/>
                <a:gdLst/>
                <a:ahLst/>
                <a:cxnLst/>
                <a:rect l="l" t="t" r="r" b="b"/>
                <a:pathLst>
                  <a:path w="44409" h="17672" extrusionOk="0">
                    <a:moveTo>
                      <a:pt x="565" y="0"/>
                    </a:moveTo>
                    <a:lnTo>
                      <a:pt x="447" y="14"/>
                    </a:lnTo>
                    <a:lnTo>
                      <a:pt x="342" y="53"/>
                    </a:lnTo>
                    <a:lnTo>
                      <a:pt x="250" y="105"/>
                    </a:lnTo>
                    <a:lnTo>
                      <a:pt x="171" y="171"/>
                    </a:lnTo>
                    <a:lnTo>
                      <a:pt x="106" y="250"/>
                    </a:lnTo>
                    <a:lnTo>
                      <a:pt x="53" y="342"/>
                    </a:lnTo>
                    <a:lnTo>
                      <a:pt x="14" y="447"/>
                    </a:lnTo>
                    <a:lnTo>
                      <a:pt x="1" y="565"/>
                    </a:lnTo>
                    <a:lnTo>
                      <a:pt x="1" y="17121"/>
                    </a:lnTo>
                    <a:lnTo>
                      <a:pt x="14" y="17226"/>
                    </a:lnTo>
                    <a:lnTo>
                      <a:pt x="53" y="17331"/>
                    </a:lnTo>
                    <a:lnTo>
                      <a:pt x="106" y="17423"/>
                    </a:lnTo>
                    <a:lnTo>
                      <a:pt x="171" y="17514"/>
                    </a:lnTo>
                    <a:lnTo>
                      <a:pt x="250" y="17580"/>
                    </a:lnTo>
                    <a:lnTo>
                      <a:pt x="342" y="17632"/>
                    </a:lnTo>
                    <a:lnTo>
                      <a:pt x="447" y="17659"/>
                    </a:lnTo>
                    <a:lnTo>
                      <a:pt x="565" y="17672"/>
                    </a:lnTo>
                    <a:lnTo>
                      <a:pt x="43844" y="17672"/>
                    </a:lnTo>
                    <a:lnTo>
                      <a:pt x="43962" y="17659"/>
                    </a:lnTo>
                    <a:lnTo>
                      <a:pt x="44067" y="17632"/>
                    </a:lnTo>
                    <a:lnTo>
                      <a:pt x="44159" y="17580"/>
                    </a:lnTo>
                    <a:lnTo>
                      <a:pt x="44238" y="17514"/>
                    </a:lnTo>
                    <a:lnTo>
                      <a:pt x="44317" y="17423"/>
                    </a:lnTo>
                    <a:lnTo>
                      <a:pt x="44356" y="17331"/>
                    </a:lnTo>
                    <a:lnTo>
                      <a:pt x="44395" y="17226"/>
                    </a:lnTo>
                    <a:lnTo>
                      <a:pt x="44408" y="17121"/>
                    </a:lnTo>
                    <a:lnTo>
                      <a:pt x="44408" y="565"/>
                    </a:lnTo>
                    <a:lnTo>
                      <a:pt x="44395" y="447"/>
                    </a:lnTo>
                    <a:lnTo>
                      <a:pt x="44356" y="342"/>
                    </a:lnTo>
                    <a:lnTo>
                      <a:pt x="44317" y="250"/>
                    </a:lnTo>
                    <a:lnTo>
                      <a:pt x="44238" y="171"/>
                    </a:lnTo>
                    <a:lnTo>
                      <a:pt x="44159" y="105"/>
                    </a:lnTo>
                    <a:lnTo>
                      <a:pt x="44067" y="53"/>
                    </a:lnTo>
                    <a:lnTo>
                      <a:pt x="43962" y="14"/>
                    </a:lnTo>
                    <a:lnTo>
                      <a:pt x="4384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Google Shape;2343;p45"/>
              <p:cNvSpPr/>
              <p:nvPr/>
            </p:nvSpPr>
            <p:spPr>
              <a:xfrm>
                <a:off x="3557425" y="2204943"/>
                <a:ext cx="214538" cy="33441"/>
              </a:xfrm>
              <a:custGeom>
                <a:avLst/>
                <a:gdLst/>
                <a:ahLst/>
                <a:cxnLst/>
                <a:rect l="l" t="t" r="r" b="b"/>
                <a:pathLst>
                  <a:path w="11952" h="1863" extrusionOk="0">
                    <a:moveTo>
                      <a:pt x="1" y="0"/>
                    </a:moveTo>
                    <a:lnTo>
                      <a:pt x="1" y="1863"/>
                    </a:lnTo>
                    <a:lnTo>
                      <a:pt x="11952" y="1863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Google Shape;2344;p45"/>
              <p:cNvSpPr/>
              <p:nvPr/>
            </p:nvSpPr>
            <p:spPr>
              <a:xfrm>
                <a:off x="3557425" y="2256746"/>
                <a:ext cx="214538" cy="16729"/>
              </a:xfrm>
              <a:custGeom>
                <a:avLst/>
                <a:gdLst/>
                <a:ahLst/>
                <a:cxnLst/>
                <a:rect l="l" t="t" r="r" b="b"/>
                <a:pathLst>
                  <a:path w="11952" h="932" extrusionOk="0">
                    <a:moveTo>
                      <a:pt x="1" y="0"/>
                    </a:moveTo>
                    <a:lnTo>
                      <a:pt x="1" y="932"/>
                    </a:lnTo>
                    <a:lnTo>
                      <a:pt x="11952" y="932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Google Shape;2345;p45"/>
              <p:cNvSpPr/>
              <p:nvPr/>
            </p:nvSpPr>
            <p:spPr>
              <a:xfrm>
                <a:off x="3557425" y="2310435"/>
                <a:ext cx="721303" cy="162035"/>
              </a:xfrm>
              <a:custGeom>
                <a:avLst/>
                <a:gdLst/>
                <a:ahLst/>
                <a:cxnLst/>
                <a:rect l="l" t="t" r="r" b="b"/>
                <a:pathLst>
                  <a:path w="40184" h="9027" extrusionOk="0">
                    <a:moveTo>
                      <a:pt x="1" y="0"/>
                    </a:moveTo>
                    <a:lnTo>
                      <a:pt x="1" y="9026"/>
                    </a:lnTo>
                    <a:lnTo>
                      <a:pt x="40184" y="9026"/>
                    </a:lnTo>
                    <a:lnTo>
                      <a:pt x="401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Google Shape;2346;p45"/>
              <p:cNvSpPr/>
              <p:nvPr/>
            </p:nvSpPr>
            <p:spPr>
              <a:xfrm>
                <a:off x="3527987" y="2544270"/>
                <a:ext cx="797142" cy="317212"/>
              </a:xfrm>
              <a:custGeom>
                <a:avLst/>
                <a:gdLst/>
                <a:ahLst/>
                <a:cxnLst/>
                <a:rect l="l" t="t" r="r" b="b"/>
                <a:pathLst>
                  <a:path w="44409" h="17672" extrusionOk="0">
                    <a:moveTo>
                      <a:pt x="565" y="1"/>
                    </a:moveTo>
                    <a:lnTo>
                      <a:pt x="447" y="14"/>
                    </a:lnTo>
                    <a:lnTo>
                      <a:pt x="342" y="40"/>
                    </a:lnTo>
                    <a:lnTo>
                      <a:pt x="250" y="92"/>
                    </a:lnTo>
                    <a:lnTo>
                      <a:pt x="171" y="158"/>
                    </a:lnTo>
                    <a:lnTo>
                      <a:pt x="106" y="250"/>
                    </a:lnTo>
                    <a:lnTo>
                      <a:pt x="53" y="342"/>
                    </a:lnTo>
                    <a:lnTo>
                      <a:pt x="14" y="447"/>
                    </a:lnTo>
                    <a:lnTo>
                      <a:pt x="1" y="552"/>
                    </a:lnTo>
                    <a:lnTo>
                      <a:pt x="1" y="17108"/>
                    </a:lnTo>
                    <a:lnTo>
                      <a:pt x="14" y="17226"/>
                    </a:lnTo>
                    <a:lnTo>
                      <a:pt x="53" y="17331"/>
                    </a:lnTo>
                    <a:lnTo>
                      <a:pt x="106" y="17423"/>
                    </a:lnTo>
                    <a:lnTo>
                      <a:pt x="171" y="17501"/>
                    </a:lnTo>
                    <a:lnTo>
                      <a:pt x="250" y="17580"/>
                    </a:lnTo>
                    <a:lnTo>
                      <a:pt x="342" y="17619"/>
                    </a:lnTo>
                    <a:lnTo>
                      <a:pt x="447" y="17659"/>
                    </a:lnTo>
                    <a:lnTo>
                      <a:pt x="565" y="17672"/>
                    </a:lnTo>
                    <a:lnTo>
                      <a:pt x="43844" y="17672"/>
                    </a:lnTo>
                    <a:lnTo>
                      <a:pt x="43962" y="17659"/>
                    </a:lnTo>
                    <a:lnTo>
                      <a:pt x="44067" y="17619"/>
                    </a:lnTo>
                    <a:lnTo>
                      <a:pt x="44159" y="17580"/>
                    </a:lnTo>
                    <a:lnTo>
                      <a:pt x="44238" y="17501"/>
                    </a:lnTo>
                    <a:lnTo>
                      <a:pt x="44317" y="17423"/>
                    </a:lnTo>
                    <a:lnTo>
                      <a:pt x="44356" y="17331"/>
                    </a:lnTo>
                    <a:lnTo>
                      <a:pt x="44395" y="17226"/>
                    </a:lnTo>
                    <a:lnTo>
                      <a:pt x="44408" y="17108"/>
                    </a:lnTo>
                    <a:lnTo>
                      <a:pt x="44408" y="552"/>
                    </a:lnTo>
                    <a:lnTo>
                      <a:pt x="44395" y="447"/>
                    </a:lnTo>
                    <a:lnTo>
                      <a:pt x="44356" y="342"/>
                    </a:lnTo>
                    <a:lnTo>
                      <a:pt x="44317" y="250"/>
                    </a:lnTo>
                    <a:lnTo>
                      <a:pt x="44238" y="158"/>
                    </a:lnTo>
                    <a:lnTo>
                      <a:pt x="44159" y="92"/>
                    </a:lnTo>
                    <a:lnTo>
                      <a:pt x="44067" y="40"/>
                    </a:lnTo>
                    <a:lnTo>
                      <a:pt x="43962" y="14"/>
                    </a:lnTo>
                    <a:lnTo>
                      <a:pt x="4384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Google Shape;2347;p45"/>
              <p:cNvSpPr/>
              <p:nvPr/>
            </p:nvSpPr>
            <p:spPr>
              <a:xfrm>
                <a:off x="3557425" y="2569005"/>
                <a:ext cx="214538" cy="33441"/>
              </a:xfrm>
              <a:custGeom>
                <a:avLst/>
                <a:gdLst/>
                <a:ahLst/>
                <a:cxnLst/>
                <a:rect l="l" t="t" r="r" b="b"/>
                <a:pathLst>
                  <a:path w="11952" h="1863" extrusionOk="0">
                    <a:moveTo>
                      <a:pt x="1" y="0"/>
                    </a:moveTo>
                    <a:lnTo>
                      <a:pt x="1" y="1863"/>
                    </a:lnTo>
                    <a:lnTo>
                      <a:pt x="11952" y="1863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Google Shape;2348;p45"/>
              <p:cNvSpPr/>
              <p:nvPr/>
            </p:nvSpPr>
            <p:spPr>
              <a:xfrm>
                <a:off x="3557425" y="2620808"/>
                <a:ext cx="214538" cy="16729"/>
              </a:xfrm>
              <a:custGeom>
                <a:avLst/>
                <a:gdLst/>
                <a:ahLst/>
                <a:cxnLst/>
                <a:rect l="l" t="t" r="r" b="b"/>
                <a:pathLst>
                  <a:path w="11952" h="932" extrusionOk="0">
                    <a:moveTo>
                      <a:pt x="1" y="0"/>
                    </a:moveTo>
                    <a:lnTo>
                      <a:pt x="1" y="932"/>
                    </a:lnTo>
                    <a:lnTo>
                      <a:pt x="11952" y="932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Google Shape;2349;p45"/>
              <p:cNvSpPr/>
              <p:nvPr/>
            </p:nvSpPr>
            <p:spPr>
              <a:xfrm>
                <a:off x="3557425" y="2674730"/>
                <a:ext cx="721303" cy="161801"/>
              </a:xfrm>
              <a:custGeom>
                <a:avLst/>
                <a:gdLst/>
                <a:ahLst/>
                <a:cxnLst/>
                <a:rect l="l" t="t" r="r" b="b"/>
                <a:pathLst>
                  <a:path w="40184" h="9014" extrusionOk="0">
                    <a:moveTo>
                      <a:pt x="1" y="1"/>
                    </a:moveTo>
                    <a:lnTo>
                      <a:pt x="1" y="9013"/>
                    </a:lnTo>
                    <a:lnTo>
                      <a:pt x="40184" y="9013"/>
                    </a:lnTo>
                    <a:lnTo>
                      <a:pt x="4018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Google Shape;2350;p45"/>
              <p:cNvSpPr/>
              <p:nvPr/>
            </p:nvSpPr>
            <p:spPr>
              <a:xfrm>
                <a:off x="3527987" y="2908565"/>
                <a:ext cx="797142" cy="316979"/>
              </a:xfrm>
              <a:custGeom>
                <a:avLst/>
                <a:gdLst/>
                <a:ahLst/>
                <a:cxnLst/>
                <a:rect l="l" t="t" r="r" b="b"/>
                <a:pathLst>
                  <a:path w="44409" h="17659" extrusionOk="0">
                    <a:moveTo>
                      <a:pt x="565" y="1"/>
                    </a:moveTo>
                    <a:lnTo>
                      <a:pt x="447" y="14"/>
                    </a:lnTo>
                    <a:lnTo>
                      <a:pt x="342" y="40"/>
                    </a:lnTo>
                    <a:lnTo>
                      <a:pt x="250" y="93"/>
                    </a:lnTo>
                    <a:lnTo>
                      <a:pt x="171" y="158"/>
                    </a:lnTo>
                    <a:lnTo>
                      <a:pt x="106" y="237"/>
                    </a:lnTo>
                    <a:lnTo>
                      <a:pt x="53" y="342"/>
                    </a:lnTo>
                    <a:lnTo>
                      <a:pt x="14" y="434"/>
                    </a:lnTo>
                    <a:lnTo>
                      <a:pt x="1" y="552"/>
                    </a:lnTo>
                    <a:lnTo>
                      <a:pt x="1" y="17108"/>
                    </a:lnTo>
                    <a:lnTo>
                      <a:pt x="14" y="17226"/>
                    </a:lnTo>
                    <a:lnTo>
                      <a:pt x="53" y="17331"/>
                    </a:lnTo>
                    <a:lnTo>
                      <a:pt x="106" y="17423"/>
                    </a:lnTo>
                    <a:lnTo>
                      <a:pt x="171" y="17501"/>
                    </a:lnTo>
                    <a:lnTo>
                      <a:pt x="250" y="17567"/>
                    </a:lnTo>
                    <a:lnTo>
                      <a:pt x="342" y="17620"/>
                    </a:lnTo>
                    <a:lnTo>
                      <a:pt x="447" y="17659"/>
                    </a:lnTo>
                    <a:lnTo>
                      <a:pt x="43962" y="17659"/>
                    </a:lnTo>
                    <a:lnTo>
                      <a:pt x="44067" y="17620"/>
                    </a:lnTo>
                    <a:lnTo>
                      <a:pt x="44159" y="17567"/>
                    </a:lnTo>
                    <a:lnTo>
                      <a:pt x="44238" y="17501"/>
                    </a:lnTo>
                    <a:lnTo>
                      <a:pt x="44317" y="17423"/>
                    </a:lnTo>
                    <a:lnTo>
                      <a:pt x="44356" y="17331"/>
                    </a:lnTo>
                    <a:lnTo>
                      <a:pt x="44395" y="17226"/>
                    </a:lnTo>
                    <a:lnTo>
                      <a:pt x="44408" y="17108"/>
                    </a:lnTo>
                    <a:lnTo>
                      <a:pt x="44408" y="552"/>
                    </a:lnTo>
                    <a:lnTo>
                      <a:pt x="44395" y="434"/>
                    </a:lnTo>
                    <a:lnTo>
                      <a:pt x="44356" y="342"/>
                    </a:lnTo>
                    <a:lnTo>
                      <a:pt x="44317" y="237"/>
                    </a:lnTo>
                    <a:lnTo>
                      <a:pt x="44238" y="158"/>
                    </a:lnTo>
                    <a:lnTo>
                      <a:pt x="44159" y="93"/>
                    </a:lnTo>
                    <a:lnTo>
                      <a:pt x="44067" y="40"/>
                    </a:lnTo>
                    <a:lnTo>
                      <a:pt x="43962" y="14"/>
                    </a:lnTo>
                    <a:lnTo>
                      <a:pt x="4384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Google Shape;2351;p45"/>
              <p:cNvSpPr/>
              <p:nvPr/>
            </p:nvSpPr>
            <p:spPr>
              <a:xfrm>
                <a:off x="3557425" y="2933300"/>
                <a:ext cx="214538" cy="33459"/>
              </a:xfrm>
              <a:custGeom>
                <a:avLst/>
                <a:gdLst/>
                <a:ahLst/>
                <a:cxnLst/>
                <a:rect l="l" t="t" r="r" b="b"/>
                <a:pathLst>
                  <a:path w="11952" h="1864" extrusionOk="0">
                    <a:moveTo>
                      <a:pt x="1" y="0"/>
                    </a:moveTo>
                    <a:lnTo>
                      <a:pt x="1" y="1863"/>
                    </a:lnTo>
                    <a:lnTo>
                      <a:pt x="11952" y="1863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Google Shape;2352;p45"/>
              <p:cNvSpPr/>
              <p:nvPr/>
            </p:nvSpPr>
            <p:spPr>
              <a:xfrm>
                <a:off x="3557425" y="2985104"/>
                <a:ext cx="214538" cy="16729"/>
              </a:xfrm>
              <a:custGeom>
                <a:avLst/>
                <a:gdLst/>
                <a:ahLst/>
                <a:cxnLst/>
                <a:rect l="l" t="t" r="r" b="b"/>
                <a:pathLst>
                  <a:path w="11952" h="932" extrusionOk="0">
                    <a:moveTo>
                      <a:pt x="1" y="0"/>
                    </a:moveTo>
                    <a:lnTo>
                      <a:pt x="1" y="932"/>
                    </a:lnTo>
                    <a:lnTo>
                      <a:pt x="11952" y="932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Google Shape;2353;p45"/>
              <p:cNvSpPr/>
              <p:nvPr/>
            </p:nvSpPr>
            <p:spPr>
              <a:xfrm>
                <a:off x="3557425" y="3038792"/>
                <a:ext cx="721303" cy="162035"/>
              </a:xfrm>
              <a:custGeom>
                <a:avLst/>
                <a:gdLst/>
                <a:ahLst/>
                <a:cxnLst/>
                <a:rect l="l" t="t" r="r" b="b"/>
                <a:pathLst>
                  <a:path w="40184" h="9027" extrusionOk="0">
                    <a:moveTo>
                      <a:pt x="1" y="1"/>
                    </a:moveTo>
                    <a:lnTo>
                      <a:pt x="1" y="9026"/>
                    </a:lnTo>
                    <a:lnTo>
                      <a:pt x="40184" y="9026"/>
                    </a:lnTo>
                    <a:lnTo>
                      <a:pt x="4018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Google Shape;2354;p45"/>
              <p:cNvSpPr/>
              <p:nvPr/>
            </p:nvSpPr>
            <p:spPr>
              <a:xfrm>
                <a:off x="3294386" y="2851825"/>
                <a:ext cx="107395" cy="48285"/>
              </a:xfrm>
              <a:custGeom>
                <a:avLst/>
                <a:gdLst/>
                <a:ahLst/>
                <a:cxnLst/>
                <a:rect l="l" t="t" r="r" b="b"/>
                <a:pathLst>
                  <a:path w="5983" h="2690" extrusionOk="0">
                    <a:moveTo>
                      <a:pt x="1339" y="0"/>
                    </a:moveTo>
                    <a:lnTo>
                      <a:pt x="1208" y="13"/>
                    </a:lnTo>
                    <a:lnTo>
                      <a:pt x="1076" y="26"/>
                    </a:lnTo>
                    <a:lnTo>
                      <a:pt x="945" y="66"/>
                    </a:lnTo>
                    <a:lnTo>
                      <a:pt x="827" y="105"/>
                    </a:lnTo>
                    <a:lnTo>
                      <a:pt x="709" y="157"/>
                    </a:lnTo>
                    <a:lnTo>
                      <a:pt x="591" y="223"/>
                    </a:lnTo>
                    <a:lnTo>
                      <a:pt x="486" y="302"/>
                    </a:lnTo>
                    <a:lnTo>
                      <a:pt x="394" y="394"/>
                    </a:lnTo>
                    <a:lnTo>
                      <a:pt x="302" y="485"/>
                    </a:lnTo>
                    <a:lnTo>
                      <a:pt x="224" y="590"/>
                    </a:lnTo>
                    <a:lnTo>
                      <a:pt x="158" y="708"/>
                    </a:lnTo>
                    <a:lnTo>
                      <a:pt x="106" y="827"/>
                    </a:lnTo>
                    <a:lnTo>
                      <a:pt x="53" y="945"/>
                    </a:lnTo>
                    <a:lnTo>
                      <a:pt x="27" y="1076"/>
                    </a:lnTo>
                    <a:lnTo>
                      <a:pt x="1" y="1207"/>
                    </a:lnTo>
                    <a:lnTo>
                      <a:pt x="1" y="1351"/>
                    </a:lnTo>
                    <a:lnTo>
                      <a:pt x="1" y="1482"/>
                    </a:lnTo>
                    <a:lnTo>
                      <a:pt x="27" y="1614"/>
                    </a:lnTo>
                    <a:lnTo>
                      <a:pt x="53" y="1745"/>
                    </a:lnTo>
                    <a:lnTo>
                      <a:pt x="106" y="1863"/>
                    </a:lnTo>
                    <a:lnTo>
                      <a:pt x="158" y="1981"/>
                    </a:lnTo>
                    <a:lnTo>
                      <a:pt x="224" y="2099"/>
                    </a:lnTo>
                    <a:lnTo>
                      <a:pt x="302" y="2204"/>
                    </a:lnTo>
                    <a:lnTo>
                      <a:pt x="394" y="2296"/>
                    </a:lnTo>
                    <a:lnTo>
                      <a:pt x="486" y="2388"/>
                    </a:lnTo>
                    <a:lnTo>
                      <a:pt x="591" y="2466"/>
                    </a:lnTo>
                    <a:lnTo>
                      <a:pt x="709" y="2532"/>
                    </a:lnTo>
                    <a:lnTo>
                      <a:pt x="827" y="2584"/>
                    </a:lnTo>
                    <a:lnTo>
                      <a:pt x="945" y="2624"/>
                    </a:lnTo>
                    <a:lnTo>
                      <a:pt x="1076" y="2663"/>
                    </a:lnTo>
                    <a:lnTo>
                      <a:pt x="1208" y="2689"/>
                    </a:lnTo>
                    <a:lnTo>
                      <a:pt x="4776" y="2689"/>
                    </a:lnTo>
                    <a:lnTo>
                      <a:pt x="4907" y="2663"/>
                    </a:lnTo>
                    <a:lnTo>
                      <a:pt x="5038" y="2624"/>
                    </a:lnTo>
                    <a:lnTo>
                      <a:pt x="5156" y="2584"/>
                    </a:lnTo>
                    <a:lnTo>
                      <a:pt x="5275" y="2532"/>
                    </a:lnTo>
                    <a:lnTo>
                      <a:pt x="5393" y="2466"/>
                    </a:lnTo>
                    <a:lnTo>
                      <a:pt x="5498" y="2388"/>
                    </a:lnTo>
                    <a:lnTo>
                      <a:pt x="5589" y="2296"/>
                    </a:lnTo>
                    <a:lnTo>
                      <a:pt x="5681" y="2204"/>
                    </a:lnTo>
                    <a:lnTo>
                      <a:pt x="5747" y="2099"/>
                    </a:lnTo>
                    <a:lnTo>
                      <a:pt x="5826" y="1981"/>
                    </a:lnTo>
                    <a:lnTo>
                      <a:pt x="5878" y="1863"/>
                    </a:lnTo>
                    <a:lnTo>
                      <a:pt x="5917" y="1745"/>
                    </a:lnTo>
                    <a:lnTo>
                      <a:pt x="5957" y="1614"/>
                    </a:lnTo>
                    <a:lnTo>
                      <a:pt x="5970" y="1482"/>
                    </a:lnTo>
                    <a:lnTo>
                      <a:pt x="5983" y="1351"/>
                    </a:lnTo>
                    <a:lnTo>
                      <a:pt x="5970" y="1207"/>
                    </a:lnTo>
                    <a:lnTo>
                      <a:pt x="5957" y="1076"/>
                    </a:lnTo>
                    <a:lnTo>
                      <a:pt x="5917" y="945"/>
                    </a:lnTo>
                    <a:lnTo>
                      <a:pt x="5878" y="827"/>
                    </a:lnTo>
                    <a:lnTo>
                      <a:pt x="5826" y="708"/>
                    </a:lnTo>
                    <a:lnTo>
                      <a:pt x="5747" y="590"/>
                    </a:lnTo>
                    <a:lnTo>
                      <a:pt x="5681" y="485"/>
                    </a:lnTo>
                    <a:lnTo>
                      <a:pt x="5589" y="394"/>
                    </a:lnTo>
                    <a:lnTo>
                      <a:pt x="5498" y="302"/>
                    </a:lnTo>
                    <a:lnTo>
                      <a:pt x="5393" y="223"/>
                    </a:lnTo>
                    <a:lnTo>
                      <a:pt x="5275" y="157"/>
                    </a:lnTo>
                    <a:lnTo>
                      <a:pt x="5156" y="105"/>
                    </a:lnTo>
                    <a:lnTo>
                      <a:pt x="5038" y="66"/>
                    </a:lnTo>
                    <a:lnTo>
                      <a:pt x="4907" y="26"/>
                    </a:lnTo>
                    <a:lnTo>
                      <a:pt x="4776" y="13"/>
                    </a:lnTo>
                    <a:lnTo>
                      <a:pt x="46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2355;p45"/>
              <p:cNvSpPr/>
              <p:nvPr/>
            </p:nvSpPr>
            <p:spPr>
              <a:xfrm>
                <a:off x="3300040" y="2857946"/>
                <a:ext cx="36044" cy="36044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008" extrusionOk="0">
                    <a:moveTo>
                      <a:pt x="906" y="0"/>
                    </a:moveTo>
                    <a:lnTo>
                      <a:pt x="801" y="13"/>
                    </a:lnTo>
                    <a:lnTo>
                      <a:pt x="709" y="39"/>
                    </a:lnTo>
                    <a:lnTo>
                      <a:pt x="617" y="79"/>
                    </a:lnTo>
                    <a:lnTo>
                      <a:pt x="525" y="118"/>
                    </a:lnTo>
                    <a:lnTo>
                      <a:pt x="447" y="171"/>
                    </a:lnTo>
                    <a:lnTo>
                      <a:pt x="368" y="223"/>
                    </a:lnTo>
                    <a:lnTo>
                      <a:pt x="289" y="289"/>
                    </a:lnTo>
                    <a:lnTo>
                      <a:pt x="224" y="367"/>
                    </a:lnTo>
                    <a:lnTo>
                      <a:pt x="171" y="446"/>
                    </a:lnTo>
                    <a:lnTo>
                      <a:pt x="119" y="525"/>
                    </a:lnTo>
                    <a:lnTo>
                      <a:pt x="79" y="617"/>
                    </a:lnTo>
                    <a:lnTo>
                      <a:pt x="40" y="709"/>
                    </a:lnTo>
                    <a:lnTo>
                      <a:pt x="14" y="800"/>
                    </a:lnTo>
                    <a:lnTo>
                      <a:pt x="1" y="905"/>
                    </a:lnTo>
                    <a:lnTo>
                      <a:pt x="1" y="1010"/>
                    </a:lnTo>
                    <a:lnTo>
                      <a:pt x="1" y="1102"/>
                    </a:lnTo>
                    <a:lnTo>
                      <a:pt x="14" y="1207"/>
                    </a:lnTo>
                    <a:lnTo>
                      <a:pt x="40" y="1299"/>
                    </a:lnTo>
                    <a:lnTo>
                      <a:pt x="79" y="1391"/>
                    </a:lnTo>
                    <a:lnTo>
                      <a:pt x="119" y="1483"/>
                    </a:lnTo>
                    <a:lnTo>
                      <a:pt x="171" y="1561"/>
                    </a:lnTo>
                    <a:lnTo>
                      <a:pt x="224" y="1640"/>
                    </a:lnTo>
                    <a:lnTo>
                      <a:pt x="289" y="1719"/>
                    </a:lnTo>
                    <a:lnTo>
                      <a:pt x="368" y="1784"/>
                    </a:lnTo>
                    <a:lnTo>
                      <a:pt x="447" y="1837"/>
                    </a:lnTo>
                    <a:lnTo>
                      <a:pt x="525" y="1889"/>
                    </a:lnTo>
                    <a:lnTo>
                      <a:pt x="617" y="1929"/>
                    </a:lnTo>
                    <a:lnTo>
                      <a:pt x="709" y="1968"/>
                    </a:lnTo>
                    <a:lnTo>
                      <a:pt x="801" y="1994"/>
                    </a:lnTo>
                    <a:lnTo>
                      <a:pt x="906" y="2007"/>
                    </a:lnTo>
                    <a:lnTo>
                      <a:pt x="1103" y="2007"/>
                    </a:lnTo>
                    <a:lnTo>
                      <a:pt x="1208" y="1994"/>
                    </a:lnTo>
                    <a:lnTo>
                      <a:pt x="1299" y="1968"/>
                    </a:lnTo>
                    <a:lnTo>
                      <a:pt x="1391" y="1929"/>
                    </a:lnTo>
                    <a:lnTo>
                      <a:pt x="1483" y="1889"/>
                    </a:lnTo>
                    <a:lnTo>
                      <a:pt x="1562" y="1837"/>
                    </a:lnTo>
                    <a:lnTo>
                      <a:pt x="1640" y="1784"/>
                    </a:lnTo>
                    <a:lnTo>
                      <a:pt x="1719" y="1719"/>
                    </a:lnTo>
                    <a:lnTo>
                      <a:pt x="1785" y="1640"/>
                    </a:lnTo>
                    <a:lnTo>
                      <a:pt x="1837" y="1561"/>
                    </a:lnTo>
                    <a:lnTo>
                      <a:pt x="1890" y="1483"/>
                    </a:lnTo>
                    <a:lnTo>
                      <a:pt x="1929" y="1391"/>
                    </a:lnTo>
                    <a:lnTo>
                      <a:pt x="1968" y="1299"/>
                    </a:lnTo>
                    <a:lnTo>
                      <a:pt x="1995" y="1207"/>
                    </a:lnTo>
                    <a:lnTo>
                      <a:pt x="2008" y="1102"/>
                    </a:lnTo>
                    <a:lnTo>
                      <a:pt x="2008" y="1010"/>
                    </a:lnTo>
                    <a:lnTo>
                      <a:pt x="2008" y="905"/>
                    </a:lnTo>
                    <a:lnTo>
                      <a:pt x="1995" y="800"/>
                    </a:lnTo>
                    <a:lnTo>
                      <a:pt x="1968" y="709"/>
                    </a:lnTo>
                    <a:lnTo>
                      <a:pt x="1929" y="617"/>
                    </a:lnTo>
                    <a:lnTo>
                      <a:pt x="1890" y="525"/>
                    </a:lnTo>
                    <a:lnTo>
                      <a:pt x="1837" y="446"/>
                    </a:lnTo>
                    <a:lnTo>
                      <a:pt x="1785" y="367"/>
                    </a:lnTo>
                    <a:lnTo>
                      <a:pt x="1719" y="289"/>
                    </a:lnTo>
                    <a:lnTo>
                      <a:pt x="1640" y="223"/>
                    </a:lnTo>
                    <a:lnTo>
                      <a:pt x="1562" y="171"/>
                    </a:lnTo>
                    <a:lnTo>
                      <a:pt x="1483" y="118"/>
                    </a:lnTo>
                    <a:lnTo>
                      <a:pt x="1391" y="79"/>
                    </a:lnTo>
                    <a:lnTo>
                      <a:pt x="1299" y="39"/>
                    </a:lnTo>
                    <a:lnTo>
                      <a:pt x="1208" y="13"/>
                    </a:lnTo>
                    <a:lnTo>
                      <a:pt x="110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45"/>
              <p:cNvSpPr/>
              <p:nvPr/>
            </p:nvSpPr>
            <p:spPr>
              <a:xfrm>
                <a:off x="3304043" y="2861949"/>
                <a:ext cx="28038" cy="28038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1562" extrusionOk="0">
                    <a:moveTo>
                      <a:pt x="696" y="0"/>
                    </a:moveTo>
                    <a:lnTo>
                      <a:pt x="617" y="13"/>
                    </a:lnTo>
                    <a:lnTo>
                      <a:pt x="473" y="66"/>
                    </a:lnTo>
                    <a:lnTo>
                      <a:pt x="342" y="131"/>
                    </a:lnTo>
                    <a:lnTo>
                      <a:pt x="224" y="223"/>
                    </a:lnTo>
                    <a:lnTo>
                      <a:pt x="132" y="341"/>
                    </a:lnTo>
                    <a:lnTo>
                      <a:pt x="66" y="472"/>
                    </a:lnTo>
                    <a:lnTo>
                      <a:pt x="14" y="630"/>
                    </a:lnTo>
                    <a:lnTo>
                      <a:pt x="1" y="695"/>
                    </a:lnTo>
                    <a:lnTo>
                      <a:pt x="1" y="787"/>
                    </a:lnTo>
                    <a:lnTo>
                      <a:pt x="1" y="866"/>
                    </a:lnTo>
                    <a:lnTo>
                      <a:pt x="14" y="932"/>
                    </a:lnTo>
                    <a:lnTo>
                      <a:pt x="66" y="1089"/>
                    </a:lnTo>
                    <a:lnTo>
                      <a:pt x="132" y="1220"/>
                    </a:lnTo>
                    <a:lnTo>
                      <a:pt x="224" y="1338"/>
                    </a:lnTo>
                    <a:lnTo>
                      <a:pt x="342" y="1430"/>
                    </a:lnTo>
                    <a:lnTo>
                      <a:pt x="473" y="1496"/>
                    </a:lnTo>
                    <a:lnTo>
                      <a:pt x="617" y="1548"/>
                    </a:lnTo>
                    <a:lnTo>
                      <a:pt x="696" y="1561"/>
                    </a:lnTo>
                    <a:lnTo>
                      <a:pt x="866" y="1561"/>
                    </a:lnTo>
                    <a:lnTo>
                      <a:pt x="932" y="1548"/>
                    </a:lnTo>
                    <a:lnTo>
                      <a:pt x="1089" y="1496"/>
                    </a:lnTo>
                    <a:lnTo>
                      <a:pt x="1221" y="1430"/>
                    </a:lnTo>
                    <a:lnTo>
                      <a:pt x="1326" y="1338"/>
                    </a:lnTo>
                    <a:lnTo>
                      <a:pt x="1431" y="1220"/>
                    </a:lnTo>
                    <a:lnTo>
                      <a:pt x="1496" y="1089"/>
                    </a:lnTo>
                    <a:lnTo>
                      <a:pt x="1549" y="932"/>
                    </a:lnTo>
                    <a:lnTo>
                      <a:pt x="1562" y="866"/>
                    </a:lnTo>
                    <a:lnTo>
                      <a:pt x="1562" y="787"/>
                    </a:lnTo>
                    <a:lnTo>
                      <a:pt x="1562" y="695"/>
                    </a:lnTo>
                    <a:lnTo>
                      <a:pt x="1549" y="630"/>
                    </a:lnTo>
                    <a:lnTo>
                      <a:pt x="1496" y="472"/>
                    </a:lnTo>
                    <a:lnTo>
                      <a:pt x="1431" y="341"/>
                    </a:lnTo>
                    <a:lnTo>
                      <a:pt x="1326" y="223"/>
                    </a:lnTo>
                    <a:lnTo>
                      <a:pt x="1221" y="131"/>
                    </a:lnTo>
                    <a:lnTo>
                      <a:pt x="1089" y="66"/>
                    </a:lnTo>
                    <a:lnTo>
                      <a:pt x="932" y="13"/>
                    </a:lnTo>
                    <a:lnTo>
                      <a:pt x="866" y="0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45"/>
              <p:cNvSpPr/>
              <p:nvPr/>
            </p:nvSpPr>
            <p:spPr>
              <a:xfrm>
                <a:off x="3294386" y="2916804"/>
                <a:ext cx="107395" cy="48303"/>
              </a:xfrm>
              <a:custGeom>
                <a:avLst/>
                <a:gdLst/>
                <a:ahLst/>
                <a:cxnLst/>
                <a:rect l="l" t="t" r="r" b="b"/>
                <a:pathLst>
                  <a:path w="5983" h="2691" extrusionOk="0">
                    <a:moveTo>
                      <a:pt x="1339" y="1"/>
                    </a:moveTo>
                    <a:lnTo>
                      <a:pt x="1208" y="14"/>
                    </a:lnTo>
                    <a:lnTo>
                      <a:pt x="1076" y="27"/>
                    </a:lnTo>
                    <a:lnTo>
                      <a:pt x="945" y="66"/>
                    </a:lnTo>
                    <a:lnTo>
                      <a:pt x="827" y="106"/>
                    </a:lnTo>
                    <a:lnTo>
                      <a:pt x="709" y="171"/>
                    </a:lnTo>
                    <a:lnTo>
                      <a:pt x="591" y="237"/>
                    </a:lnTo>
                    <a:lnTo>
                      <a:pt x="486" y="316"/>
                    </a:lnTo>
                    <a:lnTo>
                      <a:pt x="394" y="394"/>
                    </a:lnTo>
                    <a:lnTo>
                      <a:pt x="302" y="499"/>
                    </a:lnTo>
                    <a:lnTo>
                      <a:pt x="224" y="591"/>
                    </a:lnTo>
                    <a:lnTo>
                      <a:pt x="158" y="709"/>
                    </a:lnTo>
                    <a:lnTo>
                      <a:pt x="106" y="827"/>
                    </a:lnTo>
                    <a:lnTo>
                      <a:pt x="53" y="945"/>
                    </a:lnTo>
                    <a:lnTo>
                      <a:pt x="27" y="1077"/>
                    </a:lnTo>
                    <a:lnTo>
                      <a:pt x="1" y="1208"/>
                    </a:lnTo>
                    <a:lnTo>
                      <a:pt x="1" y="1352"/>
                    </a:lnTo>
                    <a:lnTo>
                      <a:pt x="1" y="1483"/>
                    </a:lnTo>
                    <a:lnTo>
                      <a:pt x="27" y="1615"/>
                    </a:lnTo>
                    <a:lnTo>
                      <a:pt x="53" y="1746"/>
                    </a:lnTo>
                    <a:lnTo>
                      <a:pt x="106" y="1877"/>
                    </a:lnTo>
                    <a:lnTo>
                      <a:pt x="158" y="1995"/>
                    </a:lnTo>
                    <a:lnTo>
                      <a:pt x="224" y="2100"/>
                    </a:lnTo>
                    <a:lnTo>
                      <a:pt x="302" y="2205"/>
                    </a:lnTo>
                    <a:lnTo>
                      <a:pt x="394" y="2297"/>
                    </a:lnTo>
                    <a:lnTo>
                      <a:pt x="486" y="2389"/>
                    </a:lnTo>
                    <a:lnTo>
                      <a:pt x="591" y="2467"/>
                    </a:lnTo>
                    <a:lnTo>
                      <a:pt x="709" y="2533"/>
                    </a:lnTo>
                    <a:lnTo>
                      <a:pt x="827" y="2585"/>
                    </a:lnTo>
                    <a:lnTo>
                      <a:pt x="945" y="2638"/>
                    </a:lnTo>
                    <a:lnTo>
                      <a:pt x="1076" y="2664"/>
                    </a:lnTo>
                    <a:lnTo>
                      <a:pt x="1208" y="2690"/>
                    </a:lnTo>
                    <a:lnTo>
                      <a:pt x="4776" y="2690"/>
                    </a:lnTo>
                    <a:lnTo>
                      <a:pt x="4907" y="2664"/>
                    </a:lnTo>
                    <a:lnTo>
                      <a:pt x="5038" y="2638"/>
                    </a:lnTo>
                    <a:lnTo>
                      <a:pt x="5156" y="2585"/>
                    </a:lnTo>
                    <a:lnTo>
                      <a:pt x="5275" y="2533"/>
                    </a:lnTo>
                    <a:lnTo>
                      <a:pt x="5393" y="2467"/>
                    </a:lnTo>
                    <a:lnTo>
                      <a:pt x="5498" y="2389"/>
                    </a:lnTo>
                    <a:lnTo>
                      <a:pt x="5589" y="2297"/>
                    </a:lnTo>
                    <a:lnTo>
                      <a:pt x="5681" y="2205"/>
                    </a:lnTo>
                    <a:lnTo>
                      <a:pt x="5747" y="2100"/>
                    </a:lnTo>
                    <a:lnTo>
                      <a:pt x="5826" y="1995"/>
                    </a:lnTo>
                    <a:lnTo>
                      <a:pt x="5878" y="1877"/>
                    </a:lnTo>
                    <a:lnTo>
                      <a:pt x="5917" y="1746"/>
                    </a:lnTo>
                    <a:lnTo>
                      <a:pt x="5957" y="1615"/>
                    </a:lnTo>
                    <a:lnTo>
                      <a:pt x="5970" y="1483"/>
                    </a:lnTo>
                    <a:lnTo>
                      <a:pt x="5983" y="1352"/>
                    </a:lnTo>
                    <a:lnTo>
                      <a:pt x="5970" y="1208"/>
                    </a:lnTo>
                    <a:lnTo>
                      <a:pt x="5957" y="1077"/>
                    </a:lnTo>
                    <a:lnTo>
                      <a:pt x="5917" y="945"/>
                    </a:lnTo>
                    <a:lnTo>
                      <a:pt x="5878" y="827"/>
                    </a:lnTo>
                    <a:lnTo>
                      <a:pt x="5826" y="709"/>
                    </a:lnTo>
                    <a:lnTo>
                      <a:pt x="5747" y="591"/>
                    </a:lnTo>
                    <a:lnTo>
                      <a:pt x="5681" y="499"/>
                    </a:lnTo>
                    <a:lnTo>
                      <a:pt x="5589" y="394"/>
                    </a:lnTo>
                    <a:lnTo>
                      <a:pt x="5498" y="316"/>
                    </a:lnTo>
                    <a:lnTo>
                      <a:pt x="5393" y="237"/>
                    </a:lnTo>
                    <a:lnTo>
                      <a:pt x="5275" y="171"/>
                    </a:lnTo>
                    <a:lnTo>
                      <a:pt x="5156" y="106"/>
                    </a:lnTo>
                    <a:lnTo>
                      <a:pt x="5038" y="66"/>
                    </a:lnTo>
                    <a:lnTo>
                      <a:pt x="4907" y="27"/>
                    </a:lnTo>
                    <a:lnTo>
                      <a:pt x="4776" y="14"/>
                    </a:lnTo>
                    <a:lnTo>
                      <a:pt x="46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2358;p45"/>
              <p:cNvSpPr/>
              <p:nvPr/>
            </p:nvSpPr>
            <p:spPr>
              <a:xfrm>
                <a:off x="3360083" y="2922925"/>
                <a:ext cx="36062" cy="36295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2022" extrusionOk="0">
                    <a:moveTo>
                      <a:pt x="998" y="1"/>
                    </a:moveTo>
                    <a:lnTo>
                      <a:pt x="906" y="14"/>
                    </a:lnTo>
                    <a:lnTo>
                      <a:pt x="801" y="27"/>
                    </a:lnTo>
                    <a:lnTo>
                      <a:pt x="709" y="53"/>
                    </a:lnTo>
                    <a:lnTo>
                      <a:pt x="617" y="80"/>
                    </a:lnTo>
                    <a:lnTo>
                      <a:pt x="526" y="119"/>
                    </a:lnTo>
                    <a:lnTo>
                      <a:pt x="447" y="172"/>
                    </a:lnTo>
                    <a:lnTo>
                      <a:pt x="368" y="237"/>
                    </a:lnTo>
                    <a:lnTo>
                      <a:pt x="290" y="303"/>
                    </a:lnTo>
                    <a:lnTo>
                      <a:pt x="224" y="368"/>
                    </a:lnTo>
                    <a:lnTo>
                      <a:pt x="171" y="447"/>
                    </a:lnTo>
                    <a:lnTo>
                      <a:pt x="119" y="526"/>
                    </a:lnTo>
                    <a:lnTo>
                      <a:pt x="80" y="618"/>
                    </a:lnTo>
                    <a:lnTo>
                      <a:pt x="40" y="709"/>
                    </a:lnTo>
                    <a:lnTo>
                      <a:pt x="14" y="801"/>
                    </a:lnTo>
                    <a:lnTo>
                      <a:pt x="1" y="906"/>
                    </a:lnTo>
                    <a:lnTo>
                      <a:pt x="1" y="1011"/>
                    </a:lnTo>
                    <a:lnTo>
                      <a:pt x="1" y="1116"/>
                    </a:lnTo>
                    <a:lnTo>
                      <a:pt x="14" y="1208"/>
                    </a:lnTo>
                    <a:lnTo>
                      <a:pt x="40" y="1313"/>
                    </a:lnTo>
                    <a:lnTo>
                      <a:pt x="80" y="1405"/>
                    </a:lnTo>
                    <a:lnTo>
                      <a:pt x="119" y="1483"/>
                    </a:lnTo>
                    <a:lnTo>
                      <a:pt x="171" y="1575"/>
                    </a:lnTo>
                    <a:lnTo>
                      <a:pt x="224" y="1654"/>
                    </a:lnTo>
                    <a:lnTo>
                      <a:pt x="290" y="1720"/>
                    </a:lnTo>
                    <a:lnTo>
                      <a:pt x="368" y="1785"/>
                    </a:lnTo>
                    <a:lnTo>
                      <a:pt x="447" y="1838"/>
                    </a:lnTo>
                    <a:lnTo>
                      <a:pt x="526" y="1890"/>
                    </a:lnTo>
                    <a:lnTo>
                      <a:pt x="617" y="1929"/>
                    </a:lnTo>
                    <a:lnTo>
                      <a:pt x="709" y="1969"/>
                    </a:lnTo>
                    <a:lnTo>
                      <a:pt x="801" y="1995"/>
                    </a:lnTo>
                    <a:lnTo>
                      <a:pt x="906" y="2008"/>
                    </a:lnTo>
                    <a:lnTo>
                      <a:pt x="998" y="2021"/>
                    </a:lnTo>
                    <a:lnTo>
                      <a:pt x="1103" y="2008"/>
                    </a:lnTo>
                    <a:lnTo>
                      <a:pt x="1208" y="1995"/>
                    </a:lnTo>
                    <a:lnTo>
                      <a:pt x="1300" y="1969"/>
                    </a:lnTo>
                    <a:lnTo>
                      <a:pt x="1392" y="1929"/>
                    </a:lnTo>
                    <a:lnTo>
                      <a:pt x="1483" y="1890"/>
                    </a:lnTo>
                    <a:lnTo>
                      <a:pt x="1562" y="1838"/>
                    </a:lnTo>
                    <a:lnTo>
                      <a:pt x="1641" y="1785"/>
                    </a:lnTo>
                    <a:lnTo>
                      <a:pt x="1719" y="1720"/>
                    </a:lnTo>
                    <a:lnTo>
                      <a:pt x="1785" y="1654"/>
                    </a:lnTo>
                    <a:lnTo>
                      <a:pt x="1838" y="1575"/>
                    </a:lnTo>
                    <a:lnTo>
                      <a:pt x="1890" y="1483"/>
                    </a:lnTo>
                    <a:lnTo>
                      <a:pt x="1929" y="1405"/>
                    </a:lnTo>
                    <a:lnTo>
                      <a:pt x="1969" y="1313"/>
                    </a:lnTo>
                    <a:lnTo>
                      <a:pt x="1995" y="1208"/>
                    </a:lnTo>
                    <a:lnTo>
                      <a:pt x="2008" y="1116"/>
                    </a:lnTo>
                    <a:lnTo>
                      <a:pt x="2008" y="1011"/>
                    </a:lnTo>
                    <a:lnTo>
                      <a:pt x="2008" y="906"/>
                    </a:lnTo>
                    <a:lnTo>
                      <a:pt x="1995" y="801"/>
                    </a:lnTo>
                    <a:lnTo>
                      <a:pt x="1969" y="709"/>
                    </a:lnTo>
                    <a:lnTo>
                      <a:pt x="1929" y="618"/>
                    </a:lnTo>
                    <a:lnTo>
                      <a:pt x="1890" y="526"/>
                    </a:lnTo>
                    <a:lnTo>
                      <a:pt x="1838" y="447"/>
                    </a:lnTo>
                    <a:lnTo>
                      <a:pt x="1785" y="368"/>
                    </a:lnTo>
                    <a:lnTo>
                      <a:pt x="1719" y="303"/>
                    </a:lnTo>
                    <a:lnTo>
                      <a:pt x="1641" y="237"/>
                    </a:lnTo>
                    <a:lnTo>
                      <a:pt x="1562" y="172"/>
                    </a:lnTo>
                    <a:lnTo>
                      <a:pt x="1483" y="119"/>
                    </a:lnTo>
                    <a:lnTo>
                      <a:pt x="1392" y="80"/>
                    </a:lnTo>
                    <a:lnTo>
                      <a:pt x="1300" y="53"/>
                    </a:lnTo>
                    <a:lnTo>
                      <a:pt x="1208" y="27"/>
                    </a:lnTo>
                    <a:lnTo>
                      <a:pt x="1103" y="14"/>
                    </a:lnTo>
                    <a:lnTo>
                      <a:pt x="99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Google Shape;2359;p45"/>
              <p:cNvSpPr/>
              <p:nvPr/>
            </p:nvSpPr>
            <p:spPr>
              <a:xfrm>
                <a:off x="3364085" y="2926928"/>
                <a:ext cx="28056" cy="28056"/>
              </a:xfrm>
              <a:custGeom>
                <a:avLst/>
                <a:gdLst/>
                <a:ahLst/>
                <a:cxnLst/>
                <a:rect l="l" t="t" r="r" b="b"/>
                <a:pathLst>
                  <a:path w="1563" h="1563" extrusionOk="0">
                    <a:moveTo>
                      <a:pt x="775" y="1"/>
                    </a:moveTo>
                    <a:lnTo>
                      <a:pt x="696" y="14"/>
                    </a:lnTo>
                    <a:lnTo>
                      <a:pt x="618" y="27"/>
                    </a:lnTo>
                    <a:lnTo>
                      <a:pt x="473" y="67"/>
                    </a:lnTo>
                    <a:lnTo>
                      <a:pt x="342" y="145"/>
                    </a:lnTo>
                    <a:lnTo>
                      <a:pt x="224" y="237"/>
                    </a:lnTo>
                    <a:lnTo>
                      <a:pt x="132" y="355"/>
                    </a:lnTo>
                    <a:lnTo>
                      <a:pt x="67" y="486"/>
                    </a:lnTo>
                    <a:lnTo>
                      <a:pt x="14" y="631"/>
                    </a:lnTo>
                    <a:lnTo>
                      <a:pt x="1" y="709"/>
                    </a:lnTo>
                    <a:lnTo>
                      <a:pt x="1" y="788"/>
                    </a:lnTo>
                    <a:lnTo>
                      <a:pt x="1" y="867"/>
                    </a:lnTo>
                    <a:lnTo>
                      <a:pt x="14" y="946"/>
                    </a:lnTo>
                    <a:lnTo>
                      <a:pt x="67" y="1090"/>
                    </a:lnTo>
                    <a:lnTo>
                      <a:pt x="132" y="1221"/>
                    </a:lnTo>
                    <a:lnTo>
                      <a:pt x="224" y="1339"/>
                    </a:lnTo>
                    <a:lnTo>
                      <a:pt x="342" y="1431"/>
                    </a:lnTo>
                    <a:lnTo>
                      <a:pt x="473" y="1510"/>
                    </a:lnTo>
                    <a:lnTo>
                      <a:pt x="618" y="1549"/>
                    </a:lnTo>
                    <a:lnTo>
                      <a:pt x="696" y="1562"/>
                    </a:lnTo>
                    <a:lnTo>
                      <a:pt x="854" y="1562"/>
                    </a:lnTo>
                    <a:lnTo>
                      <a:pt x="932" y="1549"/>
                    </a:lnTo>
                    <a:lnTo>
                      <a:pt x="1090" y="1510"/>
                    </a:lnTo>
                    <a:lnTo>
                      <a:pt x="1221" y="1431"/>
                    </a:lnTo>
                    <a:lnTo>
                      <a:pt x="1326" y="1339"/>
                    </a:lnTo>
                    <a:lnTo>
                      <a:pt x="1431" y="1221"/>
                    </a:lnTo>
                    <a:lnTo>
                      <a:pt x="1496" y="1090"/>
                    </a:lnTo>
                    <a:lnTo>
                      <a:pt x="1549" y="946"/>
                    </a:lnTo>
                    <a:lnTo>
                      <a:pt x="1562" y="867"/>
                    </a:lnTo>
                    <a:lnTo>
                      <a:pt x="1562" y="788"/>
                    </a:lnTo>
                    <a:lnTo>
                      <a:pt x="1562" y="709"/>
                    </a:lnTo>
                    <a:lnTo>
                      <a:pt x="1549" y="631"/>
                    </a:lnTo>
                    <a:lnTo>
                      <a:pt x="1496" y="486"/>
                    </a:lnTo>
                    <a:lnTo>
                      <a:pt x="1431" y="355"/>
                    </a:lnTo>
                    <a:lnTo>
                      <a:pt x="1326" y="237"/>
                    </a:lnTo>
                    <a:lnTo>
                      <a:pt x="1221" y="145"/>
                    </a:lnTo>
                    <a:lnTo>
                      <a:pt x="1090" y="67"/>
                    </a:lnTo>
                    <a:lnTo>
                      <a:pt x="932" y="27"/>
                    </a:lnTo>
                    <a:lnTo>
                      <a:pt x="854" y="14"/>
                    </a:lnTo>
                    <a:lnTo>
                      <a:pt x="775" y="1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Google Shape;2360;p45"/>
              <p:cNvSpPr/>
              <p:nvPr/>
            </p:nvSpPr>
            <p:spPr>
              <a:xfrm>
                <a:off x="3294386" y="2982267"/>
                <a:ext cx="107395" cy="48303"/>
              </a:xfrm>
              <a:custGeom>
                <a:avLst/>
                <a:gdLst/>
                <a:ahLst/>
                <a:cxnLst/>
                <a:rect l="l" t="t" r="r" b="b"/>
                <a:pathLst>
                  <a:path w="5983" h="2691" extrusionOk="0">
                    <a:moveTo>
                      <a:pt x="1208" y="1"/>
                    </a:moveTo>
                    <a:lnTo>
                      <a:pt x="1076" y="27"/>
                    </a:lnTo>
                    <a:lnTo>
                      <a:pt x="945" y="53"/>
                    </a:lnTo>
                    <a:lnTo>
                      <a:pt x="827" y="106"/>
                    </a:lnTo>
                    <a:lnTo>
                      <a:pt x="709" y="158"/>
                    </a:lnTo>
                    <a:lnTo>
                      <a:pt x="591" y="224"/>
                    </a:lnTo>
                    <a:lnTo>
                      <a:pt x="486" y="303"/>
                    </a:lnTo>
                    <a:lnTo>
                      <a:pt x="394" y="395"/>
                    </a:lnTo>
                    <a:lnTo>
                      <a:pt x="302" y="486"/>
                    </a:lnTo>
                    <a:lnTo>
                      <a:pt x="224" y="591"/>
                    </a:lnTo>
                    <a:lnTo>
                      <a:pt x="158" y="696"/>
                    </a:lnTo>
                    <a:lnTo>
                      <a:pt x="106" y="814"/>
                    </a:lnTo>
                    <a:lnTo>
                      <a:pt x="53" y="946"/>
                    </a:lnTo>
                    <a:lnTo>
                      <a:pt x="27" y="1077"/>
                    </a:lnTo>
                    <a:lnTo>
                      <a:pt x="1" y="1208"/>
                    </a:lnTo>
                    <a:lnTo>
                      <a:pt x="1" y="1339"/>
                    </a:lnTo>
                    <a:lnTo>
                      <a:pt x="1" y="1483"/>
                    </a:lnTo>
                    <a:lnTo>
                      <a:pt x="27" y="1615"/>
                    </a:lnTo>
                    <a:lnTo>
                      <a:pt x="53" y="1746"/>
                    </a:lnTo>
                    <a:lnTo>
                      <a:pt x="106" y="1864"/>
                    </a:lnTo>
                    <a:lnTo>
                      <a:pt x="158" y="1982"/>
                    </a:lnTo>
                    <a:lnTo>
                      <a:pt x="224" y="2100"/>
                    </a:lnTo>
                    <a:lnTo>
                      <a:pt x="302" y="2205"/>
                    </a:lnTo>
                    <a:lnTo>
                      <a:pt x="394" y="2297"/>
                    </a:lnTo>
                    <a:lnTo>
                      <a:pt x="486" y="2375"/>
                    </a:lnTo>
                    <a:lnTo>
                      <a:pt x="591" y="2454"/>
                    </a:lnTo>
                    <a:lnTo>
                      <a:pt x="709" y="2520"/>
                    </a:lnTo>
                    <a:lnTo>
                      <a:pt x="827" y="2585"/>
                    </a:lnTo>
                    <a:lnTo>
                      <a:pt x="945" y="2625"/>
                    </a:lnTo>
                    <a:lnTo>
                      <a:pt x="1076" y="2664"/>
                    </a:lnTo>
                    <a:lnTo>
                      <a:pt x="1208" y="2677"/>
                    </a:lnTo>
                    <a:lnTo>
                      <a:pt x="1339" y="2690"/>
                    </a:lnTo>
                    <a:lnTo>
                      <a:pt x="4632" y="2690"/>
                    </a:lnTo>
                    <a:lnTo>
                      <a:pt x="4776" y="2677"/>
                    </a:lnTo>
                    <a:lnTo>
                      <a:pt x="4907" y="2664"/>
                    </a:lnTo>
                    <a:lnTo>
                      <a:pt x="5038" y="2625"/>
                    </a:lnTo>
                    <a:lnTo>
                      <a:pt x="5156" y="2585"/>
                    </a:lnTo>
                    <a:lnTo>
                      <a:pt x="5275" y="2520"/>
                    </a:lnTo>
                    <a:lnTo>
                      <a:pt x="5393" y="2454"/>
                    </a:lnTo>
                    <a:lnTo>
                      <a:pt x="5498" y="2375"/>
                    </a:lnTo>
                    <a:lnTo>
                      <a:pt x="5589" y="2297"/>
                    </a:lnTo>
                    <a:lnTo>
                      <a:pt x="5681" y="2205"/>
                    </a:lnTo>
                    <a:lnTo>
                      <a:pt x="5747" y="2100"/>
                    </a:lnTo>
                    <a:lnTo>
                      <a:pt x="5826" y="1982"/>
                    </a:lnTo>
                    <a:lnTo>
                      <a:pt x="5878" y="1864"/>
                    </a:lnTo>
                    <a:lnTo>
                      <a:pt x="5917" y="1746"/>
                    </a:lnTo>
                    <a:lnTo>
                      <a:pt x="5957" y="1615"/>
                    </a:lnTo>
                    <a:lnTo>
                      <a:pt x="5970" y="1483"/>
                    </a:lnTo>
                    <a:lnTo>
                      <a:pt x="5983" y="1339"/>
                    </a:lnTo>
                    <a:lnTo>
                      <a:pt x="5970" y="1208"/>
                    </a:lnTo>
                    <a:lnTo>
                      <a:pt x="5957" y="1077"/>
                    </a:lnTo>
                    <a:lnTo>
                      <a:pt x="5917" y="946"/>
                    </a:lnTo>
                    <a:lnTo>
                      <a:pt x="5878" y="814"/>
                    </a:lnTo>
                    <a:lnTo>
                      <a:pt x="5826" y="696"/>
                    </a:lnTo>
                    <a:lnTo>
                      <a:pt x="5747" y="591"/>
                    </a:lnTo>
                    <a:lnTo>
                      <a:pt x="5681" y="486"/>
                    </a:lnTo>
                    <a:lnTo>
                      <a:pt x="5589" y="395"/>
                    </a:lnTo>
                    <a:lnTo>
                      <a:pt x="5498" y="303"/>
                    </a:lnTo>
                    <a:lnTo>
                      <a:pt x="5393" y="224"/>
                    </a:lnTo>
                    <a:lnTo>
                      <a:pt x="5275" y="158"/>
                    </a:lnTo>
                    <a:lnTo>
                      <a:pt x="5156" y="106"/>
                    </a:lnTo>
                    <a:lnTo>
                      <a:pt x="5038" y="53"/>
                    </a:lnTo>
                    <a:lnTo>
                      <a:pt x="4907" y="27"/>
                    </a:lnTo>
                    <a:lnTo>
                      <a:pt x="4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Google Shape;2361;p45"/>
              <p:cNvSpPr/>
              <p:nvPr/>
            </p:nvSpPr>
            <p:spPr>
              <a:xfrm>
                <a:off x="3300040" y="2988406"/>
                <a:ext cx="36044" cy="36044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008" extrusionOk="0">
                    <a:moveTo>
                      <a:pt x="906" y="0"/>
                    </a:moveTo>
                    <a:lnTo>
                      <a:pt x="801" y="13"/>
                    </a:lnTo>
                    <a:lnTo>
                      <a:pt x="709" y="39"/>
                    </a:lnTo>
                    <a:lnTo>
                      <a:pt x="617" y="79"/>
                    </a:lnTo>
                    <a:lnTo>
                      <a:pt x="525" y="118"/>
                    </a:lnTo>
                    <a:lnTo>
                      <a:pt x="447" y="171"/>
                    </a:lnTo>
                    <a:lnTo>
                      <a:pt x="368" y="223"/>
                    </a:lnTo>
                    <a:lnTo>
                      <a:pt x="289" y="289"/>
                    </a:lnTo>
                    <a:lnTo>
                      <a:pt x="224" y="367"/>
                    </a:lnTo>
                    <a:lnTo>
                      <a:pt x="171" y="433"/>
                    </a:lnTo>
                    <a:lnTo>
                      <a:pt x="119" y="525"/>
                    </a:lnTo>
                    <a:lnTo>
                      <a:pt x="79" y="604"/>
                    </a:lnTo>
                    <a:lnTo>
                      <a:pt x="40" y="708"/>
                    </a:lnTo>
                    <a:lnTo>
                      <a:pt x="14" y="800"/>
                    </a:lnTo>
                    <a:lnTo>
                      <a:pt x="1" y="892"/>
                    </a:lnTo>
                    <a:lnTo>
                      <a:pt x="1" y="997"/>
                    </a:lnTo>
                    <a:lnTo>
                      <a:pt x="1" y="1102"/>
                    </a:lnTo>
                    <a:lnTo>
                      <a:pt x="14" y="1207"/>
                    </a:lnTo>
                    <a:lnTo>
                      <a:pt x="40" y="1299"/>
                    </a:lnTo>
                    <a:lnTo>
                      <a:pt x="79" y="1391"/>
                    </a:lnTo>
                    <a:lnTo>
                      <a:pt x="119" y="1482"/>
                    </a:lnTo>
                    <a:lnTo>
                      <a:pt x="171" y="1561"/>
                    </a:lnTo>
                    <a:lnTo>
                      <a:pt x="224" y="1640"/>
                    </a:lnTo>
                    <a:lnTo>
                      <a:pt x="289" y="1719"/>
                    </a:lnTo>
                    <a:lnTo>
                      <a:pt x="368" y="1771"/>
                    </a:lnTo>
                    <a:lnTo>
                      <a:pt x="447" y="1837"/>
                    </a:lnTo>
                    <a:lnTo>
                      <a:pt x="525" y="1889"/>
                    </a:lnTo>
                    <a:lnTo>
                      <a:pt x="617" y="1929"/>
                    </a:lnTo>
                    <a:lnTo>
                      <a:pt x="709" y="1968"/>
                    </a:lnTo>
                    <a:lnTo>
                      <a:pt x="801" y="1981"/>
                    </a:lnTo>
                    <a:lnTo>
                      <a:pt x="906" y="2007"/>
                    </a:lnTo>
                    <a:lnTo>
                      <a:pt x="1103" y="2007"/>
                    </a:lnTo>
                    <a:lnTo>
                      <a:pt x="1208" y="1981"/>
                    </a:lnTo>
                    <a:lnTo>
                      <a:pt x="1299" y="1968"/>
                    </a:lnTo>
                    <a:lnTo>
                      <a:pt x="1391" y="1929"/>
                    </a:lnTo>
                    <a:lnTo>
                      <a:pt x="1483" y="1889"/>
                    </a:lnTo>
                    <a:lnTo>
                      <a:pt x="1562" y="1837"/>
                    </a:lnTo>
                    <a:lnTo>
                      <a:pt x="1640" y="1771"/>
                    </a:lnTo>
                    <a:lnTo>
                      <a:pt x="1719" y="1719"/>
                    </a:lnTo>
                    <a:lnTo>
                      <a:pt x="1785" y="1640"/>
                    </a:lnTo>
                    <a:lnTo>
                      <a:pt x="1837" y="1561"/>
                    </a:lnTo>
                    <a:lnTo>
                      <a:pt x="1890" y="1482"/>
                    </a:lnTo>
                    <a:lnTo>
                      <a:pt x="1929" y="1391"/>
                    </a:lnTo>
                    <a:lnTo>
                      <a:pt x="1968" y="1299"/>
                    </a:lnTo>
                    <a:lnTo>
                      <a:pt x="1995" y="1207"/>
                    </a:lnTo>
                    <a:lnTo>
                      <a:pt x="2008" y="1102"/>
                    </a:lnTo>
                    <a:lnTo>
                      <a:pt x="2008" y="997"/>
                    </a:lnTo>
                    <a:lnTo>
                      <a:pt x="2008" y="892"/>
                    </a:lnTo>
                    <a:lnTo>
                      <a:pt x="1995" y="800"/>
                    </a:lnTo>
                    <a:lnTo>
                      <a:pt x="1968" y="708"/>
                    </a:lnTo>
                    <a:lnTo>
                      <a:pt x="1929" y="604"/>
                    </a:lnTo>
                    <a:lnTo>
                      <a:pt x="1890" y="525"/>
                    </a:lnTo>
                    <a:lnTo>
                      <a:pt x="1837" y="433"/>
                    </a:lnTo>
                    <a:lnTo>
                      <a:pt x="1785" y="367"/>
                    </a:lnTo>
                    <a:lnTo>
                      <a:pt x="1719" y="289"/>
                    </a:lnTo>
                    <a:lnTo>
                      <a:pt x="1640" y="223"/>
                    </a:lnTo>
                    <a:lnTo>
                      <a:pt x="1562" y="171"/>
                    </a:lnTo>
                    <a:lnTo>
                      <a:pt x="1483" y="118"/>
                    </a:lnTo>
                    <a:lnTo>
                      <a:pt x="1391" y="79"/>
                    </a:lnTo>
                    <a:lnTo>
                      <a:pt x="1299" y="39"/>
                    </a:lnTo>
                    <a:lnTo>
                      <a:pt x="1208" y="13"/>
                    </a:lnTo>
                    <a:lnTo>
                      <a:pt x="110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Google Shape;2362;p45"/>
              <p:cNvSpPr/>
              <p:nvPr/>
            </p:nvSpPr>
            <p:spPr>
              <a:xfrm>
                <a:off x="3304043" y="2992409"/>
                <a:ext cx="28038" cy="28038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1562" extrusionOk="0">
                    <a:moveTo>
                      <a:pt x="696" y="0"/>
                    </a:moveTo>
                    <a:lnTo>
                      <a:pt x="617" y="13"/>
                    </a:lnTo>
                    <a:lnTo>
                      <a:pt x="473" y="66"/>
                    </a:lnTo>
                    <a:lnTo>
                      <a:pt x="342" y="131"/>
                    </a:lnTo>
                    <a:lnTo>
                      <a:pt x="224" y="223"/>
                    </a:lnTo>
                    <a:lnTo>
                      <a:pt x="132" y="341"/>
                    </a:lnTo>
                    <a:lnTo>
                      <a:pt x="66" y="472"/>
                    </a:lnTo>
                    <a:lnTo>
                      <a:pt x="14" y="617"/>
                    </a:lnTo>
                    <a:lnTo>
                      <a:pt x="1" y="695"/>
                    </a:lnTo>
                    <a:lnTo>
                      <a:pt x="1" y="774"/>
                    </a:lnTo>
                    <a:lnTo>
                      <a:pt x="1" y="853"/>
                    </a:lnTo>
                    <a:lnTo>
                      <a:pt x="14" y="932"/>
                    </a:lnTo>
                    <a:lnTo>
                      <a:pt x="66" y="1076"/>
                    </a:lnTo>
                    <a:lnTo>
                      <a:pt x="132" y="1220"/>
                    </a:lnTo>
                    <a:lnTo>
                      <a:pt x="224" y="1325"/>
                    </a:lnTo>
                    <a:lnTo>
                      <a:pt x="342" y="1430"/>
                    </a:lnTo>
                    <a:lnTo>
                      <a:pt x="473" y="1496"/>
                    </a:lnTo>
                    <a:lnTo>
                      <a:pt x="617" y="1548"/>
                    </a:lnTo>
                    <a:lnTo>
                      <a:pt x="696" y="1548"/>
                    </a:lnTo>
                    <a:lnTo>
                      <a:pt x="775" y="1561"/>
                    </a:lnTo>
                    <a:lnTo>
                      <a:pt x="866" y="1548"/>
                    </a:lnTo>
                    <a:lnTo>
                      <a:pt x="932" y="1548"/>
                    </a:lnTo>
                    <a:lnTo>
                      <a:pt x="1089" y="1496"/>
                    </a:lnTo>
                    <a:lnTo>
                      <a:pt x="1221" y="1430"/>
                    </a:lnTo>
                    <a:lnTo>
                      <a:pt x="1326" y="1325"/>
                    </a:lnTo>
                    <a:lnTo>
                      <a:pt x="1431" y="1220"/>
                    </a:lnTo>
                    <a:lnTo>
                      <a:pt x="1496" y="1076"/>
                    </a:lnTo>
                    <a:lnTo>
                      <a:pt x="1549" y="932"/>
                    </a:lnTo>
                    <a:lnTo>
                      <a:pt x="1562" y="853"/>
                    </a:lnTo>
                    <a:lnTo>
                      <a:pt x="1562" y="774"/>
                    </a:lnTo>
                    <a:lnTo>
                      <a:pt x="1562" y="695"/>
                    </a:lnTo>
                    <a:lnTo>
                      <a:pt x="1549" y="617"/>
                    </a:lnTo>
                    <a:lnTo>
                      <a:pt x="1496" y="472"/>
                    </a:lnTo>
                    <a:lnTo>
                      <a:pt x="1431" y="341"/>
                    </a:lnTo>
                    <a:lnTo>
                      <a:pt x="1326" y="223"/>
                    </a:lnTo>
                    <a:lnTo>
                      <a:pt x="1221" y="131"/>
                    </a:lnTo>
                    <a:lnTo>
                      <a:pt x="1089" y="66"/>
                    </a:lnTo>
                    <a:lnTo>
                      <a:pt x="932" y="13"/>
                    </a:lnTo>
                    <a:lnTo>
                      <a:pt x="866" y="0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Google Shape;2363;p45"/>
              <p:cNvSpPr/>
              <p:nvPr/>
            </p:nvSpPr>
            <p:spPr>
              <a:xfrm>
                <a:off x="3294386" y="3047264"/>
                <a:ext cx="107395" cy="48303"/>
              </a:xfrm>
              <a:custGeom>
                <a:avLst/>
                <a:gdLst/>
                <a:ahLst/>
                <a:cxnLst/>
                <a:rect l="l" t="t" r="r" b="b"/>
                <a:pathLst>
                  <a:path w="5983" h="2691" extrusionOk="0">
                    <a:moveTo>
                      <a:pt x="1339" y="1"/>
                    </a:moveTo>
                    <a:lnTo>
                      <a:pt x="1208" y="14"/>
                    </a:lnTo>
                    <a:lnTo>
                      <a:pt x="1076" y="27"/>
                    </a:lnTo>
                    <a:lnTo>
                      <a:pt x="945" y="66"/>
                    </a:lnTo>
                    <a:lnTo>
                      <a:pt x="827" y="106"/>
                    </a:lnTo>
                    <a:lnTo>
                      <a:pt x="709" y="158"/>
                    </a:lnTo>
                    <a:lnTo>
                      <a:pt x="591" y="237"/>
                    </a:lnTo>
                    <a:lnTo>
                      <a:pt x="486" y="316"/>
                    </a:lnTo>
                    <a:lnTo>
                      <a:pt x="394" y="394"/>
                    </a:lnTo>
                    <a:lnTo>
                      <a:pt x="302" y="486"/>
                    </a:lnTo>
                    <a:lnTo>
                      <a:pt x="224" y="591"/>
                    </a:lnTo>
                    <a:lnTo>
                      <a:pt x="158" y="709"/>
                    </a:lnTo>
                    <a:lnTo>
                      <a:pt x="106" y="827"/>
                    </a:lnTo>
                    <a:lnTo>
                      <a:pt x="53" y="945"/>
                    </a:lnTo>
                    <a:lnTo>
                      <a:pt x="27" y="1077"/>
                    </a:lnTo>
                    <a:lnTo>
                      <a:pt x="1" y="1208"/>
                    </a:lnTo>
                    <a:lnTo>
                      <a:pt x="1" y="1352"/>
                    </a:lnTo>
                    <a:lnTo>
                      <a:pt x="1" y="1483"/>
                    </a:lnTo>
                    <a:lnTo>
                      <a:pt x="27" y="1614"/>
                    </a:lnTo>
                    <a:lnTo>
                      <a:pt x="53" y="1746"/>
                    </a:lnTo>
                    <a:lnTo>
                      <a:pt x="106" y="1877"/>
                    </a:lnTo>
                    <a:lnTo>
                      <a:pt x="158" y="1995"/>
                    </a:lnTo>
                    <a:lnTo>
                      <a:pt x="224" y="2100"/>
                    </a:lnTo>
                    <a:lnTo>
                      <a:pt x="302" y="2205"/>
                    </a:lnTo>
                    <a:lnTo>
                      <a:pt x="394" y="2297"/>
                    </a:lnTo>
                    <a:lnTo>
                      <a:pt x="486" y="2388"/>
                    </a:lnTo>
                    <a:lnTo>
                      <a:pt x="591" y="2467"/>
                    </a:lnTo>
                    <a:lnTo>
                      <a:pt x="709" y="2533"/>
                    </a:lnTo>
                    <a:lnTo>
                      <a:pt x="827" y="2585"/>
                    </a:lnTo>
                    <a:lnTo>
                      <a:pt x="945" y="2638"/>
                    </a:lnTo>
                    <a:lnTo>
                      <a:pt x="1076" y="2664"/>
                    </a:lnTo>
                    <a:lnTo>
                      <a:pt x="1208" y="2690"/>
                    </a:lnTo>
                    <a:lnTo>
                      <a:pt x="4776" y="2690"/>
                    </a:lnTo>
                    <a:lnTo>
                      <a:pt x="4907" y="2664"/>
                    </a:lnTo>
                    <a:lnTo>
                      <a:pt x="5038" y="2638"/>
                    </a:lnTo>
                    <a:lnTo>
                      <a:pt x="5156" y="2585"/>
                    </a:lnTo>
                    <a:lnTo>
                      <a:pt x="5275" y="2533"/>
                    </a:lnTo>
                    <a:lnTo>
                      <a:pt x="5393" y="2467"/>
                    </a:lnTo>
                    <a:lnTo>
                      <a:pt x="5498" y="2388"/>
                    </a:lnTo>
                    <a:lnTo>
                      <a:pt x="5589" y="2297"/>
                    </a:lnTo>
                    <a:lnTo>
                      <a:pt x="5681" y="2205"/>
                    </a:lnTo>
                    <a:lnTo>
                      <a:pt x="5747" y="2100"/>
                    </a:lnTo>
                    <a:lnTo>
                      <a:pt x="5826" y="1995"/>
                    </a:lnTo>
                    <a:lnTo>
                      <a:pt x="5878" y="1877"/>
                    </a:lnTo>
                    <a:lnTo>
                      <a:pt x="5917" y="1746"/>
                    </a:lnTo>
                    <a:lnTo>
                      <a:pt x="5957" y="1614"/>
                    </a:lnTo>
                    <a:lnTo>
                      <a:pt x="5970" y="1483"/>
                    </a:lnTo>
                    <a:lnTo>
                      <a:pt x="5983" y="1352"/>
                    </a:lnTo>
                    <a:lnTo>
                      <a:pt x="5970" y="1208"/>
                    </a:lnTo>
                    <a:lnTo>
                      <a:pt x="5957" y="1077"/>
                    </a:lnTo>
                    <a:lnTo>
                      <a:pt x="5917" y="945"/>
                    </a:lnTo>
                    <a:lnTo>
                      <a:pt x="5878" y="827"/>
                    </a:lnTo>
                    <a:lnTo>
                      <a:pt x="5826" y="709"/>
                    </a:lnTo>
                    <a:lnTo>
                      <a:pt x="5747" y="591"/>
                    </a:lnTo>
                    <a:lnTo>
                      <a:pt x="5681" y="486"/>
                    </a:lnTo>
                    <a:lnTo>
                      <a:pt x="5589" y="394"/>
                    </a:lnTo>
                    <a:lnTo>
                      <a:pt x="5498" y="316"/>
                    </a:lnTo>
                    <a:lnTo>
                      <a:pt x="5393" y="237"/>
                    </a:lnTo>
                    <a:lnTo>
                      <a:pt x="5275" y="158"/>
                    </a:lnTo>
                    <a:lnTo>
                      <a:pt x="5156" y="106"/>
                    </a:lnTo>
                    <a:lnTo>
                      <a:pt x="5038" y="66"/>
                    </a:lnTo>
                    <a:lnTo>
                      <a:pt x="4907" y="27"/>
                    </a:lnTo>
                    <a:lnTo>
                      <a:pt x="4776" y="14"/>
                    </a:lnTo>
                    <a:lnTo>
                      <a:pt x="46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Google Shape;2364;p45"/>
              <p:cNvSpPr/>
              <p:nvPr/>
            </p:nvSpPr>
            <p:spPr>
              <a:xfrm>
                <a:off x="3360083" y="3053385"/>
                <a:ext cx="36062" cy="36062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2009" extrusionOk="0">
                    <a:moveTo>
                      <a:pt x="906" y="1"/>
                    </a:moveTo>
                    <a:lnTo>
                      <a:pt x="801" y="14"/>
                    </a:lnTo>
                    <a:lnTo>
                      <a:pt x="709" y="40"/>
                    </a:lnTo>
                    <a:lnTo>
                      <a:pt x="617" y="80"/>
                    </a:lnTo>
                    <a:lnTo>
                      <a:pt x="526" y="119"/>
                    </a:lnTo>
                    <a:lnTo>
                      <a:pt x="447" y="171"/>
                    </a:lnTo>
                    <a:lnTo>
                      <a:pt x="368" y="224"/>
                    </a:lnTo>
                    <a:lnTo>
                      <a:pt x="290" y="290"/>
                    </a:lnTo>
                    <a:lnTo>
                      <a:pt x="224" y="368"/>
                    </a:lnTo>
                    <a:lnTo>
                      <a:pt x="171" y="447"/>
                    </a:lnTo>
                    <a:lnTo>
                      <a:pt x="119" y="526"/>
                    </a:lnTo>
                    <a:lnTo>
                      <a:pt x="80" y="617"/>
                    </a:lnTo>
                    <a:lnTo>
                      <a:pt x="40" y="709"/>
                    </a:lnTo>
                    <a:lnTo>
                      <a:pt x="14" y="801"/>
                    </a:lnTo>
                    <a:lnTo>
                      <a:pt x="1" y="906"/>
                    </a:lnTo>
                    <a:lnTo>
                      <a:pt x="1" y="1011"/>
                    </a:lnTo>
                    <a:lnTo>
                      <a:pt x="1" y="1103"/>
                    </a:lnTo>
                    <a:lnTo>
                      <a:pt x="14" y="1208"/>
                    </a:lnTo>
                    <a:lnTo>
                      <a:pt x="40" y="1300"/>
                    </a:lnTo>
                    <a:lnTo>
                      <a:pt x="80" y="1392"/>
                    </a:lnTo>
                    <a:lnTo>
                      <a:pt x="119" y="1483"/>
                    </a:lnTo>
                    <a:lnTo>
                      <a:pt x="171" y="1575"/>
                    </a:lnTo>
                    <a:lnTo>
                      <a:pt x="224" y="1641"/>
                    </a:lnTo>
                    <a:lnTo>
                      <a:pt x="290" y="1719"/>
                    </a:lnTo>
                    <a:lnTo>
                      <a:pt x="368" y="1785"/>
                    </a:lnTo>
                    <a:lnTo>
                      <a:pt x="447" y="1838"/>
                    </a:lnTo>
                    <a:lnTo>
                      <a:pt x="526" y="1890"/>
                    </a:lnTo>
                    <a:lnTo>
                      <a:pt x="617" y="1929"/>
                    </a:lnTo>
                    <a:lnTo>
                      <a:pt x="709" y="1969"/>
                    </a:lnTo>
                    <a:lnTo>
                      <a:pt x="801" y="1995"/>
                    </a:lnTo>
                    <a:lnTo>
                      <a:pt x="906" y="2008"/>
                    </a:lnTo>
                    <a:lnTo>
                      <a:pt x="1103" y="2008"/>
                    </a:lnTo>
                    <a:lnTo>
                      <a:pt x="1208" y="1995"/>
                    </a:lnTo>
                    <a:lnTo>
                      <a:pt x="1300" y="1969"/>
                    </a:lnTo>
                    <a:lnTo>
                      <a:pt x="1392" y="1929"/>
                    </a:lnTo>
                    <a:lnTo>
                      <a:pt x="1483" y="1890"/>
                    </a:lnTo>
                    <a:lnTo>
                      <a:pt x="1562" y="1838"/>
                    </a:lnTo>
                    <a:lnTo>
                      <a:pt x="1641" y="1785"/>
                    </a:lnTo>
                    <a:lnTo>
                      <a:pt x="1719" y="1719"/>
                    </a:lnTo>
                    <a:lnTo>
                      <a:pt x="1785" y="1641"/>
                    </a:lnTo>
                    <a:lnTo>
                      <a:pt x="1838" y="1575"/>
                    </a:lnTo>
                    <a:lnTo>
                      <a:pt x="1890" y="1483"/>
                    </a:lnTo>
                    <a:lnTo>
                      <a:pt x="1929" y="1392"/>
                    </a:lnTo>
                    <a:lnTo>
                      <a:pt x="1969" y="1300"/>
                    </a:lnTo>
                    <a:lnTo>
                      <a:pt x="1995" y="1208"/>
                    </a:lnTo>
                    <a:lnTo>
                      <a:pt x="2008" y="1103"/>
                    </a:lnTo>
                    <a:lnTo>
                      <a:pt x="2008" y="1011"/>
                    </a:lnTo>
                    <a:lnTo>
                      <a:pt x="2008" y="906"/>
                    </a:lnTo>
                    <a:lnTo>
                      <a:pt x="1995" y="801"/>
                    </a:lnTo>
                    <a:lnTo>
                      <a:pt x="1969" y="709"/>
                    </a:lnTo>
                    <a:lnTo>
                      <a:pt x="1929" y="617"/>
                    </a:lnTo>
                    <a:lnTo>
                      <a:pt x="1890" y="526"/>
                    </a:lnTo>
                    <a:lnTo>
                      <a:pt x="1838" y="447"/>
                    </a:lnTo>
                    <a:lnTo>
                      <a:pt x="1785" y="368"/>
                    </a:lnTo>
                    <a:lnTo>
                      <a:pt x="1719" y="290"/>
                    </a:lnTo>
                    <a:lnTo>
                      <a:pt x="1641" y="224"/>
                    </a:lnTo>
                    <a:lnTo>
                      <a:pt x="1562" y="171"/>
                    </a:lnTo>
                    <a:lnTo>
                      <a:pt x="1483" y="119"/>
                    </a:lnTo>
                    <a:lnTo>
                      <a:pt x="1392" y="80"/>
                    </a:lnTo>
                    <a:lnTo>
                      <a:pt x="1300" y="40"/>
                    </a:lnTo>
                    <a:lnTo>
                      <a:pt x="1208" y="14"/>
                    </a:lnTo>
                    <a:lnTo>
                      <a:pt x="11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Google Shape;2365;p45"/>
              <p:cNvSpPr/>
              <p:nvPr/>
            </p:nvSpPr>
            <p:spPr>
              <a:xfrm>
                <a:off x="3364085" y="3057388"/>
                <a:ext cx="28056" cy="28056"/>
              </a:xfrm>
              <a:custGeom>
                <a:avLst/>
                <a:gdLst/>
                <a:ahLst/>
                <a:cxnLst/>
                <a:rect l="l" t="t" r="r" b="b"/>
                <a:pathLst>
                  <a:path w="1563" h="1563" extrusionOk="0">
                    <a:moveTo>
                      <a:pt x="775" y="1"/>
                    </a:moveTo>
                    <a:lnTo>
                      <a:pt x="696" y="14"/>
                    </a:lnTo>
                    <a:lnTo>
                      <a:pt x="618" y="14"/>
                    </a:lnTo>
                    <a:lnTo>
                      <a:pt x="473" y="67"/>
                    </a:lnTo>
                    <a:lnTo>
                      <a:pt x="342" y="132"/>
                    </a:lnTo>
                    <a:lnTo>
                      <a:pt x="224" y="237"/>
                    </a:lnTo>
                    <a:lnTo>
                      <a:pt x="132" y="342"/>
                    </a:lnTo>
                    <a:lnTo>
                      <a:pt x="67" y="486"/>
                    </a:lnTo>
                    <a:lnTo>
                      <a:pt x="14" y="631"/>
                    </a:lnTo>
                    <a:lnTo>
                      <a:pt x="1" y="709"/>
                    </a:lnTo>
                    <a:lnTo>
                      <a:pt x="1" y="788"/>
                    </a:lnTo>
                    <a:lnTo>
                      <a:pt x="1" y="867"/>
                    </a:lnTo>
                    <a:lnTo>
                      <a:pt x="14" y="945"/>
                    </a:lnTo>
                    <a:lnTo>
                      <a:pt x="67" y="1090"/>
                    </a:lnTo>
                    <a:lnTo>
                      <a:pt x="132" y="1221"/>
                    </a:lnTo>
                    <a:lnTo>
                      <a:pt x="224" y="1339"/>
                    </a:lnTo>
                    <a:lnTo>
                      <a:pt x="342" y="1431"/>
                    </a:lnTo>
                    <a:lnTo>
                      <a:pt x="473" y="1496"/>
                    </a:lnTo>
                    <a:lnTo>
                      <a:pt x="618" y="1549"/>
                    </a:lnTo>
                    <a:lnTo>
                      <a:pt x="696" y="1562"/>
                    </a:lnTo>
                    <a:lnTo>
                      <a:pt x="854" y="1562"/>
                    </a:lnTo>
                    <a:lnTo>
                      <a:pt x="932" y="1549"/>
                    </a:lnTo>
                    <a:lnTo>
                      <a:pt x="1090" y="1496"/>
                    </a:lnTo>
                    <a:lnTo>
                      <a:pt x="1221" y="1431"/>
                    </a:lnTo>
                    <a:lnTo>
                      <a:pt x="1326" y="1339"/>
                    </a:lnTo>
                    <a:lnTo>
                      <a:pt x="1431" y="1221"/>
                    </a:lnTo>
                    <a:lnTo>
                      <a:pt x="1496" y="1090"/>
                    </a:lnTo>
                    <a:lnTo>
                      <a:pt x="1549" y="945"/>
                    </a:lnTo>
                    <a:lnTo>
                      <a:pt x="1562" y="867"/>
                    </a:lnTo>
                    <a:lnTo>
                      <a:pt x="1562" y="788"/>
                    </a:lnTo>
                    <a:lnTo>
                      <a:pt x="1562" y="709"/>
                    </a:lnTo>
                    <a:lnTo>
                      <a:pt x="1549" y="631"/>
                    </a:lnTo>
                    <a:lnTo>
                      <a:pt x="1496" y="486"/>
                    </a:lnTo>
                    <a:lnTo>
                      <a:pt x="1431" y="342"/>
                    </a:lnTo>
                    <a:lnTo>
                      <a:pt x="1326" y="237"/>
                    </a:lnTo>
                    <a:lnTo>
                      <a:pt x="1221" y="132"/>
                    </a:lnTo>
                    <a:lnTo>
                      <a:pt x="1090" y="67"/>
                    </a:lnTo>
                    <a:lnTo>
                      <a:pt x="932" y="14"/>
                    </a:lnTo>
                    <a:lnTo>
                      <a:pt x="854" y="14"/>
                    </a:lnTo>
                    <a:lnTo>
                      <a:pt x="775" y="1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Google Shape;2366;p45"/>
              <p:cNvSpPr/>
              <p:nvPr/>
            </p:nvSpPr>
            <p:spPr>
              <a:xfrm>
                <a:off x="3294386" y="3112728"/>
                <a:ext cx="107395" cy="48303"/>
              </a:xfrm>
              <a:custGeom>
                <a:avLst/>
                <a:gdLst/>
                <a:ahLst/>
                <a:cxnLst/>
                <a:rect l="l" t="t" r="r" b="b"/>
                <a:pathLst>
                  <a:path w="5983" h="2691" extrusionOk="0">
                    <a:moveTo>
                      <a:pt x="1208" y="1"/>
                    </a:moveTo>
                    <a:lnTo>
                      <a:pt x="1076" y="27"/>
                    </a:lnTo>
                    <a:lnTo>
                      <a:pt x="945" y="53"/>
                    </a:lnTo>
                    <a:lnTo>
                      <a:pt x="827" y="106"/>
                    </a:lnTo>
                    <a:lnTo>
                      <a:pt x="709" y="158"/>
                    </a:lnTo>
                    <a:lnTo>
                      <a:pt x="591" y="224"/>
                    </a:lnTo>
                    <a:lnTo>
                      <a:pt x="486" y="303"/>
                    </a:lnTo>
                    <a:lnTo>
                      <a:pt x="394" y="394"/>
                    </a:lnTo>
                    <a:lnTo>
                      <a:pt x="302" y="486"/>
                    </a:lnTo>
                    <a:lnTo>
                      <a:pt x="224" y="591"/>
                    </a:lnTo>
                    <a:lnTo>
                      <a:pt x="158" y="696"/>
                    </a:lnTo>
                    <a:lnTo>
                      <a:pt x="106" y="814"/>
                    </a:lnTo>
                    <a:lnTo>
                      <a:pt x="53" y="945"/>
                    </a:lnTo>
                    <a:lnTo>
                      <a:pt x="27" y="1064"/>
                    </a:lnTo>
                    <a:lnTo>
                      <a:pt x="1" y="1208"/>
                    </a:lnTo>
                    <a:lnTo>
                      <a:pt x="1" y="1339"/>
                    </a:lnTo>
                    <a:lnTo>
                      <a:pt x="1" y="1483"/>
                    </a:lnTo>
                    <a:lnTo>
                      <a:pt x="27" y="1615"/>
                    </a:lnTo>
                    <a:lnTo>
                      <a:pt x="53" y="1746"/>
                    </a:lnTo>
                    <a:lnTo>
                      <a:pt x="106" y="1864"/>
                    </a:lnTo>
                    <a:lnTo>
                      <a:pt x="158" y="1982"/>
                    </a:lnTo>
                    <a:lnTo>
                      <a:pt x="224" y="2087"/>
                    </a:lnTo>
                    <a:lnTo>
                      <a:pt x="302" y="2192"/>
                    </a:lnTo>
                    <a:lnTo>
                      <a:pt x="394" y="2297"/>
                    </a:lnTo>
                    <a:lnTo>
                      <a:pt x="486" y="2375"/>
                    </a:lnTo>
                    <a:lnTo>
                      <a:pt x="591" y="2454"/>
                    </a:lnTo>
                    <a:lnTo>
                      <a:pt x="709" y="2520"/>
                    </a:lnTo>
                    <a:lnTo>
                      <a:pt x="827" y="2585"/>
                    </a:lnTo>
                    <a:lnTo>
                      <a:pt x="945" y="2625"/>
                    </a:lnTo>
                    <a:lnTo>
                      <a:pt x="1076" y="2664"/>
                    </a:lnTo>
                    <a:lnTo>
                      <a:pt x="1208" y="2677"/>
                    </a:lnTo>
                    <a:lnTo>
                      <a:pt x="1339" y="2690"/>
                    </a:lnTo>
                    <a:lnTo>
                      <a:pt x="4632" y="2690"/>
                    </a:lnTo>
                    <a:lnTo>
                      <a:pt x="4776" y="2677"/>
                    </a:lnTo>
                    <a:lnTo>
                      <a:pt x="4907" y="2664"/>
                    </a:lnTo>
                    <a:lnTo>
                      <a:pt x="5038" y="2625"/>
                    </a:lnTo>
                    <a:lnTo>
                      <a:pt x="5156" y="2585"/>
                    </a:lnTo>
                    <a:lnTo>
                      <a:pt x="5275" y="2520"/>
                    </a:lnTo>
                    <a:lnTo>
                      <a:pt x="5393" y="2454"/>
                    </a:lnTo>
                    <a:lnTo>
                      <a:pt x="5498" y="2375"/>
                    </a:lnTo>
                    <a:lnTo>
                      <a:pt x="5589" y="2297"/>
                    </a:lnTo>
                    <a:lnTo>
                      <a:pt x="5681" y="2192"/>
                    </a:lnTo>
                    <a:lnTo>
                      <a:pt x="5747" y="2087"/>
                    </a:lnTo>
                    <a:lnTo>
                      <a:pt x="5826" y="1982"/>
                    </a:lnTo>
                    <a:lnTo>
                      <a:pt x="5878" y="1864"/>
                    </a:lnTo>
                    <a:lnTo>
                      <a:pt x="5917" y="1746"/>
                    </a:lnTo>
                    <a:lnTo>
                      <a:pt x="5957" y="1615"/>
                    </a:lnTo>
                    <a:lnTo>
                      <a:pt x="5970" y="1483"/>
                    </a:lnTo>
                    <a:lnTo>
                      <a:pt x="5983" y="1339"/>
                    </a:lnTo>
                    <a:lnTo>
                      <a:pt x="5970" y="1208"/>
                    </a:lnTo>
                    <a:lnTo>
                      <a:pt x="5957" y="1064"/>
                    </a:lnTo>
                    <a:lnTo>
                      <a:pt x="5917" y="945"/>
                    </a:lnTo>
                    <a:lnTo>
                      <a:pt x="5878" y="814"/>
                    </a:lnTo>
                    <a:lnTo>
                      <a:pt x="5826" y="696"/>
                    </a:lnTo>
                    <a:lnTo>
                      <a:pt x="5747" y="591"/>
                    </a:lnTo>
                    <a:lnTo>
                      <a:pt x="5681" y="486"/>
                    </a:lnTo>
                    <a:lnTo>
                      <a:pt x="5589" y="394"/>
                    </a:lnTo>
                    <a:lnTo>
                      <a:pt x="5498" y="303"/>
                    </a:lnTo>
                    <a:lnTo>
                      <a:pt x="5393" y="224"/>
                    </a:lnTo>
                    <a:lnTo>
                      <a:pt x="5275" y="158"/>
                    </a:lnTo>
                    <a:lnTo>
                      <a:pt x="5156" y="106"/>
                    </a:lnTo>
                    <a:lnTo>
                      <a:pt x="5038" y="53"/>
                    </a:lnTo>
                    <a:lnTo>
                      <a:pt x="4907" y="27"/>
                    </a:lnTo>
                    <a:lnTo>
                      <a:pt x="4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Google Shape;2367;p45"/>
              <p:cNvSpPr/>
              <p:nvPr/>
            </p:nvSpPr>
            <p:spPr>
              <a:xfrm>
                <a:off x="3300040" y="3118616"/>
                <a:ext cx="36044" cy="36295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022" extrusionOk="0">
                    <a:moveTo>
                      <a:pt x="998" y="1"/>
                    </a:moveTo>
                    <a:lnTo>
                      <a:pt x="906" y="14"/>
                    </a:lnTo>
                    <a:lnTo>
                      <a:pt x="801" y="27"/>
                    </a:lnTo>
                    <a:lnTo>
                      <a:pt x="709" y="53"/>
                    </a:lnTo>
                    <a:lnTo>
                      <a:pt x="617" y="80"/>
                    </a:lnTo>
                    <a:lnTo>
                      <a:pt x="525" y="132"/>
                    </a:lnTo>
                    <a:lnTo>
                      <a:pt x="447" y="185"/>
                    </a:lnTo>
                    <a:lnTo>
                      <a:pt x="368" y="237"/>
                    </a:lnTo>
                    <a:lnTo>
                      <a:pt x="289" y="303"/>
                    </a:lnTo>
                    <a:lnTo>
                      <a:pt x="224" y="368"/>
                    </a:lnTo>
                    <a:lnTo>
                      <a:pt x="171" y="447"/>
                    </a:lnTo>
                    <a:lnTo>
                      <a:pt x="119" y="539"/>
                    </a:lnTo>
                    <a:lnTo>
                      <a:pt x="79" y="617"/>
                    </a:lnTo>
                    <a:lnTo>
                      <a:pt x="40" y="709"/>
                    </a:lnTo>
                    <a:lnTo>
                      <a:pt x="14" y="814"/>
                    </a:lnTo>
                    <a:lnTo>
                      <a:pt x="1" y="906"/>
                    </a:lnTo>
                    <a:lnTo>
                      <a:pt x="1" y="1011"/>
                    </a:lnTo>
                    <a:lnTo>
                      <a:pt x="1" y="1116"/>
                    </a:lnTo>
                    <a:lnTo>
                      <a:pt x="14" y="1221"/>
                    </a:lnTo>
                    <a:lnTo>
                      <a:pt x="40" y="1313"/>
                    </a:lnTo>
                    <a:lnTo>
                      <a:pt x="79" y="1405"/>
                    </a:lnTo>
                    <a:lnTo>
                      <a:pt x="119" y="1496"/>
                    </a:lnTo>
                    <a:lnTo>
                      <a:pt x="171" y="1575"/>
                    </a:lnTo>
                    <a:lnTo>
                      <a:pt x="224" y="1654"/>
                    </a:lnTo>
                    <a:lnTo>
                      <a:pt x="289" y="1719"/>
                    </a:lnTo>
                    <a:lnTo>
                      <a:pt x="368" y="1785"/>
                    </a:lnTo>
                    <a:lnTo>
                      <a:pt x="447" y="1851"/>
                    </a:lnTo>
                    <a:lnTo>
                      <a:pt x="525" y="1903"/>
                    </a:lnTo>
                    <a:lnTo>
                      <a:pt x="617" y="1942"/>
                    </a:lnTo>
                    <a:lnTo>
                      <a:pt x="709" y="1969"/>
                    </a:lnTo>
                    <a:lnTo>
                      <a:pt x="801" y="1995"/>
                    </a:lnTo>
                    <a:lnTo>
                      <a:pt x="906" y="2008"/>
                    </a:lnTo>
                    <a:lnTo>
                      <a:pt x="998" y="2021"/>
                    </a:lnTo>
                    <a:lnTo>
                      <a:pt x="1103" y="2008"/>
                    </a:lnTo>
                    <a:lnTo>
                      <a:pt x="1208" y="1995"/>
                    </a:lnTo>
                    <a:lnTo>
                      <a:pt x="1299" y="1969"/>
                    </a:lnTo>
                    <a:lnTo>
                      <a:pt x="1391" y="1942"/>
                    </a:lnTo>
                    <a:lnTo>
                      <a:pt x="1483" y="1903"/>
                    </a:lnTo>
                    <a:lnTo>
                      <a:pt x="1562" y="1851"/>
                    </a:lnTo>
                    <a:lnTo>
                      <a:pt x="1640" y="1785"/>
                    </a:lnTo>
                    <a:lnTo>
                      <a:pt x="1719" y="1719"/>
                    </a:lnTo>
                    <a:lnTo>
                      <a:pt x="1785" y="1654"/>
                    </a:lnTo>
                    <a:lnTo>
                      <a:pt x="1837" y="1575"/>
                    </a:lnTo>
                    <a:lnTo>
                      <a:pt x="1890" y="1496"/>
                    </a:lnTo>
                    <a:lnTo>
                      <a:pt x="1929" y="1405"/>
                    </a:lnTo>
                    <a:lnTo>
                      <a:pt x="1968" y="1313"/>
                    </a:lnTo>
                    <a:lnTo>
                      <a:pt x="1995" y="1221"/>
                    </a:lnTo>
                    <a:lnTo>
                      <a:pt x="2008" y="1116"/>
                    </a:lnTo>
                    <a:lnTo>
                      <a:pt x="2008" y="1011"/>
                    </a:lnTo>
                    <a:lnTo>
                      <a:pt x="2008" y="906"/>
                    </a:lnTo>
                    <a:lnTo>
                      <a:pt x="1995" y="814"/>
                    </a:lnTo>
                    <a:lnTo>
                      <a:pt x="1968" y="709"/>
                    </a:lnTo>
                    <a:lnTo>
                      <a:pt x="1929" y="617"/>
                    </a:lnTo>
                    <a:lnTo>
                      <a:pt x="1890" y="539"/>
                    </a:lnTo>
                    <a:lnTo>
                      <a:pt x="1837" y="447"/>
                    </a:lnTo>
                    <a:lnTo>
                      <a:pt x="1785" y="368"/>
                    </a:lnTo>
                    <a:lnTo>
                      <a:pt x="1719" y="303"/>
                    </a:lnTo>
                    <a:lnTo>
                      <a:pt x="1640" y="237"/>
                    </a:lnTo>
                    <a:lnTo>
                      <a:pt x="1562" y="185"/>
                    </a:lnTo>
                    <a:lnTo>
                      <a:pt x="1483" y="132"/>
                    </a:lnTo>
                    <a:lnTo>
                      <a:pt x="1391" y="80"/>
                    </a:lnTo>
                    <a:lnTo>
                      <a:pt x="1299" y="53"/>
                    </a:lnTo>
                    <a:lnTo>
                      <a:pt x="1208" y="27"/>
                    </a:lnTo>
                    <a:lnTo>
                      <a:pt x="1103" y="14"/>
                    </a:lnTo>
                    <a:lnTo>
                      <a:pt x="99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Google Shape;2368;p45"/>
              <p:cNvSpPr/>
              <p:nvPr/>
            </p:nvSpPr>
            <p:spPr>
              <a:xfrm>
                <a:off x="3304043" y="3122870"/>
                <a:ext cx="28038" cy="28038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1562" extrusionOk="0">
                    <a:moveTo>
                      <a:pt x="696" y="0"/>
                    </a:moveTo>
                    <a:lnTo>
                      <a:pt x="617" y="13"/>
                    </a:lnTo>
                    <a:lnTo>
                      <a:pt x="473" y="52"/>
                    </a:lnTo>
                    <a:lnTo>
                      <a:pt x="342" y="131"/>
                    </a:lnTo>
                    <a:lnTo>
                      <a:pt x="224" y="223"/>
                    </a:lnTo>
                    <a:lnTo>
                      <a:pt x="132" y="341"/>
                    </a:lnTo>
                    <a:lnTo>
                      <a:pt x="66" y="472"/>
                    </a:lnTo>
                    <a:lnTo>
                      <a:pt x="14" y="617"/>
                    </a:lnTo>
                    <a:lnTo>
                      <a:pt x="1" y="695"/>
                    </a:lnTo>
                    <a:lnTo>
                      <a:pt x="1" y="774"/>
                    </a:lnTo>
                    <a:lnTo>
                      <a:pt x="1" y="853"/>
                    </a:lnTo>
                    <a:lnTo>
                      <a:pt x="14" y="931"/>
                    </a:lnTo>
                    <a:lnTo>
                      <a:pt x="66" y="1076"/>
                    </a:lnTo>
                    <a:lnTo>
                      <a:pt x="132" y="1207"/>
                    </a:lnTo>
                    <a:lnTo>
                      <a:pt x="224" y="1325"/>
                    </a:lnTo>
                    <a:lnTo>
                      <a:pt x="342" y="1417"/>
                    </a:lnTo>
                    <a:lnTo>
                      <a:pt x="473" y="1496"/>
                    </a:lnTo>
                    <a:lnTo>
                      <a:pt x="617" y="1535"/>
                    </a:lnTo>
                    <a:lnTo>
                      <a:pt x="696" y="1548"/>
                    </a:lnTo>
                    <a:lnTo>
                      <a:pt x="775" y="1561"/>
                    </a:lnTo>
                    <a:lnTo>
                      <a:pt x="866" y="1548"/>
                    </a:lnTo>
                    <a:lnTo>
                      <a:pt x="932" y="1535"/>
                    </a:lnTo>
                    <a:lnTo>
                      <a:pt x="1089" y="1496"/>
                    </a:lnTo>
                    <a:lnTo>
                      <a:pt x="1221" y="1417"/>
                    </a:lnTo>
                    <a:lnTo>
                      <a:pt x="1326" y="1325"/>
                    </a:lnTo>
                    <a:lnTo>
                      <a:pt x="1431" y="1207"/>
                    </a:lnTo>
                    <a:lnTo>
                      <a:pt x="1496" y="1076"/>
                    </a:lnTo>
                    <a:lnTo>
                      <a:pt x="1549" y="931"/>
                    </a:lnTo>
                    <a:lnTo>
                      <a:pt x="1562" y="853"/>
                    </a:lnTo>
                    <a:lnTo>
                      <a:pt x="1562" y="774"/>
                    </a:lnTo>
                    <a:lnTo>
                      <a:pt x="1562" y="695"/>
                    </a:lnTo>
                    <a:lnTo>
                      <a:pt x="1549" y="617"/>
                    </a:lnTo>
                    <a:lnTo>
                      <a:pt x="1496" y="472"/>
                    </a:lnTo>
                    <a:lnTo>
                      <a:pt x="1431" y="341"/>
                    </a:lnTo>
                    <a:lnTo>
                      <a:pt x="1326" y="223"/>
                    </a:lnTo>
                    <a:lnTo>
                      <a:pt x="1221" y="131"/>
                    </a:lnTo>
                    <a:lnTo>
                      <a:pt x="1089" y="52"/>
                    </a:lnTo>
                    <a:lnTo>
                      <a:pt x="932" y="13"/>
                    </a:lnTo>
                    <a:lnTo>
                      <a:pt x="866" y="0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Google Shape;2369;p45"/>
              <p:cNvSpPr/>
              <p:nvPr/>
            </p:nvSpPr>
            <p:spPr>
              <a:xfrm>
                <a:off x="3294386" y="3177725"/>
                <a:ext cx="107395" cy="48303"/>
              </a:xfrm>
              <a:custGeom>
                <a:avLst/>
                <a:gdLst/>
                <a:ahLst/>
                <a:cxnLst/>
                <a:rect l="l" t="t" r="r" b="b"/>
                <a:pathLst>
                  <a:path w="5983" h="2691" extrusionOk="0">
                    <a:moveTo>
                      <a:pt x="1208" y="1"/>
                    </a:moveTo>
                    <a:lnTo>
                      <a:pt x="1076" y="27"/>
                    </a:lnTo>
                    <a:lnTo>
                      <a:pt x="945" y="66"/>
                    </a:lnTo>
                    <a:lnTo>
                      <a:pt x="827" y="106"/>
                    </a:lnTo>
                    <a:lnTo>
                      <a:pt x="709" y="158"/>
                    </a:lnTo>
                    <a:lnTo>
                      <a:pt x="591" y="224"/>
                    </a:lnTo>
                    <a:lnTo>
                      <a:pt x="486" y="302"/>
                    </a:lnTo>
                    <a:lnTo>
                      <a:pt x="394" y="394"/>
                    </a:lnTo>
                    <a:lnTo>
                      <a:pt x="302" y="486"/>
                    </a:lnTo>
                    <a:lnTo>
                      <a:pt x="224" y="591"/>
                    </a:lnTo>
                    <a:lnTo>
                      <a:pt x="158" y="709"/>
                    </a:lnTo>
                    <a:lnTo>
                      <a:pt x="106" y="827"/>
                    </a:lnTo>
                    <a:lnTo>
                      <a:pt x="53" y="945"/>
                    </a:lnTo>
                    <a:lnTo>
                      <a:pt x="27" y="1076"/>
                    </a:lnTo>
                    <a:lnTo>
                      <a:pt x="1" y="1208"/>
                    </a:lnTo>
                    <a:lnTo>
                      <a:pt x="1" y="1339"/>
                    </a:lnTo>
                    <a:lnTo>
                      <a:pt x="1" y="1483"/>
                    </a:lnTo>
                    <a:lnTo>
                      <a:pt x="27" y="1614"/>
                    </a:lnTo>
                    <a:lnTo>
                      <a:pt x="53" y="1746"/>
                    </a:lnTo>
                    <a:lnTo>
                      <a:pt x="106" y="1864"/>
                    </a:lnTo>
                    <a:lnTo>
                      <a:pt x="158" y="1982"/>
                    </a:lnTo>
                    <a:lnTo>
                      <a:pt x="224" y="2100"/>
                    </a:lnTo>
                    <a:lnTo>
                      <a:pt x="302" y="2205"/>
                    </a:lnTo>
                    <a:lnTo>
                      <a:pt x="394" y="2297"/>
                    </a:lnTo>
                    <a:lnTo>
                      <a:pt x="486" y="2388"/>
                    </a:lnTo>
                    <a:lnTo>
                      <a:pt x="591" y="2454"/>
                    </a:lnTo>
                    <a:lnTo>
                      <a:pt x="709" y="2533"/>
                    </a:lnTo>
                    <a:lnTo>
                      <a:pt x="827" y="2585"/>
                    </a:lnTo>
                    <a:lnTo>
                      <a:pt x="945" y="2625"/>
                    </a:lnTo>
                    <a:lnTo>
                      <a:pt x="1076" y="2664"/>
                    </a:lnTo>
                    <a:lnTo>
                      <a:pt x="1208" y="2677"/>
                    </a:lnTo>
                    <a:lnTo>
                      <a:pt x="1339" y="2690"/>
                    </a:lnTo>
                    <a:lnTo>
                      <a:pt x="4632" y="2690"/>
                    </a:lnTo>
                    <a:lnTo>
                      <a:pt x="4776" y="2677"/>
                    </a:lnTo>
                    <a:lnTo>
                      <a:pt x="4907" y="2664"/>
                    </a:lnTo>
                    <a:lnTo>
                      <a:pt x="5038" y="2625"/>
                    </a:lnTo>
                    <a:lnTo>
                      <a:pt x="5156" y="2585"/>
                    </a:lnTo>
                    <a:lnTo>
                      <a:pt x="5275" y="2533"/>
                    </a:lnTo>
                    <a:lnTo>
                      <a:pt x="5393" y="2454"/>
                    </a:lnTo>
                    <a:lnTo>
                      <a:pt x="5498" y="2388"/>
                    </a:lnTo>
                    <a:lnTo>
                      <a:pt x="5589" y="2297"/>
                    </a:lnTo>
                    <a:lnTo>
                      <a:pt x="5681" y="2205"/>
                    </a:lnTo>
                    <a:lnTo>
                      <a:pt x="5747" y="2100"/>
                    </a:lnTo>
                    <a:lnTo>
                      <a:pt x="5826" y="1982"/>
                    </a:lnTo>
                    <a:lnTo>
                      <a:pt x="5878" y="1864"/>
                    </a:lnTo>
                    <a:lnTo>
                      <a:pt x="5917" y="1746"/>
                    </a:lnTo>
                    <a:lnTo>
                      <a:pt x="5957" y="1614"/>
                    </a:lnTo>
                    <a:lnTo>
                      <a:pt x="5970" y="1483"/>
                    </a:lnTo>
                    <a:lnTo>
                      <a:pt x="5983" y="1339"/>
                    </a:lnTo>
                    <a:lnTo>
                      <a:pt x="5970" y="1208"/>
                    </a:lnTo>
                    <a:lnTo>
                      <a:pt x="5957" y="1076"/>
                    </a:lnTo>
                    <a:lnTo>
                      <a:pt x="5917" y="945"/>
                    </a:lnTo>
                    <a:lnTo>
                      <a:pt x="5878" y="827"/>
                    </a:lnTo>
                    <a:lnTo>
                      <a:pt x="5826" y="709"/>
                    </a:lnTo>
                    <a:lnTo>
                      <a:pt x="5747" y="591"/>
                    </a:lnTo>
                    <a:lnTo>
                      <a:pt x="5681" y="486"/>
                    </a:lnTo>
                    <a:lnTo>
                      <a:pt x="5589" y="394"/>
                    </a:lnTo>
                    <a:lnTo>
                      <a:pt x="5498" y="302"/>
                    </a:lnTo>
                    <a:lnTo>
                      <a:pt x="5393" y="224"/>
                    </a:lnTo>
                    <a:lnTo>
                      <a:pt x="5275" y="158"/>
                    </a:lnTo>
                    <a:lnTo>
                      <a:pt x="5156" y="106"/>
                    </a:lnTo>
                    <a:lnTo>
                      <a:pt x="5038" y="66"/>
                    </a:lnTo>
                    <a:lnTo>
                      <a:pt x="4907" y="27"/>
                    </a:lnTo>
                    <a:lnTo>
                      <a:pt x="477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Google Shape;2370;p45"/>
              <p:cNvSpPr/>
              <p:nvPr/>
            </p:nvSpPr>
            <p:spPr>
              <a:xfrm>
                <a:off x="3360083" y="3183846"/>
                <a:ext cx="36062" cy="36062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2009" extrusionOk="0">
                    <a:moveTo>
                      <a:pt x="906" y="1"/>
                    </a:moveTo>
                    <a:lnTo>
                      <a:pt x="801" y="14"/>
                    </a:lnTo>
                    <a:lnTo>
                      <a:pt x="709" y="40"/>
                    </a:lnTo>
                    <a:lnTo>
                      <a:pt x="617" y="80"/>
                    </a:lnTo>
                    <a:lnTo>
                      <a:pt x="526" y="119"/>
                    </a:lnTo>
                    <a:lnTo>
                      <a:pt x="447" y="171"/>
                    </a:lnTo>
                    <a:lnTo>
                      <a:pt x="368" y="224"/>
                    </a:lnTo>
                    <a:lnTo>
                      <a:pt x="290" y="289"/>
                    </a:lnTo>
                    <a:lnTo>
                      <a:pt x="224" y="368"/>
                    </a:lnTo>
                    <a:lnTo>
                      <a:pt x="171" y="447"/>
                    </a:lnTo>
                    <a:lnTo>
                      <a:pt x="119" y="526"/>
                    </a:lnTo>
                    <a:lnTo>
                      <a:pt x="80" y="617"/>
                    </a:lnTo>
                    <a:lnTo>
                      <a:pt x="40" y="709"/>
                    </a:lnTo>
                    <a:lnTo>
                      <a:pt x="14" y="801"/>
                    </a:lnTo>
                    <a:lnTo>
                      <a:pt x="1" y="906"/>
                    </a:lnTo>
                    <a:lnTo>
                      <a:pt x="1" y="998"/>
                    </a:lnTo>
                    <a:lnTo>
                      <a:pt x="1" y="1103"/>
                    </a:lnTo>
                    <a:lnTo>
                      <a:pt x="14" y="1208"/>
                    </a:lnTo>
                    <a:lnTo>
                      <a:pt x="40" y="1300"/>
                    </a:lnTo>
                    <a:lnTo>
                      <a:pt x="80" y="1391"/>
                    </a:lnTo>
                    <a:lnTo>
                      <a:pt x="119" y="1483"/>
                    </a:lnTo>
                    <a:lnTo>
                      <a:pt x="171" y="1562"/>
                    </a:lnTo>
                    <a:lnTo>
                      <a:pt x="224" y="1641"/>
                    </a:lnTo>
                    <a:lnTo>
                      <a:pt x="290" y="1719"/>
                    </a:lnTo>
                    <a:lnTo>
                      <a:pt x="368" y="1785"/>
                    </a:lnTo>
                    <a:lnTo>
                      <a:pt x="447" y="1837"/>
                    </a:lnTo>
                    <a:lnTo>
                      <a:pt x="526" y="1890"/>
                    </a:lnTo>
                    <a:lnTo>
                      <a:pt x="617" y="1929"/>
                    </a:lnTo>
                    <a:lnTo>
                      <a:pt x="709" y="1969"/>
                    </a:lnTo>
                    <a:lnTo>
                      <a:pt x="801" y="1995"/>
                    </a:lnTo>
                    <a:lnTo>
                      <a:pt x="906" y="2008"/>
                    </a:lnTo>
                    <a:lnTo>
                      <a:pt x="1103" y="2008"/>
                    </a:lnTo>
                    <a:lnTo>
                      <a:pt x="1208" y="1995"/>
                    </a:lnTo>
                    <a:lnTo>
                      <a:pt x="1300" y="1969"/>
                    </a:lnTo>
                    <a:lnTo>
                      <a:pt x="1392" y="1929"/>
                    </a:lnTo>
                    <a:lnTo>
                      <a:pt x="1483" y="1890"/>
                    </a:lnTo>
                    <a:lnTo>
                      <a:pt x="1562" y="1837"/>
                    </a:lnTo>
                    <a:lnTo>
                      <a:pt x="1641" y="1785"/>
                    </a:lnTo>
                    <a:lnTo>
                      <a:pt x="1719" y="1719"/>
                    </a:lnTo>
                    <a:lnTo>
                      <a:pt x="1785" y="1641"/>
                    </a:lnTo>
                    <a:lnTo>
                      <a:pt x="1838" y="1562"/>
                    </a:lnTo>
                    <a:lnTo>
                      <a:pt x="1890" y="1483"/>
                    </a:lnTo>
                    <a:lnTo>
                      <a:pt x="1929" y="1391"/>
                    </a:lnTo>
                    <a:lnTo>
                      <a:pt x="1969" y="1300"/>
                    </a:lnTo>
                    <a:lnTo>
                      <a:pt x="1995" y="1208"/>
                    </a:lnTo>
                    <a:lnTo>
                      <a:pt x="2008" y="1103"/>
                    </a:lnTo>
                    <a:lnTo>
                      <a:pt x="2008" y="998"/>
                    </a:lnTo>
                    <a:lnTo>
                      <a:pt x="2008" y="906"/>
                    </a:lnTo>
                    <a:lnTo>
                      <a:pt x="1995" y="801"/>
                    </a:lnTo>
                    <a:lnTo>
                      <a:pt x="1969" y="709"/>
                    </a:lnTo>
                    <a:lnTo>
                      <a:pt x="1929" y="617"/>
                    </a:lnTo>
                    <a:lnTo>
                      <a:pt x="1890" y="526"/>
                    </a:lnTo>
                    <a:lnTo>
                      <a:pt x="1838" y="447"/>
                    </a:lnTo>
                    <a:lnTo>
                      <a:pt x="1785" y="368"/>
                    </a:lnTo>
                    <a:lnTo>
                      <a:pt x="1719" y="289"/>
                    </a:lnTo>
                    <a:lnTo>
                      <a:pt x="1641" y="224"/>
                    </a:lnTo>
                    <a:lnTo>
                      <a:pt x="1562" y="171"/>
                    </a:lnTo>
                    <a:lnTo>
                      <a:pt x="1483" y="119"/>
                    </a:lnTo>
                    <a:lnTo>
                      <a:pt x="1392" y="80"/>
                    </a:lnTo>
                    <a:lnTo>
                      <a:pt x="1300" y="40"/>
                    </a:lnTo>
                    <a:lnTo>
                      <a:pt x="1208" y="14"/>
                    </a:lnTo>
                    <a:lnTo>
                      <a:pt x="11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Google Shape;2371;p45"/>
              <p:cNvSpPr/>
              <p:nvPr/>
            </p:nvSpPr>
            <p:spPr>
              <a:xfrm>
                <a:off x="3364085" y="3187849"/>
                <a:ext cx="28056" cy="28056"/>
              </a:xfrm>
              <a:custGeom>
                <a:avLst/>
                <a:gdLst/>
                <a:ahLst/>
                <a:cxnLst/>
                <a:rect l="l" t="t" r="r" b="b"/>
                <a:pathLst>
                  <a:path w="1563" h="1563" extrusionOk="0">
                    <a:moveTo>
                      <a:pt x="696" y="1"/>
                    </a:moveTo>
                    <a:lnTo>
                      <a:pt x="618" y="14"/>
                    </a:lnTo>
                    <a:lnTo>
                      <a:pt x="473" y="66"/>
                    </a:lnTo>
                    <a:lnTo>
                      <a:pt x="342" y="132"/>
                    </a:lnTo>
                    <a:lnTo>
                      <a:pt x="224" y="224"/>
                    </a:lnTo>
                    <a:lnTo>
                      <a:pt x="132" y="342"/>
                    </a:lnTo>
                    <a:lnTo>
                      <a:pt x="67" y="473"/>
                    </a:lnTo>
                    <a:lnTo>
                      <a:pt x="14" y="617"/>
                    </a:lnTo>
                    <a:lnTo>
                      <a:pt x="1" y="696"/>
                    </a:lnTo>
                    <a:lnTo>
                      <a:pt x="1" y="775"/>
                    </a:lnTo>
                    <a:lnTo>
                      <a:pt x="1" y="867"/>
                    </a:lnTo>
                    <a:lnTo>
                      <a:pt x="14" y="932"/>
                    </a:lnTo>
                    <a:lnTo>
                      <a:pt x="67" y="1090"/>
                    </a:lnTo>
                    <a:lnTo>
                      <a:pt x="132" y="1221"/>
                    </a:lnTo>
                    <a:lnTo>
                      <a:pt x="224" y="1326"/>
                    </a:lnTo>
                    <a:lnTo>
                      <a:pt x="342" y="1431"/>
                    </a:lnTo>
                    <a:lnTo>
                      <a:pt x="473" y="1496"/>
                    </a:lnTo>
                    <a:lnTo>
                      <a:pt x="618" y="1549"/>
                    </a:lnTo>
                    <a:lnTo>
                      <a:pt x="696" y="1562"/>
                    </a:lnTo>
                    <a:lnTo>
                      <a:pt x="854" y="1562"/>
                    </a:lnTo>
                    <a:lnTo>
                      <a:pt x="932" y="1549"/>
                    </a:lnTo>
                    <a:lnTo>
                      <a:pt x="1090" y="1496"/>
                    </a:lnTo>
                    <a:lnTo>
                      <a:pt x="1221" y="1431"/>
                    </a:lnTo>
                    <a:lnTo>
                      <a:pt x="1326" y="1326"/>
                    </a:lnTo>
                    <a:lnTo>
                      <a:pt x="1431" y="1221"/>
                    </a:lnTo>
                    <a:lnTo>
                      <a:pt x="1496" y="1090"/>
                    </a:lnTo>
                    <a:lnTo>
                      <a:pt x="1549" y="932"/>
                    </a:lnTo>
                    <a:lnTo>
                      <a:pt x="1562" y="867"/>
                    </a:lnTo>
                    <a:lnTo>
                      <a:pt x="1562" y="775"/>
                    </a:lnTo>
                    <a:lnTo>
                      <a:pt x="1562" y="696"/>
                    </a:lnTo>
                    <a:lnTo>
                      <a:pt x="1549" y="617"/>
                    </a:lnTo>
                    <a:lnTo>
                      <a:pt x="1496" y="473"/>
                    </a:lnTo>
                    <a:lnTo>
                      <a:pt x="1431" y="342"/>
                    </a:lnTo>
                    <a:lnTo>
                      <a:pt x="1326" y="224"/>
                    </a:lnTo>
                    <a:lnTo>
                      <a:pt x="1221" y="132"/>
                    </a:lnTo>
                    <a:lnTo>
                      <a:pt x="1090" y="66"/>
                    </a:lnTo>
                    <a:lnTo>
                      <a:pt x="932" y="14"/>
                    </a:lnTo>
                    <a:lnTo>
                      <a:pt x="854" y="1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Google Shape;2372;p45"/>
              <p:cNvSpPr/>
              <p:nvPr/>
            </p:nvSpPr>
            <p:spPr>
              <a:xfrm>
                <a:off x="3126248" y="2186095"/>
                <a:ext cx="42183" cy="41931"/>
              </a:xfrm>
              <a:custGeom>
                <a:avLst/>
                <a:gdLst/>
                <a:ahLst/>
                <a:cxnLst/>
                <a:rect l="l" t="t" r="r" b="b"/>
                <a:pathLst>
                  <a:path w="2350" h="2336" extrusionOk="0">
                    <a:moveTo>
                      <a:pt x="1050" y="1"/>
                    </a:moveTo>
                    <a:lnTo>
                      <a:pt x="932" y="14"/>
                    </a:lnTo>
                    <a:lnTo>
                      <a:pt x="814" y="53"/>
                    </a:lnTo>
                    <a:lnTo>
                      <a:pt x="709" y="92"/>
                    </a:lnTo>
                    <a:lnTo>
                      <a:pt x="604" y="132"/>
                    </a:lnTo>
                    <a:lnTo>
                      <a:pt x="512" y="197"/>
                    </a:lnTo>
                    <a:lnTo>
                      <a:pt x="421" y="263"/>
                    </a:lnTo>
                    <a:lnTo>
                      <a:pt x="342" y="342"/>
                    </a:lnTo>
                    <a:lnTo>
                      <a:pt x="263" y="420"/>
                    </a:lnTo>
                    <a:lnTo>
                      <a:pt x="198" y="512"/>
                    </a:lnTo>
                    <a:lnTo>
                      <a:pt x="132" y="604"/>
                    </a:lnTo>
                    <a:lnTo>
                      <a:pt x="93" y="709"/>
                    </a:lnTo>
                    <a:lnTo>
                      <a:pt x="53" y="814"/>
                    </a:lnTo>
                    <a:lnTo>
                      <a:pt x="14" y="932"/>
                    </a:lnTo>
                    <a:lnTo>
                      <a:pt x="1" y="1050"/>
                    </a:lnTo>
                    <a:lnTo>
                      <a:pt x="1" y="1168"/>
                    </a:lnTo>
                    <a:lnTo>
                      <a:pt x="1" y="1286"/>
                    </a:lnTo>
                    <a:lnTo>
                      <a:pt x="14" y="1404"/>
                    </a:lnTo>
                    <a:lnTo>
                      <a:pt x="53" y="1522"/>
                    </a:lnTo>
                    <a:lnTo>
                      <a:pt x="93" y="1627"/>
                    </a:lnTo>
                    <a:lnTo>
                      <a:pt x="132" y="1732"/>
                    </a:lnTo>
                    <a:lnTo>
                      <a:pt x="198" y="1824"/>
                    </a:lnTo>
                    <a:lnTo>
                      <a:pt x="263" y="1916"/>
                    </a:lnTo>
                    <a:lnTo>
                      <a:pt x="342" y="1995"/>
                    </a:lnTo>
                    <a:lnTo>
                      <a:pt x="421" y="2073"/>
                    </a:lnTo>
                    <a:lnTo>
                      <a:pt x="512" y="2139"/>
                    </a:lnTo>
                    <a:lnTo>
                      <a:pt x="604" y="2205"/>
                    </a:lnTo>
                    <a:lnTo>
                      <a:pt x="709" y="2244"/>
                    </a:lnTo>
                    <a:lnTo>
                      <a:pt x="814" y="2283"/>
                    </a:lnTo>
                    <a:lnTo>
                      <a:pt x="932" y="2323"/>
                    </a:lnTo>
                    <a:lnTo>
                      <a:pt x="1050" y="2336"/>
                    </a:lnTo>
                    <a:lnTo>
                      <a:pt x="1286" y="2336"/>
                    </a:lnTo>
                    <a:lnTo>
                      <a:pt x="1405" y="2323"/>
                    </a:lnTo>
                    <a:lnTo>
                      <a:pt x="1523" y="2283"/>
                    </a:lnTo>
                    <a:lnTo>
                      <a:pt x="1628" y="2244"/>
                    </a:lnTo>
                    <a:lnTo>
                      <a:pt x="1732" y="2205"/>
                    </a:lnTo>
                    <a:lnTo>
                      <a:pt x="1824" y="2139"/>
                    </a:lnTo>
                    <a:lnTo>
                      <a:pt x="1916" y="2073"/>
                    </a:lnTo>
                    <a:lnTo>
                      <a:pt x="1995" y="1995"/>
                    </a:lnTo>
                    <a:lnTo>
                      <a:pt x="2074" y="1916"/>
                    </a:lnTo>
                    <a:lnTo>
                      <a:pt x="2139" y="1824"/>
                    </a:lnTo>
                    <a:lnTo>
                      <a:pt x="2205" y="1732"/>
                    </a:lnTo>
                    <a:lnTo>
                      <a:pt x="2244" y="1627"/>
                    </a:lnTo>
                    <a:lnTo>
                      <a:pt x="2283" y="1522"/>
                    </a:lnTo>
                    <a:lnTo>
                      <a:pt x="2323" y="1404"/>
                    </a:lnTo>
                    <a:lnTo>
                      <a:pt x="2336" y="1286"/>
                    </a:lnTo>
                    <a:lnTo>
                      <a:pt x="2349" y="1168"/>
                    </a:lnTo>
                    <a:lnTo>
                      <a:pt x="2336" y="1050"/>
                    </a:lnTo>
                    <a:lnTo>
                      <a:pt x="2323" y="932"/>
                    </a:lnTo>
                    <a:lnTo>
                      <a:pt x="2283" y="814"/>
                    </a:lnTo>
                    <a:lnTo>
                      <a:pt x="2244" y="709"/>
                    </a:lnTo>
                    <a:lnTo>
                      <a:pt x="2205" y="604"/>
                    </a:lnTo>
                    <a:lnTo>
                      <a:pt x="2139" y="512"/>
                    </a:lnTo>
                    <a:lnTo>
                      <a:pt x="2074" y="420"/>
                    </a:lnTo>
                    <a:lnTo>
                      <a:pt x="1995" y="342"/>
                    </a:lnTo>
                    <a:lnTo>
                      <a:pt x="1916" y="263"/>
                    </a:lnTo>
                    <a:lnTo>
                      <a:pt x="1824" y="197"/>
                    </a:lnTo>
                    <a:lnTo>
                      <a:pt x="1732" y="132"/>
                    </a:lnTo>
                    <a:lnTo>
                      <a:pt x="1628" y="92"/>
                    </a:lnTo>
                    <a:lnTo>
                      <a:pt x="1523" y="53"/>
                    </a:lnTo>
                    <a:lnTo>
                      <a:pt x="1405" y="14"/>
                    </a:lnTo>
                    <a:lnTo>
                      <a:pt x="12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Google Shape;2373;p45"/>
              <p:cNvSpPr/>
              <p:nvPr/>
            </p:nvSpPr>
            <p:spPr>
              <a:xfrm>
                <a:off x="3190311" y="2188680"/>
                <a:ext cx="207951" cy="36762"/>
              </a:xfrm>
              <a:custGeom>
                <a:avLst/>
                <a:gdLst/>
                <a:ahLst/>
                <a:cxnLst/>
                <a:rect l="l" t="t" r="r" b="b"/>
                <a:pathLst>
                  <a:path w="11585" h="2048" extrusionOk="0">
                    <a:moveTo>
                      <a:pt x="0" y="1"/>
                    </a:moveTo>
                    <a:lnTo>
                      <a:pt x="0" y="2047"/>
                    </a:lnTo>
                    <a:lnTo>
                      <a:pt x="11584" y="2047"/>
                    </a:lnTo>
                    <a:lnTo>
                      <a:pt x="1158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Google Shape;2374;p45"/>
              <p:cNvSpPr/>
              <p:nvPr/>
            </p:nvSpPr>
            <p:spPr>
              <a:xfrm>
                <a:off x="3126248" y="2272758"/>
                <a:ext cx="42183" cy="42165"/>
              </a:xfrm>
              <a:custGeom>
                <a:avLst/>
                <a:gdLst/>
                <a:ahLst/>
                <a:cxnLst/>
                <a:rect l="l" t="t" r="r" b="b"/>
                <a:pathLst>
                  <a:path w="2350" h="2349" extrusionOk="0">
                    <a:moveTo>
                      <a:pt x="1168" y="0"/>
                    </a:moveTo>
                    <a:lnTo>
                      <a:pt x="1050" y="13"/>
                    </a:lnTo>
                    <a:lnTo>
                      <a:pt x="932" y="27"/>
                    </a:lnTo>
                    <a:lnTo>
                      <a:pt x="814" y="53"/>
                    </a:lnTo>
                    <a:lnTo>
                      <a:pt x="709" y="92"/>
                    </a:lnTo>
                    <a:lnTo>
                      <a:pt x="604" y="145"/>
                    </a:lnTo>
                    <a:lnTo>
                      <a:pt x="512" y="197"/>
                    </a:lnTo>
                    <a:lnTo>
                      <a:pt x="421" y="263"/>
                    </a:lnTo>
                    <a:lnTo>
                      <a:pt x="342" y="341"/>
                    </a:lnTo>
                    <a:lnTo>
                      <a:pt x="263" y="433"/>
                    </a:lnTo>
                    <a:lnTo>
                      <a:pt x="198" y="512"/>
                    </a:lnTo>
                    <a:lnTo>
                      <a:pt x="132" y="617"/>
                    </a:lnTo>
                    <a:lnTo>
                      <a:pt x="93" y="722"/>
                    </a:lnTo>
                    <a:lnTo>
                      <a:pt x="53" y="827"/>
                    </a:lnTo>
                    <a:lnTo>
                      <a:pt x="14" y="932"/>
                    </a:lnTo>
                    <a:lnTo>
                      <a:pt x="1" y="1050"/>
                    </a:lnTo>
                    <a:lnTo>
                      <a:pt x="1" y="1168"/>
                    </a:lnTo>
                    <a:lnTo>
                      <a:pt x="1" y="1299"/>
                    </a:lnTo>
                    <a:lnTo>
                      <a:pt x="14" y="1417"/>
                    </a:lnTo>
                    <a:lnTo>
                      <a:pt x="53" y="1522"/>
                    </a:lnTo>
                    <a:lnTo>
                      <a:pt x="93" y="1627"/>
                    </a:lnTo>
                    <a:lnTo>
                      <a:pt x="132" y="1732"/>
                    </a:lnTo>
                    <a:lnTo>
                      <a:pt x="198" y="1837"/>
                    </a:lnTo>
                    <a:lnTo>
                      <a:pt x="263" y="1916"/>
                    </a:lnTo>
                    <a:lnTo>
                      <a:pt x="342" y="2008"/>
                    </a:lnTo>
                    <a:lnTo>
                      <a:pt x="421" y="2086"/>
                    </a:lnTo>
                    <a:lnTo>
                      <a:pt x="512" y="2152"/>
                    </a:lnTo>
                    <a:lnTo>
                      <a:pt x="604" y="2204"/>
                    </a:lnTo>
                    <a:lnTo>
                      <a:pt x="709" y="2257"/>
                    </a:lnTo>
                    <a:lnTo>
                      <a:pt x="814" y="2296"/>
                    </a:lnTo>
                    <a:lnTo>
                      <a:pt x="932" y="2322"/>
                    </a:lnTo>
                    <a:lnTo>
                      <a:pt x="1050" y="2336"/>
                    </a:lnTo>
                    <a:lnTo>
                      <a:pt x="1168" y="2349"/>
                    </a:lnTo>
                    <a:lnTo>
                      <a:pt x="1286" y="2336"/>
                    </a:lnTo>
                    <a:lnTo>
                      <a:pt x="1405" y="2322"/>
                    </a:lnTo>
                    <a:lnTo>
                      <a:pt x="1523" y="2296"/>
                    </a:lnTo>
                    <a:lnTo>
                      <a:pt x="1628" y="2257"/>
                    </a:lnTo>
                    <a:lnTo>
                      <a:pt x="1732" y="2204"/>
                    </a:lnTo>
                    <a:lnTo>
                      <a:pt x="1824" y="2152"/>
                    </a:lnTo>
                    <a:lnTo>
                      <a:pt x="1916" y="2086"/>
                    </a:lnTo>
                    <a:lnTo>
                      <a:pt x="1995" y="2008"/>
                    </a:lnTo>
                    <a:lnTo>
                      <a:pt x="2074" y="1916"/>
                    </a:lnTo>
                    <a:lnTo>
                      <a:pt x="2139" y="1837"/>
                    </a:lnTo>
                    <a:lnTo>
                      <a:pt x="2205" y="1732"/>
                    </a:lnTo>
                    <a:lnTo>
                      <a:pt x="2244" y="1627"/>
                    </a:lnTo>
                    <a:lnTo>
                      <a:pt x="2283" y="1522"/>
                    </a:lnTo>
                    <a:lnTo>
                      <a:pt x="2323" y="1417"/>
                    </a:lnTo>
                    <a:lnTo>
                      <a:pt x="2336" y="1299"/>
                    </a:lnTo>
                    <a:lnTo>
                      <a:pt x="2349" y="1168"/>
                    </a:lnTo>
                    <a:lnTo>
                      <a:pt x="2336" y="1050"/>
                    </a:lnTo>
                    <a:lnTo>
                      <a:pt x="2323" y="932"/>
                    </a:lnTo>
                    <a:lnTo>
                      <a:pt x="2283" y="827"/>
                    </a:lnTo>
                    <a:lnTo>
                      <a:pt x="2244" y="722"/>
                    </a:lnTo>
                    <a:lnTo>
                      <a:pt x="2205" y="617"/>
                    </a:lnTo>
                    <a:lnTo>
                      <a:pt x="2139" y="512"/>
                    </a:lnTo>
                    <a:lnTo>
                      <a:pt x="2074" y="433"/>
                    </a:lnTo>
                    <a:lnTo>
                      <a:pt x="1995" y="341"/>
                    </a:lnTo>
                    <a:lnTo>
                      <a:pt x="1916" y="263"/>
                    </a:lnTo>
                    <a:lnTo>
                      <a:pt x="1824" y="197"/>
                    </a:lnTo>
                    <a:lnTo>
                      <a:pt x="1732" y="145"/>
                    </a:lnTo>
                    <a:lnTo>
                      <a:pt x="1628" y="92"/>
                    </a:lnTo>
                    <a:lnTo>
                      <a:pt x="1523" y="53"/>
                    </a:lnTo>
                    <a:lnTo>
                      <a:pt x="1405" y="27"/>
                    </a:lnTo>
                    <a:lnTo>
                      <a:pt x="1286" y="13"/>
                    </a:lnTo>
                    <a:lnTo>
                      <a:pt x="116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Google Shape;2375;p45"/>
              <p:cNvSpPr/>
              <p:nvPr/>
            </p:nvSpPr>
            <p:spPr>
              <a:xfrm>
                <a:off x="3190311" y="2275343"/>
                <a:ext cx="207951" cy="36995"/>
              </a:xfrm>
              <a:custGeom>
                <a:avLst/>
                <a:gdLst/>
                <a:ahLst/>
                <a:cxnLst/>
                <a:rect l="l" t="t" r="r" b="b"/>
                <a:pathLst>
                  <a:path w="11585" h="2061" extrusionOk="0">
                    <a:moveTo>
                      <a:pt x="0" y="1"/>
                    </a:moveTo>
                    <a:lnTo>
                      <a:pt x="0" y="2060"/>
                    </a:lnTo>
                    <a:lnTo>
                      <a:pt x="11584" y="2060"/>
                    </a:lnTo>
                    <a:lnTo>
                      <a:pt x="1158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Google Shape;2376;p45"/>
              <p:cNvSpPr/>
              <p:nvPr/>
            </p:nvSpPr>
            <p:spPr>
              <a:xfrm>
                <a:off x="3126248" y="2416394"/>
                <a:ext cx="42183" cy="42183"/>
              </a:xfrm>
              <a:custGeom>
                <a:avLst/>
                <a:gdLst/>
                <a:ahLst/>
                <a:cxnLst/>
                <a:rect l="l" t="t" r="r" b="b"/>
                <a:pathLst>
                  <a:path w="2350" h="2350" extrusionOk="0">
                    <a:moveTo>
                      <a:pt x="1050" y="1"/>
                    </a:moveTo>
                    <a:lnTo>
                      <a:pt x="932" y="27"/>
                    </a:lnTo>
                    <a:lnTo>
                      <a:pt x="814" y="53"/>
                    </a:lnTo>
                    <a:lnTo>
                      <a:pt x="709" y="93"/>
                    </a:lnTo>
                    <a:lnTo>
                      <a:pt x="604" y="145"/>
                    </a:lnTo>
                    <a:lnTo>
                      <a:pt x="512" y="198"/>
                    </a:lnTo>
                    <a:lnTo>
                      <a:pt x="421" y="263"/>
                    </a:lnTo>
                    <a:lnTo>
                      <a:pt x="342" y="342"/>
                    </a:lnTo>
                    <a:lnTo>
                      <a:pt x="263" y="421"/>
                    </a:lnTo>
                    <a:lnTo>
                      <a:pt x="198" y="513"/>
                    </a:lnTo>
                    <a:lnTo>
                      <a:pt x="132" y="618"/>
                    </a:lnTo>
                    <a:lnTo>
                      <a:pt x="93" y="709"/>
                    </a:lnTo>
                    <a:lnTo>
                      <a:pt x="53" y="827"/>
                    </a:lnTo>
                    <a:lnTo>
                      <a:pt x="14" y="932"/>
                    </a:lnTo>
                    <a:lnTo>
                      <a:pt x="1" y="1050"/>
                    </a:lnTo>
                    <a:lnTo>
                      <a:pt x="1" y="1169"/>
                    </a:lnTo>
                    <a:lnTo>
                      <a:pt x="1" y="1287"/>
                    </a:lnTo>
                    <a:lnTo>
                      <a:pt x="14" y="1405"/>
                    </a:lnTo>
                    <a:lnTo>
                      <a:pt x="53" y="1523"/>
                    </a:lnTo>
                    <a:lnTo>
                      <a:pt x="93" y="1628"/>
                    </a:lnTo>
                    <a:lnTo>
                      <a:pt x="132" y="1733"/>
                    </a:lnTo>
                    <a:lnTo>
                      <a:pt x="198" y="1825"/>
                    </a:lnTo>
                    <a:lnTo>
                      <a:pt x="263" y="1916"/>
                    </a:lnTo>
                    <a:lnTo>
                      <a:pt x="342" y="1995"/>
                    </a:lnTo>
                    <a:lnTo>
                      <a:pt x="421" y="2074"/>
                    </a:lnTo>
                    <a:lnTo>
                      <a:pt x="512" y="2139"/>
                    </a:lnTo>
                    <a:lnTo>
                      <a:pt x="604" y="2205"/>
                    </a:lnTo>
                    <a:lnTo>
                      <a:pt x="709" y="2257"/>
                    </a:lnTo>
                    <a:lnTo>
                      <a:pt x="814" y="2297"/>
                    </a:lnTo>
                    <a:lnTo>
                      <a:pt x="932" y="2323"/>
                    </a:lnTo>
                    <a:lnTo>
                      <a:pt x="1050" y="2336"/>
                    </a:lnTo>
                    <a:lnTo>
                      <a:pt x="1168" y="2349"/>
                    </a:lnTo>
                    <a:lnTo>
                      <a:pt x="1286" y="2336"/>
                    </a:lnTo>
                    <a:lnTo>
                      <a:pt x="1405" y="2323"/>
                    </a:lnTo>
                    <a:lnTo>
                      <a:pt x="1523" y="2297"/>
                    </a:lnTo>
                    <a:lnTo>
                      <a:pt x="1628" y="2257"/>
                    </a:lnTo>
                    <a:lnTo>
                      <a:pt x="1732" y="2205"/>
                    </a:lnTo>
                    <a:lnTo>
                      <a:pt x="1824" y="2139"/>
                    </a:lnTo>
                    <a:lnTo>
                      <a:pt x="1916" y="2074"/>
                    </a:lnTo>
                    <a:lnTo>
                      <a:pt x="1995" y="1995"/>
                    </a:lnTo>
                    <a:lnTo>
                      <a:pt x="2074" y="1916"/>
                    </a:lnTo>
                    <a:lnTo>
                      <a:pt x="2139" y="1825"/>
                    </a:lnTo>
                    <a:lnTo>
                      <a:pt x="2205" y="1733"/>
                    </a:lnTo>
                    <a:lnTo>
                      <a:pt x="2244" y="1628"/>
                    </a:lnTo>
                    <a:lnTo>
                      <a:pt x="2283" y="1523"/>
                    </a:lnTo>
                    <a:lnTo>
                      <a:pt x="2323" y="1405"/>
                    </a:lnTo>
                    <a:lnTo>
                      <a:pt x="2336" y="1287"/>
                    </a:lnTo>
                    <a:lnTo>
                      <a:pt x="2349" y="1169"/>
                    </a:lnTo>
                    <a:lnTo>
                      <a:pt x="2336" y="1050"/>
                    </a:lnTo>
                    <a:lnTo>
                      <a:pt x="2323" y="932"/>
                    </a:lnTo>
                    <a:lnTo>
                      <a:pt x="2283" y="827"/>
                    </a:lnTo>
                    <a:lnTo>
                      <a:pt x="2244" y="709"/>
                    </a:lnTo>
                    <a:lnTo>
                      <a:pt x="2205" y="618"/>
                    </a:lnTo>
                    <a:lnTo>
                      <a:pt x="2139" y="513"/>
                    </a:lnTo>
                    <a:lnTo>
                      <a:pt x="2074" y="421"/>
                    </a:lnTo>
                    <a:lnTo>
                      <a:pt x="1995" y="342"/>
                    </a:lnTo>
                    <a:lnTo>
                      <a:pt x="1916" y="263"/>
                    </a:lnTo>
                    <a:lnTo>
                      <a:pt x="1824" y="198"/>
                    </a:lnTo>
                    <a:lnTo>
                      <a:pt x="1732" y="145"/>
                    </a:lnTo>
                    <a:lnTo>
                      <a:pt x="1628" y="93"/>
                    </a:lnTo>
                    <a:lnTo>
                      <a:pt x="1523" y="53"/>
                    </a:lnTo>
                    <a:lnTo>
                      <a:pt x="1405" y="27"/>
                    </a:lnTo>
                    <a:lnTo>
                      <a:pt x="12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Google Shape;2377;p45"/>
              <p:cNvSpPr/>
              <p:nvPr/>
            </p:nvSpPr>
            <p:spPr>
              <a:xfrm>
                <a:off x="3190311" y="2418996"/>
                <a:ext cx="207951" cy="36744"/>
              </a:xfrm>
              <a:custGeom>
                <a:avLst/>
                <a:gdLst/>
                <a:ahLst/>
                <a:cxnLst/>
                <a:rect l="l" t="t" r="r" b="b"/>
                <a:pathLst>
                  <a:path w="11585" h="2047" extrusionOk="0">
                    <a:moveTo>
                      <a:pt x="0" y="0"/>
                    </a:moveTo>
                    <a:lnTo>
                      <a:pt x="0" y="2047"/>
                    </a:lnTo>
                    <a:lnTo>
                      <a:pt x="11584" y="2047"/>
                    </a:lnTo>
                    <a:lnTo>
                      <a:pt x="1158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Google Shape;2378;p45"/>
              <p:cNvSpPr/>
              <p:nvPr/>
            </p:nvSpPr>
            <p:spPr>
              <a:xfrm>
                <a:off x="3126248" y="2503056"/>
                <a:ext cx="42183" cy="42183"/>
              </a:xfrm>
              <a:custGeom>
                <a:avLst/>
                <a:gdLst/>
                <a:ahLst/>
                <a:cxnLst/>
                <a:rect l="l" t="t" r="r" b="b"/>
                <a:pathLst>
                  <a:path w="2350" h="2350" extrusionOk="0">
                    <a:moveTo>
                      <a:pt x="1168" y="1"/>
                    </a:moveTo>
                    <a:lnTo>
                      <a:pt x="1050" y="14"/>
                    </a:lnTo>
                    <a:lnTo>
                      <a:pt x="932" y="27"/>
                    </a:lnTo>
                    <a:lnTo>
                      <a:pt x="814" y="53"/>
                    </a:lnTo>
                    <a:lnTo>
                      <a:pt x="709" y="93"/>
                    </a:lnTo>
                    <a:lnTo>
                      <a:pt x="604" y="145"/>
                    </a:lnTo>
                    <a:lnTo>
                      <a:pt x="512" y="211"/>
                    </a:lnTo>
                    <a:lnTo>
                      <a:pt x="421" y="276"/>
                    </a:lnTo>
                    <a:lnTo>
                      <a:pt x="342" y="342"/>
                    </a:lnTo>
                    <a:lnTo>
                      <a:pt x="263" y="434"/>
                    </a:lnTo>
                    <a:lnTo>
                      <a:pt x="198" y="526"/>
                    </a:lnTo>
                    <a:lnTo>
                      <a:pt x="132" y="617"/>
                    </a:lnTo>
                    <a:lnTo>
                      <a:pt x="93" y="722"/>
                    </a:lnTo>
                    <a:lnTo>
                      <a:pt x="53" y="827"/>
                    </a:lnTo>
                    <a:lnTo>
                      <a:pt x="14" y="945"/>
                    </a:lnTo>
                    <a:lnTo>
                      <a:pt x="1" y="1063"/>
                    </a:lnTo>
                    <a:lnTo>
                      <a:pt x="1" y="1181"/>
                    </a:lnTo>
                    <a:lnTo>
                      <a:pt x="1" y="1300"/>
                    </a:lnTo>
                    <a:lnTo>
                      <a:pt x="14" y="1418"/>
                    </a:lnTo>
                    <a:lnTo>
                      <a:pt x="53" y="1523"/>
                    </a:lnTo>
                    <a:lnTo>
                      <a:pt x="93" y="1641"/>
                    </a:lnTo>
                    <a:lnTo>
                      <a:pt x="132" y="1732"/>
                    </a:lnTo>
                    <a:lnTo>
                      <a:pt x="198" y="1837"/>
                    </a:lnTo>
                    <a:lnTo>
                      <a:pt x="263" y="1929"/>
                    </a:lnTo>
                    <a:lnTo>
                      <a:pt x="342" y="2008"/>
                    </a:lnTo>
                    <a:lnTo>
                      <a:pt x="421" y="2087"/>
                    </a:lnTo>
                    <a:lnTo>
                      <a:pt x="512" y="2152"/>
                    </a:lnTo>
                    <a:lnTo>
                      <a:pt x="604" y="2205"/>
                    </a:lnTo>
                    <a:lnTo>
                      <a:pt x="709" y="2257"/>
                    </a:lnTo>
                    <a:lnTo>
                      <a:pt x="814" y="2297"/>
                    </a:lnTo>
                    <a:lnTo>
                      <a:pt x="932" y="2323"/>
                    </a:lnTo>
                    <a:lnTo>
                      <a:pt x="1050" y="2349"/>
                    </a:lnTo>
                    <a:lnTo>
                      <a:pt x="1286" y="2349"/>
                    </a:lnTo>
                    <a:lnTo>
                      <a:pt x="1405" y="2323"/>
                    </a:lnTo>
                    <a:lnTo>
                      <a:pt x="1523" y="2297"/>
                    </a:lnTo>
                    <a:lnTo>
                      <a:pt x="1628" y="2257"/>
                    </a:lnTo>
                    <a:lnTo>
                      <a:pt x="1732" y="2205"/>
                    </a:lnTo>
                    <a:lnTo>
                      <a:pt x="1824" y="2152"/>
                    </a:lnTo>
                    <a:lnTo>
                      <a:pt x="1916" y="2087"/>
                    </a:lnTo>
                    <a:lnTo>
                      <a:pt x="1995" y="2008"/>
                    </a:lnTo>
                    <a:lnTo>
                      <a:pt x="2074" y="1929"/>
                    </a:lnTo>
                    <a:lnTo>
                      <a:pt x="2139" y="1837"/>
                    </a:lnTo>
                    <a:lnTo>
                      <a:pt x="2205" y="1732"/>
                    </a:lnTo>
                    <a:lnTo>
                      <a:pt x="2244" y="1641"/>
                    </a:lnTo>
                    <a:lnTo>
                      <a:pt x="2283" y="1523"/>
                    </a:lnTo>
                    <a:lnTo>
                      <a:pt x="2323" y="1418"/>
                    </a:lnTo>
                    <a:lnTo>
                      <a:pt x="2336" y="1300"/>
                    </a:lnTo>
                    <a:lnTo>
                      <a:pt x="2349" y="1181"/>
                    </a:lnTo>
                    <a:lnTo>
                      <a:pt x="2336" y="1063"/>
                    </a:lnTo>
                    <a:lnTo>
                      <a:pt x="2323" y="945"/>
                    </a:lnTo>
                    <a:lnTo>
                      <a:pt x="2283" y="827"/>
                    </a:lnTo>
                    <a:lnTo>
                      <a:pt x="2244" y="722"/>
                    </a:lnTo>
                    <a:lnTo>
                      <a:pt x="2205" y="617"/>
                    </a:lnTo>
                    <a:lnTo>
                      <a:pt x="2139" y="526"/>
                    </a:lnTo>
                    <a:lnTo>
                      <a:pt x="2074" y="434"/>
                    </a:lnTo>
                    <a:lnTo>
                      <a:pt x="1995" y="342"/>
                    </a:lnTo>
                    <a:lnTo>
                      <a:pt x="1916" y="276"/>
                    </a:lnTo>
                    <a:lnTo>
                      <a:pt x="1824" y="211"/>
                    </a:lnTo>
                    <a:lnTo>
                      <a:pt x="1732" y="145"/>
                    </a:lnTo>
                    <a:lnTo>
                      <a:pt x="1628" y="93"/>
                    </a:lnTo>
                    <a:lnTo>
                      <a:pt x="1523" y="53"/>
                    </a:lnTo>
                    <a:lnTo>
                      <a:pt x="1405" y="27"/>
                    </a:lnTo>
                    <a:lnTo>
                      <a:pt x="1286" y="14"/>
                    </a:lnTo>
                    <a:lnTo>
                      <a:pt x="116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Google Shape;2379;p45"/>
              <p:cNvSpPr/>
              <p:nvPr/>
            </p:nvSpPr>
            <p:spPr>
              <a:xfrm>
                <a:off x="3190311" y="2505659"/>
                <a:ext cx="207951" cy="36977"/>
              </a:xfrm>
              <a:custGeom>
                <a:avLst/>
                <a:gdLst/>
                <a:ahLst/>
                <a:cxnLst/>
                <a:rect l="l" t="t" r="r" b="b"/>
                <a:pathLst>
                  <a:path w="11585" h="2060" extrusionOk="0">
                    <a:moveTo>
                      <a:pt x="0" y="0"/>
                    </a:moveTo>
                    <a:lnTo>
                      <a:pt x="0" y="2060"/>
                    </a:lnTo>
                    <a:lnTo>
                      <a:pt x="11584" y="2060"/>
                    </a:lnTo>
                    <a:lnTo>
                      <a:pt x="1158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Google Shape;2380;p45"/>
              <p:cNvSpPr/>
              <p:nvPr/>
            </p:nvSpPr>
            <p:spPr>
              <a:xfrm>
                <a:off x="3126248" y="2646710"/>
                <a:ext cx="42183" cy="42165"/>
              </a:xfrm>
              <a:custGeom>
                <a:avLst/>
                <a:gdLst/>
                <a:ahLst/>
                <a:cxnLst/>
                <a:rect l="l" t="t" r="r" b="b"/>
                <a:pathLst>
                  <a:path w="2350" h="2349" extrusionOk="0">
                    <a:moveTo>
                      <a:pt x="1050" y="0"/>
                    </a:moveTo>
                    <a:lnTo>
                      <a:pt x="932" y="27"/>
                    </a:lnTo>
                    <a:lnTo>
                      <a:pt x="814" y="53"/>
                    </a:lnTo>
                    <a:lnTo>
                      <a:pt x="709" y="92"/>
                    </a:lnTo>
                    <a:lnTo>
                      <a:pt x="604" y="145"/>
                    </a:lnTo>
                    <a:lnTo>
                      <a:pt x="512" y="197"/>
                    </a:lnTo>
                    <a:lnTo>
                      <a:pt x="421" y="263"/>
                    </a:lnTo>
                    <a:lnTo>
                      <a:pt x="342" y="341"/>
                    </a:lnTo>
                    <a:lnTo>
                      <a:pt x="263" y="433"/>
                    </a:lnTo>
                    <a:lnTo>
                      <a:pt x="198" y="512"/>
                    </a:lnTo>
                    <a:lnTo>
                      <a:pt x="132" y="617"/>
                    </a:lnTo>
                    <a:lnTo>
                      <a:pt x="93" y="722"/>
                    </a:lnTo>
                    <a:lnTo>
                      <a:pt x="53" y="827"/>
                    </a:lnTo>
                    <a:lnTo>
                      <a:pt x="14" y="932"/>
                    </a:lnTo>
                    <a:lnTo>
                      <a:pt x="1" y="1050"/>
                    </a:lnTo>
                    <a:lnTo>
                      <a:pt x="1" y="1168"/>
                    </a:lnTo>
                    <a:lnTo>
                      <a:pt x="1" y="1299"/>
                    </a:lnTo>
                    <a:lnTo>
                      <a:pt x="14" y="1404"/>
                    </a:lnTo>
                    <a:lnTo>
                      <a:pt x="53" y="1522"/>
                    </a:lnTo>
                    <a:lnTo>
                      <a:pt x="93" y="1627"/>
                    </a:lnTo>
                    <a:lnTo>
                      <a:pt x="132" y="1732"/>
                    </a:lnTo>
                    <a:lnTo>
                      <a:pt x="198" y="1824"/>
                    </a:lnTo>
                    <a:lnTo>
                      <a:pt x="263" y="1916"/>
                    </a:lnTo>
                    <a:lnTo>
                      <a:pt x="342" y="2008"/>
                    </a:lnTo>
                    <a:lnTo>
                      <a:pt x="421" y="2073"/>
                    </a:lnTo>
                    <a:lnTo>
                      <a:pt x="512" y="2152"/>
                    </a:lnTo>
                    <a:lnTo>
                      <a:pt x="604" y="2204"/>
                    </a:lnTo>
                    <a:lnTo>
                      <a:pt x="709" y="2257"/>
                    </a:lnTo>
                    <a:lnTo>
                      <a:pt x="814" y="2296"/>
                    </a:lnTo>
                    <a:lnTo>
                      <a:pt x="932" y="2322"/>
                    </a:lnTo>
                    <a:lnTo>
                      <a:pt x="1050" y="2336"/>
                    </a:lnTo>
                    <a:lnTo>
                      <a:pt x="1168" y="2349"/>
                    </a:lnTo>
                    <a:lnTo>
                      <a:pt x="1286" y="2336"/>
                    </a:lnTo>
                    <a:lnTo>
                      <a:pt x="1405" y="2322"/>
                    </a:lnTo>
                    <a:lnTo>
                      <a:pt x="1523" y="2296"/>
                    </a:lnTo>
                    <a:lnTo>
                      <a:pt x="1628" y="2257"/>
                    </a:lnTo>
                    <a:lnTo>
                      <a:pt x="1732" y="2204"/>
                    </a:lnTo>
                    <a:lnTo>
                      <a:pt x="1824" y="2152"/>
                    </a:lnTo>
                    <a:lnTo>
                      <a:pt x="1916" y="2073"/>
                    </a:lnTo>
                    <a:lnTo>
                      <a:pt x="1995" y="2008"/>
                    </a:lnTo>
                    <a:lnTo>
                      <a:pt x="2074" y="1916"/>
                    </a:lnTo>
                    <a:lnTo>
                      <a:pt x="2139" y="1824"/>
                    </a:lnTo>
                    <a:lnTo>
                      <a:pt x="2205" y="1732"/>
                    </a:lnTo>
                    <a:lnTo>
                      <a:pt x="2244" y="1627"/>
                    </a:lnTo>
                    <a:lnTo>
                      <a:pt x="2283" y="1522"/>
                    </a:lnTo>
                    <a:lnTo>
                      <a:pt x="2323" y="1404"/>
                    </a:lnTo>
                    <a:lnTo>
                      <a:pt x="2336" y="1299"/>
                    </a:lnTo>
                    <a:lnTo>
                      <a:pt x="2349" y="1168"/>
                    </a:lnTo>
                    <a:lnTo>
                      <a:pt x="2336" y="1050"/>
                    </a:lnTo>
                    <a:lnTo>
                      <a:pt x="2323" y="932"/>
                    </a:lnTo>
                    <a:lnTo>
                      <a:pt x="2283" y="827"/>
                    </a:lnTo>
                    <a:lnTo>
                      <a:pt x="2244" y="722"/>
                    </a:lnTo>
                    <a:lnTo>
                      <a:pt x="2205" y="617"/>
                    </a:lnTo>
                    <a:lnTo>
                      <a:pt x="2139" y="512"/>
                    </a:lnTo>
                    <a:lnTo>
                      <a:pt x="2074" y="433"/>
                    </a:lnTo>
                    <a:lnTo>
                      <a:pt x="1995" y="341"/>
                    </a:lnTo>
                    <a:lnTo>
                      <a:pt x="1916" y="263"/>
                    </a:lnTo>
                    <a:lnTo>
                      <a:pt x="1824" y="197"/>
                    </a:lnTo>
                    <a:lnTo>
                      <a:pt x="1732" y="145"/>
                    </a:lnTo>
                    <a:lnTo>
                      <a:pt x="1628" y="92"/>
                    </a:lnTo>
                    <a:lnTo>
                      <a:pt x="1523" y="53"/>
                    </a:lnTo>
                    <a:lnTo>
                      <a:pt x="1405" y="27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Google Shape;2381;p45"/>
              <p:cNvSpPr/>
              <p:nvPr/>
            </p:nvSpPr>
            <p:spPr>
              <a:xfrm>
                <a:off x="3190311" y="2649295"/>
                <a:ext cx="207951" cy="36995"/>
              </a:xfrm>
              <a:custGeom>
                <a:avLst/>
                <a:gdLst/>
                <a:ahLst/>
                <a:cxnLst/>
                <a:rect l="l" t="t" r="r" b="b"/>
                <a:pathLst>
                  <a:path w="11585" h="2061" extrusionOk="0">
                    <a:moveTo>
                      <a:pt x="0" y="1"/>
                    </a:moveTo>
                    <a:lnTo>
                      <a:pt x="0" y="2060"/>
                    </a:lnTo>
                    <a:lnTo>
                      <a:pt x="11584" y="2060"/>
                    </a:lnTo>
                    <a:lnTo>
                      <a:pt x="1158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Google Shape;2382;p45"/>
              <p:cNvSpPr/>
              <p:nvPr/>
            </p:nvSpPr>
            <p:spPr>
              <a:xfrm>
                <a:off x="3126248" y="2733373"/>
                <a:ext cx="42183" cy="42165"/>
              </a:xfrm>
              <a:custGeom>
                <a:avLst/>
                <a:gdLst/>
                <a:ahLst/>
                <a:cxnLst/>
                <a:rect l="l" t="t" r="r" b="b"/>
                <a:pathLst>
                  <a:path w="2350" h="2349" extrusionOk="0">
                    <a:moveTo>
                      <a:pt x="1168" y="0"/>
                    </a:moveTo>
                    <a:lnTo>
                      <a:pt x="1050" y="13"/>
                    </a:lnTo>
                    <a:lnTo>
                      <a:pt x="932" y="26"/>
                    </a:lnTo>
                    <a:lnTo>
                      <a:pt x="814" y="66"/>
                    </a:lnTo>
                    <a:lnTo>
                      <a:pt x="709" y="105"/>
                    </a:lnTo>
                    <a:lnTo>
                      <a:pt x="604" y="144"/>
                    </a:lnTo>
                    <a:lnTo>
                      <a:pt x="512" y="210"/>
                    </a:lnTo>
                    <a:lnTo>
                      <a:pt x="421" y="276"/>
                    </a:lnTo>
                    <a:lnTo>
                      <a:pt x="342" y="354"/>
                    </a:lnTo>
                    <a:lnTo>
                      <a:pt x="263" y="433"/>
                    </a:lnTo>
                    <a:lnTo>
                      <a:pt x="198" y="525"/>
                    </a:lnTo>
                    <a:lnTo>
                      <a:pt x="132" y="617"/>
                    </a:lnTo>
                    <a:lnTo>
                      <a:pt x="93" y="722"/>
                    </a:lnTo>
                    <a:lnTo>
                      <a:pt x="53" y="827"/>
                    </a:lnTo>
                    <a:lnTo>
                      <a:pt x="14" y="945"/>
                    </a:lnTo>
                    <a:lnTo>
                      <a:pt x="1" y="1063"/>
                    </a:lnTo>
                    <a:lnTo>
                      <a:pt x="1" y="1181"/>
                    </a:lnTo>
                    <a:lnTo>
                      <a:pt x="1" y="1299"/>
                    </a:lnTo>
                    <a:lnTo>
                      <a:pt x="14" y="1417"/>
                    </a:lnTo>
                    <a:lnTo>
                      <a:pt x="53" y="1535"/>
                    </a:lnTo>
                    <a:lnTo>
                      <a:pt x="93" y="1640"/>
                    </a:lnTo>
                    <a:lnTo>
                      <a:pt x="132" y="1745"/>
                    </a:lnTo>
                    <a:lnTo>
                      <a:pt x="198" y="1837"/>
                    </a:lnTo>
                    <a:lnTo>
                      <a:pt x="263" y="1929"/>
                    </a:lnTo>
                    <a:lnTo>
                      <a:pt x="342" y="2007"/>
                    </a:lnTo>
                    <a:lnTo>
                      <a:pt x="421" y="2086"/>
                    </a:lnTo>
                    <a:lnTo>
                      <a:pt x="512" y="2152"/>
                    </a:lnTo>
                    <a:lnTo>
                      <a:pt x="604" y="2217"/>
                    </a:lnTo>
                    <a:lnTo>
                      <a:pt x="709" y="2257"/>
                    </a:lnTo>
                    <a:lnTo>
                      <a:pt x="814" y="2296"/>
                    </a:lnTo>
                    <a:lnTo>
                      <a:pt x="932" y="2335"/>
                    </a:lnTo>
                    <a:lnTo>
                      <a:pt x="1050" y="2348"/>
                    </a:lnTo>
                    <a:lnTo>
                      <a:pt x="1286" y="2348"/>
                    </a:lnTo>
                    <a:lnTo>
                      <a:pt x="1405" y="2335"/>
                    </a:lnTo>
                    <a:lnTo>
                      <a:pt x="1523" y="2296"/>
                    </a:lnTo>
                    <a:lnTo>
                      <a:pt x="1628" y="2257"/>
                    </a:lnTo>
                    <a:lnTo>
                      <a:pt x="1732" y="2217"/>
                    </a:lnTo>
                    <a:lnTo>
                      <a:pt x="1824" y="2152"/>
                    </a:lnTo>
                    <a:lnTo>
                      <a:pt x="1916" y="2086"/>
                    </a:lnTo>
                    <a:lnTo>
                      <a:pt x="1995" y="2007"/>
                    </a:lnTo>
                    <a:lnTo>
                      <a:pt x="2074" y="1929"/>
                    </a:lnTo>
                    <a:lnTo>
                      <a:pt x="2139" y="1837"/>
                    </a:lnTo>
                    <a:lnTo>
                      <a:pt x="2205" y="1745"/>
                    </a:lnTo>
                    <a:lnTo>
                      <a:pt x="2244" y="1640"/>
                    </a:lnTo>
                    <a:lnTo>
                      <a:pt x="2283" y="1535"/>
                    </a:lnTo>
                    <a:lnTo>
                      <a:pt x="2323" y="1417"/>
                    </a:lnTo>
                    <a:lnTo>
                      <a:pt x="2336" y="1299"/>
                    </a:lnTo>
                    <a:lnTo>
                      <a:pt x="2349" y="1181"/>
                    </a:lnTo>
                    <a:lnTo>
                      <a:pt x="2336" y="1063"/>
                    </a:lnTo>
                    <a:lnTo>
                      <a:pt x="2323" y="945"/>
                    </a:lnTo>
                    <a:lnTo>
                      <a:pt x="2283" y="827"/>
                    </a:lnTo>
                    <a:lnTo>
                      <a:pt x="2244" y="722"/>
                    </a:lnTo>
                    <a:lnTo>
                      <a:pt x="2205" y="617"/>
                    </a:lnTo>
                    <a:lnTo>
                      <a:pt x="2139" y="525"/>
                    </a:lnTo>
                    <a:lnTo>
                      <a:pt x="2074" y="433"/>
                    </a:lnTo>
                    <a:lnTo>
                      <a:pt x="1995" y="354"/>
                    </a:lnTo>
                    <a:lnTo>
                      <a:pt x="1916" y="276"/>
                    </a:lnTo>
                    <a:lnTo>
                      <a:pt x="1824" y="210"/>
                    </a:lnTo>
                    <a:lnTo>
                      <a:pt x="1732" y="144"/>
                    </a:lnTo>
                    <a:lnTo>
                      <a:pt x="1628" y="105"/>
                    </a:lnTo>
                    <a:lnTo>
                      <a:pt x="1523" y="66"/>
                    </a:lnTo>
                    <a:lnTo>
                      <a:pt x="1405" y="26"/>
                    </a:lnTo>
                    <a:lnTo>
                      <a:pt x="1286" y="13"/>
                    </a:lnTo>
                    <a:lnTo>
                      <a:pt x="116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Google Shape;2383;p45"/>
              <p:cNvSpPr/>
              <p:nvPr/>
            </p:nvSpPr>
            <p:spPr>
              <a:xfrm>
                <a:off x="3190311" y="2736191"/>
                <a:ext cx="207951" cy="36762"/>
              </a:xfrm>
              <a:custGeom>
                <a:avLst/>
                <a:gdLst/>
                <a:ahLst/>
                <a:cxnLst/>
                <a:rect l="l" t="t" r="r" b="b"/>
                <a:pathLst>
                  <a:path w="11585" h="2048" extrusionOk="0">
                    <a:moveTo>
                      <a:pt x="0" y="1"/>
                    </a:moveTo>
                    <a:lnTo>
                      <a:pt x="0" y="2047"/>
                    </a:lnTo>
                    <a:lnTo>
                      <a:pt x="11584" y="2047"/>
                    </a:lnTo>
                    <a:lnTo>
                      <a:pt x="1158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Google Shape;2384;p45"/>
              <p:cNvSpPr/>
              <p:nvPr/>
            </p:nvSpPr>
            <p:spPr>
              <a:xfrm>
                <a:off x="3076562" y="2367193"/>
                <a:ext cx="371386" cy="18"/>
              </a:xfrm>
              <a:custGeom>
                <a:avLst/>
                <a:gdLst/>
                <a:ahLst/>
                <a:cxnLst/>
                <a:rect l="l" t="t" r="r" b="b"/>
                <a:pathLst>
                  <a:path w="20690" h="1" fill="none" extrusionOk="0">
                    <a:moveTo>
                      <a:pt x="1" y="0"/>
                    </a:moveTo>
                    <a:lnTo>
                      <a:pt x="20689" y="0"/>
                    </a:lnTo>
                  </a:path>
                </a:pathLst>
              </a:custGeom>
              <a:noFill/>
              <a:ln w="5575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Google Shape;2385;p45"/>
              <p:cNvSpPr/>
              <p:nvPr/>
            </p:nvSpPr>
            <p:spPr>
              <a:xfrm>
                <a:off x="3076562" y="2596073"/>
                <a:ext cx="371386" cy="18"/>
              </a:xfrm>
              <a:custGeom>
                <a:avLst/>
                <a:gdLst/>
                <a:ahLst/>
                <a:cxnLst/>
                <a:rect l="l" t="t" r="r" b="b"/>
                <a:pathLst>
                  <a:path w="20690" h="1" fill="none" extrusionOk="0">
                    <a:moveTo>
                      <a:pt x="1" y="1"/>
                    </a:moveTo>
                    <a:lnTo>
                      <a:pt x="20689" y="1"/>
                    </a:lnTo>
                  </a:path>
                </a:pathLst>
              </a:custGeom>
              <a:noFill/>
              <a:ln w="5575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Google Shape;2386;p45"/>
              <p:cNvSpPr/>
              <p:nvPr/>
            </p:nvSpPr>
            <p:spPr>
              <a:xfrm>
                <a:off x="3076562" y="2813663"/>
                <a:ext cx="371386" cy="18"/>
              </a:xfrm>
              <a:custGeom>
                <a:avLst/>
                <a:gdLst/>
                <a:ahLst/>
                <a:cxnLst/>
                <a:rect l="l" t="t" r="r" b="b"/>
                <a:pathLst>
                  <a:path w="20690" h="1" fill="none" extrusionOk="0">
                    <a:moveTo>
                      <a:pt x="1" y="1"/>
                    </a:moveTo>
                    <a:lnTo>
                      <a:pt x="20689" y="1"/>
                    </a:lnTo>
                  </a:path>
                </a:pathLst>
              </a:custGeom>
              <a:noFill/>
              <a:ln w="5575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Google Shape;2387;p45"/>
              <p:cNvSpPr/>
              <p:nvPr/>
            </p:nvSpPr>
            <p:spPr>
              <a:xfrm>
                <a:off x="3128133" y="2857461"/>
                <a:ext cx="134248" cy="3699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2061" extrusionOk="0">
                    <a:moveTo>
                      <a:pt x="1" y="1"/>
                    </a:moveTo>
                    <a:lnTo>
                      <a:pt x="1" y="2061"/>
                    </a:lnTo>
                    <a:lnTo>
                      <a:pt x="7479" y="2061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Google Shape;2388;p45"/>
              <p:cNvSpPr/>
              <p:nvPr/>
            </p:nvSpPr>
            <p:spPr>
              <a:xfrm>
                <a:off x="3128133" y="2922691"/>
                <a:ext cx="134248" cy="36762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2048" extrusionOk="0">
                    <a:moveTo>
                      <a:pt x="1" y="1"/>
                    </a:moveTo>
                    <a:lnTo>
                      <a:pt x="1" y="2047"/>
                    </a:lnTo>
                    <a:lnTo>
                      <a:pt x="7479" y="2047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Google Shape;2389;p45"/>
              <p:cNvSpPr/>
              <p:nvPr/>
            </p:nvSpPr>
            <p:spPr>
              <a:xfrm>
                <a:off x="3128133" y="2987688"/>
                <a:ext cx="134248" cy="36762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2048" extrusionOk="0">
                    <a:moveTo>
                      <a:pt x="1" y="1"/>
                    </a:moveTo>
                    <a:lnTo>
                      <a:pt x="1" y="2047"/>
                    </a:lnTo>
                    <a:lnTo>
                      <a:pt x="7479" y="2047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Google Shape;2390;p45"/>
              <p:cNvSpPr/>
              <p:nvPr/>
            </p:nvSpPr>
            <p:spPr>
              <a:xfrm>
                <a:off x="3128133" y="3052685"/>
                <a:ext cx="134248" cy="3699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2061" extrusionOk="0">
                    <a:moveTo>
                      <a:pt x="1" y="1"/>
                    </a:moveTo>
                    <a:lnTo>
                      <a:pt x="1" y="2060"/>
                    </a:lnTo>
                    <a:lnTo>
                      <a:pt x="7479" y="2060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Google Shape;2391;p45"/>
              <p:cNvSpPr/>
              <p:nvPr/>
            </p:nvSpPr>
            <p:spPr>
              <a:xfrm>
                <a:off x="3128133" y="3117916"/>
                <a:ext cx="134248" cy="36762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2048" extrusionOk="0">
                    <a:moveTo>
                      <a:pt x="1" y="1"/>
                    </a:moveTo>
                    <a:lnTo>
                      <a:pt x="1" y="2047"/>
                    </a:lnTo>
                    <a:lnTo>
                      <a:pt x="7479" y="2047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Google Shape;2392;p45"/>
              <p:cNvSpPr/>
              <p:nvPr/>
            </p:nvSpPr>
            <p:spPr>
              <a:xfrm>
                <a:off x="3128133" y="3182913"/>
                <a:ext cx="134248" cy="36744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2047" extrusionOk="0">
                    <a:moveTo>
                      <a:pt x="1" y="0"/>
                    </a:moveTo>
                    <a:lnTo>
                      <a:pt x="1" y="2047"/>
                    </a:lnTo>
                    <a:lnTo>
                      <a:pt x="7479" y="2047"/>
                    </a:lnTo>
                    <a:lnTo>
                      <a:pt x="747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3" name="Google Shape;2393;p45"/>
            <p:cNvGrpSpPr/>
            <p:nvPr/>
          </p:nvGrpSpPr>
          <p:grpSpPr>
            <a:xfrm>
              <a:off x="4962121" y="2452285"/>
              <a:ext cx="1066388" cy="666717"/>
              <a:chOff x="5097171" y="2413221"/>
              <a:chExt cx="931587" cy="582388"/>
            </a:xfrm>
          </p:grpSpPr>
          <p:sp>
            <p:nvSpPr>
              <p:cNvPr id="2394" name="Google Shape;2394;p45"/>
              <p:cNvSpPr/>
              <p:nvPr/>
            </p:nvSpPr>
            <p:spPr>
              <a:xfrm>
                <a:off x="5097171" y="2465743"/>
                <a:ext cx="931587" cy="529866"/>
              </a:xfrm>
              <a:custGeom>
                <a:avLst/>
                <a:gdLst/>
                <a:ahLst/>
                <a:cxnLst/>
                <a:rect l="l" t="t" r="r" b="b"/>
                <a:pathLst>
                  <a:path w="51899" h="29519" extrusionOk="0">
                    <a:moveTo>
                      <a:pt x="0" y="1"/>
                    </a:moveTo>
                    <a:lnTo>
                      <a:pt x="0" y="29518"/>
                    </a:lnTo>
                    <a:lnTo>
                      <a:pt x="51899" y="29518"/>
                    </a:lnTo>
                    <a:lnTo>
                      <a:pt x="5189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Google Shape;2395;p45"/>
              <p:cNvSpPr/>
              <p:nvPr/>
            </p:nvSpPr>
            <p:spPr>
              <a:xfrm>
                <a:off x="5097171" y="2465743"/>
                <a:ext cx="931587" cy="529866"/>
              </a:xfrm>
              <a:custGeom>
                <a:avLst/>
                <a:gdLst/>
                <a:ahLst/>
                <a:cxnLst/>
                <a:rect l="l" t="t" r="r" b="b"/>
                <a:pathLst>
                  <a:path w="51899" h="29519" fill="none" extrusionOk="0">
                    <a:moveTo>
                      <a:pt x="51899" y="29518"/>
                    </a:moveTo>
                    <a:lnTo>
                      <a:pt x="0" y="29518"/>
                    </a:lnTo>
                    <a:lnTo>
                      <a:pt x="0" y="1"/>
                    </a:lnTo>
                    <a:lnTo>
                      <a:pt x="51899" y="1"/>
                    </a:lnTo>
                    <a:lnTo>
                      <a:pt x="51899" y="29518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Google Shape;2396;p45"/>
              <p:cNvSpPr/>
              <p:nvPr/>
            </p:nvSpPr>
            <p:spPr>
              <a:xfrm>
                <a:off x="5097171" y="2865364"/>
                <a:ext cx="931587" cy="130245"/>
              </a:xfrm>
              <a:custGeom>
                <a:avLst/>
                <a:gdLst/>
                <a:ahLst/>
                <a:cxnLst/>
                <a:rect l="l" t="t" r="r" b="b"/>
                <a:pathLst>
                  <a:path w="51899" h="7256" extrusionOk="0">
                    <a:moveTo>
                      <a:pt x="0" y="0"/>
                    </a:moveTo>
                    <a:lnTo>
                      <a:pt x="0" y="7255"/>
                    </a:lnTo>
                    <a:lnTo>
                      <a:pt x="51899" y="7255"/>
                    </a:lnTo>
                    <a:lnTo>
                      <a:pt x="518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Google Shape;2397;p45"/>
              <p:cNvSpPr/>
              <p:nvPr/>
            </p:nvSpPr>
            <p:spPr>
              <a:xfrm>
                <a:off x="5125658" y="2917885"/>
                <a:ext cx="745338" cy="24968"/>
              </a:xfrm>
              <a:custGeom>
                <a:avLst/>
                <a:gdLst/>
                <a:ahLst/>
                <a:cxnLst/>
                <a:rect l="l" t="t" r="r" b="b"/>
                <a:pathLst>
                  <a:path w="41523" h="1391" extrusionOk="0">
                    <a:moveTo>
                      <a:pt x="1" y="0"/>
                    </a:moveTo>
                    <a:lnTo>
                      <a:pt x="1" y="1391"/>
                    </a:lnTo>
                    <a:lnTo>
                      <a:pt x="41522" y="1391"/>
                    </a:lnTo>
                    <a:lnTo>
                      <a:pt x="415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45"/>
              <p:cNvSpPr/>
              <p:nvPr/>
            </p:nvSpPr>
            <p:spPr>
              <a:xfrm>
                <a:off x="5125658" y="2917885"/>
                <a:ext cx="372552" cy="24968"/>
              </a:xfrm>
              <a:custGeom>
                <a:avLst/>
                <a:gdLst/>
                <a:ahLst/>
                <a:cxnLst/>
                <a:rect l="l" t="t" r="r" b="b"/>
                <a:pathLst>
                  <a:path w="20755" h="1391" extrusionOk="0">
                    <a:moveTo>
                      <a:pt x="1" y="0"/>
                    </a:moveTo>
                    <a:lnTo>
                      <a:pt x="1" y="1391"/>
                    </a:lnTo>
                    <a:lnTo>
                      <a:pt x="20755" y="1391"/>
                    </a:lnTo>
                    <a:lnTo>
                      <a:pt x="207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45"/>
              <p:cNvSpPr/>
              <p:nvPr/>
            </p:nvSpPr>
            <p:spPr>
              <a:xfrm>
                <a:off x="5956689" y="2917885"/>
                <a:ext cx="11093" cy="6139"/>
              </a:xfrm>
              <a:custGeom>
                <a:avLst/>
                <a:gdLst/>
                <a:ahLst/>
                <a:cxnLst/>
                <a:rect l="l" t="t" r="r" b="b"/>
                <a:pathLst>
                  <a:path w="618" h="342" extrusionOk="0">
                    <a:moveTo>
                      <a:pt x="1" y="0"/>
                    </a:moveTo>
                    <a:lnTo>
                      <a:pt x="1" y="341"/>
                    </a:lnTo>
                    <a:lnTo>
                      <a:pt x="171" y="341"/>
                    </a:lnTo>
                    <a:lnTo>
                      <a:pt x="171" y="184"/>
                    </a:lnTo>
                    <a:lnTo>
                      <a:pt x="617" y="184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45"/>
              <p:cNvSpPr/>
              <p:nvPr/>
            </p:nvSpPr>
            <p:spPr>
              <a:xfrm>
                <a:off x="5989196" y="2917885"/>
                <a:ext cx="11075" cy="6139"/>
              </a:xfrm>
              <a:custGeom>
                <a:avLst/>
                <a:gdLst/>
                <a:ahLst/>
                <a:cxnLst/>
                <a:rect l="l" t="t" r="r" b="b"/>
                <a:pathLst>
                  <a:path w="617" h="342" extrusionOk="0">
                    <a:moveTo>
                      <a:pt x="0" y="0"/>
                    </a:moveTo>
                    <a:lnTo>
                      <a:pt x="0" y="184"/>
                    </a:lnTo>
                    <a:lnTo>
                      <a:pt x="446" y="184"/>
                    </a:lnTo>
                    <a:lnTo>
                      <a:pt x="446" y="341"/>
                    </a:lnTo>
                    <a:lnTo>
                      <a:pt x="617" y="341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45"/>
              <p:cNvSpPr/>
              <p:nvPr/>
            </p:nvSpPr>
            <p:spPr>
              <a:xfrm>
                <a:off x="5989196" y="2936948"/>
                <a:ext cx="11075" cy="5906"/>
              </a:xfrm>
              <a:custGeom>
                <a:avLst/>
                <a:gdLst/>
                <a:ahLst/>
                <a:cxnLst/>
                <a:rect l="l" t="t" r="r" b="b"/>
                <a:pathLst>
                  <a:path w="617" h="329" extrusionOk="0">
                    <a:moveTo>
                      <a:pt x="446" y="1"/>
                    </a:moveTo>
                    <a:lnTo>
                      <a:pt x="446" y="158"/>
                    </a:lnTo>
                    <a:lnTo>
                      <a:pt x="0" y="158"/>
                    </a:lnTo>
                    <a:lnTo>
                      <a:pt x="0" y="329"/>
                    </a:lnTo>
                    <a:lnTo>
                      <a:pt x="617" y="329"/>
                    </a:lnTo>
                    <a:lnTo>
                      <a:pt x="6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45"/>
              <p:cNvSpPr/>
              <p:nvPr/>
            </p:nvSpPr>
            <p:spPr>
              <a:xfrm>
                <a:off x="5956689" y="2936948"/>
                <a:ext cx="11093" cy="5906"/>
              </a:xfrm>
              <a:custGeom>
                <a:avLst/>
                <a:gdLst/>
                <a:ahLst/>
                <a:cxnLst/>
                <a:rect l="l" t="t" r="r" b="b"/>
                <a:pathLst>
                  <a:path w="618" h="329" extrusionOk="0">
                    <a:moveTo>
                      <a:pt x="1" y="1"/>
                    </a:moveTo>
                    <a:lnTo>
                      <a:pt x="1" y="329"/>
                    </a:lnTo>
                    <a:lnTo>
                      <a:pt x="617" y="329"/>
                    </a:lnTo>
                    <a:lnTo>
                      <a:pt x="617" y="158"/>
                    </a:lnTo>
                    <a:lnTo>
                      <a:pt x="171" y="158"/>
                    </a:lnTo>
                    <a:lnTo>
                      <a:pt x="17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Google Shape;2403;p45"/>
              <p:cNvSpPr/>
              <p:nvPr/>
            </p:nvSpPr>
            <p:spPr>
              <a:xfrm>
                <a:off x="5890292" y="2917885"/>
                <a:ext cx="47101" cy="24968"/>
              </a:xfrm>
              <a:custGeom>
                <a:avLst/>
                <a:gdLst/>
                <a:ahLst/>
                <a:cxnLst/>
                <a:rect l="l" t="t" r="r" b="b"/>
                <a:pathLst>
                  <a:path w="2624" h="1391" extrusionOk="0">
                    <a:moveTo>
                      <a:pt x="0" y="0"/>
                    </a:moveTo>
                    <a:lnTo>
                      <a:pt x="0" y="1391"/>
                    </a:lnTo>
                    <a:lnTo>
                      <a:pt x="2624" y="1391"/>
                    </a:lnTo>
                    <a:lnTo>
                      <a:pt x="26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Google Shape;2404;p45"/>
              <p:cNvSpPr/>
              <p:nvPr/>
            </p:nvSpPr>
            <p:spPr>
              <a:xfrm>
                <a:off x="5907237" y="2922121"/>
                <a:ext cx="15796" cy="16729"/>
              </a:xfrm>
              <a:custGeom>
                <a:avLst/>
                <a:gdLst/>
                <a:ahLst/>
                <a:cxnLst/>
                <a:rect l="l" t="t" r="r" b="b"/>
                <a:pathLst>
                  <a:path w="880" h="932" extrusionOk="0">
                    <a:moveTo>
                      <a:pt x="1" y="0"/>
                    </a:moveTo>
                    <a:lnTo>
                      <a:pt x="1" y="459"/>
                    </a:lnTo>
                    <a:lnTo>
                      <a:pt x="1" y="932"/>
                    </a:lnTo>
                    <a:lnTo>
                      <a:pt x="447" y="695"/>
                    </a:lnTo>
                    <a:lnTo>
                      <a:pt x="880" y="459"/>
                    </a:lnTo>
                    <a:lnTo>
                      <a:pt x="447" y="22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Google Shape;2405;p45"/>
              <p:cNvSpPr/>
              <p:nvPr/>
            </p:nvSpPr>
            <p:spPr>
              <a:xfrm>
                <a:off x="5097171" y="2413221"/>
                <a:ext cx="931587" cy="52540"/>
              </a:xfrm>
              <a:custGeom>
                <a:avLst/>
                <a:gdLst/>
                <a:ahLst/>
                <a:cxnLst/>
                <a:rect l="l" t="t" r="r" b="b"/>
                <a:pathLst>
                  <a:path w="51899" h="2927" extrusionOk="0">
                    <a:moveTo>
                      <a:pt x="0" y="1"/>
                    </a:moveTo>
                    <a:lnTo>
                      <a:pt x="0" y="2927"/>
                    </a:lnTo>
                    <a:lnTo>
                      <a:pt x="51899" y="2927"/>
                    </a:lnTo>
                    <a:lnTo>
                      <a:pt x="5189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Google Shape;2406;p45"/>
              <p:cNvSpPr/>
              <p:nvPr/>
            </p:nvSpPr>
            <p:spPr>
              <a:xfrm>
                <a:off x="5343966" y="2582777"/>
                <a:ext cx="438016" cy="207484"/>
              </a:xfrm>
              <a:custGeom>
                <a:avLst/>
                <a:gdLst/>
                <a:ahLst/>
                <a:cxnLst/>
                <a:rect l="l" t="t" r="r" b="b"/>
                <a:pathLst>
                  <a:path w="24402" h="11559" extrusionOk="0">
                    <a:moveTo>
                      <a:pt x="5431" y="1"/>
                    </a:moveTo>
                    <a:lnTo>
                      <a:pt x="5143" y="27"/>
                    </a:lnTo>
                    <a:lnTo>
                      <a:pt x="4854" y="66"/>
                    </a:lnTo>
                    <a:lnTo>
                      <a:pt x="4565" y="119"/>
                    </a:lnTo>
                    <a:lnTo>
                      <a:pt x="4290" y="184"/>
                    </a:lnTo>
                    <a:lnTo>
                      <a:pt x="4014" y="263"/>
                    </a:lnTo>
                    <a:lnTo>
                      <a:pt x="3752" y="355"/>
                    </a:lnTo>
                    <a:lnTo>
                      <a:pt x="3490" y="460"/>
                    </a:lnTo>
                    <a:lnTo>
                      <a:pt x="3240" y="578"/>
                    </a:lnTo>
                    <a:lnTo>
                      <a:pt x="2991" y="709"/>
                    </a:lnTo>
                    <a:lnTo>
                      <a:pt x="2742" y="840"/>
                    </a:lnTo>
                    <a:lnTo>
                      <a:pt x="2519" y="998"/>
                    </a:lnTo>
                    <a:lnTo>
                      <a:pt x="2296" y="1155"/>
                    </a:lnTo>
                    <a:lnTo>
                      <a:pt x="2073" y="1326"/>
                    </a:lnTo>
                    <a:lnTo>
                      <a:pt x="1863" y="1509"/>
                    </a:lnTo>
                    <a:lnTo>
                      <a:pt x="1666" y="1706"/>
                    </a:lnTo>
                    <a:lnTo>
                      <a:pt x="1483" y="1903"/>
                    </a:lnTo>
                    <a:lnTo>
                      <a:pt x="1299" y="2113"/>
                    </a:lnTo>
                    <a:lnTo>
                      <a:pt x="1128" y="2336"/>
                    </a:lnTo>
                    <a:lnTo>
                      <a:pt x="971" y="2559"/>
                    </a:lnTo>
                    <a:lnTo>
                      <a:pt x="813" y="2795"/>
                    </a:lnTo>
                    <a:lnTo>
                      <a:pt x="682" y="3031"/>
                    </a:lnTo>
                    <a:lnTo>
                      <a:pt x="551" y="3280"/>
                    </a:lnTo>
                    <a:lnTo>
                      <a:pt x="446" y="3530"/>
                    </a:lnTo>
                    <a:lnTo>
                      <a:pt x="341" y="3792"/>
                    </a:lnTo>
                    <a:lnTo>
                      <a:pt x="249" y="4068"/>
                    </a:lnTo>
                    <a:lnTo>
                      <a:pt x="171" y="4343"/>
                    </a:lnTo>
                    <a:lnTo>
                      <a:pt x="105" y="4619"/>
                    </a:lnTo>
                    <a:lnTo>
                      <a:pt x="66" y="4894"/>
                    </a:lnTo>
                    <a:lnTo>
                      <a:pt x="26" y="5183"/>
                    </a:lnTo>
                    <a:lnTo>
                      <a:pt x="0" y="5471"/>
                    </a:lnTo>
                    <a:lnTo>
                      <a:pt x="0" y="5773"/>
                    </a:lnTo>
                    <a:lnTo>
                      <a:pt x="13" y="6075"/>
                    </a:lnTo>
                    <a:lnTo>
                      <a:pt x="26" y="6363"/>
                    </a:lnTo>
                    <a:lnTo>
                      <a:pt x="66" y="6652"/>
                    </a:lnTo>
                    <a:lnTo>
                      <a:pt x="118" y="6928"/>
                    </a:lnTo>
                    <a:lnTo>
                      <a:pt x="184" y="7203"/>
                    </a:lnTo>
                    <a:lnTo>
                      <a:pt x="262" y="7479"/>
                    </a:lnTo>
                    <a:lnTo>
                      <a:pt x="354" y="7741"/>
                    </a:lnTo>
                    <a:lnTo>
                      <a:pt x="459" y="8003"/>
                    </a:lnTo>
                    <a:lnTo>
                      <a:pt x="577" y="8266"/>
                    </a:lnTo>
                    <a:lnTo>
                      <a:pt x="708" y="8515"/>
                    </a:lnTo>
                    <a:lnTo>
                      <a:pt x="853" y="8751"/>
                    </a:lnTo>
                    <a:lnTo>
                      <a:pt x="997" y="8987"/>
                    </a:lnTo>
                    <a:lnTo>
                      <a:pt x="1155" y="9210"/>
                    </a:lnTo>
                    <a:lnTo>
                      <a:pt x="1338" y="9420"/>
                    </a:lnTo>
                    <a:lnTo>
                      <a:pt x="1509" y="9630"/>
                    </a:lnTo>
                    <a:lnTo>
                      <a:pt x="1706" y="9827"/>
                    </a:lnTo>
                    <a:lnTo>
                      <a:pt x="1902" y="10024"/>
                    </a:lnTo>
                    <a:lnTo>
                      <a:pt x="2112" y="10194"/>
                    </a:lnTo>
                    <a:lnTo>
                      <a:pt x="2335" y="10365"/>
                    </a:lnTo>
                    <a:lnTo>
                      <a:pt x="2558" y="10522"/>
                    </a:lnTo>
                    <a:lnTo>
                      <a:pt x="2794" y="10680"/>
                    </a:lnTo>
                    <a:lnTo>
                      <a:pt x="3031" y="10811"/>
                    </a:lnTo>
                    <a:lnTo>
                      <a:pt x="3280" y="10942"/>
                    </a:lnTo>
                    <a:lnTo>
                      <a:pt x="3542" y="11060"/>
                    </a:lnTo>
                    <a:lnTo>
                      <a:pt x="3805" y="11152"/>
                    </a:lnTo>
                    <a:lnTo>
                      <a:pt x="4067" y="11244"/>
                    </a:lnTo>
                    <a:lnTo>
                      <a:pt x="4342" y="11322"/>
                    </a:lnTo>
                    <a:lnTo>
                      <a:pt x="4618" y="11388"/>
                    </a:lnTo>
                    <a:lnTo>
                      <a:pt x="4907" y="11440"/>
                    </a:lnTo>
                    <a:lnTo>
                      <a:pt x="5195" y="11467"/>
                    </a:lnTo>
                    <a:lnTo>
                      <a:pt x="5484" y="11493"/>
                    </a:lnTo>
                    <a:lnTo>
                      <a:pt x="6061" y="11493"/>
                    </a:lnTo>
                    <a:lnTo>
                      <a:pt x="6337" y="11467"/>
                    </a:lnTo>
                    <a:lnTo>
                      <a:pt x="6612" y="11427"/>
                    </a:lnTo>
                    <a:lnTo>
                      <a:pt x="6888" y="11388"/>
                    </a:lnTo>
                    <a:lnTo>
                      <a:pt x="7150" y="11322"/>
                    </a:lnTo>
                    <a:lnTo>
                      <a:pt x="7412" y="11244"/>
                    </a:lnTo>
                    <a:lnTo>
                      <a:pt x="7675" y="11165"/>
                    </a:lnTo>
                    <a:lnTo>
                      <a:pt x="7924" y="11060"/>
                    </a:lnTo>
                    <a:lnTo>
                      <a:pt x="8173" y="10955"/>
                    </a:lnTo>
                    <a:lnTo>
                      <a:pt x="8409" y="10837"/>
                    </a:lnTo>
                    <a:lnTo>
                      <a:pt x="8645" y="10706"/>
                    </a:lnTo>
                    <a:lnTo>
                      <a:pt x="8868" y="10561"/>
                    </a:lnTo>
                    <a:lnTo>
                      <a:pt x="9092" y="10404"/>
                    </a:lnTo>
                    <a:lnTo>
                      <a:pt x="9301" y="10247"/>
                    </a:lnTo>
                    <a:lnTo>
                      <a:pt x="9511" y="10076"/>
                    </a:lnTo>
                    <a:lnTo>
                      <a:pt x="9708" y="9892"/>
                    </a:lnTo>
                    <a:lnTo>
                      <a:pt x="9905" y="9709"/>
                    </a:lnTo>
                    <a:lnTo>
                      <a:pt x="10075" y="9512"/>
                    </a:lnTo>
                    <a:lnTo>
                      <a:pt x="10246" y="9302"/>
                    </a:lnTo>
                    <a:lnTo>
                      <a:pt x="10417" y="9092"/>
                    </a:lnTo>
                    <a:lnTo>
                      <a:pt x="10561" y="8869"/>
                    </a:lnTo>
                    <a:lnTo>
                      <a:pt x="10705" y="8646"/>
                    </a:lnTo>
                    <a:lnTo>
                      <a:pt x="10836" y="8410"/>
                    </a:lnTo>
                    <a:lnTo>
                      <a:pt x="10954" y="8161"/>
                    </a:lnTo>
                    <a:lnTo>
                      <a:pt x="11059" y="7925"/>
                    </a:lnTo>
                    <a:lnTo>
                      <a:pt x="11164" y="7662"/>
                    </a:lnTo>
                    <a:lnTo>
                      <a:pt x="11243" y="7413"/>
                    </a:lnTo>
                    <a:lnTo>
                      <a:pt x="11322" y="7137"/>
                    </a:lnTo>
                    <a:lnTo>
                      <a:pt x="11387" y="6875"/>
                    </a:lnTo>
                    <a:lnTo>
                      <a:pt x="11427" y="6600"/>
                    </a:lnTo>
                    <a:lnTo>
                      <a:pt x="11466" y="6324"/>
                    </a:lnTo>
                    <a:lnTo>
                      <a:pt x="11492" y="6049"/>
                    </a:lnTo>
                    <a:lnTo>
                      <a:pt x="11623" y="5996"/>
                    </a:lnTo>
                    <a:lnTo>
                      <a:pt x="11781" y="5944"/>
                    </a:lnTo>
                    <a:lnTo>
                      <a:pt x="11978" y="5917"/>
                    </a:lnTo>
                    <a:lnTo>
                      <a:pt x="12188" y="5904"/>
                    </a:lnTo>
                    <a:lnTo>
                      <a:pt x="12358" y="5904"/>
                    </a:lnTo>
                    <a:lnTo>
                      <a:pt x="12542" y="5930"/>
                    </a:lnTo>
                    <a:lnTo>
                      <a:pt x="12725" y="5970"/>
                    </a:lnTo>
                    <a:lnTo>
                      <a:pt x="12909" y="6022"/>
                    </a:lnTo>
                    <a:lnTo>
                      <a:pt x="12922" y="6311"/>
                    </a:lnTo>
                    <a:lnTo>
                      <a:pt x="12962" y="6600"/>
                    </a:lnTo>
                    <a:lnTo>
                      <a:pt x="13001" y="6875"/>
                    </a:lnTo>
                    <a:lnTo>
                      <a:pt x="13067" y="7151"/>
                    </a:lnTo>
                    <a:lnTo>
                      <a:pt x="13132" y="7426"/>
                    </a:lnTo>
                    <a:lnTo>
                      <a:pt x="13224" y="7688"/>
                    </a:lnTo>
                    <a:lnTo>
                      <a:pt x="13316" y="7951"/>
                    </a:lnTo>
                    <a:lnTo>
                      <a:pt x="13434" y="8200"/>
                    </a:lnTo>
                    <a:lnTo>
                      <a:pt x="13552" y="8449"/>
                    </a:lnTo>
                    <a:lnTo>
                      <a:pt x="13683" y="8685"/>
                    </a:lnTo>
                    <a:lnTo>
                      <a:pt x="13814" y="8922"/>
                    </a:lnTo>
                    <a:lnTo>
                      <a:pt x="13972" y="9145"/>
                    </a:lnTo>
                    <a:lnTo>
                      <a:pt x="14129" y="9355"/>
                    </a:lnTo>
                    <a:lnTo>
                      <a:pt x="14313" y="9564"/>
                    </a:lnTo>
                    <a:lnTo>
                      <a:pt x="14483" y="9774"/>
                    </a:lnTo>
                    <a:lnTo>
                      <a:pt x="14680" y="9958"/>
                    </a:lnTo>
                    <a:lnTo>
                      <a:pt x="14877" y="10142"/>
                    </a:lnTo>
                    <a:lnTo>
                      <a:pt x="15087" y="10312"/>
                    </a:lnTo>
                    <a:lnTo>
                      <a:pt x="15297" y="10483"/>
                    </a:lnTo>
                    <a:lnTo>
                      <a:pt x="15520" y="10627"/>
                    </a:lnTo>
                    <a:lnTo>
                      <a:pt x="15756" y="10771"/>
                    </a:lnTo>
                    <a:lnTo>
                      <a:pt x="15992" y="10903"/>
                    </a:lnTo>
                    <a:lnTo>
                      <a:pt x="16241" y="11034"/>
                    </a:lnTo>
                    <a:lnTo>
                      <a:pt x="16491" y="11139"/>
                    </a:lnTo>
                    <a:lnTo>
                      <a:pt x="16740" y="11231"/>
                    </a:lnTo>
                    <a:lnTo>
                      <a:pt x="17002" y="11322"/>
                    </a:lnTo>
                    <a:lnTo>
                      <a:pt x="17278" y="11388"/>
                    </a:lnTo>
                    <a:lnTo>
                      <a:pt x="17553" y="11454"/>
                    </a:lnTo>
                    <a:lnTo>
                      <a:pt x="17829" y="11506"/>
                    </a:lnTo>
                    <a:lnTo>
                      <a:pt x="18104" y="11532"/>
                    </a:lnTo>
                    <a:lnTo>
                      <a:pt x="18393" y="11559"/>
                    </a:lnTo>
                    <a:lnTo>
                      <a:pt x="18681" y="11559"/>
                    </a:lnTo>
                    <a:lnTo>
                      <a:pt x="18970" y="11545"/>
                    </a:lnTo>
                    <a:lnTo>
                      <a:pt x="19272" y="11532"/>
                    </a:lnTo>
                    <a:lnTo>
                      <a:pt x="19560" y="11493"/>
                    </a:lnTo>
                    <a:lnTo>
                      <a:pt x="19836" y="11440"/>
                    </a:lnTo>
                    <a:lnTo>
                      <a:pt x="20111" y="11375"/>
                    </a:lnTo>
                    <a:lnTo>
                      <a:pt x="20387" y="11296"/>
                    </a:lnTo>
                    <a:lnTo>
                      <a:pt x="20649" y="11204"/>
                    </a:lnTo>
                    <a:lnTo>
                      <a:pt x="20912" y="11099"/>
                    </a:lnTo>
                    <a:lnTo>
                      <a:pt x="21174" y="10981"/>
                    </a:lnTo>
                    <a:lnTo>
                      <a:pt x="21410" y="10850"/>
                    </a:lnTo>
                    <a:lnTo>
                      <a:pt x="21659" y="10719"/>
                    </a:lnTo>
                    <a:lnTo>
                      <a:pt x="21882" y="10561"/>
                    </a:lnTo>
                    <a:lnTo>
                      <a:pt x="22119" y="10404"/>
                    </a:lnTo>
                    <a:lnTo>
                      <a:pt x="22329" y="10234"/>
                    </a:lnTo>
                    <a:lnTo>
                      <a:pt x="22538" y="10050"/>
                    </a:lnTo>
                    <a:lnTo>
                      <a:pt x="22735" y="9853"/>
                    </a:lnTo>
                    <a:lnTo>
                      <a:pt x="22932" y="9656"/>
                    </a:lnTo>
                    <a:lnTo>
                      <a:pt x="23103" y="9446"/>
                    </a:lnTo>
                    <a:lnTo>
                      <a:pt x="23273" y="9223"/>
                    </a:lnTo>
                    <a:lnTo>
                      <a:pt x="23431" y="9000"/>
                    </a:lnTo>
                    <a:lnTo>
                      <a:pt x="23588" y="8764"/>
                    </a:lnTo>
                    <a:lnTo>
                      <a:pt x="23719" y="8528"/>
                    </a:lnTo>
                    <a:lnTo>
                      <a:pt x="23850" y="8279"/>
                    </a:lnTo>
                    <a:lnTo>
                      <a:pt x="23968" y="8016"/>
                    </a:lnTo>
                    <a:lnTo>
                      <a:pt x="24060" y="7754"/>
                    </a:lnTo>
                    <a:lnTo>
                      <a:pt x="24152" y="7492"/>
                    </a:lnTo>
                    <a:lnTo>
                      <a:pt x="24231" y="7216"/>
                    </a:lnTo>
                    <a:lnTo>
                      <a:pt x="24296" y="6941"/>
                    </a:lnTo>
                    <a:lnTo>
                      <a:pt x="24336" y="6652"/>
                    </a:lnTo>
                    <a:lnTo>
                      <a:pt x="24375" y="6377"/>
                    </a:lnTo>
                    <a:lnTo>
                      <a:pt x="24401" y="6075"/>
                    </a:lnTo>
                    <a:lnTo>
                      <a:pt x="24401" y="5786"/>
                    </a:lnTo>
                    <a:lnTo>
                      <a:pt x="24401" y="5484"/>
                    </a:lnTo>
                    <a:lnTo>
                      <a:pt x="24375" y="5196"/>
                    </a:lnTo>
                    <a:lnTo>
                      <a:pt x="24336" y="4907"/>
                    </a:lnTo>
                    <a:lnTo>
                      <a:pt x="24283" y="4632"/>
                    </a:lnTo>
                    <a:lnTo>
                      <a:pt x="24218" y="4343"/>
                    </a:lnTo>
                    <a:lnTo>
                      <a:pt x="24139" y="4081"/>
                    </a:lnTo>
                    <a:lnTo>
                      <a:pt x="24047" y="3805"/>
                    </a:lnTo>
                    <a:lnTo>
                      <a:pt x="23942" y="3543"/>
                    </a:lnTo>
                    <a:lnTo>
                      <a:pt x="23824" y="3294"/>
                    </a:lnTo>
                    <a:lnTo>
                      <a:pt x="23693" y="3044"/>
                    </a:lnTo>
                    <a:lnTo>
                      <a:pt x="23562" y="2808"/>
                    </a:lnTo>
                    <a:lnTo>
                      <a:pt x="23404" y="2572"/>
                    </a:lnTo>
                    <a:lnTo>
                      <a:pt x="23247" y="2349"/>
                    </a:lnTo>
                    <a:lnTo>
                      <a:pt x="23076" y="2139"/>
                    </a:lnTo>
                    <a:lnTo>
                      <a:pt x="22893" y="1929"/>
                    </a:lnTo>
                    <a:lnTo>
                      <a:pt x="22696" y="1732"/>
                    </a:lnTo>
                    <a:lnTo>
                      <a:pt x="22499" y="1536"/>
                    </a:lnTo>
                    <a:lnTo>
                      <a:pt x="22289" y="1352"/>
                    </a:lnTo>
                    <a:lnTo>
                      <a:pt x="22066" y="1181"/>
                    </a:lnTo>
                    <a:lnTo>
                      <a:pt x="21843" y="1024"/>
                    </a:lnTo>
                    <a:lnTo>
                      <a:pt x="21607" y="880"/>
                    </a:lnTo>
                    <a:lnTo>
                      <a:pt x="21371" y="735"/>
                    </a:lnTo>
                    <a:lnTo>
                      <a:pt x="21122" y="617"/>
                    </a:lnTo>
                    <a:lnTo>
                      <a:pt x="20859" y="499"/>
                    </a:lnTo>
                    <a:lnTo>
                      <a:pt x="20610" y="394"/>
                    </a:lnTo>
                    <a:lnTo>
                      <a:pt x="20334" y="316"/>
                    </a:lnTo>
                    <a:lnTo>
                      <a:pt x="20059" y="237"/>
                    </a:lnTo>
                    <a:lnTo>
                      <a:pt x="19783" y="171"/>
                    </a:lnTo>
                    <a:lnTo>
                      <a:pt x="19508" y="119"/>
                    </a:lnTo>
                    <a:lnTo>
                      <a:pt x="19219" y="93"/>
                    </a:lnTo>
                    <a:lnTo>
                      <a:pt x="18918" y="66"/>
                    </a:lnTo>
                    <a:lnTo>
                      <a:pt x="18629" y="53"/>
                    </a:lnTo>
                    <a:lnTo>
                      <a:pt x="18367" y="66"/>
                    </a:lnTo>
                    <a:lnTo>
                      <a:pt x="18104" y="79"/>
                    </a:lnTo>
                    <a:lnTo>
                      <a:pt x="17855" y="119"/>
                    </a:lnTo>
                    <a:lnTo>
                      <a:pt x="17593" y="158"/>
                    </a:lnTo>
                    <a:lnTo>
                      <a:pt x="17343" y="211"/>
                    </a:lnTo>
                    <a:lnTo>
                      <a:pt x="17107" y="276"/>
                    </a:lnTo>
                    <a:lnTo>
                      <a:pt x="16858" y="342"/>
                    </a:lnTo>
                    <a:lnTo>
                      <a:pt x="16622" y="420"/>
                    </a:lnTo>
                    <a:lnTo>
                      <a:pt x="16399" y="525"/>
                    </a:lnTo>
                    <a:lnTo>
                      <a:pt x="16163" y="617"/>
                    </a:lnTo>
                    <a:lnTo>
                      <a:pt x="15940" y="735"/>
                    </a:lnTo>
                    <a:lnTo>
                      <a:pt x="15730" y="853"/>
                    </a:lnTo>
                    <a:lnTo>
                      <a:pt x="15520" y="985"/>
                    </a:lnTo>
                    <a:lnTo>
                      <a:pt x="15310" y="1129"/>
                    </a:lnTo>
                    <a:lnTo>
                      <a:pt x="15113" y="1273"/>
                    </a:lnTo>
                    <a:lnTo>
                      <a:pt x="14929" y="1431"/>
                    </a:lnTo>
                    <a:lnTo>
                      <a:pt x="14746" y="1588"/>
                    </a:lnTo>
                    <a:lnTo>
                      <a:pt x="14562" y="1759"/>
                    </a:lnTo>
                    <a:lnTo>
                      <a:pt x="14392" y="1942"/>
                    </a:lnTo>
                    <a:lnTo>
                      <a:pt x="14234" y="2126"/>
                    </a:lnTo>
                    <a:lnTo>
                      <a:pt x="14077" y="2323"/>
                    </a:lnTo>
                    <a:lnTo>
                      <a:pt x="13932" y="2520"/>
                    </a:lnTo>
                    <a:lnTo>
                      <a:pt x="13801" y="2729"/>
                    </a:lnTo>
                    <a:lnTo>
                      <a:pt x="13670" y="2939"/>
                    </a:lnTo>
                    <a:lnTo>
                      <a:pt x="13552" y="3162"/>
                    </a:lnTo>
                    <a:lnTo>
                      <a:pt x="13434" y="3385"/>
                    </a:lnTo>
                    <a:lnTo>
                      <a:pt x="13342" y="3608"/>
                    </a:lnTo>
                    <a:lnTo>
                      <a:pt x="13250" y="3845"/>
                    </a:lnTo>
                    <a:lnTo>
                      <a:pt x="13172" y="4081"/>
                    </a:lnTo>
                    <a:lnTo>
                      <a:pt x="13093" y="4330"/>
                    </a:lnTo>
                    <a:lnTo>
                      <a:pt x="13040" y="4579"/>
                    </a:lnTo>
                    <a:lnTo>
                      <a:pt x="12988" y="4842"/>
                    </a:lnTo>
                    <a:lnTo>
                      <a:pt x="12778" y="4789"/>
                    </a:lnTo>
                    <a:lnTo>
                      <a:pt x="12581" y="4763"/>
                    </a:lnTo>
                    <a:lnTo>
                      <a:pt x="12384" y="4750"/>
                    </a:lnTo>
                    <a:lnTo>
                      <a:pt x="12188" y="4737"/>
                    </a:lnTo>
                    <a:lnTo>
                      <a:pt x="11991" y="4750"/>
                    </a:lnTo>
                    <a:lnTo>
                      <a:pt x="11794" y="4763"/>
                    </a:lnTo>
                    <a:lnTo>
                      <a:pt x="11610" y="4789"/>
                    </a:lnTo>
                    <a:lnTo>
                      <a:pt x="11427" y="4842"/>
                    </a:lnTo>
                    <a:lnTo>
                      <a:pt x="11374" y="4579"/>
                    </a:lnTo>
                    <a:lnTo>
                      <a:pt x="11322" y="4330"/>
                    </a:lnTo>
                    <a:lnTo>
                      <a:pt x="11256" y="4081"/>
                    </a:lnTo>
                    <a:lnTo>
                      <a:pt x="11164" y="3845"/>
                    </a:lnTo>
                    <a:lnTo>
                      <a:pt x="11072" y="3595"/>
                    </a:lnTo>
                    <a:lnTo>
                      <a:pt x="10981" y="3372"/>
                    </a:lnTo>
                    <a:lnTo>
                      <a:pt x="10863" y="3136"/>
                    </a:lnTo>
                    <a:lnTo>
                      <a:pt x="10745" y="2913"/>
                    </a:lnTo>
                    <a:lnTo>
                      <a:pt x="10613" y="2703"/>
                    </a:lnTo>
                    <a:lnTo>
                      <a:pt x="10482" y="2493"/>
                    </a:lnTo>
                    <a:lnTo>
                      <a:pt x="10325" y="2283"/>
                    </a:lnTo>
                    <a:lnTo>
                      <a:pt x="10167" y="2087"/>
                    </a:lnTo>
                    <a:lnTo>
                      <a:pt x="10010" y="1903"/>
                    </a:lnTo>
                    <a:lnTo>
                      <a:pt x="9839" y="1719"/>
                    </a:lnTo>
                    <a:lnTo>
                      <a:pt x="9656" y="1549"/>
                    </a:lnTo>
                    <a:lnTo>
                      <a:pt x="9472" y="1378"/>
                    </a:lnTo>
                    <a:lnTo>
                      <a:pt x="9275" y="1221"/>
                    </a:lnTo>
                    <a:lnTo>
                      <a:pt x="9078" y="1063"/>
                    </a:lnTo>
                    <a:lnTo>
                      <a:pt x="8868" y="932"/>
                    </a:lnTo>
                    <a:lnTo>
                      <a:pt x="8659" y="801"/>
                    </a:lnTo>
                    <a:lnTo>
                      <a:pt x="8436" y="670"/>
                    </a:lnTo>
                    <a:lnTo>
                      <a:pt x="8213" y="552"/>
                    </a:lnTo>
                    <a:lnTo>
                      <a:pt x="7976" y="460"/>
                    </a:lnTo>
                    <a:lnTo>
                      <a:pt x="7740" y="355"/>
                    </a:lnTo>
                    <a:lnTo>
                      <a:pt x="7504" y="276"/>
                    </a:lnTo>
                    <a:lnTo>
                      <a:pt x="7268" y="197"/>
                    </a:lnTo>
                    <a:lnTo>
                      <a:pt x="7019" y="145"/>
                    </a:lnTo>
                    <a:lnTo>
                      <a:pt x="6756" y="93"/>
                    </a:lnTo>
                    <a:lnTo>
                      <a:pt x="6507" y="53"/>
                    </a:lnTo>
                    <a:lnTo>
                      <a:pt x="6245" y="14"/>
                    </a:lnTo>
                    <a:lnTo>
                      <a:pt x="598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Google Shape;2407;p45"/>
              <p:cNvSpPr/>
              <p:nvPr/>
            </p:nvSpPr>
            <p:spPr>
              <a:xfrm>
                <a:off x="5343966" y="2582777"/>
                <a:ext cx="438016" cy="207484"/>
              </a:xfrm>
              <a:custGeom>
                <a:avLst/>
                <a:gdLst/>
                <a:ahLst/>
                <a:cxnLst/>
                <a:rect l="l" t="t" r="r" b="b"/>
                <a:pathLst>
                  <a:path w="24402" h="11559" fill="none" extrusionOk="0">
                    <a:moveTo>
                      <a:pt x="5720" y="1"/>
                    </a:moveTo>
                    <a:lnTo>
                      <a:pt x="5720" y="1"/>
                    </a:lnTo>
                    <a:lnTo>
                      <a:pt x="5982" y="1"/>
                    </a:lnTo>
                    <a:lnTo>
                      <a:pt x="6245" y="14"/>
                    </a:lnTo>
                    <a:lnTo>
                      <a:pt x="6507" y="53"/>
                    </a:lnTo>
                    <a:lnTo>
                      <a:pt x="6756" y="93"/>
                    </a:lnTo>
                    <a:lnTo>
                      <a:pt x="7019" y="145"/>
                    </a:lnTo>
                    <a:lnTo>
                      <a:pt x="7268" y="197"/>
                    </a:lnTo>
                    <a:lnTo>
                      <a:pt x="7504" y="276"/>
                    </a:lnTo>
                    <a:lnTo>
                      <a:pt x="7740" y="355"/>
                    </a:lnTo>
                    <a:lnTo>
                      <a:pt x="7976" y="460"/>
                    </a:lnTo>
                    <a:lnTo>
                      <a:pt x="8213" y="552"/>
                    </a:lnTo>
                    <a:lnTo>
                      <a:pt x="8436" y="670"/>
                    </a:lnTo>
                    <a:lnTo>
                      <a:pt x="8659" y="801"/>
                    </a:lnTo>
                    <a:lnTo>
                      <a:pt x="8868" y="932"/>
                    </a:lnTo>
                    <a:lnTo>
                      <a:pt x="9078" y="1063"/>
                    </a:lnTo>
                    <a:lnTo>
                      <a:pt x="9275" y="1221"/>
                    </a:lnTo>
                    <a:lnTo>
                      <a:pt x="9472" y="1378"/>
                    </a:lnTo>
                    <a:lnTo>
                      <a:pt x="9656" y="1549"/>
                    </a:lnTo>
                    <a:lnTo>
                      <a:pt x="9839" y="1719"/>
                    </a:lnTo>
                    <a:lnTo>
                      <a:pt x="10010" y="1903"/>
                    </a:lnTo>
                    <a:lnTo>
                      <a:pt x="10167" y="2087"/>
                    </a:lnTo>
                    <a:lnTo>
                      <a:pt x="10325" y="2283"/>
                    </a:lnTo>
                    <a:lnTo>
                      <a:pt x="10482" y="2493"/>
                    </a:lnTo>
                    <a:lnTo>
                      <a:pt x="10613" y="2703"/>
                    </a:lnTo>
                    <a:lnTo>
                      <a:pt x="10745" y="2913"/>
                    </a:lnTo>
                    <a:lnTo>
                      <a:pt x="10863" y="3136"/>
                    </a:lnTo>
                    <a:lnTo>
                      <a:pt x="10981" y="3372"/>
                    </a:lnTo>
                    <a:lnTo>
                      <a:pt x="11072" y="3595"/>
                    </a:lnTo>
                    <a:lnTo>
                      <a:pt x="11164" y="3845"/>
                    </a:lnTo>
                    <a:lnTo>
                      <a:pt x="11256" y="4081"/>
                    </a:lnTo>
                    <a:lnTo>
                      <a:pt x="11322" y="4330"/>
                    </a:lnTo>
                    <a:lnTo>
                      <a:pt x="11374" y="4579"/>
                    </a:lnTo>
                    <a:lnTo>
                      <a:pt x="11427" y="4842"/>
                    </a:lnTo>
                    <a:lnTo>
                      <a:pt x="11427" y="4842"/>
                    </a:lnTo>
                    <a:lnTo>
                      <a:pt x="11610" y="4789"/>
                    </a:lnTo>
                    <a:lnTo>
                      <a:pt x="11794" y="4763"/>
                    </a:lnTo>
                    <a:lnTo>
                      <a:pt x="11991" y="4750"/>
                    </a:lnTo>
                    <a:lnTo>
                      <a:pt x="12188" y="4737"/>
                    </a:lnTo>
                    <a:lnTo>
                      <a:pt x="12188" y="4737"/>
                    </a:lnTo>
                    <a:lnTo>
                      <a:pt x="12384" y="4750"/>
                    </a:lnTo>
                    <a:lnTo>
                      <a:pt x="12581" y="4763"/>
                    </a:lnTo>
                    <a:lnTo>
                      <a:pt x="12778" y="4789"/>
                    </a:lnTo>
                    <a:lnTo>
                      <a:pt x="12988" y="4842"/>
                    </a:lnTo>
                    <a:lnTo>
                      <a:pt x="12988" y="4842"/>
                    </a:lnTo>
                    <a:lnTo>
                      <a:pt x="13040" y="4579"/>
                    </a:lnTo>
                    <a:lnTo>
                      <a:pt x="13093" y="4330"/>
                    </a:lnTo>
                    <a:lnTo>
                      <a:pt x="13172" y="4081"/>
                    </a:lnTo>
                    <a:lnTo>
                      <a:pt x="13250" y="3845"/>
                    </a:lnTo>
                    <a:lnTo>
                      <a:pt x="13342" y="3608"/>
                    </a:lnTo>
                    <a:lnTo>
                      <a:pt x="13434" y="3385"/>
                    </a:lnTo>
                    <a:lnTo>
                      <a:pt x="13552" y="3162"/>
                    </a:lnTo>
                    <a:lnTo>
                      <a:pt x="13670" y="2939"/>
                    </a:lnTo>
                    <a:lnTo>
                      <a:pt x="13801" y="2729"/>
                    </a:lnTo>
                    <a:lnTo>
                      <a:pt x="13932" y="2520"/>
                    </a:lnTo>
                    <a:lnTo>
                      <a:pt x="14077" y="2323"/>
                    </a:lnTo>
                    <a:lnTo>
                      <a:pt x="14234" y="2126"/>
                    </a:lnTo>
                    <a:lnTo>
                      <a:pt x="14392" y="1942"/>
                    </a:lnTo>
                    <a:lnTo>
                      <a:pt x="14562" y="1759"/>
                    </a:lnTo>
                    <a:lnTo>
                      <a:pt x="14746" y="1588"/>
                    </a:lnTo>
                    <a:lnTo>
                      <a:pt x="14929" y="1431"/>
                    </a:lnTo>
                    <a:lnTo>
                      <a:pt x="15113" y="1273"/>
                    </a:lnTo>
                    <a:lnTo>
                      <a:pt x="15310" y="1129"/>
                    </a:lnTo>
                    <a:lnTo>
                      <a:pt x="15520" y="985"/>
                    </a:lnTo>
                    <a:lnTo>
                      <a:pt x="15730" y="853"/>
                    </a:lnTo>
                    <a:lnTo>
                      <a:pt x="15940" y="735"/>
                    </a:lnTo>
                    <a:lnTo>
                      <a:pt x="16163" y="617"/>
                    </a:lnTo>
                    <a:lnTo>
                      <a:pt x="16399" y="525"/>
                    </a:lnTo>
                    <a:lnTo>
                      <a:pt x="16622" y="420"/>
                    </a:lnTo>
                    <a:lnTo>
                      <a:pt x="16858" y="342"/>
                    </a:lnTo>
                    <a:lnTo>
                      <a:pt x="17107" y="276"/>
                    </a:lnTo>
                    <a:lnTo>
                      <a:pt x="17343" y="211"/>
                    </a:lnTo>
                    <a:lnTo>
                      <a:pt x="17593" y="158"/>
                    </a:lnTo>
                    <a:lnTo>
                      <a:pt x="17855" y="119"/>
                    </a:lnTo>
                    <a:lnTo>
                      <a:pt x="18104" y="79"/>
                    </a:lnTo>
                    <a:lnTo>
                      <a:pt x="18367" y="66"/>
                    </a:lnTo>
                    <a:lnTo>
                      <a:pt x="18629" y="53"/>
                    </a:lnTo>
                    <a:lnTo>
                      <a:pt x="18629" y="53"/>
                    </a:lnTo>
                    <a:lnTo>
                      <a:pt x="18918" y="66"/>
                    </a:lnTo>
                    <a:lnTo>
                      <a:pt x="19219" y="93"/>
                    </a:lnTo>
                    <a:lnTo>
                      <a:pt x="19508" y="119"/>
                    </a:lnTo>
                    <a:lnTo>
                      <a:pt x="19783" y="171"/>
                    </a:lnTo>
                    <a:lnTo>
                      <a:pt x="20059" y="237"/>
                    </a:lnTo>
                    <a:lnTo>
                      <a:pt x="20334" y="316"/>
                    </a:lnTo>
                    <a:lnTo>
                      <a:pt x="20610" y="394"/>
                    </a:lnTo>
                    <a:lnTo>
                      <a:pt x="20859" y="499"/>
                    </a:lnTo>
                    <a:lnTo>
                      <a:pt x="21122" y="617"/>
                    </a:lnTo>
                    <a:lnTo>
                      <a:pt x="21371" y="735"/>
                    </a:lnTo>
                    <a:lnTo>
                      <a:pt x="21607" y="880"/>
                    </a:lnTo>
                    <a:lnTo>
                      <a:pt x="21843" y="1024"/>
                    </a:lnTo>
                    <a:lnTo>
                      <a:pt x="22066" y="1181"/>
                    </a:lnTo>
                    <a:lnTo>
                      <a:pt x="22289" y="1352"/>
                    </a:lnTo>
                    <a:lnTo>
                      <a:pt x="22499" y="1536"/>
                    </a:lnTo>
                    <a:lnTo>
                      <a:pt x="22696" y="1732"/>
                    </a:lnTo>
                    <a:lnTo>
                      <a:pt x="22893" y="1929"/>
                    </a:lnTo>
                    <a:lnTo>
                      <a:pt x="23076" y="2139"/>
                    </a:lnTo>
                    <a:lnTo>
                      <a:pt x="23247" y="2349"/>
                    </a:lnTo>
                    <a:lnTo>
                      <a:pt x="23404" y="2572"/>
                    </a:lnTo>
                    <a:lnTo>
                      <a:pt x="23562" y="2808"/>
                    </a:lnTo>
                    <a:lnTo>
                      <a:pt x="23693" y="3044"/>
                    </a:lnTo>
                    <a:lnTo>
                      <a:pt x="23824" y="3294"/>
                    </a:lnTo>
                    <a:lnTo>
                      <a:pt x="23942" y="3543"/>
                    </a:lnTo>
                    <a:lnTo>
                      <a:pt x="24047" y="3805"/>
                    </a:lnTo>
                    <a:lnTo>
                      <a:pt x="24139" y="4081"/>
                    </a:lnTo>
                    <a:lnTo>
                      <a:pt x="24218" y="4343"/>
                    </a:lnTo>
                    <a:lnTo>
                      <a:pt x="24283" y="4632"/>
                    </a:lnTo>
                    <a:lnTo>
                      <a:pt x="24336" y="4907"/>
                    </a:lnTo>
                    <a:lnTo>
                      <a:pt x="24375" y="5196"/>
                    </a:lnTo>
                    <a:lnTo>
                      <a:pt x="24401" y="5484"/>
                    </a:lnTo>
                    <a:lnTo>
                      <a:pt x="24401" y="5786"/>
                    </a:lnTo>
                    <a:lnTo>
                      <a:pt x="24401" y="5786"/>
                    </a:lnTo>
                    <a:lnTo>
                      <a:pt x="24401" y="6075"/>
                    </a:lnTo>
                    <a:lnTo>
                      <a:pt x="24375" y="6377"/>
                    </a:lnTo>
                    <a:lnTo>
                      <a:pt x="24336" y="6652"/>
                    </a:lnTo>
                    <a:lnTo>
                      <a:pt x="24296" y="6941"/>
                    </a:lnTo>
                    <a:lnTo>
                      <a:pt x="24231" y="7216"/>
                    </a:lnTo>
                    <a:lnTo>
                      <a:pt x="24152" y="7492"/>
                    </a:lnTo>
                    <a:lnTo>
                      <a:pt x="24060" y="7754"/>
                    </a:lnTo>
                    <a:lnTo>
                      <a:pt x="23968" y="8016"/>
                    </a:lnTo>
                    <a:lnTo>
                      <a:pt x="23850" y="8279"/>
                    </a:lnTo>
                    <a:lnTo>
                      <a:pt x="23719" y="8528"/>
                    </a:lnTo>
                    <a:lnTo>
                      <a:pt x="23588" y="8764"/>
                    </a:lnTo>
                    <a:lnTo>
                      <a:pt x="23431" y="9000"/>
                    </a:lnTo>
                    <a:lnTo>
                      <a:pt x="23273" y="9223"/>
                    </a:lnTo>
                    <a:lnTo>
                      <a:pt x="23103" y="9446"/>
                    </a:lnTo>
                    <a:lnTo>
                      <a:pt x="22932" y="9656"/>
                    </a:lnTo>
                    <a:lnTo>
                      <a:pt x="22735" y="9853"/>
                    </a:lnTo>
                    <a:lnTo>
                      <a:pt x="22538" y="10050"/>
                    </a:lnTo>
                    <a:lnTo>
                      <a:pt x="22329" y="10234"/>
                    </a:lnTo>
                    <a:lnTo>
                      <a:pt x="22119" y="10404"/>
                    </a:lnTo>
                    <a:lnTo>
                      <a:pt x="21882" y="10561"/>
                    </a:lnTo>
                    <a:lnTo>
                      <a:pt x="21659" y="10719"/>
                    </a:lnTo>
                    <a:lnTo>
                      <a:pt x="21410" y="10850"/>
                    </a:lnTo>
                    <a:lnTo>
                      <a:pt x="21174" y="10981"/>
                    </a:lnTo>
                    <a:lnTo>
                      <a:pt x="20912" y="11099"/>
                    </a:lnTo>
                    <a:lnTo>
                      <a:pt x="20649" y="11204"/>
                    </a:lnTo>
                    <a:lnTo>
                      <a:pt x="20387" y="11296"/>
                    </a:lnTo>
                    <a:lnTo>
                      <a:pt x="20111" y="11375"/>
                    </a:lnTo>
                    <a:lnTo>
                      <a:pt x="19836" y="11440"/>
                    </a:lnTo>
                    <a:lnTo>
                      <a:pt x="19560" y="11493"/>
                    </a:lnTo>
                    <a:lnTo>
                      <a:pt x="19272" y="11532"/>
                    </a:lnTo>
                    <a:lnTo>
                      <a:pt x="18970" y="11545"/>
                    </a:lnTo>
                    <a:lnTo>
                      <a:pt x="18681" y="11559"/>
                    </a:lnTo>
                    <a:lnTo>
                      <a:pt x="18681" y="11559"/>
                    </a:lnTo>
                    <a:lnTo>
                      <a:pt x="18393" y="11559"/>
                    </a:lnTo>
                    <a:lnTo>
                      <a:pt x="18104" y="11532"/>
                    </a:lnTo>
                    <a:lnTo>
                      <a:pt x="17829" y="11506"/>
                    </a:lnTo>
                    <a:lnTo>
                      <a:pt x="17553" y="11454"/>
                    </a:lnTo>
                    <a:lnTo>
                      <a:pt x="17278" y="11388"/>
                    </a:lnTo>
                    <a:lnTo>
                      <a:pt x="17002" y="11322"/>
                    </a:lnTo>
                    <a:lnTo>
                      <a:pt x="16740" y="11231"/>
                    </a:lnTo>
                    <a:lnTo>
                      <a:pt x="16491" y="11139"/>
                    </a:lnTo>
                    <a:lnTo>
                      <a:pt x="16241" y="11034"/>
                    </a:lnTo>
                    <a:lnTo>
                      <a:pt x="15992" y="10903"/>
                    </a:lnTo>
                    <a:lnTo>
                      <a:pt x="15756" y="10771"/>
                    </a:lnTo>
                    <a:lnTo>
                      <a:pt x="15520" y="10627"/>
                    </a:lnTo>
                    <a:lnTo>
                      <a:pt x="15297" y="10483"/>
                    </a:lnTo>
                    <a:lnTo>
                      <a:pt x="15087" y="10312"/>
                    </a:lnTo>
                    <a:lnTo>
                      <a:pt x="14877" y="10142"/>
                    </a:lnTo>
                    <a:lnTo>
                      <a:pt x="14680" y="9958"/>
                    </a:lnTo>
                    <a:lnTo>
                      <a:pt x="14483" y="9774"/>
                    </a:lnTo>
                    <a:lnTo>
                      <a:pt x="14313" y="9564"/>
                    </a:lnTo>
                    <a:lnTo>
                      <a:pt x="14129" y="9355"/>
                    </a:lnTo>
                    <a:lnTo>
                      <a:pt x="13972" y="9145"/>
                    </a:lnTo>
                    <a:lnTo>
                      <a:pt x="13814" y="8922"/>
                    </a:lnTo>
                    <a:lnTo>
                      <a:pt x="13683" y="8685"/>
                    </a:lnTo>
                    <a:lnTo>
                      <a:pt x="13552" y="8449"/>
                    </a:lnTo>
                    <a:lnTo>
                      <a:pt x="13434" y="8200"/>
                    </a:lnTo>
                    <a:lnTo>
                      <a:pt x="13316" y="7951"/>
                    </a:lnTo>
                    <a:lnTo>
                      <a:pt x="13224" y="7688"/>
                    </a:lnTo>
                    <a:lnTo>
                      <a:pt x="13132" y="7426"/>
                    </a:lnTo>
                    <a:lnTo>
                      <a:pt x="13067" y="7151"/>
                    </a:lnTo>
                    <a:lnTo>
                      <a:pt x="13001" y="6875"/>
                    </a:lnTo>
                    <a:lnTo>
                      <a:pt x="12962" y="6600"/>
                    </a:lnTo>
                    <a:lnTo>
                      <a:pt x="12922" y="6311"/>
                    </a:lnTo>
                    <a:lnTo>
                      <a:pt x="12909" y="6022"/>
                    </a:lnTo>
                    <a:lnTo>
                      <a:pt x="12909" y="6022"/>
                    </a:lnTo>
                    <a:lnTo>
                      <a:pt x="12725" y="5970"/>
                    </a:lnTo>
                    <a:lnTo>
                      <a:pt x="12542" y="5930"/>
                    </a:lnTo>
                    <a:lnTo>
                      <a:pt x="12358" y="5904"/>
                    </a:lnTo>
                    <a:lnTo>
                      <a:pt x="12188" y="5904"/>
                    </a:lnTo>
                    <a:lnTo>
                      <a:pt x="12188" y="5904"/>
                    </a:lnTo>
                    <a:lnTo>
                      <a:pt x="11978" y="5917"/>
                    </a:lnTo>
                    <a:lnTo>
                      <a:pt x="11781" y="5944"/>
                    </a:lnTo>
                    <a:lnTo>
                      <a:pt x="11623" y="5996"/>
                    </a:lnTo>
                    <a:lnTo>
                      <a:pt x="11492" y="6049"/>
                    </a:lnTo>
                    <a:lnTo>
                      <a:pt x="11492" y="6049"/>
                    </a:lnTo>
                    <a:lnTo>
                      <a:pt x="11466" y="6324"/>
                    </a:lnTo>
                    <a:lnTo>
                      <a:pt x="11427" y="6600"/>
                    </a:lnTo>
                    <a:lnTo>
                      <a:pt x="11387" y="6875"/>
                    </a:lnTo>
                    <a:lnTo>
                      <a:pt x="11322" y="7137"/>
                    </a:lnTo>
                    <a:lnTo>
                      <a:pt x="11243" y="7413"/>
                    </a:lnTo>
                    <a:lnTo>
                      <a:pt x="11164" y="7662"/>
                    </a:lnTo>
                    <a:lnTo>
                      <a:pt x="11059" y="7925"/>
                    </a:lnTo>
                    <a:lnTo>
                      <a:pt x="10954" y="8161"/>
                    </a:lnTo>
                    <a:lnTo>
                      <a:pt x="10836" y="8410"/>
                    </a:lnTo>
                    <a:lnTo>
                      <a:pt x="10705" y="8646"/>
                    </a:lnTo>
                    <a:lnTo>
                      <a:pt x="10561" y="8869"/>
                    </a:lnTo>
                    <a:lnTo>
                      <a:pt x="10417" y="9092"/>
                    </a:lnTo>
                    <a:lnTo>
                      <a:pt x="10246" y="9302"/>
                    </a:lnTo>
                    <a:lnTo>
                      <a:pt x="10075" y="9512"/>
                    </a:lnTo>
                    <a:lnTo>
                      <a:pt x="9905" y="9709"/>
                    </a:lnTo>
                    <a:lnTo>
                      <a:pt x="9708" y="9892"/>
                    </a:lnTo>
                    <a:lnTo>
                      <a:pt x="9511" y="10076"/>
                    </a:lnTo>
                    <a:lnTo>
                      <a:pt x="9301" y="10247"/>
                    </a:lnTo>
                    <a:lnTo>
                      <a:pt x="9092" y="10404"/>
                    </a:lnTo>
                    <a:lnTo>
                      <a:pt x="8868" y="10561"/>
                    </a:lnTo>
                    <a:lnTo>
                      <a:pt x="8645" y="10706"/>
                    </a:lnTo>
                    <a:lnTo>
                      <a:pt x="8409" y="10837"/>
                    </a:lnTo>
                    <a:lnTo>
                      <a:pt x="8173" y="10955"/>
                    </a:lnTo>
                    <a:lnTo>
                      <a:pt x="7924" y="11060"/>
                    </a:lnTo>
                    <a:lnTo>
                      <a:pt x="7675" y="11165"/>
                    </a:lnTo>
                    <a:lnTo>
                      <a:pt x="7412" y="11244"/>
                    </a:lnTo>
                    <a:lnTo>
                      <a:pt x="7150" y="11322"/>
                    </a:lnTo>
                    <a:lnTo>
                      <a:pt x="6888" y="11388"/>
                    </a:lnTo>
                    <a:lnTo>
                      <a:pt x="6612" y="11427"/>
                    </a:lnTo>
                    <a:lnTo>
                      <a:pt x="6337" y="11467"/>
                    </a:lnTo>
                    <a:lnTo>
                      <a:pt x="6061" y="11493"/>
                    </a:lnTo>
                    <a:lnTo>
                      <a:pt x="5772" y="11493"/>
                    </a:lnTo>
                    <a:lnTo>
                      <a:pt x="5772" y="11493"/>
                    </a:lnTo>
                    <a:lnTo>
                      <a:pt x="5484" y="11493"/>
                    </a:lnTo>
                    <a:lnTo>
                      <a:pt x="5195" y="11467"/>
                    </a:lnTo>
                    <a:lnTo>
                      <a:pt x="4907" y="11440"/>
                    </a:lnTo>
                    <a:lnTo>
                      <a:pt x="4618" y="11388"/>
                    </a:lnTo>
                    <a:lnTo>
                      <a:pt x="4342" y="11322"/>
                    </a:lnTo>
                    <a:lnTo>
                      <a:pt x="4067" y="11244"/>
                    </a:lnTo>
                    <a:lnTo>
                      <a:pt x="3805" y="11152"/>
                    </a:lnTo>
                    <a:lnTo>
                      <a:pt x="3542" y="11060"/>
                    </a:lnTo>
                    <a:lnTo>
                      <a:pt x="3280" y="10942"/>
                    </a:lnTo>
                    <a:lnTo>
                      <a:pt x="3031" y="10811"/>
                    </a:lnTo>
                    <a:lnTo>
                      <a:pt x="2794" y="10680"/>
                    </a:lnTo>
                    <a:lnTo>
                      <a:pt x="2558" y="10522"/>
                    </a:lnTo>
                    <a:lnTo>
                      <a:pt x="2335" y="10365"/>
                    </a:lnTo>
                    <a:lnTo>
                      <a:pt x="2112" y="10194"/>
                    </a:lnTo>
                    <a:lnTo>
                      <a:pt x="1902" y="10024"/>
                    </a:lnTo>
                    <a:lnTo>
                      <a:pt x="1706" y="9827"/>
                    </a:lnTo>
                    <a:lnTo>
                      <a:pt x="1509" y="9630"/>
                    </a:lnTo>
                    <a:lnTo>
                      <a:pt x="1338" y="9420"/>
                    </a:lnTo>
                    <a:lnTo>
                      <a:pt x="1155" y="9210"/>
                    </a:lnTo>
                    <a:lnTo>
                      <a:pt x="997" y="8987"/>
                    </a:lnTo>
                    <a:lnTo>
                      <a:pt x="853" y="8751"/>
                    </a:lnTo>
                    <a:lnTo>
                      <a:pt x="708" y="8515"/>
                    </a:lnTo>
                    <a:lnTo>
                      <a:pt x="577" y="8266"/>
                    </a:lnTo>
                    <a:lnTo>
                      <a:pt x="459" y="8003"/>
                    </a:lnTo>
                    <a:lnTo>
                      <a:pt x="354" y="7741"/>
                    </a:lnTo>
                    <a:lnTo>
                      <a:pt x="262" y="7479"/>
                    </a:lnTo>
                    <a:lnTo>
                      <a:pt x="184" y="7203"/>
                    </a:lnTo>
                    <a:lnTo>
                      <a:pt x="118" y="6928"/>
                    </a:lnTo>
                    <a:lnTo>
                      <a:pt x="66" y="6652"/>
                    </a:lnTo>
                    <a:lnTo>
                      <a:pt x="26" y="6363"/>
                    </a:lnTo>
                    <a:lnTo>
                      <a:pt x="13" y="6075"/>
                    </a:lnTo>
                    <a:lnTo>
                      <a:pt x="0" y="5773"/>
                    </a:lnTo>
                    <a:lnTo>
                      <a:pt x="0" y="5773"/>
                    </a:lnTo>
                    <a:lnTo>
                      <a:pt x="0" y="5471"/>
                    </a:lnTo>
                    <a:lnTo>
                      <a:pt x="26" y="5183"/>
                    </a:lnTo>
                    <a:lnTo>
                      <a:pt x="66" y="4894"/>
                    </a:lnTo>
                    <a:lnTo>
                      <a:pt x="105" y="4619"/>
                    </a:lnTo>
                    <a:lnTo>
                      <a:pt x="171" y="4343"/>
                    </a:lnTo>
                    <a:lnTo>
                      <a:pt x="249" y="4068"/>
                    </a:lnTo>
                    <a:lnTo>
                      <a:pt x="341" y="3792"/>
                    </a:lnTo>
                    <a:lnTo>
                      <a:pt x="446" y="3530"/>
                    </a:lnTo>
                    <a:lnTo>
                      <a:pt x="551" y="3280"/>
                    </a:lnTo>
                    <a:lnTo>
                      <a:pt x="682" y="3031"/>
                    </a:lnTo>
                    <a:lnTo>
                      <a:pt x="813" y="2795"/>
                    </a:lnTo>
                    <a:lnTo>
                      <a:pt x="971" y="2559"/>
                    </a:lnTo>
                    <a:lnTo>
                      <a:pt x="1128" y="2336"/>
                    </a:lnTo>
                    <a:lnTo>
                      <a:pt x="1299" y="2113"/>
                    </a:lnTo>
                    <a:lnTo>
                      <a:pt x="1483" y="1903"/>
                    </a:lnTo>
                    <a:lnTo>
                      <a:pt x="1666" y="1706"/>
                    </a:lnTo>
                    <a:lnTo>
                      <a:pt x="1863" y="1509"/>
                    </a:lnTo>
                    <a:lnTo>
                      <a:pt x="2073" y="1326"/>
                    </a:lnTo>
                    <a:lnTo>
                      <a:pt x="2296" y="1155"/>
                    </a:lnTo>
                    <a:lnTo>
                      <a:pt x="2519" y="998"/>
                    </a:lnTo>
                    <a:lnTo>
                      <a:pt x="2742" y="840"/>
                    </a:lnTo>
                    <a:lnTo>
                      <a:pt x="2991" y="709"/>
                    </a:lnTo>
                    <a:lnTo>
                      <a:pt x="3240" y="578"/>
                    </a:lnTo>
                    <a:lnTo>
                      <a:pt x="3490" y="460"/>
                    </a:lnTo>
                    <a:lnTo>
                      <a:pt x="3752" y="355"/>
                    </a:lnTo>
                    <a:lnTo>
                      <a:pt x="4014" y="263"/>
                    </a:lnTo>
                    <a:lnTo>
                      <a:pt x="4290" y="184"/>
                    </a:lnTo>
                    <a:lnTo>
                      <a:pt x="4565" y="119"/>
                    </a:lnTo>
                    <a:lnTo>
                      <a:pt x="4854" y="66"/>
                    </a:lnTo>
                    <a:lnTo>
                      <a:pt x="5143" y="27"/>
                    </a:lnTo>
                    <a:lnTo>
                      <a:pt x="5431" y="1"/>
                    </a:lnTo>
                    <a:lnTo>
                      <a:pt x="572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Google Shape;2408;p45"/>
              <p:cNvSpPr/>
              <p:nvPr/>
            </p:nvSpPr>
            <p:spPr>
              <a:xfrm>
                <a:off x="5595463" y="2603024"/>
                <a:ext cx="162268" cy="163453"/>
              </a:xfrm>
              <a:custGeom>
                <a:avLst/>
                <a:gdLst/>
                <a:ahLst/>
                <a:cxnLst/>
                <a:rect l="l" t="t" r="r" b="b"/>
                <a:pathLst>
                  <a:path w="9040" h="9106" extrusionOk="0">
                    <a:moveTo>
                      <a:pt x="7963" y="1"/>
                    </a:moveTo>
                    <a:lnTo>
                      <a:pt x="5982" y="2021"/>
                    </a:lnTo>
                    <a:lnTo>
                      <a:pt x="4001" y="4028"/>
                    </a:lnTo>
                    <a:lnTo>
                      <a:pt x="0" y="8043"/>
                    </a:lnTo>
                    <a:lnTo>
                      <a:pt x="223" y="8331"/>
                    </a:lnTo>
                    <a:lnTo>
                      <a:pt x="459" y="8607"/>
                    </a:lnTo>
                    <a:lnTo>
                      <a:pt x="709" y="8869"/>
                    </a:lnTo>
                    <a:lnTo>
                      <a:pt x="984" y="9106"/>
                    </a:lnTo>
                    <a:lnTo>
                      <a:pt x="9039" y="972"/>
                    </a:lnTo>
                    <a:lnTo>
                      <a:pt x="8790" y="709"/>
                    </a:lnTo>
                    <a:lnTo>
                      <a:pt x="8527" y="447"/>
                    </a:lnTo>
                    <a:lnTo>
                      <a:pt x="8252" y="211"/>
                    </a:lnTo>
                    <a:lnTo>
                      <a:pt x="79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Google Shape;2409;p45"/>
              <p:cNvSpPr/>
              <p:nvPr/>
            </p:nvSpPr>
            <p:spPr>
              <a:xfrm>
                <a:off x="5595463" y="2603024"/>
                <a:ext cx="162268" cy="163453"/>
              </a:xfrm>
              <a:custGeom>
                <a:avLst/>
                <a:gdLst/>
                <a:ahLst/>
                <a:cxnLst/>
                <a:rect l="l" t="t" r="r" b="b"/>
                <a:pathLst>
                  <a:path w="9040" h="9106" fill="none" extrusionOk="0">
                    <a:moveTo>
                      <a:pt x="7963" y="1"/>
                    </a:moveTo>
                    <a:lnTo>
                      <a:pt x="7963" y="1"/>
                    </a:lnTo>
                    <a:lnTo>
                      <a:pt x="5982" y="2021"/>
                    </a:lnTo>
                    <a:lnTo>
                      <a:pt x="4001" y="4028"/>
                    </a:lnTo>
                    <a:lnTo>
                      <a:pt x="0" y="8043"/>
                    </a:lnTo>
                    <a:lnTo>
                      <a:pt x="0" y="8043"/>
                    </a:lnTo>
                    <a:lnTo>
                      <a:pt x="223" y="8331"/>
                    </a:lnTo>
                    <a:lnTo>
                      <a:pt x="459" y="8607"/>
                    </a:lnTo>
                    <a:lnTo>
                      <a:pt x="709" y="8869"/>
                    </a:lnTo>
                    <a:lnTo>
                      <a:pt x="984" y="9106"/>
                    </a:lnTo>
                    <a:lnTo>
                      <a:pt x="984" y="9106"/>
                    </a:lnTo>
                    <a:lnTo>
                      <a:pt x="9039" y="972"/>
                    </a:lnTo>
                    <a:lnTo>
                      <a:pt x="9039" y="972"/>
                    </a:lnTo>
                    <a:lnTo>
                      <a:pt x="8790" y="709"/>
                    </a:lnTo>
                    <a:lnTo>
                      <a:pt x="8527" y="447"/>
                    </a:lnTo>
                    <a:lnTo>
                      <a:pt x="8252" y="211"/>
                    </a:lnTo>
                    <a:lnTo>
                      <a:pt x="7963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Google Shape;2410;p45"/>
              <p:cNvSpPr/>
              <p:nvPr/>
            </p:nvSpPr>
            <p:spPr>
              <a:xfrm>
                <a:off x="5354556" y="2592667"/>
                <a:ext cx="163686" cy="165104"/>
              </a:xfrm>
              <a:custGeom>
                <a:avLst/>
                <a:gdLst/>
                <a:ahLst/>
                <a:cxnLst/>
                <a:rect l="l" t="t" r="r" b="b"/>
                <a:pathLst>
                  <a:path w="9119" h="9198" extrusionOk="0">
                    <a:moveTo>
                      <a:pt x="7583" y="1"/>
                    </a:moveTo>
                    <a:lnTo>
                      <a:pt x="7570" y="53"/>
                    </a:lnTo>
                    <a:lnTo>
                      <a:pt x="7544" y="106"/>
                    </a:lnTo>
                    <a:lnTo>
                      <a:pt x="0" y="7715"/>
                    </a:lnTo>
                    <a:lnTo>
                      <a:pt x="105" y="7925"/>
                    </a:lnTo>
                    <a:lnTo>
                      <a:pt x="223" y="8121"/>
                    </a:lnTo>
                    <a:lnTo>
                      <a:pt x="342" y="8318"/>
                    </a:lnTo>
                    <a:lnTo>
                      <a:pt x="460" y="8502"/>
                    </a:lnTo>
                    <a:lnTo>
                      <a:pt x="604" y="8685"/>
                    </a:lnTo>
                    <a:lnTo>
                      <a:pt x="735" y="8856"/>
                    </a:lnTo>
                    <a:lnTo>
                      <a:pt x="893" y="9027"/>
                    </a:lnTo>
                    <a:lnTo>
                      <a:pt x="1037" y="9197"/>
                    </a:lnTo>
                    <a:lnTo>
                      <a:pt x="9118" y="1050"/>
                    </a:lnTo>
                    <a:lnTo>
                      <a:pt x="8948" y="893"/>
                    </a:lnTo>
                    <a:lnTo>
                      <a:pt x="8764" y="735"/>
                    </a:lnTo>
                    <a:lnTo>
                      <a:pt x="8580" y="604"/>
                    </a:lnTo>
                    <a:lnTo>
                      <a:pt x="8397" y="460"/>
                    </a:lnTo>
                    <a:lnTo>
                      <a:pt x="8200" y="342"/>
                    </a:lnTo>
                    <a:lnTo>
                      <a:pt x="8003" y="224"/>
                    </a:lnTo>
                    <a:lnTo>
                      <a:pt x="7793" y="106"/>
                    </a:lnTo>
                    <a:lnTo>
                      <a:pt x="758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Google Shape;2411;p45"/>
              <p:cNvSpPr/>
              <p:nvPr/>
            </p:nvSpPr>
            <p:spPr>
              <a:xfrm>
                <a:off x="5354556" y="2592667"/>
                <a:ext cx="163686" cy="165104"/>
              </a:xfrm>
              <a:custGeom>
                <a:avLst/>
                <a:gdLst/>
                <a:ahLst/>
                <a:cxnLst/>
                <a:rect l="l" t="t" r="r" b="b"/>
                <a:pathLst>
                  <a:path w="9119" h="9198" fill="none" extrusionOk="0">
                    <a:moveTo>
                      <a:pt x="7583" y="1"/>
                    </a:moveTo>
                    <a:lnTo>
                      <a:pt x="7583" y="1"/>
                    </a:lnTo>
                    <a:lnTo>
                      <a:pt x="7570" y="53"/>
                    </a:lnTo>
                    <a:lnTo>
                      <a:pt x="7544" y="106"/>
                    </a:lnTo>
                    <a:lnTo>
                      <a:pt x="0" y="7715"/>
                    </a:lnTo>
                    <a:lnTo>
                      <a:pt x="0" y="7715"/>
                    </a:lnTo>
                    <a:lnTo>
                      <a:pt x="105" y="7925"/>
                    </a:lnTo>
                    <a:lnTo>
                      <a:pt x="223" y="8121"/>
                    </a:lnTo>
                    <a:lnTo>
                      <a:pt x="342" y="8318"/>
                    </a:lnTo>
                    <a:lnTo>
                      <a:pt x="460" y="8502"/>
                    </a:lnTo>
                    <a:lnTo>
                      <a:pt x="604" y="8685"/>
                    </a:lnTo>
                    <a:lnTo>
                      <a:pt x="735" y="8856"/>
                    </a:lnTo>
                    <a:lnTo>
                      <a:pt x="893" y="9027"/>
                    </a:lnTo>
                    <a:lnTo>
                      <a:pt x="1037" y="9197"/>
                    </a:lnTo>
                    <a:lnTo>
                      <a:pt x="9118" y="1050"/>
                    </a:lnTo>
                    <a:lnTo>
                      <a:pt x="9118" y="1050"/>
                    </a:lnTo>
                    <a:lnTo>
                      <a:pt x="8948" y="893"/>
                    </a:lnTo>
                    <a:lnTo>
                      <a:pt x="8764" y="735"/>
                    </a:lnTo>
                    <a:lnTo>
                      <a:pt x="8580" y="604"/>
                    </a:lnTo>
                    <a:lnTo>
                      <a:pt x="8397" y="460"/>
                    </a:lnTo>
                    <a:lnTo>
                      <a:pt x="8200" y="342"/>
                    </a:lnTo>
                    <a:lnTo>
                      <a:pt x="8003" y="224"/>
                    </a:lnTo>
                    <a:lnTo>
                      <a:pt x="7793" y="106"/>
                    </a:lnTo>
                    <a:lnTo>
                      <a:pt x="7583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Google Shape;2412;p45"/>
              <p:cNvSpPr/>
              <p:nvPr/>
            </p:nvSpPr>
            <p:spPr>
              <a:xfrm>
                <a:off x="5392933" y="2630811"/>
                <a:ext cx="150726" cy="151911"/>
              </a:xfrm>
              <a:custGeom>
                <a:avLst/>
                <a:gdLst/>
                <a:ahLst/>
                <a:cxnLst/>
                <a:rect l="l" t="t" r="r" b="b"/>
                <a:pathLst>
                  <a:path w="8397" h="8463" extrusionOk="0">
                    <a:moveTo>
                      <a:pt x="7859" y="1"/>
                    </a:moveTo>
                    <a:lnTo>
                      <a:pt x="1" y="7951"/>
                    </a:lnTo>
                    <a:lnTo>
                      <a:pt x="250" y="8095"/>
                    </a:lnTo>
                    <a:lnTo>
                      <a:pt x="512" y="8227"/>
                    </a:lnTo>
                    <a:lnTo>
                      <a:pt x="775" y="8358"/>
                    </a:lnTo>
                    <a:lnTo>
                      <a:pt x="1063" y="8463"/>
                    </a:lnTo>
                    <a:lnTo>
                      <a:pt x="8397" y="1064"/>
                    </a:lnTo>
                    <a:lnTo>
                      <a:pt x="8279" y="788"/>
                    </a:lnTo>
                    <a:lnTo>
                      <a:pt x="8161" y="513"/>
                    </a:lnTo>
                    <a:lnTo>
                      <a:pt x="8017" y="250"/>
                    </a:lnTo>
                    <a:lnTo>
                      <a:pt x="785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Google Shape;2413;p45"/>
              <p:cNvSpPr/>
              <p:nvPr/>
            </p:nvSpPr>
            <p:spPr>
              <a:xfrm>
                <a:off x="5392933" y="2630811"/>
                <a:ext cx="150726" cy="151911"/>
              </a:xfrm>
              <a:custGeom>
                <a:avLst/>
                <a:gdLst/>
                <a:ahLst/>
                <a:cxnLst/>
                <a:rect l="l" t="t" r="r" b="b"/>
                <a:pathLst>
                  <a:path w="8397" h="8463" fill="none" extrusionOk="0">
                    <a:moveTo>
                      <a:pt x="7859" y="1"/>
                    </a:moveTo>
                    <a:lnTo>
                      <a:pt x="1" y="7951"/>
                    </a:lnTo>
                    <a:lnTo>
                      <a:pt x="1" y="7951"/>
                    </a:lnTo>
                    <a:lnTo>
                      <a:pt x="250" y="8095"/>
                    </a:lnTo>
                    <a:lnTo>
                      <a:pt x="512" y="8227"/>
                    </a:lnTo>
                    <a:lnTo>
                      <a:pt x="775" y="8358"/>
                    </a:lnTo>
                    <a:lnTo>
                      <a:pt x="1063" y="8463"/>
                    </a:lnTo>
                    <a:lnTo>
                      <a:pt x="8397" y="1064"/>
                    </a:lnTo>
                    <a:lnTo>
                      <a:pt x="8397" y="1064"/>
                    </a:lnTo>
                    <a:lnTo>
                      <a:pt x="8279" y="788"/>
                    </a:lnTo>
                    <a:lnTo>
                      <a:pt x="8161" y="513"/>
                    </a:lnTo>
                    <a:lnTo>
                      <a:pt x="8017" y="250"/>
                    </a:lnTo>
                    <a:lnTo>
                      <a:pt x="785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Google Shape;2414;p45"/>
              <p:cNvSpPr/>
              <p:nvPr/>
            </p:nvSpPr>
            <p:spPr>
              <a:xfrm>
                <a:off x="5640428" y="2647774"/>
                <a:ext cx="136833" cy="138251"/>
              </a:xfrm>
              <a:custGeom>
                <a:avLst/>
                <a:gdLst/>
                <a:ahLst/>
                <a:cxnLst/>
                <a:rect l="l" t="t" r="r" b="b"/>
                <a:pathLst>
                  <a:path w="7623" h="7702" extrusionOk="0">
                    <a:moveTo>
                      <a:pt x="7452" y="1"/>
                    </a:moveTo>
                    <a:lnTo>
                      <a:pt x="1" y="7518"/>
                    </a:lnTo>
                    <a:lnTo>
                      <a:pt x="250" y="7610"/>
                    </a:lnTo>
                    <a:lnTo>
                      <a:pt x="512" y="7701"/>
                    </a:lnTo>
                    <a:lnTo>
                      <a:pt x="2297" y="5904"/>
                    </a:lnTo>
                    <a:lnTo>
                      <a:pt x="4081" y="4107"/>
                    </a:lnTo>
                    <a:lnTo>
                      <a:pt x="5852" y="2296"/>
                    </a:lnTo>
                    <a:lnTo>
                      <a:pt x="7623" y="486"/>
                    </a:lnTo>
                    <a:lnTo>
                      <a:pt x="7544" y="237"/>
                    </a:lnTo>
                    <a:lnTo>
                      <a:pt x="745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Google Shape;2415;p45"/>
              <p:cNvSpPr/>
              <p:nvPr/>
            </p:nvSpPr>
            <p:spPr>
              <a:xfrm>
                <a:off x="5640428" y="2647774"/>
                <a:ext cx="136833" cy="138251"/>
              </a:xfrm>
              <a:custGeom>
                <a:avLst/>
                <a:gdLst/>
                <a:ahLst/>
                <a:cxnLst/>
                <a:rect l="l" t="t" r="r" b="b"/>
                <a:pathLst>
                  <a:path w="7623" h="7702" fill="none" extrusionOk="0">
                    <a:moveTo>
                      <a:pt x="7452" y="1"/>
                    </a:moveTo>
                    <a:lnTo>
                      <a:pt x="1" y="7518"/>
                    </a:lnTo>
                    <a:lnTo>
                      <a:pt x="1" y="7518"/>
                    </a:lnTo>
                    <a:lnTo>
                      <a:pt x="250" y="7610"/>
                    </a:lnTo>
                    <a:lnTo>
                      <a:pt x="512" y="7701"/>
                    </a:lnTo>
                    <a:lnTo>
                      <a:pt x="512" y="7701"/>
                    </a:lnTo>
                    <a:lnTo>
                      <a:pt x="2297" y="5904"/>
                    </a:lnTo>
                    <a:lnTo>
                      <a:pt x="4081" y="4107"/>
                    </a:lnTo>
                    <a:lnTo>
                      <a:pt x="5852" y="2296"/>
                    </a:lnTo>
                    <a:lnTo>
                      <a:pt x="7623" y="486"/>
                    </a:lnTo>
                    <a:lnTo>
                      <a:pt x="7623" y="486"/>
                    </a:lnTo>
                    <a:lnTo>
                      <a:pt x="7544" y="237"/>
                    </a:lnTo>
                    <a:lnTo>
                      <a:pt x="7452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Google Shape;2416;p45"/>
              <p:cNvSpPr/>
              <p:nvPr/>
            </p:nvSpPr>
            <p:spPr>
              <a:xfrm>
                <a:off x="5343966" y="2582777"/>
                <a:ext cx="438016" cy="207484"/>
              </a:xfrm>
              <a:custGeom>
                <a:avLst/>
                <a:gdLst/>
                <a:ahLst/>
                <a:cxnLst/>
                <a:rect l="l" t="t" r="r" b="b"/>
                <a:pathLst>
                  <a:path w="24402" h="11559" extrusionOk="0">
                    <a:moveTo>
                      <a:pt x="5733" y="1155"/>
                    </a:moveTo>
                    <a:lnTo>
                      <a:pt x="5969" y="1168"/>
                    </a:lnTo>
                    <a:lnTo>
                      <a:pt x="6192" y="1181"/>
                    </a:lnTo>
                    <a:lnTo>
                      <a:pt x="6428" y="1208"/>
                    </a:lnTo>
                    <a:lnTo>
                      <a:pt x="6651" y="1247"/>
                    </a:lnTo>
                    <a:lnTo>
                      <a:pt x="6874" y="1299"/>
                    </a:lnTo>
                    <a:lnTo>
                      <a:pt x="7097" y="1365"/>
                    </a:lnTo>
                    <a:lnTo>
                      <a:pt x="7307" y="1431"/>
                    </a:lnTo>
                    <a:lnTo>
                      <a:pt x="7517" y="1509"/>
                    </a:lnTo>
                    <a:lnTo>
                      <a:pt x="7714" y="1601"/>
                    </a:lnTo>
                    <a:lnTo>
                      <a:pt x="7911" y="1706"/>
                    </a:lnTo>
                    <a:lnTo>
                      <a:pt x="8108" y="1811"/>
                    </a:lnTo>
                    <a:lnTo>
                      <a:pt x="8291" y="1929"/>
                    </a:lnTo>
                    <a:lnTo>
                      <a:pt x="8475" y="2060"/>
                    </a:lnTo>
                    <a:lnTo>
                      <a:pt x="8645" y="2192"/>
                    </a:lnTo>
                    <a:lnTo>
                      <a:pt x="8816" y="2336"/>
                    </a:lnTo>
                    <a:lnTo>
                      <a:pt x="8973" y="2493"/>
                    </a:lnTo>
                    <a:lnTo>
                      <a:pt x="9131" y="2651"/>
                    </a:lnTo>
                    <a:lnTo>
                      <a:pt x="9275" y="2821"/>
                    </a:lnTo>
                    <a:lnTo>
                      <a:pt x="9406" y="2992"/>
                    </a:lnTo>
                    <a:lnTo>
                      <a:pt x="9538" y="3162"/>
                    </a:lnTo>
                    <a:lnTo>
                      <a:pt x="9656" y="3346"/>
                    </a:lnTo>
                    <a:lnTo>
                      <a:pt x="9774" y="3543"/>
                    </a:lnTo>
                    <a:lnTo>
                      <a:pt x="9879" y="3740"/>
                    </a:lnTo>
                    <a:lnTo>
                      <a:pt x="9970" y="3949"/>
                    </a:lnTo>
                    <a:lnTo>
                      <a:pt x="10049" y="4146"/>
                    </a:lnTo>
                    <a:lnTo>
                      <a:pt x="10128" y="4369"/>
                    </a:lnTo>
                    <a:lnTo>
                      <a:pt x="10180" y="4579"/>
                    </a:lnTo>
                    <a:lnTo>
                      <a:pt x="10233" y="4802"/>
                    </a:lnTo>
                    <a:lnTo>
                      <a:pt x="10285" y="5025"/>
                    </a:lnTo>
                    <a:lnTo>
                      <a:pt x="10312" y="5261"/>
                    </a:lnTo>
                    <a:lnTo>
                      <a:pt x="10325" y="5484"/>
                    </a:lnTo>
                    <a:lnTo>
                      <a:pt x="10338" y="5721"/>
                    </a:lnTo>
                    <a:lnTo>
                      <a:pt x="10325" y="5957"/>
                    </a:lnTo>
                    <a:lnTo>
                      <a:pt x="10312" y="6193"/>
                    </a:lnTo>
                    <a:lnTo>
                      <a:pt x="10285" y="6429"/>
                    </a:lnTo>
                    <a:lnTo>
                      <a:pt x="10246" y="6652"/>
                    </a:lnTo>
                    <a:lnTo>
                      <a:pt x="10194" y="6875"/>
                    </a:lnTo>
                    <a:lnTo>
                      <a:pt x="10141" y="7085"/>
                    </a:lnTo>
                    <a:lnTo>
                      <a:pt x="10062" y="7295"/>
                    </a:lnTo>
                    <a:lnTo>
                      <a:pt x="9984" y="7505"/>
                    </a:lnTo>
                    <a:lnTo>
                      <a:pt x="9892" y="7715"/>
                    </a:lnTo>
                    <a:lnTo>
                      <a:pt x="9787" y="7911"/>
                    </a:lnTo>
                    <a:lnTo>
                      <a:pt x="9682" y="8108"/>
                    </a:lnTo>
                    <a:lnTo>
                      <a:pt x="9564" y="8292"/>
                    </a:lnTo>
                    <a:lnTo>
                      <a:pt x="9433" y="8476"/>
                    </a:lnTo>
                    <a:lnTo>
                      <a:pt x="9301" y="8646"/>
                    </a:lnTo>
                    <a:lnTo>
                      <a:pt x="9157" y="8817"/>
                    </a:lnTo>
                    <a:lnTo>
                      <a:pt x="9013" y="8974"/>
                    </a:lnTo>
                    <a:lnTo>
                      <a:pt x="8842" y="9118"/>
                    </a:lnTo>
                    <a:lnTo>
                      <a:pt x="8685" y="9276"/>
                    </a:lnTo>
                    <a:lnTo>
                      <a:pt x="8514" y="9407"/>
                    </a:lnTo>
                    <a:lnTo>
                      <a:pt x="8331" y="9538"/>
                    </a:lnTo>
                    <a:lnTo>
                      <a:pt x="8147" y="9656"/>
                    </a:lnTo>
                    <a:lnTo>
                      <a:pt x="7950" y="9761"/>
                    </a:lnTo>
                    <a:lnTo>
                      <a:pt x="7753" y="9866"/>
                    </a:lnTo>
                    <a:lnTo>
                      <a:pt x="7557" y="9958"/>
                    </a:lnTo>
                    <a:lnTo>
                      <a:pt x="7347" y="10050"/>
                    </a:lnTo>
                    <a:lnTo>
                      <a:pt x="7137" y="10115"/>
                    </a:lnTo>
                    <a:lnTo>
                      <a:pt x="6914" y="10181"/>
                    </a:lnTo>
                    <a:lnTo>
                      <a:pt x="6691" y="10234"/>
                    </a:lnTo>
                    <a:lnTo>
                      <a:pt x="6468" y="10273"/>
                    </a:lnTo>
                    <a:lnTo>
                      <a:pt x="6245" y="10299"/>
                    </a:lnTo>
                    <a:lnTo>
                      <a:pt x="6009" y="10325"/>
                    </a:lnTo>
                    <a:lnTo>
                      <a:pt x="5536" y="10325"/>
                    </a:lnTo>
                    <a:lnTo>
                      <a:pt x="5300" y="10312"/>
                    </a:lnTo>
                    <a:lnTo>
                      <a:pt x="5077" y="10286"/>
                    </a:lnTo>
                    <a:lnTo>
                      <a:pt x="4854" y="10247"/>
                    </a:lnTo>
                    <a:lnTo>
                      <a:pt x="4631" y="10194"/>
                    </a:lnTo>
                    <a:lnTo>
                      <a:pt x="4408" y="10129"/>
                    </a:lnTo>
                    <a:lnTo>
                      <a:pt x="4198" y="10063"/>
                    </a:lnTo>
                    <a:lnTo>
                      <a:pt x="3988" y="9984"/>
                    </a:lnTo>
                    <a:lnTo>
                      <a:pt x="3778" y="9892"/>
                    </a:lnTo>
                    <a:lnTo>
                      <a:pt x="3582" y="9787"/>
                    </a:lnTo>
                    <a:lnTo>
                      <a:pt x="3398" y="9683"/>
                    </a:lnTo>
                    <a:lnTo>
                      <a:pt x="3201" y="9564"/>
                    </a:lnTo>
                    <a:lnTo>
                      <a:pt x="3031" y="9433"/>
                    </a:lnTo>
                    <a:lnTo>
                      <a:pt x="2847" y="9302"/>
                    </a:lnTo>
                    <a:lnTo>
                      <a:pt x="2689" y="9158"/>
                    </a:lnTo>
                    <a:lnTo>
                      <a:pt x="2519" y="9000"/>
                    </a:lnTo>
                    <a:lnTo>
                      <a:pt x="2375" y="8843"/>
                    </a:lnTo>
                    <a:lnTo>
                      <a:pt x="2230" y="8672"/>
                    </a:lnTo>
                    <a:lnTo>
                      <a:pt x="2086" y="8502"/>
                    </a:lnTo>
                    <a:lnTo>
                      <a:pt x="1968" y="8331"/>
                    </a:lnTo>
                    <a:lnTo>
                      <a:pt x="1837" y="8134"/>
                    </a:lnTo>
                    <a:lnTo>
                      <a:pt x="1732" y="7951"/>
                    </a:lnTo>
                    <a:lnTo>
                      <a:pt x="1627" y="7754"/>
                    </a:lnTo>
                    <a:lnTo>
                      <a:pt x="1535" y="7544"/>
                    </a:lnTo>
                    <a:lnTo>
                      <a:pt x="1456" y="7347"/>
                    </a:lnTo>
                    <a:lnTo>
                      <a:pt x="1378" y="7124"/>
                    </a:lnTo>
                    <a:lnTo>
                      <a:pt x="1312" y="6914"/>
                    </a:lnTo>
                    <a:lnTo>
                      <a:pt x="1259" y="6691"/>
                    </a:lnTo>
                    <a:lnTo>
                      <a:pt x="1220" y="6468"/>
                    </a:lnTo>
                    <a:lnTo>
                      <a:pt x="1194" y="6232"/>
                    </a:lnTo>
                    <a:lnTo>
                      <a:pt x="1168" y="6009"/>
                    </a:lnTo>
                    <a:lnTo>
                      <a:pt x="1168" y="5773"/>
                    </a:lnTo>
                    <a:lnTo>
                      <a:pt x="1168" y="5537"/>
                    </a:lnTo>
                    <a:lnTo>
                      <a:pt x="1181" y="5301"/>
                    </a:lnTo>
                    <a:lnTo>
                      <a:pt x="1220" y="5065"/>
                    </a:lnTo>
                    <a:lnTo>
                      <a:pt x="1259" y="4842"/>
                    </a:lnTo>
                    <a:lnTo>
                      <a:pt x="1299" y="4619"/>
                    </a:lnTo>
                    <a:lnTo>
                      <a:pt x="1364" y="4409"/>
                    </a:lnTo>
                    <a:lnTo>
                      <a:pt x="1443" y="4186"/>
                    </a:lnTo>
                    <a:lnTo>
                      <a:pt x="1522" y="3989"/>
                    </a:lnTo>
                    <a:lnTo>
                      <a:pt x="1614" y="3779"/>
                    </a:lnTo>
                    <a:lnTo>
                      <a:pt x="1706" y="3582"/>
                    </a:lnTo>
                    <a:lnTo>
                      <a:pt x="1824" y="3385"/>
                    </a:lnTo>
                    <a:lnTo>
                      <a:pt x="1942" y="3202"/>
                    </a:lnTo>
                    <a:lnTo>
                      <a:pt x="2060" y="3018"/>
                    </a:lnTo>
                    <a:lnTo>
                      <a:pt x="2204" y="2847"/>
                    </a:lnTo>
                    <a:lnTo>
                      <a:pt x="2348" y="2677"/>
                    </a:lnTo>
                    <a:lnTo>
                      <a:pt x="2493" y="2520"/>
                    </a:lnTo>
                    <a:lnTo>
                      <a:pt x="2650" y="2362"/>
                    </a:lnTo>
                    <a:lnTo>
                      <a:pt x="2821" y="2218"/>
                    </a:lnTo>
                    <a:lnTo>
                      <a:pt x="2991" y="2087"/>
                    </a:lnTo>
                    <a:lnTo>
                      <a:pt x="3175" y="1955"/>
                    </a:lnTo>
                    <a:lnTo>
                      <a:pt x="3359" y="1837"/>
                    </a:lnTo>
                    <a:lnTo>
                      <a:pt x="3542" y="1719"/>
                    </a:lnTo>
                    <a:lnTo>
                      <a:pt x="3739" y="1627"/>
                    </a:lnTo>
                    <a:lnTo>
                      <a:pt x="3949" y="1536"/>
                    </a:lnTo>
                    <a:lnTo>
                      <a:pt x="4159" y="1444"/>
                    </a:lnTo>
                    <a:lnTo>
                      <a:pt x="4369" y="1378"/>
                    </a:lnTo>
                    <a:lnTo>
                      <a:pt x="4592" y="1313"/>
                    </a:lnTo>
                    <a:lnTo>
                      <a:pt x="4802" y="1260"/>
                    </a:lnTo>
                    <a:lnTo>
                      <a:pt x="5038" y="1221"/>
                    </a:lnTo>
                    <a:lnTo>
                      <a:pt x="5261" y="1181"/>
                    </a:lnTo>
                    <a:lnTo>
                      <a:pt x="5497" y="1168"/>
                    </a:lnTo>
                    <a:lnTo>
                      <a:pt x="5733" y="1155"/>
                    </a:lnTo>
                    <a:close/>
                    <a:moveTo>
                      <a:pt x="18629" y="1221"/>
                    </a:moveTo>
                    <a:lnTo>
                      <a:pt x="18865" y="1234"/>
                    </a:lnTo>
                    <a:lnTo>
                      <a:pt x="19101" y="1247"/>
                    </a:lnTo>
                    <a:lnTo>
                      <a:pt x="19324" y="1273"/>
                    </a:lnTo>
                    <a:lnTo>
                      <a:pt x="19560" y="1313"/>
                    </a:lnTo>
                    <a:lnTo>
                      <a:pt x="19783" y="1365"/>
                    </a:lnTo>
                    <a:lnTo>
                      <a:pt x="19993" y="1431"/>
                    </a:lnTo>
                    <a:lnTo>
                      <a:pt x="20203" y="1496"/>
                    </a:lnTo>
                    <a:lnTo>
                      <a:pt x="20413" y="1575"/>
                    </a:lnTo>
                    <a:lnTo>
                      <a:pt x="20623" y="1667"/>
                    </a:lnTo>
                    <a:lnTo>
                      <a:pt x="20820" y="1772"/>
                    </a:lnTo>
                    <a:lnTo>
                      <a:pt x="21017" y="1877"/>
                    </a:lnTo>
                    <a:lnTo>
                      <a:pt x="21200" y="1995"/>
                    </a:lnTo>
                    <a:lnTo>
                      <a:pt x="21384" y="2126"/>
                    </a:lnTo>
                    <a:lnTo>
                      <a:pt x="21555" y="2257"/>
                    </a:lnTo>
                    <a:lnTo>
                      <a:pt x="21725" y="2401"/>
                    </a:lnTo>
                    <a:lnTo>
                      <a:pt x="21882" y="2559"/>
                    </a:lnTo>
                    <a:lnTo>
                      <a:pt x="22027" y="2716"/>
                    </a:lnTo>
                    <a:lnTo>
                      <a:pt x="22171" y="2874"/>
                    </a:lnTo>
                    <a:lnTo>
                      <a:pt x="22315" y="3057"/>
                    </a:lnTo>
                    <a:lnTo>
                      <a:pt x="22447" y="3228"/>
                    </a:lnTo>
                    <a:lnTo>
                      <a:pt x="22565" y="3412"/>
                    </a:lnTo>
                    <a:lnTo>
                      <a:pt x="22670" y="3608"/>
                    </a:lnTo>
                    <a:lnTo>
                      <a:pt x="22775" y="3805"/>
                    </a:lnTo>
                    <a:lnTo>
                      <a:pt x="22866" y="4002"/>
                    </a:lnTo>
                    <a:lnTo>
                      <a:pt x="22958" y="4212"/>
                    </a:lnTo>
                    <a:lnTo>
                      <a:pt x="23024" y="4422"/>
                    </a:lnTo>
                    <a:lnTo>
                      <a:pt x="23089" y="4645"/>
                    </a:lnTo>
                    <a:lnTo>
                      <a:pt x="23142" y="4868"/>
                    </a:lnTo>
                    <a:lnTo>
                      <a:pt x="23181" y="5091"/>
                    </a:lnTo>
                    <a:lnTo>
                      <a:pt x="23208" y="5327"/>
                    </a:lnTo>
                    <a:lnTo>
                      <a:pt x="23234" y="5550"/>
                    </a:lnTo>
                    <a:lnTo>
                      <a:pt x="23234" y="5786"/>
                    </a:lnTo>
                    <a:lnTo>
                      <a:pt x="23234" y="6022"/>
                    </a:lnTo>
                    <a:lnTo>
                      <a:pt x="23221" y="6258"/>
                    </a:lnTo>
                    <a:lnTo>
                      <a:pt x="23194" y="6481"/>
                    </a:lnTo>
                    <a:lnTo>
                      <a:pt x="23155" y="6718"/>
                    </a:lnTo>
                    <a:lnTo>
                      <a:pt x="23103" y="6928"/>
                    </a:lnTo>
                    <a:lnTo>
                      <a:pt x="23037" y="7151"/>
                    </a:lnTo>
                    <a:lnTo>
                      <a:pt x="22971" y="7360"/>
                    </a:lnTo>
                    <a:lnTo>
                      <a:pt x="22893" y="7570"/>
                    </a:lnTo>
                    <a:lnTo>
                      <a:pt x="22801" y="7780"/>
                    </a:lnTo>
                    <a:lnTo>
                      <a:pt x="22696" y="7977"/>
                    </a:lnTo>
                    <a:lnTo>
                      <a:pt x="22591" y="8174"/>
                    </a:lnTo>
                    <a:lnTo>
                      <a:pt x="22473" y="8357"/>
                    </a:lnTo>
                    <a:lnTo>
                      <a:pt x="22342" y="8528"/>
                    </a:lnTo>
                    <a:lnTo>
                      <a:pt x="22210" y="8712"/>
                    </a:lnTo>
                    <a:lnTo>
                      <a:pt x="22066" y="8869"/>
                    </a:lnTo>
                    <a:lnTo>
                      <a:pt x="21909" y="9040"/>
                    </a:lnTo>
                    <a:lnTo>
                      <a:pt x="21751" y="9184"/>
                    </a:lnTo>
                    <a:lnTo>
                      <a:pt x="21581" y="9328"/>
                    </a:lnTo>
                    <a:lnTo>
                      <a:pt x="21410" y="9473"/>
                    </a:lnTo>
                    <a:lnTo>
                      <a:pt x="21240" y="9604"/>
                    </a:lnTo>
                    <a:lnTo>
                      <a:pt x="21043" y="9722"/>
                    </a:lnTo>
                    <a:lnTo>
                      <a:pt x="20859" y="9827"/>
                    </a:lnTo>
                    <a:lnTo>
                      <a:pt x="20662" y="9932"/>
                    </a:lnTo>
                    <a:lnTo>
                      <a:pt x="20453" y="10024"/>
                    </a:lnTo>
                    <a:lnTo>
                      <a:pt x="20243" y="10115"/>
                    </a:lnTo>
                    <a:lnTo>
                      <a:pt x="20033" y="10181"/>
                    </a:lnTo>
                    <a:lnTo>
                      <a:pt x="19823" y="10247"/>
                    </a:lnTo>
                    <a:lnTo>
                      <a:pt x="19600" y="10299"/>
                    </a:lnTo>
                    <a:lnTo>
                      <a:pt x="19377" y="10338"/>
                    </a:lnTo>
                    <a:lnTo>
                      <a:pt x="19141" y="10365"/>
                    </a:lnTo>
                    <a:lnTo>
                      <a:pt x="18904" y="10391"/>
                    </a:lnTo>
                    <a:lnTo>
                      <a:pt x="18472" y="10391"/>
                    </a:lnTo>
                    <a:lnTo>
                      <a:pt x="18275" y="10378"/>
                    </a:lnTo>
                    <a:lnTo>
                      <a:pt x="18065" y="10352"/>
                    </a:lnTo>
                    <a:lnTo>
                      <a:pt x="17868" y="10325"/>
                    </a:lnTo>
                    <a:lnTo>
                      <a:pt x="17671" y="10286"/>
                    </a:lnTo>
                    <a:lnTo>
                      <a:pt x="17475" y="10234"/>
                    </a:lnTo>
                    <a:lnTo>
                      <a:pt x="17278" y="10181"/>
                    </a:lnTo>
                    <a:lnTo>
                      <a:pt x="17081" y="10115"/>
                    </a:lnTo>
                    <a:lnTo>
                      <a:pt x="16897" y="10050"/>
                    </a:lnTo>
                    <a:lnTo>
                      <a:pt x="16714" y="9958"/>
                    </a:lnTo>
                    <a:lnTo>
                      <a:pt x="16530" y="9866"/>
                    </a:lnTo>
                    <a:lnTo>
                      <a:pt x="16359" y="9774"/>
                    </a:lnTo>
                    <a:lnTo>
                      <a:pt x="16176" y="9669"/>
                    </a:lnTo>
                    <a:lnTo>
                      <a:pt x="16018" y="9551"/>
                    </a:lnTo>
                    <a:lnTo>
                      <a:pt x="15848" y="9433"/>
                    </a:lnTo>
                    <a:lnTo>
                      <a:pt x="15690" y="9302"/>
                    </a:lnTo>
                    <a:lnTo>
                      <a:pt x="15480" y="9118"/>
                    </a:lnTo>
                    <a:lnTo>
                      <a:pt x="15284" y="8908"/>
                    </a:lnTo>
                    <a:lnTo>
                      <a:pt x="15100" y="8699"/>
                    </a:lnTo>
                    <a:lnTo>
                      <a:pt x="14929" y="8476"/>
                    </a:lnTo>
                    <a:lnTo>
                      <a:pt x="14772" y="8239"/>
                    </a:lnTo>
                    <a:lnTo>
                      <a:pt x="14628" y="7990"/>
                    </a:lnTo>
                    <a:lnTo>
                      <a:pt x="14497" y="7741"/>
                    </a:lnTo>
                    <a:lnTo>
                      <a:pt x="14392" y="7492"/>
                    </a:lnTo>
                    <a:lnTo>
                      <a:pt x="14300" y="7216"/>
                    </a:lnTo>
                    <a:lnTo>
                      <a:pt x="14221" y="6954"/>
                    </a:lnTo>
                    <a:lnTo>
                      <a:pt x="14155" y="6678"/>
                    </a:lnTo>
                    <a:lnTo>
                      <a:pt x="14116" y="6403"/>
                    </a:lnTo>
                    <a:lnTo>
                      <a:pt x="14090" y="6114"/>
                    </a:lnTo>
                    <a:lnTo>
                      <a:pt x="14077" y="5839"/>
                    </a:lnTo>
                    <a:lnTo>
                      <a:pt x="14077" y="5550"/>
                    </a:lnTo>
                    <a:lnTo>
                      <a:pt x="14103" y="5261"/>
                    </a:lnTo>
                    <a:lnTo>
                      <a:pt x="14129" y="5051"/>
                    </a:lnTo>
                    <a:lnTo>
                      <a:pt x="14182" y="4842"/>
                    </a:lnTo>
                    <a:lnTo>
                      <a:pt x="14221" y="4645"/>
                    </a:lnTo>
                    <a:lnTo>
                      <a:pt x="14287" y="4448"/>
                    </a:lnTo>
                    <a:lnTo>
                      <a:pt x="14352" y="4238"/>
                    </a:lnTo>
                    <a:lnTo>
                      <a:pt x="14431" y="4054"/>
                    </a:lnTo>
                    <a:lnTo>
                      <a:pt x="14510" y="3858"/>
                    </a:lnTo>
                    <a:lnTo>
                      <a:pt x="14601" y="3674"/>
                    </a:lnTo>
                    <a:lnTo>
                      <a:pt x="14706" y="3503"/>
                    </a:lnTo>
                    <a:lnTo>
                      <a:pt x="14811" y="3320"/>
                    </a:lnTo>
                    <a:lnTo>
                      <a:pt x="14929" y="3149"/>
                    </a:lnTo>
                    <a:lnTo>
                      <a:pt x="15048" y="2992"/>
                    </a:lnTo>
                    <a:lnTo>
                      <a:pt x="15179" y="2834"/>
                    </a:lnTo>
                    <a:lnTo>
                      <a:pt x="15310" y="2677"/>
                    </a:lnTo>
                    <a:lnTo>
                      <a:pt x="15454" y="2533"/>
                    </a:lnTo>
                    <a:lnTo>
                      <a:pt x="15599" y="2401"/>
                    </a:lnTo>
                    <a:lnTo>
                      <a:pt x="15756" y="2270"/>
                    </a:lnTo>
                    <a:lnTo>
                      <a:pt x="15913" y="2139"/>
                    </a:lnTo>
                    <a:lnTo>
                      <a:pt x="16084" y="2021"/>
                    </a:lnTo>
                    <a:lnTo>
                      <a:pt x="16254" y="1903"/>
                    </a:lnTo>
                    <a:lnTo>
                      <a:pt x="16438" y="1811"/>
                    </a:lnTo>
                    <a:lnTo>
                      <a:pt x="16609" y="1706"/>
                    </a:lnTo>
                    <a:lnTo>
                      <a:pt x="16792" y="1627"/>
                    </a:lnTo>
                    <a:lnTo>
                      <a:pt x="16989" y="1536"/>
                    </a:lnTo>
                    <a:lnTo>
                      <a:pt x="17186" y="1470"/>
                    </a:lnTo>
                    <a:lnTo>
                      <a:pt x="17383" y="1404"/>
                    </a:lnTo>
                    <a:lnTo>
                      <a:pt x="17579" y="1352"/>
                    </a:lnTo>
                    <a:lnTo>
                      <a:pt x="17789" y="1313"/>
                    </a:lnTo>
                    <a:lnTo>
                      <a:pt x="17999" y="1273"/>
                    </a:lnTo>
                    <a:lnTo>
                      <a:pt x="18209" y="1247"/>
                    </a:lnTo>
                    <a:lnTo>
                      <a:pt x="18419" y="1234"/>
                    </a:lnTo>
                    <a:lnTo>
                      <a:pt x="18629" y="1221"/>
                    </a:lnTo>
                    <a:close/>
                    <a:moveTo>
                      <a:pt x="5431" y="1"/>
                    </a:moveTo>
                    <a:lnTo>
                      <a:pt x="5143" y="27"/>
                    </a:lnTo>
                    <a:lnTo>
                      <a:pt x="4854" y="66"/>
                    </a:lnTo>
                    <a:lnTo>
                      <a:pt x="4565" y="119"/>
                    </a:lnTo>
                    <a:lnTo>
                      <a:pt x="4290" y="184"/>
                    </a:lnTo>
                    <a:lnTo>
                      <a:pt x="4014" y="263"/>
                    </a:lnTo>
                    <a:lnTo>
                      <a:pt x="3752" y="355"/>
                    </a:lnTo>
                    <a:lnTo>
                      <a:pt x="3490" y="460"/>
                    </a:lnTo>
                    <a:lnTo>
                      <a:pt x="3240" y="578"/>
                    </a:lnTo>
                    <a:lnTo>
                      <a:pt x="2991" y="709"/>
                    </a:lnTo>
                    <a:lnTo>
                      <a:pt x="2742" y="840"/>
                    </a:lnTo>
                    <a:lnTo>
                      <a:pt x="2519" y="998"/>
                    </a:lnTo>
                    <a:lnTo>
                      <a:pt x="2296" y="1155"/>
                    </a:lnTo>
                    <a:lnTo>
                      <a:pt x="2073" y="1326"/>
                    </a:lnTo>
                    <a:lnTo>
                      <a:pt x="1863" y="1509"/>
                    </a:lnTo>
                    <a:lnTo>
                      <a:pt x="1666" y="1706"/>
                    </a:lnTo>
                    <a:lnTo>
                      <a:pt x="1483" y="1903"/>
                    </a:lnTo>
                    <a:lnTo>
                      <a:pt x="1299" y="2113"/>
                    </a:lnTo>
                    <a:lnTo>
                      <a:pt x="1128" y="2336"/>
                    </a:lnTo>
                    <a:lnTo>
                      <a:pt x="971" y="2559"/>
                    </a:lnTo>
                    <a:lnTo>
                      <a:pt x="813" y="2795"/>
                    </a:lnTo>
                    <a:lnTo>
                      <a:pt x="682" y="3031"/>
                    </a:lnTo>
                    <a:lnTo>
                      <a:pt x="551" y="3280"/>
                    </a:lnTo>
                    <a:lnTo>
                      <a:pt x="446" y="3530"/>
                    </a:lnTo>
                    <a:lnTo>
                      <a:pt x="341" y="3792"/>
                    </a:lnTo>
                    <a:lnTo>
                      <a:pt x="249" y="4068"/>
                    </a:lnTo>
                    <a:lnTo>
                      <a:pt x="171" y="4343"/>
                    </a:lnTo>
                    <a:lnTo>
                      <a:pt x="105" y="4619"/>
                    </a:lnTo>
                    <a:lnTo>
                      <a:pt x="66" y="4894"/>
                    </a:lnTo>
                    <a:lnTo>
                      <a:pt x="26" y="5183"/>
                    </a:lnTo>
                    <a:lnTo>
                      <a:pt x="0" y="5471"/>
                    </a:lnTo>
                    <a:lnTo>
                      <a:pt x="0" y="5773"/>
                    </a:lnTo>
                    <a:lnTo>
                      <a:pt x="13" y="6075"/>
                    </a:lnTo>
                    <a:lnTo>
                      <a:pt x="26" y="6363"/>
                    </a:lnTo>
                    <a:lnTo>
                      <a:pt x="66" y="6652"/>
                    </a:lnTo>
                    <a:lnTo>
                      <a:pt x="118" y="6928"/>
                    </a:lnTo>
                    <a:lnTo>
                      <a:pt x="184" y="7203"/>
                    </a:lnTo>
                    <a:lnTo>
                      <a:pt x="262" y="7479"/>
                    </a:lnTo>
                    <a:lnTo>
                      <a:pt x="354" y="7741"/>
                    </a:lnTo>
                    <a:lnTo>
                      <a:pt x="459" y="8003"/>
                    </a:lnTo>
                    <a:lnTo>
                      <a:pt x="577" y="8266"/>
                    </a:lnTo>
                    <a:lnTo>
                      <a:pt x="708" y="8515"/>
                    </a:lnTo>
                    <a:lnTo>
                      <a:pt x="853" y="8751"/>
                    </a:lnTo>
                    <a:lnTo>
                      <a:pt x="997" y="8987"/>
                    </a:lnTo>
                    <a:lnTo>
                      <a:pt x="1155" y="9210"/>
                    </a:lnTo>
                    <a:lnTo>
                      <a:pt x="1338" y="9420"/>
                    </a:lnTo>
                    <a:lnTo>
                      <a:pt x="1509" y="9630"/>
                    </a:lnTo>
                    <a:lnTo>
                      <a:pt x="1706" y="9827"/>
                    </a:lnTo>
                    <a:lnTo>
                      <a:pt x="1902" y="10024"/>
                    </a:lnTo>
                    <a:lnTo>
                      <a:pt x="2112" y="10194"/>
                    </a:lnTo>
                    <a:lnTo>
                      <a:pt x="2335" y="10365"/>
                    </a:lnTo>
                    <a:lnTo>
                      <a:pt x="2558" y="10522"/>
                    </a:lnTo>
                    <a:lnTo>
                      <a:pt x="2794" y="10680"/>
                    </a:lnTo>
                    <a:lnTo>
                      <a:pt x="3031" y="10811"/>
                    </a:lnTo>
                    <a:lnTo>
                      <a:pt x="3280" y="10942"/>
                    </a:lnTo>
                    <a:lnTo>
                      <a:pt x="3542" y="11060"/>
                    </a:lnTo>
                    <a:lnTo>
                      <a:pt x="3805" y="11152"/>
                    </a:lnTo>
                    <a:lnTo>
                      <a:pt x="4067" y="11244"/>
                    </a:lnTo>
                    <a:lnTo>
                      <a:pt x="4342" y="11322"/>
                    </a:lnTo>
                    <a:lnTo>
                      <a:pt x="4618" y="11388"/>
                    </a:lnTo>
                    <a:lnTo>
                      <a:pt x="4907" y="11440"/>
                    </a:lnTo>
                    <a:lnTo>
                      <a:pt x="5195" y="11467"/>
                    </a:lnTo>
                    <a:lnTo>
                      <a:pt x="5484" y="11493"/>
                    </a:lnTo>
                    <a:lnTo>
                      <a:pt x="6061" y="11493"/>
                    </a:lnTo>
                    <a:lnTo>
                      <a:pt x="6337" y="11467"/>
                    </a:lnTo>
                    <a:lnTo>
                      <a:pt x="6612" y="11427"/>
                    </a:lnTo>
                    <a:lnTo>
                      <a:pt x="6888" y="11388"/>
                    </a:lnTo>
                    <a:lnTo>
                      <a:pt x="7150" y="11322"/>
                    </a:lnTo>
                    <a:lnTo>
                      <a:pt x="7412" y="11244"/>
                    </a:lnTo>
                    <a:lnTo>
                      <a:pt x="7675" y="11165"/>
                    </a:lnTo>
                    <a:lnTo>
                      <a:pt x="7924" y="11060"/>
                    </a:lnTo>
                    <a:lnTo>
                      <a:pt x="8173" y="10955"/>
                    </a:lnTo>
                    <a:lnTo>
                      <a:pt x="8409" y="10837"/>
                    </a:lnTo>
                    <a:lnTo>
                      <a:pt x="8645" y="10706"/>
                    </a:lnTo>
                    <a:lnTo>
                      <a:pt x="8868" y="10561"/>
                    </a:lnTo>
                    <a:lnTo>
                      <a:pt x="9092" y="10404"/>
                    </a:lnTo>
                    <a:lnTo>
                      <a:pt x="9301" y="10247"/>
                    </a:lnTo>
                    <a:lnTo>
                      <a:pt x="9511" y="10076"/>
                    </a:lnTo>
                    <a:lnTo>
                      <a:pt x="9708" y="9892"/>
                    </a:lnTo>
                    <a:lnTo>
                      <a:pt x="9905" y="9709"/>
                    </a:lnTo>
                    <a:lnTo>
                      <a:pt x="10075" y="9512"/>
                    </a:lnTo>
                    <a:lnTo>
                      <a:pt x="10246" y="9302"/>
                    </a:lnTo>
                    <a:lnTo>
                      <a:pt x="10417" y="9092"/>
                    </a:lnTo>
                    <a:lnTo>
                      <a:pt x="10561" y="8869"/>
                    </a:lnTo>
                    <a:lnTo>
                      <a:pt x="10705" y="8646"/>
                    </a:lnTo>
                    <a:lnTo>
                      <a:pt x="10836" y="8410"/>
                    </a:lnTo>
                    <a:lnTo>
                      <a:pt x="10954" y="8161"/>
                    </a:lnTo>
                    <a:lnTo>
                      <a:pt x="11059" y="7925"/>
                    </a:lnTo>
                    <a:lnTo>
                      <a:pt x="11164" y="7662"/>
                    </a:lnTo>
                    <a:lnTo>
                      <a:pt x="11243" y="7413"/>
                    </a:lnTo>
                    <a:lnTo>
                      <a:pt x="11322" y="7137"/>
                    </a:lnTo>
                    <a:lnTo>
                      <a:pt x="11387" y="6875"/>
                    </a:lnTo>
                    <a:lnTo>
                      <a:pt x="11427" y="6600"/>
                    </a:lnTo>
                    <a:lnTo>
                      <a:pt x="11466" y="6324"/>
                    </a:lnTo>
                    <a:lnTo>
                      <a:pt x="11492" y="6049"/>
                    </a:lnTo>
                    <a:lnTo>
                      <a:pt x="11623" y="5996"/>
                    </a:lnTo>
                    <a:lnTo>
                      <a:pt x="11781" y="5944"/>
                    </a:lnTo>
                    <a:lnTo>
                      <a:pt x="11978" y="5917"/>
                    </a:lnTo>
                    <a:lnTo>
                      <a:pt x="12188" y="5904"/>
                    </a:lnTo>
                    <a:lnTo>
                      <a:pt x="12358" y="5904"/>
                    </a:lnTo>
                    <a:lnTo>
                      <a:pt x="12542" y="5930"/>
                    </a:lnTo>
                    <a:lnTo>
                      <a:pt x="12725" y="5970"/>
                    </a:lnTo>
                    <a:lnTo>
                      <a:pt x="12909" y="6022"/>
                    </a:lnTo>
                    <a:lnTo>
                      <a:pt x="12922" y="6311"/>
                    </a:lnTo>
                    <a:lnTo>
                      <a:pt x="12962" y="6600"/>
                    </a:lnTo>
                    <a:lnTo>
                      <a:pt x="13001" y="6875"/>
                    </a:lnTo>
                    <a:lnTo>
                      <a:pt x="13067" y="7151"/>
                    </a:lnTo>
                    <a:lnTo>
                      <a:pt x="13132" y="7426"/>
                    </a:lnTo>
                    <a:lnTo>
                      <a:pt x="13224" y="7688"/>
                    </a:lnTo>
                    <a:lnTo>
                      <a:pt x="13316" y="7951"/>
                    </a:lnTo>
                    <a:lnTo>
                      <a:pt x="13434" y="8200"/>
                    </a:lnTo>
                    <a:lnTo>
                      <a:pt x="13552" y="8449"/>
                    </a:lnTo>
                    <a:lnTo>
                      <a:pt x="13683" y="8685"/>
                    </a:lnTo>
                    <a:lnTo>
                      <a:pt x="13814" y="8922"/>
                    </a:lnTo>
                    <a:lnTo>
                      <a:pt x="13972" y="9145"/>
                    </a:lnTo>
                    <a:lnTo>
                      <a:pt x="14129" y="9355"/>
                    </a:lnTo>
                    <a:lnTo>
                      <a:pt x="14313" y="9564"/>
                    </a:lnTo>
                    <a:lnTo>
                      <a:pt x="14483" y="9774"/>
                    </a:lnTo>
                    <a:lnTo>
                      <a:pt x="14680" y="9958"/>
                    </a:lnTo>
                    <a:lnTo>
                      <a:pt x="14877" y="10142"/>
                    </a:lnTo>
                    <a:lnTo>
                      <a:pt x="15087" y="10312"/>
                    </a:lnTo>
                    <a:lnTo>
                      <a:pt x="15297" y="10483"/>
                    </a:lnTo>
                    <a:lnTo>
                      <a:pt x="15520" y="10627"/>
                    </a:lnTo>
                    <a:lnTo>
                      <a:pt x="15756" y="10771"/>
                    </a:lnTo>
                    <a:lnTo>
                      <a:pt x="15992" y="10903"/>
                    </a:lnTo>
                    <a:lnTo>
                      <a:pt x="16241" y="11034"/>
                    </a:lnTo>
                    <a:lnTo>
                      <a:pt x="16491" y="11139"/>
                    </a:lnTo>
                    <a:lnTo>
                      <a:pt x="16740" y="11231"/>
                    </a:lnTo>
                    <a:lnTo>
                      <a:pt x="17002" y="11322"/>
                    </a:lnTo>
                    <a:lnTo>
                      <a:pt x="17278" y="11388"/>
                    </a:lnTo>
                    <a:lnTo>
                      <a:pt x="17553" y="11454"/>
                    </a:lnTo>
                    <a:lnTo>
                      <a:pt x="17829" y="11506"/>
                    </a:lnTo>
                    <a:lnTo>
                      <a:pt x="18104" y="11532"/>
                    </a:lnTo>
                    <a:lnTo>
                      <a:pt x="18393" y="11559"/>
                    </a:lnTo>
                    <a:lnTo>
                      <a:pt x="18681" y="11559"/>
                    </a:lnTo>
                    <a:lnTo>
                      <a:pt x="18970" y="11545"/>
                    </a:lnTo>
                    <a:lnTo>
                      <a:pt x="19272" y="11532"/>
                    </a:lnTo>
                    <a:lnTo>
                      <a:pt x="19560" y="11493"/>
                    </a:lnTo>
                    <a:lnTo>
                      <a:pt x="19836" y="11440"/>
                    </a:lnTo>
                    <a:lnTo>
                      <a:pt x="20111" y="11375"/>
                    </a:lnTo>
                    <a:lnTo>
                      <a:pt x="20387" y="11296"/>
                    </a:lnTo>
                    <a:lnTo>
                      <a:pt x="20649" y="11204"/>
                    </a:lnTo>
                    <a:lnTo>
                      <a:pt x="20912" y="11099"/>
                    </a:lnTo>
                    <a:lnTo>
                      <a:pt x="21174" y="10981"/>
                    </a:lnTo>
                    <a:lnTo>
                      <a:pt x="21410" y="10850"/>
                    </a:lnTo>
                    <a:lnTo>
                      <a:pt x="21659" y="10719"/>
                    </a:lnTo>
                    <a:lnTo>
                      <a:pt x="21882" y="10561"/>
                    </a:lnTo>
                    <a:lnTo>
                      <a:pt x="22119" y="10404"/>
                    </a:lnTo>
                    <a:lnTo>
                      <a:pt x="22329" y="10234"/>
                    </a:lnTo>
                    <a:lnTo>
                      <a:pt x="22538" y="10050"/>
                    </a:lnTo>
                    <a:lnTo>
                      <a:pt x="22735" y="9853"/>
                    </a:lnTo>
                    <a:lnTo>
                      <a:pt x="22932" y="9656"/>
                    </a:lnTo>
                    <a:lnTo>
                      <a:pt x="23103" y="9446"/>
                    </a:lnTo>
                    <a:lnTo>
                      <a:pt x="23273" y="9223"/>
                    </a:lnTo>
                    <a:lnTo>
                      <a:pt x="23431" y="9000"/>
                    </a:lnTo>
                    <a:lnTo>
                      <a:pt x="23588" y="8764"/>
                    </a:lnTo>
                    <a:lnTo>
                      <a:pt x="23719" y="8528"/>
                    </a:lnTo>
                    <a:lnTo>
                      <a:pt x="23850" y="8279"/>
                    </a:lnTo>
                    <a:lnTo>
                      <a:pt x="23968" y="8016"/>
                    </a:lnTo>
                    <a:lnTo>
                      <a:pt x="24060" y="7754"/>
                    </a:lnTo>
                    <a:lnTo>
                      <a:pt x="24152" y="7492"/>
                    </a:lnTo>
                    <a:lnTo>
                      <a:pt x="24231" y="7216"/>
                    </a:lnTo>
                    <a:lnTo>
                      <a:pt x="24296" y="6941"/>
                    </a:lnTo>
                    <a:lnTo>
                      <a:pt x="24336" y="6652"/>
                    </a:lnTo>
                    <a:lnTo>
                      <a:pt x="24375" y="6377"/>
                    </a:lnTo>
                    <a:lnTo>
                      <a:pt x="24401" y="6075"/>
                    </a:lnTo>
                    <a:lnTo>
                      <a:pt x="24401" y="5786"/>
                    </a:lnTo>
                    <a:lnTo>
                      <a:pt x="24401" y="5484"/>
                    </a:lnTo>
                    <a:lnTo>
                      <a:pt x="24375" y="5196"/>
                    </a:lnTo>
                    <a:lnTo>
                      <a:pt x="24336" y="4907"/>
                    </a:lnTo>
                    <a:lnTo>
                      <a:pt x="24283" y="4632"/>
                    </a:lnTo>
                    <a:lnTo>
                      <a:pt x="24218" y="4343"/>
                    </a:lnTo>
                    <a:lnTo>
                      <a:pt x="24139" y="4081"/>
                    </a:lnTo>
                    <a:lnTo>
                      <a:pt x="24047" y="3805"/>
                    </a:lnTo>
                    <a:lnTo>
                      <a:pt x="23942" y="3543"/>
                    </a:lnTo>
                    <a:lnTo>
                      <a:pt x="23824" y="3294"/>
                    </a:lnTo>
                    <a:lnTo>
                      <a:pt x="23693" y="3044"/>
                    </a:lnTo>
                    <a:lnTo>
                      <a:pt x="23562" y="2808"/>
                    </a:lnTo>
                    <a:lnTo>
                      <a:pt x="23404" y="2572"/>
                    </a:lnTo>
                    <a:lnTo>
                      <a:pt x="23247" y="2349"/>
                    </a:lnTo>
                    <a:lnTo>
                      <a:pt x="23076" y="2139"/>
                    </a:lnTo>
                    <a:lnTo>
                      <a:pt x="22893" y="1929"/>
                    </a:lnTo>
                    <a:lnTo>
                      <a:pt x="22696" y="1732"/>
                    </a:lnTo>
                    <a:lnTo>
                      <a:pt x="22499" y="1536"/>
                    </a:lnTo>
                    <a:lnTo>
                      <a:pt x="22289" y="1352"/>
                    </a:lnTo>
                    <a:lnTo>
                      <a:pt x="22066" y="1181"/>
                    </a:lnTo>
                    <a:lnTo>
                      <a:pt x="21843" y="1024"/>
                    </a:lnTo>
                    <a:lnTo>
                      <a:pt x="21607" y="880"/>
                    </a:lnTo>
                    <a:lnTo>
                      <a:pt x="21371" y="735"/>
                    </a:lnTo>
                    <a:lnTo>
                      <a:pt x="21122" y="617"/>
                    </a:lnTo>
                    <a:lnTo>
                      <a:pt x="20859" y="499"/>
                    </a:lnTo>
                    <a:lnTo>
                      <a:pt x="20610" y="394"/>
                    </a:lnTo>
                    <a:lnTo>
                      <a:pt x="20334" y="316"/>
                    </a:lnTo>
                    <a:lnTo>
                      <a:pt x="20059" y="237"/>
                    </a:lnTo>
                    <a:lnTo>
                      <a:pt x="19783" y="171"/>
                    </a:lnTo>
                    <a:lnTo>
                      <a:pt x="19508" y="119"/>
                    </a:lnTo>
                    <a:lnTo>
                      <a:pt x="19219" y="93"/>
                    </a:lnTo>
                    <a:lnTo>
                      <a:pt x="18918" y="66"/>
                    </a:lnTo>
                    <a:lnTo>
                      <a:pt x="18629" y="53"/>
                    </a:lnTo>
                    <a:lnTo>
                      <a:pt x="18367" y="66"/>
                    </a:lnTo>
                    <a:lnTo>
                      <a:pt x="18104" y="79"/>
                    </a:lnTo>
                    <a:lnTo>
                      <a:pt x="17855" y="119"/>
                    </a:lnTo>
                    <a:lnTo>
                      <a:pt x="17593" y="158"/>
                    </a:lnTo>
                    <a:lnTo>
                      <a:pt x="17343" y="211"/>
                    </a:lnTo>
                    <a:lnTo>
                      <a:pt x="17107" y="276"/>
                    </a:lnTo>
                    <a:lnTo>
                      <a:pt x="16858" y="342"/>
                    </a:lnTo>
                    <a:lnTo>
                      <a:pt x="16622" y="420"/>
                    </a:lnTo>
                    <a:lnTo>
                      <a:pt x="16399" y="525"/>
                    </a:lnTo>
                    <a:lnTo>
                      <a:pt x="16163" y="617"/>
                    </a:lnTo>
                    <a:lnTo>
                      <a:pt x="15940" y="735"/>
                    </a:lnTo>
                    <a:lnTo>
                      <a:pt x="15730" y="853"/>
                    </a:lnTo>
                    <a:lnTo>
                      <a:pt x="15520" y="985"/>
                    </a:lnTo>
                    <a:lnTo>
                      <a:pt x="15310" y="1129"/>
                    </a:lnTo>
                    <a:lnTo>
                      <a:pt x="15113" y="1273"/>
                    </a:lnTo>
                    <a:lnTo>
                      <a:pt x="14929" y="1431"/>
                    </a:lnTo>
                    <a:lnTo>
                      <a:pt x="14746" y="1588"/>
                    </a:lnTo>
                    <a:lnTo>
                      <a:pt x="14562" y="1759"/>
                    </a:lnTo>
                    <a:lnTo>
                      <a:pt x="14392" y="1942"/>
                    </a:lnTo>
                    <a:lnTo>
                      <a:pt x="14234" y="2126"/>
                    </a:lnTo>
                    <a:lnTo>
                      <a:pt x="14077" y="2323"/>
                    </a:lnTo>
                    <a:lnTo>
                      <a:pt x="13932" y="2520"/>
                    </a:lnTo>
                    <a:lnTo>
                      <a:pt x="13801" y="2729"/>
                    </a:lnTo>
                    <a:lnTo>
                      <a:pt x="13670" y="2939"/>
                    </a:lnTo>
                    <a:lnTo>
                      <a:pt x="13552" y="3162"/>
                    </a:lnTo>
                    <a:lnTo>
                      <a:pt x="13434" y="3385"/>
                    </a:lnTo>
                    <a:lnTo>
                      <a:pt x="13342" y="3608"/>
                    </a:lnTo>
                    <a:lnTo>
                      <a:pt x="13250" y="3845"/>
                    </a:lnTo>
                    <a:lnTo>
                      <a:pt x="13172" y="4081"/>
                    </a:lnTo>
                    <a:lnTo>
                      <a:pt x="13093" y="4330"/>
                    </a:lnTo>
                    <a:lnTo>
                      <a:pt x="13040" y="4579"/>
                    </a:lnTo>
                    <a:lnTo>
                      <a:pt x="12988" y="4842"/>
                    </a:lnTo>
                    <a:lnTo>
                      <a:pt x="12778" y="4789"/>
                    </a:lnTo>
                    <a:lnTo>
                      <a:pt x="12581" y="4763"/>
                    </a:lnTo>
                    <a:lnTo>
                      <a:pt x="12384" y="4750"/>
                    </a:lnTo>
                    <a:lnTo>
                      <a:pt x="12188" y="4737"/>
                    </a:lnTo>
                    <a:lnTo>
                      <a:pt x="11991" y="4750"/>
                    </a:lnTo>
                    <a:lnTo>
                      <a:pt x="11794" y="4763"/>
                    </a:lnTo>
                    <a:lnTo>
                      <a:pt x="11610" y="4789"/>
                    </a:lnTo>
                    <a:lnTo>
                      <a:pt x="11427" y="4842"/>
                    </a:lnTo>
                    <a:lnTo>
                      <a:pt x="11374" y="4579"/>
                    </a:lnTo>
                    <a:lnTo>
                      <a:pt x="11322" y="4330"/>
                    </a:lnTo>
                    <a:lnTo>
                      <a:pt x="11256" y="4081"/>
                    </a:lnTo>
                    <a:lnTo>
                      <a:pt x="11164" y="3845"/>
                    </a:lnTo>
                    <a:lnTo>
                      <a:pt x="11072" y="3595"/>
                    </a:lnTo>
                    <a:lnTo>
                      <a:pt x="10981" y="3372"/>
                    </a:lnTo>
                    <a:lnTo>
                      <a:pt x="10863" y="3136"/>
                    </a:lnTo>
                    <a:lnTo>
                      <a:pt x="10745" y="2913"/>
                    </a:lnTo>
                    <a:lnTo>
                      <a:pt x="10613" y="2703"/>
                    </a:lnTo>
                    <a:lnTo>
                      <a:pt x="10482" y="2493"/>
                    </a:lnTo>
                    <a:lnTo>
                      <a:pt x="10325" y="2283"/>
                    </a:lnTo>
                    <a:lnTo>
                      <a:pt x="10167" y="2087"/>
                    </a:lnTo>
                    <a:lnTo>
                      <a:pt x="10010" y="1903"/>
                    </a:lnTo>
                    <a:lnTo>
                      <a:pt x="9839" y="1719"/>
                    </a:lnTo>
                    <a:lnTo>
                      <a:pt x="9656" y="1549"/>
                    </a:lnTo>
                    <a:lnTo>
                      <a:pt x="9472" y="1378"/>
                    </a:lnTo>
                    <a:lnTo>
                      <a:pt x="9275" y="1221"/>
                    </a:lnTo>
                    <a:lnTo>
                      <a:pt x="9078" y="1063"/>
                    </a:lnTo>
                    <a:lnTo>
                      <a:pt x="8868" y="932"/>
                    </a:lnTo>
                    <a:lnTo>
                      <a:pt x="8659" y="801"/>
                    </a:lnTo>
                    <a:lnTo>
                      <a:pt x="8436" y="670"/>
                    </a:lnTo>
                    <a:lnTo>
                      <a:pt x="8213" y="552"/>
                    </a:lnTo>
                    <a:lnTo>
                      <a:pt x="7976" y="460"/>
                    </a:lnTo>
                    <a:lnTo>
                      <a:pt x="7740" y="355"/>
                    </a:lnTo>
                    <a:lnTo>
                      <a:pt x="7504" y="276"/>
                    </a:lnTo>
                    <a:lnTo>
                      <a:pt x="7268" y="197"/>
                    </a:lnTo>
                    <a:lnTo>
                      <a:pt x="7019" y="145"/>
                    </a:lnTo>
                    <a:lnTo>
                      <a:pt x="6756" y="93"/>
                    </a:lnTo>
                    <a:lnTo>
                      <a:pt x="6507" y="53"/>
                    </a:lnTo>
                    <a:lnTo>
                      <a:pt x="6245" y="14"/>
                    </a:lnTo>
                    <a:lnTo>
                      <a:pt x="598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17" name="Google Shape;2417;p45"/>
            <p:cNvGrpSpPr/>
            <p:nvPr/>
          </p:nvGrpSpPr>
          <p:grpSpPr>
            <a:xfrm>
              <a:off x="3124753" y="2097067"/>
              <a:ext cx="2904005" cy="2628275"/>
              <a:chOff x="735516" y="1544617"/>
              <a:chExt cx="2904005" cy="2628275"/>
            </a:xfrm>
          </p:grpSpPr>
          <p:sp>
            <p:nvSpPr>
              <p:cNvPr id="2418" name="Google Shape;2418;p45"/>
              <p:cNvSpPr/>
              <p:nvPr/>
            </p:nvSpPr>
            <p:spPr>
              <a:xfrm>
                <a:off x="1961914" y="2680601"/>
                <a:ext cx="305922" cy="16514"/>
              </a:xfrm>
              <a:custGeom>
                <a:avLst/>
                <a:gdLst/>
                <a:ahLst/>
                <a:cxnLst/>
                <a:rect l="l" t="t" r="r" b="b"/>
                <a:pathLst>
                  <a:path w="17043" h="920" extrusionOk="0">
                    <a:moveTo>
                      <a:pt x="1" y="1"/>
                    </a:moveTo>
                    <a:lnTo>
                      <a:pt x="1" y="919"/>
                    </a:lnTo>
                    <a:lnTo>
                      <a:pt x="17042" y="919"/>
                    </a:lnTo>
                    <a:lnTo>
                      <a:pt x="17042" y="1"/>
                    </a:lnTo>
                    <a:close/>
                  </a:path>
                </a:pathLst>
              </a:custGeom>
              <a:solidFill>
                <a:srgbClr val="393F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Google Shape;2419;p45"/>
              <p:cNvSpPr/>
              <p:nvPr/>
            </p:nvSpPr>
            <p:spPr>
              <a:xfrm>
                <a:off x="2274872" y="2680601"/>
                <a:ext cx="97738" cy="16514"/>
              </a:xfrm>
              <a:custGeom>
                <a:avLst/>
                <a:gdLst/>
                <a:ahLst/>
                <a:cxnLst/>
                <a:rect l="l" t="t" r="r" b="b"/>
                <a:pathLst>
                  <a:path w="5445" h="920" extrusionOk="0">
                    <a:moveTo>
                      <a:pt x="1" y="1"/>
                    </a:moveTo>
                    <a:lnTo>
                      <a:pt x="1" y="919"/>
                    </a:lnTo>
                    <a:lnTo>
                      <a:pt x="5445" y="919"/>
                    </a:lnTo>
                    <a:lnTo>
                      <a:pt x="5445" y="1"/>
                    </a:lnTo>
                    <a:close/>
                  </a:path>
                </a:pathLst>
              </a:custGeom>
              <a:solidFill>
                <a:srgbClr val="393F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Google Shape;2420;p45"/>
              <p:cNvSpPr/>
              <p:nvPr/>
            </p:nvSpPr>
            <p:spPr>
              <a:xfrm>
                <a:off x="2379664" y="2680601"/>
                <a:ext cx="115167" cy="16514"/>
              </a:xfrm>
              <a:custGeom>
                <a:avLst/>
                <a:gdLst/>
                <a:ahLst/>
                <a:cxnLst/>
                <a:rect l="l" t="t" r="r" b="b"/>
                <a:pathLst>
                  <a:path w="6416" h="920" extrusionOk="0">
                    <a:moveTo>
                      <a:pt x="1" y="1"/>
                    </a:moveTo>
                    <a:lnTo>
                      <a:pt x="1" y="919"/>
                    </a:lnTo>
                    <a:lnTo>
                      <a:pt x="6416" y="919"/>
                    </a:lnTo>
                    <a:lnTo>
                      <a:pt x="6416" y="1"/>
                    </a:lnTo>
                    <a:close/>
                  </a:path>
                </a:pathLst>
              </a:custGeom>
              <a:solidFill>
                <a:srgbClr val="393F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Google Shape;2421;p45"/>
              <p:cNvSpPr/>
              <p:nvPr/>
            </p:nvSpPr>
            <p:spPr>
              <a:xfrm>
                <a:off x="1896683" y="2717111"/>
                <a:ext cx="254818" cy="16496"/>
              </a:xfrm>
              <a:custGeom>
                <a:avLst/>
                <a:gdLst/>
                <a:ahLst/>
                <a:cxnLst/>
                <a:rect l="l" t="t" r="r" b="b"/>
                <a:pathLst>
                  <a:path w="14196" h="919" extrusionOk="0">
                    <a:moveTo>
                      <a:pt x="1" y="0"/>
                    </a:moveTo>
                    <a:lnTo>
                      <a:pt x="1" y="919"/>
                    </a:lnTo>
                    <a:lnTo>
                      <a:pt x="14195" y="919"/>
                    </a:lnTo>
                    <a:lnTo>
                      <a:pt x="14195" y="0"/>
                    </a:lnTo>
                    <a:close/>
                  </a:path>
                </a:pathLst>
              </a:custGeom>
              <a:solidFill>
                <a:srgbClr val="393F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Google Shape;2422;p45"/>
              <p:cNvSpPr/>
              <p:nvPr/>
            </p:nvSpPr>
            <p:spPr>
              <a:xfrm>
                <a:off x="2159723" y="2717111"/>
                <a:ext cx="83378" cy="16496"/>
              </a:xfrm>
              <a:custGeom>
                <a:avLst/>
                <a:gdLst/>
                <a:ahLst/>
                <a:cxnLst/>
                <a:rect l="l" t="t" r="r" b="b"/>
                <a:pathLst>
                  <a:path w="4645" h="919" extrusionOk="0">
                    <a:moveTo>
                      <a:pt x="0" y="0"/>
                    </a:moveTo>
                    <a:lnTo>
                      <a:pt x="0" y="919"/>
                    </a:lnTo>
                    <a:lnTo>
                      <a:pt x="4645" y="919"/>
                    </a:lnTo>
                    <a:lnTo>
                      <a:pt x="4645" y="0"/>
                    </a:lnTo>
                    <a:close/>
                  </a:path>
                </a:pathLst>
              </a:custGeom>
              <a:solidFill>
                <a:srgbClr val="E7C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Google Shape;2423;p45"/>
              <p:cNvSpPr/>
              <p:nvPr/>
            </p:nvSpPr>
            <p:spPr>
              <a:xfrm>
                <a:off x="2050928" y="4038428"/>
                <a:ext cx="116119" cy="75139"/>
              </a:xfrm>
              <a:custGeom>
                <a:avLst/>
                <a:gdLst/>
                <a:ahLst/>
                <a:cxnLst/>
                <a:rect l="l" t="t" r="r" b="b"/>
                <a:pathLst>
                  <a:path w="6469" h="4186" extrusionOk="0">
                    <a:moveTo>
                      <a:pt x="1" y="0"/>
                    </a:moveTo>
                    <a:lnTo>
                      <a:pt x="132" y="4185"/>
                    </a:lnTo>
                    <a:lnTo>
                      <a:pt x="1483" y="4185"/>
                    </a:lnTo>
                    <a:lnTo>
                      <a:pt x="1732" y="4172"/>
                    </a:lnTo>
                    <a:lnTo>
                      <a:pt x="1995" y="4146"/>
                    </a:lnTo>
                    <a:lnTo>
                      <a:pt x="2244" y="4106"/>
                    </a:lnTo>
                    <a:lnTo>
                      <a:pt x="2493" y="4054"/>
                    </a:lnTo>
                    <a:lnTo>
                      <a:pt x="2729" y="4001"/>
                    </a:lnTo>
                    <a:lnTo>
                      <a:pt x="2979" y="3923"/>
                    </a:lnTo>
                    <a:lnTo>
                      <a:pt x="3215" y="3844"/>
                    </a:lnTo>
                    <a:lnTo>
                      <a:pt x="3451" y="3765"/>
                    </a:lnTo>
                    <a:lnTo>
                      <a:pt x="3674" y="3660"/>
                    </a:lnTo>
                    <a:lnTo>
                      <a:pt x="3910" y="3555"/>
                    </a:lnTo>
                    <a:lnTo>
                      <a:pt x="4120" y="3437"/>
                    </a:lnTo>
                    <a:lnTo>
                      <a:pt x="4343" y="3306"/>
                    </a:lnTo>
                    <a:lnTo>
                      <a:pt x="4553" y="3162"/>
                    </a:lnTo>
                    <a:lnTo>
                      <a:pt x="4763" y="3017"/>
                    </a:lnTo>
                    <a:lnTo>
                      <a:pt x="4959" y="2860"/>
                    </a:lnTo>
                    <a:lnTo>
                      <a:pt x="6245" y="1797"/>
                    </a:lnTo>
                    <a:lnTo>
                      <a:pt x="6311" y="1732"/>
                    </a:lnTo>
                    <a:lnTo>
                      <a:pt x="6363" y="1666"/>
                    </a:lnTo>
                    <a:lnTo>
                      <a:pt x="6403" y="1601"/>
                    </a:lnTo>
                    <a:lnTo>
                      <a:pt x="6429" y="1522"/>
                    </a:lnTo>
                    <a:lnTo>
                      <a:pt x="6455" y="1443"/>
                    </a:lnTo>
                    <a:lnTo>
                      <a:pt x="6468" y="1364"/>
                    </a:lnTo>
                    <a:lnTo>
                      <a:pt x="6468" y="1286"/>
                    </a:lnTo>
                    <a:lnTo>
                      <a:pt x="6455" y="1207"/>
                    </a:lnTo>
                    <a:lnTo>
                      <a:pt x="6416" y="1076"/>
                    </a:lnTo>
                    <a:lnTo>
                      <a:pt x="6363" y="945"/>
                    </a:lnTo>
                    <a:lnTo>
                      <a:pt x="6298" y="827"/>
                    </a:lnTo>
                    <a:lnTo>
                      <a:pt x="6232" y="722"/>
                    </a:lnTo>
                    <a:lnTo>
                      <a:pt x="6153" y="617"/>
                    </a:lnTo>
                    <a:lnTo>
                      <a:pt x="6075" y="512"/>
                    </a:lnTo>
                    <a:lnTo>
                      <a:pt x="5983" y="420"/>
                    </a:lnTo>
                    <a:lnTo>
                      <a:pt x="5878" y="341"/>
                    </a:lnTo>
                    <a:lnTo>
                      <a:pt x="5773" y="262"/>
                    </a:lnTo>
                    <a:lnTo>
                      <a:pt x="5668" y="197"/>
                    </a:lnTo>
                    <a:lnTo>
                      <a:pt x="5550" y="131"/>
                    </a:lnTo>
                    <a:lnTo>
                      <a:pt x="5419" y="92"/>
                    </a:lnTo>
                    <a:lnTo>
                      <a:pt x="5301" y="53"/>
                    </a:lnTo>
                    <a:lnTo>
                      <a:pt x="5169" y="26"/>
                    </a:lnTo>
                    <a:lnTo>
                      <a:pt x="502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Google Shape;2424;p45"/>
              <p:cNvSpPr/>
              <p:nvPr/>
            </p:nvSpPr>
            <p:spPr>
              <a:xfrm>
                <a:off x="2212711" y="4039128"/>
                <a:ext cx="116101" cy="75139"/>
              </a:xfrm>
              <a:custGeom>
                <a:avLst/>
                <a:gdLst/>
                <a:ahLst/>
                <a:cxnLst/>
                <a:rect l="l" t="t" r="r" b="b"/>
                <a:pathLst>
                  <a:path w="6468" h="4186" extrusionOk="0">
                    <a:moveTo>
                      <a:pt x="1443" y="0"/>
                    </a:moveTo>
                    <a:lnTo>
                      <a:pt x="1312" y="14"/>
                    </a:lnTo>
                    <a:lnTo>
                      <a:pt x="1168" y="53"/>
                    </a:lnTo>
                    <a:lnTo>
                      <a:pt x="1050" y="92"/>
                    </a:lnTo>
                    <a:lnTo>
                      <a:pt x="919" y="132"/>
                    </a:lnTo>
                    <a:lnTo>
                      <a:pt x="800" y="197"/>
                    </a:lnTo>
                    <a:lnTo>
                      <a:pt x="696" y="263"/>
                    </a:lnTo>
                    <a:lnTo>
                      <a:pt x="591" y="342"/>
                    </a:lnTo>
                    <a:lnTo>
                      <a:pt x="486" y="420"/>
                    </a:lnTo>
                    <a:lnTo>
                      <a:pt x="394" y="512"/>
                    </a:lnTo>
                    <a:lnTo>
                      <a:pt x="315" y="617"/>
                    </a:lnTo>
                    <a:lnTo>
                      <a:pt x="236" y="722"/>
                    </a:lnTo>
                    <a:lnTo>
                      <a:pt x="171" y="827"/>
                    </a:lnTo>
                    <a:lnTo>
                      <a:pt x="105" y="945"/>
                    </a:lnTo>
                    <a:lnTo>
                      <a:pt x="66" y="1076"/>
                    </a:lnTo>
                    <a:lnTo>
                      <a:pt x="26" y="1194"/>
                    </a:lnTo>
                    <a:lnTo>
                      <a:pt x="0" y="1286"/>
                    </a:lnTo>
                    <a:lnTo>
                      <a:pt x="0" y="1365"/>
                    </a:lnTo>
                    <a:lnTo>
                      <a:pt x="13" y="1443"/>
                    </a:lnTo>
                    <a:lnTo>
                      <a:pt x="40" y="1522"/>
                    </a:lnTo>
                    <a:lnTo>
                      <a:pt x="66" y="1601"/>
                    </a:lnTo>
                    <a:lnTo>
                      <a:pt x="118" y="1667"/>
                    </a:lnTo>
                    <a:lnTo>
                      <a:pt x="171" y="1732"/>
                    </a:lnTo>
                    <a:lnTo>
                      <a:pt x="223" y="1798"/>
                    </a:lnTo>
                    <a:lnTo>
                      <a:pt x="1509" y="2860"/>
                    </a:lnTo>
                    <a:lnTo>
                      <a:pt x="1706" y="3018"/>
                    </a:lnTo>
                    <a:lnTo>
                      <a:pt x="1916" y="3162"/>
                    </a:lnTo>
                    <a:lnTo>
                      <a:pt x="2126" y="3306"/>
                    </a:lnTo>
                    <a:lnTo>
                      <a:pt x="2349" y="3424"/>
                    </a:lnTo>
                    <a:lnTo>
                      <a:pt x="2572" y="3556"/>
                    </a:lnTo>
                    <a:lnTo>
                      <a:pt x="2795" y="3661"/>
                    </a:lnTo>
                    <a:lnTo>
                      <a:pt x="3018" y="3766"/>
                    </a:lnTo>
                    <a:lnTo>
                      <a:pt x="3254" y="3844"/>
                    </a:lnTo>
                    <a:lnTo>
                      <a:pt x="3503" y="3923"/>
                    </a:lnTo>
                    <a:lnTo>
                      <a:pt x="3739" y="4002"/>
                    </a:lnTo>
                    <a:lnTo>
                      <a:pt x="3988" y="4054"/>
                    </a:lnTo>
                    <a:lnTo>
                      <a:pt x="4238" y="4107"/>
                    </a:lnTo>
                    <a:lnTo>
                      <a:pt x="4487" y="4146"/>
                    </a:lnTo>
                    <a:lnTo>
                      <a:pt x="4736" y="4172"/>
                    </a:lnTo>
                    <a:lnTo>
                      <a:pt x="4985" y="4185"/>
                    </a:lnTo>
                    <a:lnTo>
                      <a:pt x="6337" y="4185"/>
                    </a:lnTo>
                    <a:lnTo>
                      <a:pt x="64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Google Shape;2425;p45"/>
              <p:cNvSpPr/>
              <p:nvPr/>
            </p:nvSpPr>
            <p:spPr>
              <a:xfrm>
                <a:off x="735516" y="2825188"/>
                <a:ext cx="2904005" cy="59845"/>
              </a:xfrm>
              <a:custGeom>
                <a:avLst/>
                <a:gdLst/>
                <a:ahLst/>
                <a:cxnLst/>
                <a:rect l="l" t="t" r="r" b="b"/>
                <a:pathLst>
                  <a:path w="161783" h="3334" extrusionOk="0">
                    <a:moveTo>
                      <a:pt x="0" y="1"/>
                    </a:moveTo>
                    <a:lnTo>
                      <a:pt x="0" y="3333"/>
                    </a:lnTo>
                    <a:lnTo>
                      <a:pt x="161783" y="3333"/>
                    </a:lnTo>
                    <a:lnTo>
                      <a:pt x="161783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Google Shape;2426;p45"/>
              <p:cNvSpPr/>
              <p:nvPr/>
            </p:nvSpPr>
            <p:spPr>
              <a:xfrm>
                <a:off x="2005245" y="4066448"/>
                <a:ext cx="86914" cy="47585"/>
              </a:xfrm>
              <a:custGeom>
                <a:avLst/>
                <a:gdLst/>
                <a:ahLst/>
                <a:cxnLst/>
                <a:rect l="l" t="t" r="r" b="b"/>
                <a:pathLst>
                  <a:path w="4842" h="2651" extrusionOk="0">
                    <a:moveTo>
                      <a:pt x="0" y="0"/>
                    </a:moveTo>
                    <a:lnTo>
                      <a:pt x="0" y="1312"/>
                    </a:lnTo>
                    <a:lnTo>
                      <a:pt x="14" y="1443"/>
                    </a:lnTo>
                    <a:lnTo>
                      <a:pt x="27" y="1574"/>
                    </a:lnTo>
                    <a:lnTo>
                      <a:pt x="66" y="1706"/>
                    </a:lnTo>
                    <a:lnTo>
                      <a:pt x="105" y="1837"/>
                    </a:lnTo>
                    <a:lnTo>
                      <a:pt x="158" y="1955"/>
                    </a:lnTo>
                    <a:lnTo>
                      <a:pt x="223" y="2060"/>
                    </a:lnTo>
                    <a:lnTo>
                      <a:pt x="302" y="2165"/>
                    </a:lnTo>
                    <a:lnTo>
                      <a:pt x="394" y="2257"/>
                    </a:lnTo>
                    <a:lnTo>
                      <a:pt x="486" y="2349"/>
                    </a:lnTo>
                    <a:lnTo>
                      <a:pt x="591" y="2427"/>
                    </a:lnTo>
                    <a:lnTo>
                      <a:pt x="696" y="2493"/>
                    </a:lnTo>
                    <a:lnTo>
                      <a:pt x="814" y="2545"/>
                    </a:lnTo>
                    <a:lnTo>
                      <a:pt x="945" y="2585"/>
                    </a:lnTo>
                    <a:lnTo>
                      <a:pt x="1063" y="2624"/>
                    </a:lnTo>
                    <a:lnTo>
                      <a:pt x="1207" y="2637"/>
                    </a:lnTo>
                    <a:lnTo>
                      <a:pt x="1339" y="2650"/>
                    </a:lnTo>
                    <a:lnTo>
                      <a:pt x="3490" y="2650"/>
                    </a:lnTo>
                    <a:lnTo>
                      <a:pt x="3634" y="2637"/>
                    </a:lnTo>
                    <a:lnTo>
                      <a:pt x="3766" y="2624"/>
                    </a:lnTo>
                    <a:lnTo>
                      <a:pt x="3897" y="2585"/>
                    </a:lnTo>
                    <a:lnTo>
                      <a:pt x="4015" y="2545"/>
                    </a:lnTo>
                    <a:lnTo>
                      <a:pt x="4133" y="2493"/>
                    </a:lnTo>
                    <a:lnTo>
                      <a:pt x="4251" y="2427"/>
                    </a:lnTo>
                    <a:lnTo>
                      <a:pt x="4343" y="2349"/>
                    </a:lnTo>
                    <a:lnTo>
                      <a:pt x="4448" y="2257"/>
                    </a:lnTo>
                    <a:lnTo>
                      <a:pt x="4526" y="2165"/>
                    </a:lnTo>
                    <a:lnTo>
                      <a:pt x="4605" y="2060"/>
                    </a:lnTo>
                    <a:lnTo>
                      <a:pt x="4671" y="1955"/>
                    </a:lnTo>
                    <a:lnTo>
                      <a:pt x="4736" y="1837"/>
                    </a:lnTo>
                    <a:lnTo>
                      <a:pt x="4776" y="1706"/>
                    </a:lnTo>
                    <a:lnTo>
                      <a:pt x="4802" y="1574"/>
                    </a:lnTo>
                    <a:lnTo>
                      <a:pt x="4828" y="1443"/>
                    </a:lnTo>
                    <a:lnTo>
                      <a:pt x="4841" y="1312"/>
                    </a:lnTo>
                    <a:lnTo>
                      <a:pt x="484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Google Shape;2427;p45"/>
              <p:cNvSpPr/>
              <p:nvPr/>
            </p:nvSpPr>
            <p:spPr>
              <a:xfrm>
                <a:off x="1903900" y="3163581"/>
                <a:ext cx="191688" cy="904770"/>
              </a:xfrm>
              <a:custGeom>
                <a:avLst/>
                <a:gdLst/>
                <a:ahLst/>
                <a:cxnLst/>
                <a:rect l="l" t="t" r="r" b="b"/>
                <a:pathLst>
                  <a:path w="10679" h="50405" extrusionOk="0">
                    <a:moveTo>
                      <a:pt x="0" y="1"/>
                    </a:moveTo>
                    <a:lnTo>
                      <a:pt x="4723" y="50404"/>
                    </a:lnTo>
                    <a:lnTo>
                      <a:pt x="10679" y="50404"/>
                    </a:lnTo>
                    <a:lnTo>
                      <a:pt x="1067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Google Shape;2428;p45"/>
              <p:cNvSpPr/>
              <p:nvPr/>
            </p:nvSpPr>
            <p:spPr>
              <a:xfrm>
                <a:off x="2267477" y="4066448"/>
                <a:ext cx="86914" cy="47585"/>
              </a:xfrm>
              <a:custGeom>
                <a:avLst/>
                <a:gdLst/>
                <a:ahLst/>
                <a:cxnLst/>
                <a:rect l="l" t="t" r="r" b="b"/>
                <a:pathLst>
                  <a:path w="4842" h="2651" extrusionOk="0">
                    <a:moveTo>
                      <a:pt x="1" y="0"/>
                    </a:moveTo>
                    <a:lnTo>
                      <a:pt x="1" y="1312"/>
                    </a:lnTo>
                    <a:lnTo>
                      <a:pt x="14" y="1443"/>
                    </a:lnTo>
                    <a:lnTo>
                      <a:pt x="27" y="1574"/>
                    </a:lnTo>
                    <a:lnTo>
                      <a:pt x="66" y="1706"/>
                    </a:lnTo>
                    <a:lnTo>
                      <a:pt x="106" y="1837"/>
                    </a:lnTo>
                    <a:lnTo>
                      <a:pt x="171" y="1955"/>
                    </a:lnTo>
                    <a:lnTo>
                      <a:pt x="237" y="2060"/>
                    </a:lnTo>
                    <a:lnTo>
                      <a:pt x="316" y="2165"/>
                    </a:lnTo>
                    <a:lnTo>
                      <a:pt x="394" y="2257"/>
                    </a:lnTo>
                    <a:lnTo>
                      <a:pt x="486" y="2349"/>
                    </a:lnTo>
                    <a:lnTo>
                      <a:pt x="591" y="2427"/>
                    </a:lnTo>
                    <a:lnTo>
                      <a:pt x="709" y="2493"/>
                    </a:lnTo>
                    <a:lnTo>
                      <a:pt x="827" y="2545"/>
                    </a:lnTo>
                    <a:lnTo>
                      <a:pt x="945" y="2585"/>
                    </a:lnTo>
                    <a:lnTo>
                      <a:pt x="1076" y="2624"/>
                    </a:lnTo>
                    <a:lnTo>
                      <a:pt x="1208" y="2637"/>
                    </a:lnTo>
                    <a:lnTo>
                      <a:pt x="1339" y="2650"/>
                    </a:lnTo>
                    <a:lnTo>
                      <a:pt x="3503" y="2650"/>
                    </a:lnTo>
                    <a:lnTo>
                      <a:pt x="3635" y="2637"/>
                    </a:lnTo>
                    <a:lnTo>
                      <a:pt x="3766" y="2624"/>
                    </a:lnTo>
                    <a:lnTo>
                      <a:pt x="3897" y="2585"/>
                    </a:lnTo>
                    <a:lnTo>
                      <a:pt x="4015" y="2545"/>
                    </a:lnTo>
                    <a:lnTo>
                      <a:pt x="4133" y="2493"/>
                    </a:lnTo>
                    <a:lnTo>
                      <a:pt x="4251" y="2427"/>
                    </a:lnTo>
                    <a:lnTo>
                      <a:pt x="4356" y="2349"/>
                    </a:lnTo>
                    <a:lnTo>
                      <a:pt x="4448" y="2257"/>
                    </a:lnTo>
                    <a:lnTo>
                      <a:pt x="4527" y="2165"/>
                    </a:lnTo>
                    <a:lnTo>
                      <a:pt x="4605" y="2060"/>
                    </a:lnTo>
                    <a:lnTo>
                      <a:pt x="4671" y="1955"/>
                    </a:lnTo>
                    <a:lnTo>
                      <a:pt x="4737" y="1837"/>
                    </a:lnTo>
                    <a:lnTo>
                      <a:pt x="4776" y="1706"/>
                    </a:lnTo>
                    <a:lnTo>
                      <a:pt x="4815" y="1574"/>
                    </a:lnTo>
                    <a:lnTo>
                      <a:pt x="4828" y="1443"/>
                    </a:lnTo>
                    <a:lnTo>
                      <a:pt x="4842" y="1312"/>
                    </a:lnTo>
                    <a:lnTo>
                      <a:pt x="484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Google Shape;2429;p45"/>
              <p:cNvSpPr/>
              <p:nvPr/>
            </p:nvSpPr>
            <p:spPr>
              <a:xfrm>
                <a:off x="2260423" y="3163581"/>
                <a:ext cx="191688" cy="904770"/>
              </a:xfrm>
              <a:custGeom>
                <a:avLst/>
                <a:gdLst/>
                <a:ahLst/>
                <a:cxnLst/>
                <a:rect l="l" t="t" r="r" b="b"/>
                <a:pathLst>
                  <a:path w="10679" h="50405" extrusionOk="0">
                    <a:moveTo>
                      <a:pt x="0" y="1"/>
                    </a:moveTo>
                    <a:lnTo>
                      <a:pt x="0" y="50404"/>
                    </a:lnTo>
                    <a:lnTo>
                      <a:pt x="5956" y="50404"/>
                    </a:lnTo>
                    <a:lnTo>
                      <a:pt x="1067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Google Shape;2430;p45"/>
              <p:cNvSpPr/>
              <p:nvPr/>
            </p:nvSpPr>
            <p:spPr>
              <a:xfrm>
                <a:off x="1640950" y="2743246"/>
                <a:ext cx="66415" cy="99622"/>
              </a:xfrm>
              <a:custGeom>
                <a:avLst/>
                <a:gdLst/>
                <a:ahLst/>
                <a:cxnLst/>
                <a:rect l="l" t="t" r="r" b="b"/>
                <a:pathLst>
                  <a:path w="3700" h="5550" extrusionOk="0">
                    <a:moveTo>
                      <a:pt x="3503" y="0"/>
                    </a:moveTo>
                    <a:lnTo>
                      <a:pt x="3319" y="14"/>
                    </a:lnTo>
                    <a:lnTo>
                      <a:pt x="3136" y="40"/>
                    </a:lnTo>
                    <a:lnTo>
                      <a:pt x="2952" y="66"/>
                    </a:lnTo>
                    <a:lnTo>
                      <a:pt x="2769" y="119"/>
                    </a:lnTo>
                    <a:lnTo>
                      <a:pt x="2598" y="158"/>
                    </a:lnTo>
                    <a:lnTo>
                      <a:pt x="2427" y="224"/>
                    </a:lnTo>
                    <a:lnTo>
                      <a:pt x="2257" y="289"/>
                    </a:lnTo>
                    <a:lnTo>
                      <a:pt x="2086" y="368"/>
                    </a:lnTo>
                    <a:lnTo>
                      <a:pt x="1929" y="447"/>
                    </a:lnTo>
                    <a:lnTo>
                      <a:pt x="1771" y="538"/>
                    </a:lnTo>
                    <a:lnTo>
                      <a:pt x="1627" y="630"/>
                    </a:lnTo>
                    <a:lnTo>
                      <a:pt x="1483" y="735"/>
                    </a:lnTo>
                    <a:lnTo>
                      <a:pt x="1339" y="840"/>
                    </a:lnTo>
                    <a:lnTo>
                      <a:pt x="1207" y="958"/>
                    </a:lnTo>
                    <a:lnTo>
                      <a:pt x="1076" y="1076"/>
                    </a:lnTo>
                    <a:lnTo>
                      <a:pt x="958" y="1207"/>
                    </a:lnTo>
                    <a:lnTo>
                      <a:pt x="840" y="1339"/>
                    </a:lnTo>
                    <a:lnTo>
                      <a:pt x="735" y="1483"/>
                    </a:lnTo>
                    <a:lnTo>
                      <a:pt x="630" y="1627"/>
                    </a:lnTo>
                    <a:lnTo>
                      <a:pt x="525" y="1772"/>
                    </a:lnTo>
                    <a:lnTo>
                      <a:pt x="446" y="1929"/>
                    </a:lnTo>
                    <a:lnTo>
                      <a:pt x="355" y="2086"/>
                    </a:lnTo>
                    <a:lnTo>
                      <a:pt x="289" y="2257"/>
                    </a:lnTo>
                    <a:lnTo>
                      <a:pt x="223" y="2427"/>
                    </a:lnTo>
                    <a:lnTo>
                      <a:pt x="158" y="2598"/>
                    </a:lnTo>
                    <a:lnTo>
                      <a:pt x="118" y="2769"/>
                    </a:lnTo>
                    <a:lnTo>
                      <a:pt x="66" y="2952"/>
                    </a:lnTo>
                    <a:lnTo>
                      <a:pt x="40" y="3136"/>
                    </a:lnTo>
                    <a:lnTo>
                      <a:pt x="14" y="3320"/>
                    </a:lnTo>
                    <a:lnTo>
                      <a:pt x="0" y="3503"/>
                    </a:lnTo>
                    <a:lnTo>
                      <a:pt x="0" y="3700"/>
                    </a:lnTo>
                    <a:lnTo>
                      <a:pt x="0" y="5550"/>
                    </a:lnTo>
                    <a:lnTo>
                      <a:pt x="3700" y="5550"/>
                    </a:lnTo>
                    <a:lnTo>
                      <a:pt x="3700" y="0"/>
                    </a:lnTo>
                    <a:close/>
                  </a:path>
                </a:pathLst>
              </a:custGeom>
              <a:solidFill>
                <a:srgbClr val="FFB7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Google Shape;2431;p45"/>
              <p:cNvSpPr/>
              <p:nvPr/>
            </p:nvSpPr>
            <p:spPr>
              <a:xfrm>
                <a:off x="1640716" y="2524005"/>
                <a:ext cx="235019" cy="385045"/>
              </a:xfrm>
              <a:custGeom>
                <a:avLst/>
                <a:gdLst/>
                <a:ahLst/>
                <a:cxnLst/>
                <a:rect l="l" t="t" r="r" b="b"/>
                <a:pathLst>
                  <a:path w="13093" h="21451" extrusionOk="0">
                    <a:moveTo>
                      <a:pt x="6442" y="1"/>
                    </a:moveTo>
                    <a:lnTo>
                      <a:pt x="145" y="17134"/>
                    </a:lnTo>
                    <a:lnTo>
                      <a:pt x="66" y="17370"/>
                    </a:lnTo>
                    <a:lnTo>
                      <a:pt x="13" y="17620"/>
                    </a:lnTo>
                    <a:lnTo>
                      <a:pt x="0" y="17869"/>
                    </a:lnTo>
                    <a:lnTo>
                      <a:pt x="0" y="18118"/>
                    </a:lnTo>
                    <a:lnTo>
                      <a:pt x="27" y="18367"/>
                    </a:lnTo>
                    <a:lnTo>
                      <a:pt x="79" y="18603"/>
                    </a:lnTo>
                    <a:lnTo>
                      <a:pt x="145" y="18853"/>
                    </a:lnTo>
                    <a:lnTo>
                      <a:pt x="250" y="19076"/>
                    </a:lnTo>
                    <a:lnTo>
                      <a:pt x="761" y="20099"/>
                    </a:lnTo>
                    <a:lnTo>
                      <a:pt x="866" y="20283"/>
                    </a:lnTo>
                    <a:lnTo>
                      <a:pt x="984" y="20453"/>
                    </a:lnTo>
                    <a:lnTo>
                      <a:pt x="1115" y="20624"/>
                    </a:lnTo>
                    <a:lnTo>
                      <a:pt x="1247" y="20768"/>
                    </a:lnTo>
                    <a:lnTo>
                      <a:pt x="1404" y="20899"/>
                    </a:lnTo>
                    <a:lnTo>
                      <a:pt x="1561" y="21017"/>
                    </a:lnTo>
                    <a:lnTo>
                      <a:pt x="1732" y="21135"/>
                    </a:lnTo>
                    <a:lnTo>
                      <a:pt x="1916" y="21227"/>
                    </a:lnTo>
                    <a:lnTo>
                      <a:pt x="2099" y="21306"/>
                    </a:lnTo>
                    <a:lnTo>
                      <a:pt x="2283" y="21358"/>
                    </a:lnTo>
                    <a:lnTo>
                      <a:pt x="2480" y="21411"/>
                    </a:lnTo>
                    <a:lnTo>
                      <a:pt x="2690" y="21437"/>
                    </a:lnTo>
                    <a:lnTo>
                      <a:pt x="2886" y="21450"/>
                    </a:lnTo>
                    <a:lnTo>
                      <a:pt x="3096" y="21450"/>
                    </a:lnTo>
                    <a:lnTo>
                      <a:pt x="3306" y="21437"/>
                    </a:lnTo>
                    <a:lnTo>
                      <a:pt x="3503" y="21398"/>
                    </a:lnTo>
                    <a:lnTo>
                      <a:pt x="3844" y="21306"/>
                    </a:lnTo>
                    <a:lnTo>
                      <a:pt x="4172" y="21201"/>
                    </a:lnTo>
                    <a:lnTo>
                      <a:pt x="4500" y="21070"/>
                    </a:lnTo>
                    <a:lnTo>
                      <a:pt x="4802" y="20912"/>
                    </a:lnTo>
                    <a:lnTo>
                      <a:pt x="5104" y="20755"/>
                    </a:lnTo>
                    <a:lnTo>
                      <a:pt x="5392" y="20571"/>
                    </a:lnTo>
                    <a:lnTo>
                      <a:pt x="5668" y="20361"/>
                    </a:lnTo>
                    <a:lnTo>
                      <a:pt x="5930" y="20151"/>
                    </a:lnTo>
                    <a:lnTo>
                      <a:pt x="6179" y="19915"/>
                    </a:lnTo>
                    <a:lnTo>
                      <a:pt x="6415" y="19666"/>
                    </a:lnTo>
                    <a:lnTo>
                      <a:pt x="6638" y="19404"/>
                    </a:lnTo>
                    <a:lnTo>
                      <a:pt x="6835" y="19128"/>
                    </a:lnTo>
                    <a:lnTo>
                      <a:pt x="7019" y="18840"/>
                    </a:lnTo>
                    <a:lnTo>
                      <a:pt x="7189" y="18538"/>
                    </a:lnTo>
                    <a:lnTo>
                      <a:pt x="7334" y="18223"/>
                    </a:lnTo>
                    <a:lnTo>
                      <a:pt x="7465" y="17895"/>
                    </a:lnTo>
                    <a:lnTo>
                      <a:pt x="13093" y="2598"/>
                    </a:lnTo>
                    <a:lnTo>
                      <a:pt x="6442" y="1"/>
                    </a:lnTo>
                    <a:close/>
                  </a:path>
                </a:pathLst>
              </a:custGeom>
              <a:solidFill>
                <a:srgbClr val="FFC0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Google Shape;2432;p45"/>
              <p:cNvSpPr/>
              <p:nvPr/>
            </p:nvSpPr>
            <p:spPr>
              <a:xfrm>
                <a:off x="2667672" y="2743246"/>
                <a:ext cx="66415" cy="99622"/>
              </a:xfrm>
              <a:custGeom>
                <a:avLst/>
                <a:gdLst/>
                <a:ahLst/>
                <a:cxnLst/>
                <a:rect l="l" t="t" r="r" b="b"/>
                <a:pathLst>
                  <a:path w="3700" h="5550" extrusionOk="0">
                    <a:moveTo>
                      <a:pt x="0" y="0"/>
                    </a:moveTo>
                    <a:lnTo>
                      <a:pt x="0" y="5550"/>
                    </a:lnTo>
                    <a:lnTo>
                      <a:pt x="3700" y="5550"/>
                    </a:lnTo>
                    <a:lnTo>
                      <a:pt x="3700" y="3700"/>
                    </a:lnTo>
                    <a:lnTo>
                      <a:pt x="3700" y="3503"/>
                    </a:lnTo>
                    <a:lnTo>
                      <a:pt x="3686" y="3320"/>
                    </a:lnTo>
                    <a:lnTo>
                      <a:pt x="3660" y="3136"/>
                    </a:lnTo>
                    <a:lnTo>
                      <a:pt x="3634" y="2952"/>
                    </a:lnTo>
                    <a:lnTo>
                      <a:pt x="3582" y="2769"/>
                    </a:lnTo>
                    <a:lnTo>
                      <a:pt x="3542" y="2598"/>
                    </a:lnTo>
                    <a:lnTo>
                      <a:pt x="3477" y="2427"/>
                    </a:lnTo>
                    <a:lnTo>
                      <a:pt x="3411" y="2257"/>
                    </a:lnTo>
                    <a:lnTo>
                      <a:pt x="3332" y="2086"/>
                    </a:lnTo>
                    <a:lnTo>
                      <a:pt x="3254" y="1929"/>
                    </a:lnTo>
                    <a:lnTo>
                      <a:pt x="3162" y="1772"/>
                    </a:lnTo>
                    <a:lnTo>
                      <a:pt x="3070" y="1627"/>
                    </a:lnTo>
                    <a:lnTo>
                      <a:pt x="2965" y="1483"/>
                    </a:lnTo>
                    <a:lnTo>
                      <a:pt x="2860" y="1339"/>
                    </a:lnTo>
                    <a:lnTo>
                      <a:pt x="2742" y="1207"/>
                    </a:lnTo>
                    <a:lnTo>
                      <a:pt x="2624" y="1076"/>
                    </a:lnTo>
                    <a:lnTo>
                      <a:pt x="2493" y="958"/>
                    </a:lnTo>
                    <a:lnTo>
                      <a:pt x="2361" y="840"/>
                    </a:lnTo>
                    <a:lnTo>
                      <a:pt x="2217" y="735"/>
                    </a:lnTo>
                    <a:lnTo>
                      <a:pt x="2073" y="630"/>
                    </a:lnTo>
                    <a:lnTo>
                      <a:pt x="1929" y="538"/>
                    </a:lnTo>
                    <a:lnTo>
                      <a:pt x="1771" y="447"/>
                    </a:lnTo>
                    <a:lnTo>
                      <a:pt x="1614" y="368"/>
                    </a:lnTo>
                    <a:lnTo>
                      <a:pt x="1443" y="289"/>
                    </a:lnTo>
                    <a:lnTo>
                      <a:pt x="1273" y="224"/>
                    </a:lnTo>
                    <a:lnTo>
                      <a:pt x="1102" y="158"/>
                    </a:lnTo>
                    <a:lnTo>
                      <a:pt x="932" y="119"/>
                    </a:lnTo>
                    <a:lnTo>
                      <a:pt x="748" y="66"/>
                    </a:lnTo>
                    <a:lnTo>
                      <a:pt x="564" y="40"/>
                    </a:lnTo>
                    <a:lnTo>
                      <a:pt x="381" y="14"/>
                    </a:lnTo>
                    <a:lnTo>
                      <a:pt x="197" y="0"/>
                    </a:lnTo>
                    <a:close/>
                  </a:path>
                </a:pathLst>
              </a:custGeom>
              <a:solidFill>
                <a:srgbClr val="FFB7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Google Shape;2433;p45"/>
              <p:cNvSpPr/>
              <p:nvPr/>
            </p:nvSpPr>
            <p:spPr>
              <a:xfrm>
                <a:off x="2499301" y="2524005"/>
                <a:ext cx="235019" cy="385045"/>
              </a:xfrm>
              <a:custGeom>
                <a:avLst/>
                <a:gdLst/>
                <a:ahLst/>
                <a:cxnLst/>
                <a:rect l="l" t="t" r="r" b="b"/>
                <a:pathLst>
                  <a:path w="13093" h="21451" extrusionOk="0">
                    <a:moveTo>
                      <a:pt x="6651" y="1"/>
                    </a:moveTo>
                    <a:lnTo>
                      <a:pt x="0" y="2598"/>
                    </a:lnTo>
                    <a:lnTo>
                      <a:pt x="5615" y="17895"/>
                    </a:lnTo>
                    <a:lnTo>
                      <a:pt x="5746" y="18223"/>
                    </a:lnTo>
                    <a:lnTo>
                      <a:pt x="5904" y="18538"/>
                    </a:lnTo>
                    <a:lnTo>
                      <a:pt x="6074" y="18840"/>
                    </a:lnTo>
                    <a:lnTo>
                      <a:pt x="6258" y="19128"/>
                    </a:lnTo>
                    <a:lnTo>
                      <a:pt x="6455" y="19404"/>
                    </a:lnTo>
                    <a:lnTo>
                      <a:pt x="6678" y="19666"/>
                    </a:lnTo>
                    <a:lnTo>
                      <a:pt x="6914" y="19915"/>
                    </a:lnTo>
                    <a:lnTo>
                      <a:pt x="7163" y="20151"/>
                    </a:lnTo>
                    <a:lnTo>
                      <a:pt x="7425" y="20361"/>
                    </a:lnTo>
                    <a:lnTo>
                      <a:pt x="7701" y="20571"/>
                    </a:lnTo>
                    <a:lnTo>
                      <a:pt x="7989" y="20755"/>
                    </a:lnTo>
                    <a:lnTo>
                      <a:pt x="8278" y="20912"/>
                    </a:lnTo>
                    <a:lnTo>
                      <a:pt x="8593" y="21070"/>
                    </a:lnTo>
                    <a:lnTo>
                      <a:pt x="8921" y="21201"/>
                    </a:lnTo>
                    <a:lnTo>
                      <a:pt x="9249" y="21306"/>
                    </a:lnTo>
                    <a:lnTo>
                      <a:pt x="9577" y="21398"/>
                    </a:lnTo>
                    <a:lnTo>
                      <a:pt x="9787" y="21437"/>
                    </a:lnTo>
                    <a:lnTo>
                      <a:pt x="9997" y="21450"/>
                    </a:lnTo>
                    <a:lnTo>
                      <a:pt x="10207" y="21450"/>
                    </a:lnTo>
                    <a:lnTo>
                      <a:pt x="10403" y="21437"/>
                    </a:lnTo>
                    <a:lnTo>
                      <a:pt x="10600" y="21411"/>
                    </a:lnTo>
                    <a:lnTo>
                      <a:pt x="10797" y="21358"/>
                    </a:lnTo>
                    <a:lnTo>
                      <a:pt x="10994" y="21306"/>
                    </a:lnTo>
                    <a:lnTo>
                      <a:pt x="11177" y="21227"/>
                    </a:lnTo>
                    <a:lnTo>
                      <a:pt x="11361" y="21135"/>
                    </a:lnTo>
                    <a:lnTo>
                      <a:pt x="11532" y="21017"/>
                    </a:lnTo>
                    <a:lnTo>
                      <a:pt x="11689" y="20899"/>
                    </a:lnTo>
                    <a:lnTo>
                      <a:pt x="11846" y="20768"/>
                    </a:lnTo>
                    <a:lnTo>
                      <a:pt x="11978" y="20624"/>
                    </a:lnTo>
                    <a:lnTo>
                      <a:pt x="12109" y="20453"/>
                    </a:lnTo>
                    <a:lnTo>
                      <a:pt x="12227" y="20283"/>
                    </a:lnTo>
                    <a:lnTo>
                      <a:pt x="12332" y="20099"/>
                    </a:lnTo>
                    <a:lnTo>
                      <a:pt x="12843" y="19076"/>
                    </a:lnTo>
                    <a:lnTo>
                      <a:pt x="12935" y="18853"/>
                    </a:lnTo>
                    <a:lnTo>
                      <a:pt x="13014" y="18603"/>
                    </a:lnTo>
                    <a:lnTo>
                      <a:pt x="13066" y="18367"/>
                    </a:lnTo>
                    <a:lnTo>
                      <a:pt x="13093" y="18118"/>
                    </a:lnTo>
                    <a:lnTo>
                      <a:pt x="13093" y="17869"/>
                    </a:lnTo>
                    <a:lnTo>
                      <a:pt x="13066" y="17620"/>
                    </a:lnTo>
                    <a:lnTo>
                      <a:pt x="13027" y="17370"/>
                    </a:lnTo>
                    <a:lnTo>
                      <a:pt x="12948" y="17134"/>
                    </a:lnTo>
                    <a:lnTo>
                      <a:pt x="6651" y="1"/>
                    </a:lnTo>
                    <a:close/>
                  </a:path>
                </a:pathLst>
              </a:custGeom>
              <a:solidFill>
                <a:srgbClr val="FFC0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Google Shape;2434;p45"/>
              <p:cNvSpPr/>
              <p:nvPr/>
            </p:nvSpPr>
            <p:spPr>
              <a:xfrm>
                <a:off x="1896683" y="3002516"/>
                <a:ext cx="581670" cy="312276"/>
              </a:xfrm>
              <a:custGeom>
                <a:avLst/>
                <a:gdLst/>
                <a:ahLst/>
                <a:cxnLst/>
                <a:rect l="l" t="t" r="r" b="b"/>
                <a:pathLst>
                  <a:path w="32405" h="17397" extrusionOk="0">
                    <a:moveTo>
                      <a:pt x="1" y="1"/>
                    </a:moveTo>
                    <a:lnTo>
                      <a:pt x="14" y="1076"/>
                    </a:lnTo>
                    <a:lnTo>
                      <a:pt x="1" y="2165"/>
                    </a:lnTo>
                    <a:lnTo>
                      <a:pt x="1" y="4277"/>
                    </a:lnTo>
                    <a:lnTo>
                      <a:pt x="1" y="5314"/>
                    </a:lnTo>
                    <a:lnTo>
                      <a:pt x="14" y="6324"/>
                    </a:lnTo>
                    <a:lnTo>
                      <a:pt x="53" y="7308"/>
                    </a:lnTo>
                    <a:lnTo>
                      <a:pt x="106" y="8252"/>
                    </a:lnTo>
                    <a:lnTo>
                      <a:pt x="145" y="8698"/>
                    </a:lnTo>
                    <a:lnTo>
                      <a:pt x="184" y="9144"/>
                    </a:lnTo>
                    <a:lnTo>
                      <a:pt x="237" y="9577"/>
                    </a:lnTo>
                    <a:lnTo>
                      <a:pt x="289" y="9997"/>
                    </a:lnTo>
                    <a:lnTo>
                      <a:pt x="355" y="10404"/>
                    </a:lnTo>
                    <a:lnTo>
                      <a:pt x="434" y="10797"/>
                    </a:lnTo>
                    <a:lnTo>
                      <a:pt x="525" y="11165"/>
                    </a:lnTo>
                    <a:lnTo>
                      <a:pt x="630" y="11532"/>
                    </a:lnTo>
                    <a:lnTo>
                      <a:pt x="735" y="11873"/>
                    </a:lnTo>
                    <a:lnTo>
                      <a:pt x="853" y="12201"/>
                    </a:lnTo>
                    <a:lnTo>
                      <a:pt x="998" y="12503"/>
                    </a:lnTo>
                    <a:lnTo>
                      <a:pt x="1142" y="12805"/>
                    </a:lnTo>
                    <a:lnTo>
                      <a:pt x="1299" y="13067"/>
                    </a:lnTo>
                    <a:lnTo>
                      <a:pt x="1483" y="13316"/>
                    </a:lnTo>
                    <a:lnTo>
                      <a:pt x="1680" y="13552"/>
                    </a:lnTo>
                    <a:lnTo>
                      <a:pt x="1877" y="13762"/>
                    </a:lnTo>
                    <a:lnTo>
                      <a:pt x="2139" y="13985"/>
                    </a:lnTo>
                    <a:lnTo>
                      <a:pt x="2414" y="14195"/>
                    </a:lnTo>
                    <a:lnTo>
                      <a:pt x="2703" y="14405"/>
                    </a:lnTo>
                    <a:lnTo>
                      <a:pt x="3018" y="14615"/>
                    </a:lnTo>
                    <a:lnTo>
                      <a:pt x="3346" y="14812"/>
                    </a:lnTo>
                    <a:lnTo>
                      <a:pt x="3687" y="14996"/>
                    </a:lnTo>
                    <a:lnTo>
                      <a:pt x="4041" y="15179"/>
                    </a:lnTo>
                    <a:lnTo>
                      <a:pt x="4409" y="15350"/>
                    </a:lnTo>
                    <a:lnTo>
                      <a:pt x="4802" y="15520"/>
                    </a:lnTo>
                    <a:lnTo>
                      <a:pt x="5196" y="15678"/>
                    </a:lnTo>
                    <a:lnTo>
                      <a:pt x="5602" y="15822"/>
                    </a:lnTo>
                    <a:lnTo>
                      <a:pt x="6035" y="15966"/>
                    </a:lnTo>
                    <a:lnTo>
                      <a:pt x="6468" y="16111"/>
                    </a:lnTo>
                    <a:lnTo>
                      <a:pt x="6914" y="16242"/>
                    </a:lnTo>
                    <a:lnTo>
                      <a:pt x="7373" y="16360"/>
                    </a:lnTo>
                    <a:lnTo>
                      <a:pt x="7846" y="16478"/>
                    </a:lnTo>
                    <a:lnTo>
                      <a:pt x="8318" y="16596"/>
                    </a:lnTo>
                    <a:lnTo>
                      <a:pt x="8803" y="16701"/>
                    </a:lnTo>
                    <a:lnTo>
                      <a:pt x="9302" y="16793"/>
                    </a:lnTo>
                    <a:lnTo>
                      <a:pt x="9800" y="16885"/>
                    </a:lnTo>
                    <a:lnTo>
                      <a:pt x="10312" y="16963"/>
                    </a:lnTo>
                    <a:lnTo>
                      <a:pt x="10824" y="17029"/>
                    </a:lnTo>
                    <a:lnTo>
                      <a:pt x="11873" y="17160"/>
                    </a:lnTo>
                    <a:lnTo>
                      <a:pt x="12936" y="17265"/>
                    </a:lnTo>
                    <a:lnTo>
                      <a:pt x="14012" y="17331"/>
                    </a:lnTo>
                    <a:lnTo>
                      <a:pt x="15114" y="17370"/>
                    </a:lnTo>
                    <a:lnTo>
                      <a:pt x="16203" y="17396"/>
                    </a:lnTo>
                    <a:lnTo>
                      <a:pt x="17291" y="17370"/>
                    </a:lnTo>
                    <a:lnTo>
                      <a:pt x="18380" y="17331"/>
                    </a:lnTo>
                    <a:lnTo>
                      <a:pt x="19469" y="17265"/>
                    </a:lnTo>
                    <a:lnTo>
                      <a:pt x="20532" y="17160"/>
                    </a:lnTo>
                    <a:lnTo>
                      <a:pt x="21581" y="17029"/>
                    </a:lnTo>
                    <a:lnTo>
                      <a:pt x="22093" y="16963"/>
                    </a:lnTo>
                    <a:lnTo>
                      <a:pt x="22605" y="16885"/>
                    </a:lnTo>
                    <a:lnTo>
                      <a:pt x="23103" y="16793"/>
                    </a:lnTo>
                    <a:lnTo>
                      <a:pt x="23602" y="16701"/>
                    </a:lnTo>
                    <a:lnTo>
                      <a:pt x="24087" y="16596"/>
                    </a:lnTo>
                    <a:lnTo>
                      <a:pt x="24559" y="16478"/>
                    </a:lnTo>
                    <a:lnTo>
                      <a:pt x="25032" y="16360"/>
                    </a:lnTo>
                    <a:lnTo>
                      <a:pt x="25491" y="16242"/>
                    </a:lnTo>
                    <a:lnTo>
                      <a:pt x="25937" y="16111"/>
                    </a:lnTo>
                    <a:lnTo>
                      <a:pt x="26370" y="15966"/>
                    </a:lnTo>
                    <a:lnTo>
                      <a:pt x="26790" y="15822"/>
                    </a:lnTo>
                    <a:lnTo>
                      <a:pt x="27209" y="15678"/>
                    </a:lnTo>
                    <a:lnTo>
                      <a:pt x="27603" y="15520"/>
                    </a:lnTo>
                    <a:lnTo>
                      <a:pt x="27996" y="15350"/>
                    </a:lnTo>
                    <a:lnTo>
                      <a:pt x="28364" y="15179"/>
                    </a:lnTo>
                    <a:lnTo>
                      <a:pt x="28718" y="14996"/>
                    </a:lnTo>
                    <a:lnTo>
                      <a:pt x="29059" y="14812"/>
                    </a:lnTo>
                    <a:lnTo>
                      <a:pt x="29387" y="14615"/>
                    </a:lnTo>
                    <a:lnTo>
                      <a:pt x="29702" y="14405"/>
                    </a:lnTo>
                    <a:lnTo>
                      <a:pt x="29991" y="14195"/>
                    </a:lnTo>
                    <a:lnTo>
                      <a:pt x="30266" y="13985"/>
                    </a:lnTo>
                    <a:lnTo>
                      <a:pt x="30515" y="13762"/>
                    </a:lnTo>
                    <a:lnTo>
                      <a:pt x="30725" y="13552"/>
                    </a:lnTo>
                    <a:lnTo>
                      <a:pt x="30922" y="13316"/>
                    </a:lnTo>
                    <a:lnTo>
                      <a:pt x="31093" y="13067"/>
                    </a:lnTo>
                    <a:lnTo>
                      <a:pt x="31263" y="12805"/>
                    </a:lnTo>
                    <a:lnTo>
                      <a:pt x="31407" y="12503"/>
                    </a:lnTo>
                    <a:lnTo>
                      <a:pt x="31539" y="12201"/>
                    </a:lnTo>
                    <a:lnTo>
                      <a:pt x="31670" y="11873"/>
                    </a:lnTo>
                    <a:lnTo>
                      <a:pt x="31775" y="11532"/>
                    </a:lnTo>
                    <a:lnTo>
                      <a:pt x="31880" y="11165"/>
                    </a:lnTo>
                    <a:lnTo>
                      <a:pt x="31958" y="10797"/>
                    </a:lnTo>
                    <a:lnTo>
                      <a:pt x="32037" y="10404"/>
                    </a:lnTo>
                    <a:lnTo>
                      <a:pt x="32116" y="9997"/>
                    </a:lnTo>
                    <a:lnTo>
                      <a:pt x="32168" y="9577"/>
                    </a:lnTo>
                    <a:lnTo>
                      <a:pt x="32221" y="9144"/>
                    </a:lnTo>
                    <a:lnTo>
                      <a:pt x="32260" y="8698"/>
                    </a:lnTo>
                    <a:lnTo>
                      <a:pt x="32299" y="8252"/>
                    </a:lnTo>
                    <a:lnTo>
                      <a:pt x="32352" y="7308"/>
                    </a:lnTo>
                    <a:lnTo>
                      <a:pt x="32391" y="6324"/>
                    </a:lnTo>
                    <a:lnTo>
                      <a:pt x="32404" y="5314"/>
                    </a:lnTo>
                    <a:lnTo>
                      <a:pt x="32404" y="4277"/>
                    </a:lnTo>
                    <a:lnTo>
                      <a:pt x="32391" y="2165"/>
                    </a:lnTo>
                    <a:lnTo>
                      <a:pt x="32391" y="1076"/>
                    </a:lnTo>
                    <a:lnTo>
                      <a:pt x="324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Google Shape;2435;p45"/>
              <p:cNvSpPr/>
              <p:nvPr/>
            </p:nvSpPr>
            <p:spPr>
              <a:xfrm>
                <a:off x="1715604" y="2185378"/>
                <a:ext cx="943829" cy="944080"/>
              </a:xfrm>
              <a:custGeom>
                <a:avLst/>
                <a:gdLst/>
                <a:ahLst/>
                <a:cxnLst/>
                <a:rect l="l" t="t" r="r" b="b"/>
                <a:pathLst>
                  <a:path w="52581" h="52595" extrusionOk="0">
                    <a:moveTo>
                      <a:pt x="22053" y="1"/>
                    </a:moveTo>
                    <a:lnTo>
                      <a:pt x="21436" y="14"/>
                    </a:lnTo>
                    <a:lnTo>
                      <a:pt x="20833" y="40"/>
                    </a:lnTo>
                    <a:lnTo>
                      <a:pt x="20230" y="92"/>
                    </a:lnTo>
                    <a:lnTo>
                      <a:pt x="19626" y="158"/>
                    </a:lnTo>
                    <a:lnTo>
                      <a:pt x="19036" y="237"/>
                    </a:lnTo>
                    <a:lnTo>
                      <a:pt x="18432" y="342"/>
                    </a:lnTo>
                    <a:lnTo>
                      <a:pt x="17842" y="460"/>
                    </a:lnTo>
                    <a:lnTo>
                      <a:pt x="17252" y="591"/>
                    </a:lnTo>
                    <a:lnTo>
                      <a:pt x="16674" y="748"/>
                    </a:lnTo>
                    <a:lnTo>
                      <a:pt x="16097" y="919"/>
                    </a:lnTo>
                    <a:lnTo>
                      <a:pt x="15520" y="1116"/>
                    </a:lnTo>
                    <a:lnTo>
                      <a:pt x="14956" y="1326"/>
                    </a:lnTo>
                    <a:lnTo>
                      <a:pt x="14392" y="1549"/>
                    </a:lnTo>
                    <a:lnTo>
                      <a:pt x="13841" y="1798"/>
                    </a:lnTo>
                    <a:lnTo>
                      <a:pt x="13303" y="2073"/>
                    </a:lnTo>
                    <a:lnTo>
                      <a:pt x="12765" y="2349"/>
                    </a:lnTo>
                    <a:lnTo>
                      <a:pt x="12345" y="2585"/>
                    </a:lnTo>
                    <a:lnTo>
                      <a:pt x="11912" y="2834"/>
                    </a:lnTo>
                    <a:lnTo>
                      <a:pt x="11492" y="3097"/>
                    </a:lnTo>
                    <a:lnTo>
                      <a:pt x="11059" y="3385"/>
                    </a:lnTo>
                    <a:lnTo>
                      <a:pt x="10613" y="3674"/>
                    </a:lnTo>
                    <a:lnTo>
                      <a:pt x="10180" y="3989"/>
                    </a:lnTo>
                    <a:lnTo>
                      <a:pt x="9734" y="4317"/>
                    </a:lnTo>
                    <a:lnTo>
                      <a:pt x="9288" y="4671"/>
                    </a:lnTo>
                    <a:lnTo>
                      <a:pt x="8842" y="5038"/>
                    </a:lnTo>
                    <a:lnTo>
                      <a:pt x="8396" y="5419"/>
                    </a:lnTo>
                    <a:lnTo>
                      <a:pt x="7963" y="5825"/>
                    </a:lnTo>
                    <a:lnTo>
                      <a:pt x="7517" y="6245"/>
                    </a:lnTo>
                    <a:lnTo>
                      <a:pt x="7071" y="6678"/>
                    </a:lnTo>
                    <a:lnTo>
                      <a:pt x="6638" y="7150"/>
                    </a:lnTo>
                    <a:lnTo>
                      <a:pt x="6205" y="7623"/>
                    </a:lnTo>
                    <a:lnTo>
                      <a:pt x="5772" y="8134"/>
                    </a:lnTo>
                    <a:lnTo>
                      <a:pt x="5340" y="8659"/>
                    </a:lnTo>
                    <a:lnTo>
                      <a:pt x="4920" y="9197"/>
                    </a:lnTo>
                    <a:lnTo>
                      <a:pt x="4513" y="9774"/>
                    </a:lnTo>
                    <a:lnTo>
                      <a:pt x="4106" y="10365"/>
                    </a:lnTo>
                    <a:lnTo>
                      <a:pt x="3700" y="10968"/>
                    </a:lnTo>
                    <a:lnTo>
                      <a:pt x="3306" y="11611"/>
                    </a:lnTo>
                    <a:lnTo>
                      <a:pt x="2926" y="12267"/>
                    </a:lnTo>
                    <a:lnTo>
                      <a:pt x="2558" y="12962"/>
                    </a:lnTo>
                    <a:lnTo>
                      <a:pt x="2191" y="13671"/>
                    </a:lnTo>
                    <a:lnTo>
                      <a:pt x="1837" y="14405"/>
                    </a:lnTo>
                    <a:lnTo>
                      <a:pt x="1496" y="15166"/>
                    </a:lnTo>
                    <a:lnTo>
                      <a:pt x="1168" y="15953"/>
                    </a:lnTo>
                    <a:lnTo>
                      <a:pt x="866" y="16767"/>
                    </a:lnTo>
                    <a:lnTo>
                      <a:pt x="564" y="17606"/>
                    </a:lnTo>
                    <a:lnTo>
                      <a:pt x="276" y="18485"/>
                    </a:lnTo>
                    <a:lnTo>
                      <a:pt x="0" y="19377"/>
                    </a:lnTo>
                    <a:lnTo>
                      <a:pt x="10679" y="23720"/>
                    </a:lnTo>
                    <a:lnTo>
                      <a:pt x="10574" y="24638"/>
                    </a:lnTo>
                    <a:lnTo>
                      <a:pt x="10469" y="25701"/>
                    </a:lnTo>
                    <a:lnTo>
                      <a:pt x="10351" y="27091"/>
                    </a:lnTo>
                    <a:lnTo>
                      <a:pt x="10233" y="28757"/>
                    </a:lnTo>
                    <a:lnTo>
                      <a:pt x="10180" y="29676"/>
                    </a:lnTo>
                    <a:lnTo>
                      <a:pt x="10128" y="30647"/>
                    </a:lnTo>
                    <a:lnTo>
                      <a:pt x="10089" y="31657"/>
                    </a:lnTo>
                    <a:lnTo>
                      <a:pt x="10049" y="32693"/>
                    </a:lnTo>
                    <a:lnTo>
                      <a:pt x="10023" y="33756"/>
                    </a:lnTo>
                    <a:lnTo>
                      <a:pt x="10010" y="34845"/>
                    </a:lnTo>
                    <a:lnTo>
                      <a:pt x="10010" y="35947"/>
                    </a:lnTo>
                    <a:lnTo>
                      <a:pt x="10023" y="37049"/>
                    </a:lnTo>
                    <a:lnTo>
                      <a:pt x="10062" y="38151"/>
                    </a:lnTo>
                    <a:lnTo>
                      <a:pt x="10115" y="39240"/>
                    </a:lnTo>
                    <a:lnTo>
                      <a:pt x="10194" y="40315"/>
                    </a:lnTo>
                    <a:lnTo>
                      <a:pt x="10285" y="41378"/>
                    </a:lnTo>
                    <a:lnTo>
                      <a:pt x="10403" y="42401"/>
                    </a:lnTo>
                    <a:lnTo>
                      <a:pt x="10469" y="42900"/>
                    </a:lnTo>
                    <a:lnTo>
                      <a:pt x="10548" y="43398"/>
                    </a:lnTo>
                    <a:lnTo>
                      <a:pt x="10640" y="43884"/>
                    </a:lnTo>
                    <a:lnTo>
                      <a:pt x="10731" y="44343"/>
                    </a:lnTo>
                    <a:lnTo>
                      <a:pt x="10823" y="44802"/>
                    </a:lnTo>
                    <a:lnTo>
                      <a:pt x="10928" y="45248"/>
                    </a:lnTo>
                    <a:lnTo>
                      <a:pt x="11046" y="45668"/>
                    </a:lnTo>
                    <a:lnTo>
                      <a:pt x="11164" y="46088"/>
                    </a:lnTo>
                    <a:lnTo>
                      <a:pt x="11296" y="46481"/>
                    </a:lnTo>
                    <a:lnTo>
                      <a:pt x="11440" y="46862"/>
                    </a:lnTo>
                    <a:lnTo>
                      <a:pt x="11584" y="47229"/>
                    </a:lnTo>
                    <a:lnTo>
                      <a:pt x="11742" y="47570"/>
                    </a:lnTo>
                    <a:lnTo>
                      <a:pt x="11912" y="47898"/>
                    </a:lnTo>
                    <a:lnTo>
                      <a:pt x="12083" y="48200"/>
                    </a:lnTo>
                    <a:lnTo>
                      <a:pt x="12266" y="48488"/>
                    </a:lnTo>
                    <a:lnTo>
                      <a:pt x="12463" y="48751"/>
                    </a:lnTo>
                    <a:lnTo>
                      <a:pt x="12673" y="48987"/>
                    </a:lnTo>
                    <a:lnTo>
                      <a:pt x="12883" y="49197"/>
                    </a:lnTo>
                    <a:lnTo>
                      <a:pt x="13119" y="49407"/>
                    </a:lnTo>
                    <a:lnTo>
                      <a:pt x="13381" y="49617"/>
                    </a:lnTo>
                    <a:lnTo>
                      <a:pt x="13657" y="49813"/>
                    </a:lnTo>
                    <a:lnTo>
                      <a:pt x="13946" y="49997"/>
                    </a:lnTo>
                    <a:lnTo>
                      <a:pt x="14247" y="50181"/>
                    </a:lnTo>
                    <a:lnTo>
                      <a:pt x="14562" y="50351"/>
                    </a:lnTo>
                    <a:lnTo>
                      <a:pt x="14903" y="50522"/>
                    </a:lnTo>
                    <a:lnTo>
                      <a:pt x="15244" y="50692"/>
                    </a:lnTo>
                    <a:lnTo>
                      <a:pt x="15612" y="50837"/>
                    </a:lnTo>
                    <a:lnTo>
                      <a:pt x="15979" y="50994"/>
                    </a:lnTo>
                    <a:lnTo>
                      <a:pt x="16373" y="51138"/>
                    </a:lnTo>
                    <a:lnTo>
                      <a:pt x="16766" y="51270"/>
                    </a:lnTo>
                    <a:lnTo>
                      <a:pt x="17173" y="51401"/>
                    </a:lnTo>
                    <a:lnTo>
                      <a:pt x="17593" y="51519"/>
                    </a:lnTo>
                    <a:lnTo>
                      <a:pt x="18026" y="51637"/>
                    </a:lnTo>
                    <a:lnTo>
                      <a:pt x="18458" y="51755"/>
                    </a:lnTo>
                    <a:lnTo>
                      <a:pt x="18905" y="51847"/>
                    </a:lnTo>
                    <a:lnTo>
                      <a:pt x="19364" y="51952"/>
                    </a:lnTo>
                    <a:lnTo>
                      <a:pt x="20295" y="52122"/>
                    </a:lnTo>
                    <a:lnTo>
                      <a:pt x="21253" y="52267"/>
                    </a:lnTo>
                    <a:lnTo>
                      <a:pt x="22237" y="52385"/>
                    </a:lnTo>
                    <a:lnTo>
                      <a:pt x="23234" y="52477"/>
                    </a:lnTo>
                    <a:lnTo>
                      <a:pt x="24244" y="52542"/>
                    </a:lnTo>
                    <a:lnTo>
                      <a:pt x="25267" y="52582"/>
                    </a:lnTo>
                    <a:lnTo>
                      <a:pt x="26291" y="52595"/>
                    </a:lnTo>
                    <a:lnTo>
                      <a:pt x="27314" y="52582"/>
                    </a:lnTo>
                    <a:lnTo>
                      <a:pt x="28337" y="52542"/>
                    </a:lnTo>
                    <a:lnTo>
                      <a:pt x="29347" y="52477"/>
                    </a:lnTo>
                    <a:lnTo>
                      <a:pt x="30344" y="52385"/>
                    </a:lnTo>
                    <a:lnTo>
                      <a:pt x="31328" y="52267"/>
                    </a:lnTo>
                    <a:lnTo>
                      <a:pt x="32286" y="52122"/>
                    </a:lnTo>
                    <a:lnTo>
                      <a:pt x="33217" y="51952"/>
                    </a:lnTo>
                    <a:lnTo>
                      <a:pt x="33676" y="51847"/>
                    </a:lnTo>
                    <a:lnTo>
                      <a:pt x="34123" y="51755"/>
                    </a:lnTo>
                    <a:lnTo>
                      <a:pt x="34555" y="51637"/>
                    </a:lnTo>
                    <a:lnTo>
                      <a:pt x="34988" y="51519"/>
                    </a:lnTo>
                    <a:lnTo>
                      <a:pt x="35408" y="51401"/>
                    </a:lnTo>
                    <a:lnTo>
                      <a:pt x="35815" y="51270"/>
                    </a:lnTo>
                    <a:lnTo>
                      <a:pt x="36208" y="51138"/>
                    </a:lnTo>
                    <a:lnTo>
                      <a:pt x="36589" y="50994"/>
                    </a:lnTo>
                    <a:lnTo>
                      <a:pt x="36969" y="50837"/>
                    </a:lnTo>
                    <a:lnTo>
                      <a:pt x="37324" y="50692"/>
                    </a:lnTo>
                    <a:lnTo>
                      <a:pt x="37678" y="50522"/>
                    </a:lnTo>
                    <a:lnTo>
                      <a:pt x="38006" y="50351"/>
                    </a:lnTo>
                    <a:lnTo>
                      <a:pt x="38334" y="50181"/>
                    </a:lnTo>
                    <a:lnTo>
                      <a:pt x="38635" y="49997"/>
                    </a:lnTo>
                    <a:lnTo>
                      <a:pt x="38924" y="49813"/>
                    </a:lnTo>
                    <a:lnTo>
                      <a:pt x="39200" y="49617"/>
                    </a:lnTo>
                    <a:lnTo>
                      <a:pt x="39462" y="49407"/>
                    </a:lnTo>
                    <a:lnTo>
                      <a:pt x="39698" y="49197"/>
                    </a:lnTo>
                    <a:lnTo>
                      <a:pt x="39908" y="48987"/>
                    </a:lnTo>
                    <a:lnTo>
                      <a:pt x="40118" y="48751"/>
                    </a:lnTo>
                    <a:lnTo>
                      <a:pt x="40315" y="48488"/>
                    </a:lnTo>
                    <a:lnTo>
                      <a:pt x="40498" y="48200"/>
                    </a:lnTo>
                    <a:lnTo>
                      <a:pt x="40669" y="47898"/>
                    </a:lnTo>
                    <a:lnTo>
                      <a:pt x="40839" y="47570"/>
                    </a:lnTo>
                    <a:lnTo>
                      <a:pt x="40997" y="47229"/>
                    </a:lnTo>
                    <a:lnTo>
                      <a:pt x="41141" y="46862"/>
                    </a:lnTo>
                    <a:lnTo>
                      <a:pt x="41285" y="46481"/>
                    </a:lnTo>
                    <a:lnTo>
                      <a:pt x="41417" y="46088"/>
                    </a:lnTo>
                    <a:lnTo>
                      <a:pt x="41535" y="45668"/>
                    </a:lnTo>
                    <a:lnTo>
                      <a:pt x="41653" y="45248"/>
                    </a:lnTo>
                    <a:lnTo>
                      <a:pt x="41758" y="44802"/>
                    </a:lnTo>
                    <a:lnTo>
                      <a:pt x="41850" y="44343"/>
                    </a:lnTo>
                    <a:lnTo>
                      <a:pt x="41941" y="43884"/>
                    </a:lnTo>
                    <a:lnTo>
                      <a:pt x="42033" y="43398"/>
                    </a:lnTo>
                    <a:lnTo>
                      <a:pt x="42112" y="42900"/>
                    </a:lnTo>
                    <a:lnTo>
                      <a:pt x="42178" y="42401"/>
                    </a:lnTo>
                    <a:lnTo>
                      <a:pt x="42296" y="41378"/>
                    </a:lnTo>
                    <a:lnTo>
                      <a:pt x="42387" y="40315"/>
                    </a:lnTo>
                    <a:lnTo>
                      <a:pt x="42466" y="39240"/>
                    </a:lnTo>
                    <a:lnTo>
                      <a:pt x="42519" y="38151"/>
                    </a:lnTo>
                    <a:lnTo>
                      <a:pt x="42545" y="37049"/>
                    </a:lnTo>
                    <a:lnTo>
                      <a:pt x="42571" y="35947"/>
                    </a:lnTo>
                    <a:lnTo>
                      <a:pt x="42571" y="34845"/>
                    </a:lnTo>
                    <a:lnTo>
                      <a:pt x="42558" y="33756"/>
                    </a:lnTo>
                    <a:lnTo>
                      <a:pt x="42532" y="32693"/>
                    </a:lnTo>
                    <a:lnTo>
                      <a:pt x="42492" y="31657"/>
                    </a:lnTo>
                    <a:lnTo>
                      <a:pt x="42453" y="30647"/>
                    </a:lnTo>
                    <a:lnTo>
                      <a:pt x="42401" y="29676"/>
                    </a:lnTo>
                    <a:lnTo>
                      <a:pt x="42335" y="28757"/>
                    </a:lnTo>
                    <a:lnTo>
                      <a:pt x="42217" y="27091"/>
                    </a:lnTo>
                    <a:lnTo>
                      <a:pt x="42099" y="25701"/>
                    </a:lnTo>
                    <a:lnTo>
                      <a:pt x="42007" y="24638"/>
                    </a:lnTo>
                    <a:lnTo>
                      <a:pt x="41902" y="23720"/>
                    </a:lnTo>
                    <a:lnTo>
                      <a:pt x="52581" y="19377"/>
                    </a:lnTo>
                    <a:lnTo>
                      <a:pt x="52292" y="18459"/>
                    </a:lnTo>
                    <a:lnTo>
                      <a:pt x="52004" y="17554"/>
                    </a:lnTo>
                    <a:lnTo>
                      <a:pt x="51689" y="16688"/>
                    </a:lnTo>
                    <a:lnTo>
                      <a:pt x="51361" y="15861"/>
                    </a:lnTo>
                    <a:lnTo>
                      <a:pt x="51033" y="15048"/>
                    </a:lnTo>
                    <a:lnTo>
                      <a:pt x="50679" y="14274"/>
                    </a:lnTo>
                    <a:lnTo>
                      <a:pt x="50311" y="13513"/>
                    </a:lnTo>
                    <a:lnTo>
                      <a:pt x="49931" y="12792"/>
                    </a:lnTo>
                    <a:lnTo>
                      <a:pt x="49550" y="12083"/>
                    </a:lnTo>
                    <a:lnTo>
                      <a:pt x="49144" y="11414"/>
                    </a:lnTo>
                    <a:lnTo>
                      <a:pt x="48737" y="10758"/>
                    </a:lnTo>
                    <a:lnTo>
                      <a:pt x="48330" y="10142"/>
                    </a:lnTo>
                    <a:lnTo>
                      <a:pt x="47911" y="9538"/>
                    </a:lnTo>
                    <a:lnTo>
                      <a:pt x="47478" y="8961"/>
                    </a:lnTo>
                    <a:lnTo>
                      <a:pt x="47045" y="8410"/>
                    </a:lnTo>
                    <a:lnTo>
                      <a:pt x="46599" y="7885"/>
                    </a:lnTo>
                    <a:lnTo>
                      <a:pt x="46153" y="7373"/>
                    </a:lnTo>
                    <a:lnTo>
                      <a:pt x="45707" y="6888"/>
                    </a:lnTo>
                    <a:lnTo>
                      <a:pt x="45247" y="6429"/>
                    </a:lnTo>
                    <a:lnTo>
                      <a:pt x="44788" y="5983"/>
                    </a:lnTo>
                    <a:lnTo>
                      <a:pt x="44342" y="5563"/>
                    </a:lnTo>
                    <a:lnTo>
                      <a:pt x="43883" y="5156"/>
                    </a:lnTo>
                    <a:lnTo>
                      <a:pt x="43424" y="4776"/>
                    </a:lnTo>
                    <a:lnTo>
                      <a:pt x="42965" y="4409"/>
                    </a:lnTo>
                    <a:lnTo>
                      <a:pt x="42506" y="4067"/>
                    </a:lnTo>
                    <a:lnTo>
                      <a:pt x="42046" y="3739"/>
                    </a:lnTo>
                    <a:lnTo>
                      <a:pt x="41600" y="3425"/>
                    </a:lnTo>
                    <a:lnTo>
                      <a:pt x="41154" y="3136"/>
                    </a:lnTo>
                    <a:lnTo>
                      <a:pt x="40708" y="2860"/>
                    </a:lnTo>
                    <a:lnTo>
                      <a:pt x="40275" y="2598"/>
                    </a:lnTo>
                    <a:lnTo>
                      <a:pt x="39842" y="2362"/>
                    </a:lnTo>
                    <a:lnTo>
                      <a:pt x="39423" y="2139"/>
                    </a:lnTo>
                    <a:lnTo>
                      <a:pt x="38898" y="1877"/>
                    </a:lnTo>
                    <a:lnTo>
                      <a:pt x="38373" y="1627"/>
                    </a:lnTo>
                    <a:lnTo>
                      <a:pt x="37848" y="1404"/>
                    </a:lnTo>
                    <a:lnTo>
                      <a:pt x="37310" y="1194"/>
                    </a:lnTo>
                    <a:lnTo>
                      <a:pt x="36773" y="1011"/>
                    </a:lnTo>
                    <a:lnTo>
                      <a:pt x="36222" y="827"/>
                    </a:lnTo>
                    <a:lnTo>
                      <a:pt x="35671" y="670"/>
                    </a:lnTo>
                    <a:lnTo>
                      <a:pt x="35106" y="538"/>
                    </a:lnTo>
                    <a:lnTo>
                      <a:pt x="34555" y="407"/>
                    </a:lnTo>
                    <a:lnTo>
                      <a:pt x="33978" y="302"/>
                    </a:lnTo>
                    <a:lnTo>
                      <a:pt x="33414" y="210"/>
                    </a:lnTo>
                    <a:lnTo>
                      <a:pt x="32850" y="132"/>
                    </a:lnTo>
                    <a:lnTo>
                      <a:pt x="32273" y="79"/>
                    </a:lnTo>
                    <a:lnTo>
                      <a:pt x="31696" y="40"/>
                    </a:lnTo>
                    <a:lnTo>
                      <a:pt x="31118" y="14"/>
                    </a:lnTo>
                    <a:lnTo>
                      <a:pt x="3054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Google Shape;2436;p45"/>
              <p:cNvSpPr/>
              <p:nvPr/>
            </p:nvSpPr>
            <p:spPr>
              <a:xfrm>
                <a:off x="1737269" y="3217521"/>
                <a:ext cx="900498" cy="138484"/>
              </a:xfrm>
              <a:custGeom>
                <a:avLst/>
                <a:gdLst/>
                <a:ahLst/>
                <a:cxnLst/>
                <a:rect l="l" t="t" r="r" b="b"/>
                <a:pathLst>
                  <a:path w="50167" h="7715" extrusionOk="0">
                    <a:moveTo>
                      <a:pt x="5143" y="0"/>
                    </a:moveTo>
                    <a:lnTo>
                      <a:pt x="4880" y="26"/>
                    </a:lnTo>
                    <a:lnTo>
                      <a:pt x="4605" y="53"/>
                    </a:lnTo>
                    <a:lnTo>
                      <a:pt x="4329" y="105"/>
                    </a:lnTo>
                    <a:lnTo>
                      <a:pt x="4067" y="158"/>
                    </a:lnTo>
                    <a:lnTo>
                      <a:pt x="3805" y="223"/>
                    </a:lnTo>
                    <a:lnTo>
                      <a:pt x="3555" y="315"/>
                    </a:lnTo>
                    <a:lnTo>
                      <a:pt x="3306" y="407"/>
                    </a:lnTo>
                    <a:lnTo>
                      <a:pt x="3057" y="512"/>
                    </a:lnTo>
                    <a:lnTo>
                      <a:pt x="2821" y="630"/>
                    </a:lnTo>
                    <a:lnTo>
                      <a:pt x="2584" y="761"/>
                    </a:lnTo>
                    <a:lnTo>
                      <a:pt x="2361" y="905"/>
                    </a:lnTo>
                    <a:lnTo>
                      <a:pt x="2152" y="1050"/>
                    </a:lnTo>
                    <a:lnTo>
                      <a:pt x="1942" y="1207"/>
                    </a:lnTo>
                    <a:lnTo>
                      <a:pt x="1732" y="1378"/>
                    </a:lnTo>
                    <a:lnTo>
                      <a:pt x="1548" y="1561"/>
                    </a:lnTo>
                    <a:lnTo>
                      <a:pt x="1364" y="1758"/>
                    </a:lnTo>
                    <a:lnTo>
                      <a:pt x="1194" y="1955"/>
                    </a:lnTo>
                    <a:lnTo>
                      <a:pt x="1023" y="2152"/>
                    </a:lnTo>
                    <a:lnTo>
                      <a:pt x="866" y="2375"/>
                    </a:lnTo>
                    <a:lnTo>
                      <a:pt x="722" y="2598"/>
                    </a:lnTo>
                    <a:lnTo>
                      <a:pt x="590" y="2821"/>
                    </a:lnTo>
                    <a:lnTo>
                      <a:pt x="472" y="3070"/>
                    </a:lnTo>
                    <a:lnTo>
                      <a:pt x="367" y="3306"/>
                    </a:lnTo>
                    <a:lnTo>
                      <a:pt x="276" y="3555"/>
                    </a:lnTo>
                    <a:lnTo>
                      <a:pt x="197" y="3818"/>
                    </a:lnTo>
                    <a:lnTo>
                      <a:pt x="131" y="4080"/>
                    </a:lnTo>
                    <a:lnTo>
                      <a:pt x="66" y="4356"/>
                    </a:lnTo>
                    <a:lnTo>
                      <a:pt x="26" y="4631"/>
                    </a:lnTo>
                    <a:lnTo>
                      <a:pt x="0" y="4907"/>
                    </a:lnTo>
                    <a:lnTo>
                      <a:pt x="0" y="4999"/>
                    </a:lnTo>
                    <a:lnTo>
                      <a:pt x="0" y="5274"/>
                    </a:lnTo>
                    <a:lnTo>
                      <a:pt x="26" y="5536"/>
                    </a:lnTo>
                    <a:lnTo>
                      <a:pt x="92" y="5799"/>
                    </a:lnTo>
                    <a:lnTo>
                      <a:pt x="171" y="6048"/>
                    </a:lnTo>
                    <a:lnTo>
                      <a:pt x="276" y="6284"/>
                    </a:lnTo>
                    <a:lnTo>
                      <a:pt x="407" y="6507"/>
                    </a:lnTo>
                    <a:lnTo>
                      <a:pt x="564" y="6717"/>
                    </a:lnTo>
                    <a:lnTo>
                      <a:pt x="735" y="6914"/>
                    </a:lnTo>
                    <a:lnTo>
                      <a:pt x="932" y="7084"/>
                    </a:lnTo>
                    <a:lnTo>
                      <a:pt x="1128" y="7242"/>
                    </a:lnTo>
                    <a:lnTo>
                      <a:pt x="1351" y="7373"/>
                    </a:lnTo>
                    <a:lnTo>
                      <a:pt x="1587" y="7491"/>
                    </a:lnTo>
                    <a:lnTo>
                      <a:pt x="1837" y="7583"/>
                    </a:lnTo>
                    <a:lnTo>
                      <a:pt x="2099" y="7649"/>
                    </a:lnTo>
                    <a:lnTo>
                      <a:pt x="2361" y="7701"/>
                    </a:lnTo>
                    <a:lnTo>
                      <a:pt x="2637" y="7714"/>
                    </a:lnTo>
                    <a:lnTo>
                      <a:pt x="47530" y="7714"/>
                    </a:lnTo>
                    <a:lnTo>
                      <a:pt x="47806" y="7701"/>
                    </a:lnTo>
                    <a:lnTo>
                      <a:pt x="48068" y="7649"/>
                    </a:lnTo>
                    <a:lnTo>
                      <a:pt x="48330" y="7583"/>
                    </a:lnTo>
                    <a:lnTo>
                      <a:pt x="48580" y="7491"/>
                    </a:lnTo>
                    <a:lnTo>
                      <a:pt x="48816" y="7373"/>
                    </a:lnTo>
                    <a:lnTo>
                      <a:pt x="49039" y="7242"/>
                    </a:lnTo>
                    <a:lnTo>
                      <a:pt x="49236" y="7084"/>
                    </a:lnTo>
                    <a:lnTo>
                      <a:pt x="49432" y="6914"/>
                    </a:lnTo>
                    <a:lnTo>
                      <a:pt x="49603" y="6717"/>
                    </a:lnTo>
                    <a:lnTo>
                      <a:pt x="49747" y="6507"/>
                    </a:lnTo>
                    <a:lnTo>
                      <a:pt x="49878" y="6284"/>
                    </a:lnTo>
                    <a:lnTo>
                      <a:pt x="49996" y="6048"/>
                    </a:lnTo>
                    <a:lnTo>
                      <a:pt x="50075" y="5799"/>
                    </a:lnTo>
                    <a:lnTo>
                      <a:pt x="50128" y="5536"/>
                    </a:lnTo>
                    <a:lnTo>
                      <a:pt x="50167" y="5274"/>
                    </a:lnTo>
                    <a:lnTo>
                      <a:pt x="50167" y="4999"/>
                    </a:lnTo>
                    <a:lnTo>
                      <a:pt x="50167" y="4907"/>
                    </a:lnTo>
                    <a:lnTo>
                      <a:pt x="50141" y="4631"/>
                    </a:lnTo>
                    <a:lnTo>
                      <a:pt x="50101" y="4356"/>
                    </a:lnTo>
                    <a:lnTo>
                      <a:pt x="50036" y="4080"/>
                    </a:lnTo>
                    <a:lnTo>
                      <a:pt x="49970" y="3818"/>
                    </a:lnTo>
                    <a:lnTo>
                      <a:pt x="49891" y="3555"/>
                    </a:lnTo>
                    <a:lnTo>
                      <a:pt x="49800" y="3306"/>
                    </a:lnTo>
                    <a:lnTo>
                      <a:pt x="49695" y="3070"/>
                    </a:lnTo>
                    <a:lnTo>
                      <a:pt x="49563" y="2821"/>
                    </a:lnTo>
                    <a:lnTo>
                      <a:pt x="49432" y="2598"/>
                    </a:lnTo>
                    <a:lnTo>
                      <a:pt x="49301" y="2375"/>
                    </a:lnTo>
                    <a:lnTo>
                      <a:pt x="49144" y="2152"/>
                    </a:lnTo>
                    <a:lnTo>
                      <a:pt x="48973" y="1955"/>
                    </a:lnTo>
                    <a:lnTo>
                      <a:pt x="48803" y="1758"/>
                    </a:lnTo>
                    <a:lnTo>
                      <a:pt x="48619" y="1561"/>
                    </a:lnTo>
                    <a:lnTo>
                      <a:pt x="48422" y="1378"/>
                    </a:lnTo>
                    <a:lnTo>
                      <a:pt x="48225" y="1207"/>
                    </a:lnTo>
                    <a:lnTo>
                      <a:pt x="48015" y="1050"/>
                    </a:lnTo>
                    <a:lnTo>
                      <a:pt x="47806" y="905"/>
                    </a:lnTo>
                    <a:lnTo>
                      <a:pt x="47569" y="761"/>
                    </a:lnTo>
                    <a:lnTo>
                      <a:pt x="47346" y="630"/>
                    </a:lnTo>
                    <a:lnTo>
                      <a:pt x="47110" y="512"/>
                    </a:lnTo>
                    <a:lnTo>
                      <a:pt x="46861" y="407"/>
                    </a:lnTo>
                    <a:lnTo>
                      <a:pt x="46612" y="315"/>
                    </a:lnTo>
                    <a:lnTo>
                      <a:pt x="46362" y="223"/>
                    </a:lnTo>
                    <a:lnTo>
                      <a:pt x="46100" y="158"/>
                    </a:lnTo>
                    <a:lnTo>
                      <a:pt x="45838" y="105"/>
                    </a:lnTo>
                    <a:lnTo>
                      <a:pt x="45562" y="53"/>
                    </a:lnTo>
                    <a:lnTo>
                      <a:pt x="45287" y="26"/>
                    </a:lnTo>
                    <a:lnTo>
                      <a:pt x="45011" y="0"/>
                    </a:lnTo>
                    <a:lnTo>
                      <a:pt x="44736" y="0"/>
                    </a:lnTo>
                    <a:lnTo>
                      <a:pt x="44460" y="13"/>
                    </a:lnTo>
                    <a:lnTo>
                      <a:pt x="44172" y="26"/>
                    </a:lnTo>
                    <a:lnTo>
                      <a:pt x="38622" y="643"/>
                    </a:lnTo>
                    <a:lnTo>
                      <a:pt x="36943" y="827"/>
                    </a:lnTo>
                    <a:lnTo>
                      <a:pt x="35251" y="971"/>
                    </a:lnTo>
                    <a:lnTo>
                      <a:pt x="33558" y="1102"/>
                    </a:lnTo>
                    <a:lnTo>
                      <a:pt x="31866" y="1207"/>
                    </a:lnTo>
                    <a:lnTo>
                      <a:pt x="30174" y="1299"/>
                    </a:lnTo>
                    <a:lnTo>
                      <a:pt x="28468" y="1351"/>
                    </a:lnTo>
                    <a:lnTo>
                      <a:pt x="26776" y="1391"/>
                    </a:lnTo>
                    <a:lnTo>
                      <a:pt x="25084" y="1404"/>
                    </a:lnTo>
                    <a:lnTo>
                      <a:pt x="23391" y="1391"/>
                    </a:lnTo>
                    <a:lnTo>
                      <a:pt x="21686" y="1351"/>
                    </a:lnTo>
                    <a:lnTo>
                      <a:pt x="19993" y="1299"/>
                    </a:lnTo>
                    <a:lnTo>
                      <a:pt x="18301" y="1207"/>
                    </a:lnTo>
                    <a:lnTo>
                      <a:pt x="16609" y="1102"/>
                    </a:lnTo>
                    <a:lnTo>
                      <a:pt x="14916" y="971"/>
                    </a:lnTo>
                    <a:lnTo>
                      <a:pt x="13224" y="827"/>
                    </a:lnTo>
                    <a:lnTo>
                      <a:pt x="11545" y="643"/>
                    </a:lnTo>
                    <a:lnTo>
                      <a:pt x="5982" y="26"/>
                    </a:lnTo>
                    <a:lnTo>
                      <a:pt x="5707" y="13"/>
                    </a:lnTo>
                    <a:lnTo>
                      <a:pt x="543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Google Shape;2437;p45"/>
              <p:cNvSpPr/>
              <p:nvPr/>
            </p:nvSpPr>
            <p:spPr>
              <a:xfrm>
                <a:off x="1845813" y="2327380"/>
                <a:ext cx="683159" cy="855766"/>
              </a:xfrm>
              <a:custGeom>
                <a:avLst/>
                <a:gdLst/>
                <a:ahLst/>
                <a:cxnLst/>
                <a:rect l="l" t="t" r="r" b="b"/>
                <a:pathLst>
                  <a:path w="38059" h="47675" extrusionOk="0">
                    <a:moveTo>
                      <a:pt x="18958" y="0"/>
                    </a:moveTo>
                    <a:lnTo>
                      <a:pt x="18381" y="13"/>
                    </a:lnTo>
                    <a:lnTo>
                      <a:pt x="17790" y="40"/>
                    </a:lnTo>
                    <a:lnTo>
                      <a:pt x="17200" y="79"/>
                    </a:lnTo>
                    <a:lnTo>
                      <a:pt x="16610" y="158"/>
                    </a:lnTo>
                    <a:lnTo>
                      <a:pt x="16019" y="236"/>
                    </a:lnTo>
                    <a:lnTo>
                      <a:pt x="15429" y="341"/>
                    </a:lnTo>
                    <a:lnTo>
                      <a:pt x="14825" y="473"/>
                    </a:lnTo>
                    <a:lnTo>
                      <a:pt x="14235" y="617"/>
                    </a:lnTo>
                    <a:lnTo>
                      <a:pt x="13631" y="787"/>
                    </a:lnTo>
                    <a:lnTo>
                      <a:pt x="13185" y="932"/>
                    </a:lnTo>
                    <a:lnTo>
                      <a:pt x="12739" y="1076"/>
                    </a:lnTo>
                    <a:lnTo>
                      <a:pt x="12359" y="1207"/>
                    </a:lnTo>
                    <a:lnTo>
                      <a:pt x="11979" y="1352"/>
                    </a:lnTo>
                    <a:lnTo>
                      <a:pt x="11611" y="1509"/>
                    </a:lnTo>
                    <a:lnTo>
                      <a:pt x="11244" y="1653"/>
                    </a:lnTo>
                    <a:lnTo>
                      <a:pt x="10890" y="1824"/>
                    </a:lnTo>
                    <a:lnTo>
                      <a:pt x="10522" y="1994"/>
                    </a:lnTo>
                    <a:lnTo>
                      <a:pt x="10181" y="2178"/>
                    </a:lnTo>
                    <a:lnTo>
                      <a:pt x="9827" y="2362"/>
                    </a:lnTo>
                    <a:lnTo>
                      <a:pt x="9486" y="2559"/>
                    </a:lnTo>
                    <a:lnTo>
                      <a:pt x="9145" y="2755"/>
                    </a:lnTo>
                    <a:lnTo>
                      <a:pt x="8817" y="2952"/>
                    </a:lnTo>
                    <a:lnTo>
                      <a:pt x="8489" y="3175"/>
                    </a:lnTo>
                    <a:lnTo>
                      <a:pt x="8174" y="3385"/>
                    </a:lnTo>
                    <a:lnTo>
                      <a:pt x="7859" y="3608"/>
                    </a:lnTo>
                    <a:lnTo>
                      <a:pt x="7544" y="3844"/>
                    </a:lnTo>
                    <a:lnTo>
                      <a:pt x="7243" y="4080"/>
                    </a:lnTo>
                    <a:lnTo>
                      <a:pt x="6941" y="4330"/>
                    </a:lnTo>
                    <a:lnTo>
                      <a:pt x="6639" y="4579"/>
                    </a:lnTo>
                    <a:lnTo>
                      <a:pt x="6350" y="4828"/>
                    </a:lnTo>
                    <a:lnTo>
                      <a:pt x="6062" y="5090"/>
                    </a:lnTo>
                    <a:lnTo>
                      <a:pt x="5786" y="5353"/>
                    </a:lnTo>
                    <a:lnTo>
                      <a:pt x="5511" y="5628"/>
                    </a:lnTo>
                    <a:lnTo>
                      <a:pt x="4986" y="6192"/>
                    </a:lnTo>
                    <a:lnTo>
                      <a:pt x="4488" y="6770"/>
                    </a:lnTo>
                    <a:lnTo>
                      <a:pt x="4002" y="7373"/>
                    </a:lnTo>
                    <a:lnTo>
                      <a:pt x="3556" y="7990"/>
                    </a:lnTo>
                    <a:lnTo>
                      <a:pt x="3123" y="8619"/>
                    </a:lnTo>
                    <a:lnTo>
                      <a:pt x="2717" y="9275"/>
                    </a:lnTo>
                    <a:lnTo>
                      <a:pt x="2336" y="9945"/>
                    </a:lnTo>
                    <a:lnTo>
                      <a:pt x="1982" y="10627"/>
                    </a:lnTo>
                    <a:lnTo>
                      <a:pt x="1654" y="11322"/>
                    </a:lnTo>
                    <a:lnTo>
                      <a:pt x="1365" y="12044"/>
                    </a:lnTo>
                    <a:lnTo>
                      <a:pt x="1090" y="12765"/>
                    </a:lnTo>
                    <a:lnTo>
                      <a:pt x="854" y="13500"/>
                    </a:lnTo>
                    <a:lnTo>
                      <a:pt x="644" y="14248"/>
                    </a:lnTo>
                    <a:lnTo>
                      <a:pt x="460" y="15008"/>
                    </a:lnTo>
                    <a:lnTo>
                      <a:pt x="303" y="15769"/>
                    </a:lnTo>
                    <a:lnTo>
                      <a:pt x="237" y="16163"/>
                    </a:lnTo>
                    <a:lnTo>
                      <a:pt x="185" y="16543"/>
                    </a:lnTo>
                    <a:lnTo>
                      <a:pt x="132" y="16937"/>
                    </a:lnTo>
                    <a:lnTo>
                      <a:pt x="93" y="17331"/>
                    </a:lnTo>
                    <a:lnTo>
                      <a:pt x="53" y="17724"/>
                    </a:lnTo>
                    <a:lnTo>
                      <a:pt x="27" y="18118"/>
                    </a:lnTo>
                    <a:lnTo>
                      <a:pt x="14" y="18511"/>
                    </a:lnTo>
                    <a:lnTo>
                      <a:pt x="1" y="18918"/>
                    </a:lnTo>
                    <a:lnTo>
                      <a:pt x="1" y="19311"/>
                    </a:lnTo>
                    <a:lnTo>
                      <a:pt x="14" y="19718"/>
                    </a:lnTo>
                    <a:lnTo>
                      <a:pt x="27" y="20112"/>
                    </a:lnTo>
                    <a:lnTo>
                      <a:pt x="53" y="20518"/>
                    </a:lnTo>
                    <a:lnTo>
                      <a:pt x="906" y="33060"/>
                    </a:lnTo>
                    <a:lnTo>
                      <a:pt x="932" y="33493"/>
                    </a:lnTo>
                    <a:lnTo>
                      <a:pt x="985" y="33939"/>
                    </a:lnTo>
                    <a:lnTo>
                      <a:pt x="1037" y="34372"/>
                    </a:lnTo>
                    <a:lnTo>
                      <a:pt x="1103" y="34792"/>
                    </a:lnTo>
                    <a:lnTo>
                      <a:pt x="1182" y="35212"/>
                    </a:lnTo>
                    <a:lnTo>
                      <a:pt x="1273" y="35618"/>
                    </a:lnTo>
                    <a:lnTo>
                      <a:pt x="1365" y="36025"/>
                    </a:lnTo>
                    <a:lnTo>
                      <a:pt x="1470" y="36419"/>
                    </a:lnTo>
                    <a:lnTo>
                      <a:pt x="1588" y="36812"/>
                    </a:lnTo>
                    <a:lnTo>
                      <a:pt x="1719" y="37193"/>
                    </a:lnTo>
                    <a:lnTo>
                      <a:pt x="1851" y="37573"/>
                    </a:lnTo>
                    <a:lnTo>
                      <a:pt x="1995" y="37940"/>
                    </a:lnTo>
                    <a:lnTo>
                      <a:pt x="2152" y="38308"/>
                    </a:lnTo>
                    <a:lnTo>
                      <a:pt x="2310" y="38662"/>
                    </a:lnTo>
                    <a:lnTo>
                      <a:pt x="2480" y="39016"/>
                    </a:lnTo>
                    <a:lnTo>
                      <a:pt x="2664" y="39357"/>
                    </a:lnTo>
                    <a:lnTo>
                      <a:pt x="2861" y="39698"/>
                    </a:lnTo>
                    <a:lnTo>
                      <a:pt x="3058" y="40026"/>
                    </a:lnTo>
                    <a:lnTo>
                      <a:pt x="3254" y="40354"/>
                    </a:lnTo>
                    <a:lnTo>
                      <a:pt x="3477" y="40669"/>
                    </a:lnTo>
                    <a:lnTo>
                      <a:pt x="3687" y="40984"/>
                    </a:lnTo>
                    <a:lnTo>
                      <a:pt x="3923" y="41286"/>
                    </a:lnTo>
                    <a:lnTo>
                      <a:pt x="4160" y="41588"/>
                    </a:lnTo>
                    <a:lnTo>
                      <a:pt x="4409" y="41876"/>
                    </a:lnTo>
                    <a:lnTo>
                      <a:pt x="4724" y="42230"/>
                    </a:lnTo>
                    <a:lnTo>
                      <a:pt x="5052" y="42571"/>
                    </a:lnTo>
                    <a:lnTo>
                      <a:pt x="5393" y="42899"/>
                    </a:lnTo>
                    <a:lnTo>
                      <a:pt x="5747" y="43214"/>
                    </a:lnTo>
                    <a:lnTo>
                      <a:pt x="6101" y="43529"/>
                    </a:lnTo>
                    <a:lnTo>
                      <a:pt x="6482" y="43831"/>
                    </a:lnTo>
                    <a:lnTo>
                      <a:pt x="6862" y="44120"/>
                    </a:lnTo>
                    <a:lnTo>
                      <a:pt x="7256" y="44395"/>
                    </a:lnTo>
                    <a:lnTo>
                      <a:pt x="7649" y="44657"/>
                    </a:lnTo>
                    <a:lnTo>
                      <a:pt x="8069" y="44907"/>
                    </a:lnTo>
                    <a:lnTo>
                      <a:pt x="8489" y="45156"/>
                    </a:lnTo>
                    <a:lnTo>
                      <a:pt x="8922" y="45392"/>
                    </a:lnTo>
                    <a:lnTo>
                      <a:pt x="9355" y="45615"/>
                    </a:lnTo>
                    <a:lnTo>
                      <a:pt x="9801" y="45825"/>
                    </a:lnTo>
                    <a:lnTo>
                      <a:pt x="10260" y="46022"/>
                    </a:lnTo>
                    <a:lnTo>
                      <a:pt x="10719" y="46205"/>
                    </a:lnTo>
                    <a:lnTo>
                      <a:pt x="11191" y="46389"/>
                    </a:lnTo>
                    <a:lnTo>
                      <a:pt x="11677" y="46547"/>
                    </a:lnTo>
                    <a:lnTo>
                      <a:pt x="12162" y="46704"/>
                    </a:lnTo>
                    <a:lnTo>
                      <a:pt x="12661" y="46848"/>
                    </a:lnTo>
                    <a:lnTo>
                      <a:pt x="13159" y="46979"/>
                    </a:lnTo>
                    <a:lnTo>
                      <a:pt x="13658" y="47098"/>
                    </a:lnTo>
                    <a:lnTo>
                      <a:pt x="14182" y="47216"/>
                    </a:lnTo>
                    <a:lnTo>
                      <a:pt x="14694" y="47307"/>
                    </a:lnTo>
                    <a:lnTo>
                      <a:pt x="15219" y="47399"/>
                    </a:lnTo>
                    <a:lnTo>
                      <a:pt x="15757" y="47465"/>
                    </a:lnTo>
                    <a:lnTo>
                      <a:pt x="16282" y="47530"/>
                    </a:lnTo>
                    <a:lnTo>
                      <a:pt x="16833" y="47583"/>
                    </a:lnTo>
                    <a:lnTo>
                      <a:pt x="17370" y="47622"/>
                    </a:lnTo>
                    <a:lnTo>
                      <a:pt x="17921" y="47662"/>
                    </a:lnTo>
                    <a:lnTo>
                      <a:pt x="18472" y="47675"/>
                    </a:lnTo>
                    <a:lnTo>
                      <a:pt x="19037" y="47675"/>
                    </a:lnTo>
                    <a:lnTo>
                      <a:pt x="19929" y="47662"/>
                    </a:lnTo>
                    <a:lnTo>
                      <a:pt x="20808" y="47622"/>
                    </a:lnTo>
                    <a:lnTo>
                      <a:pt x="21673" y="47544"/>
                    </a:lnTo>
                    <a:lnTo>
                      <a:pt x="22526" y="47439"/>
                    </a:lnTo>
                    <a:lnTo>
                      <a:pt x="23379" y="47307"/>
                    </a:lnTo>
                    <a:lnTo>
                      <a:pt x="23786" y="47229"/>
                    </a:lnTo>
                    <a:lnTo>
                      <a:pt x="24205" y="47150"/>
                    </a:lnTo>
                    <a:lnTo>
                      <a:pt x="24612" y="47058"/>
                    </a:lnTo>
                    <a:lnTo>
                      <a:pt x="25019" y="46953"/>
                    </a:lnTo>
                    <a:lnTo>
                      <a:pt x="25412" y="46848"/>
                    </a:lnTo>
                    <a:lnTo>
                      <a:pt x="25806" y="46730"/>
                    </a:lnTo>
                    <a:lnTo>
                      <a:pt x="26199" y="46612"/>
                    </a:lnTo>
                    <a:lnTo>
                      <a:pt x="26593" y="46481"/>
                    </a:lnTo>
                    <a:lnTo>
                      <a:pt x="26973" y="46350"/>
                    </a:lnTo>
                    <a:lnTo>
                      <a:pt x="27341" y="46205"/>
                    </a:lnTo>
                    <a:lnTo>
                      <a:pt x="27721" y="46061"/>
                    </a:lnTo>
                    <a:lnTo>
                      <a:pt x="28089" y="45904"/>
                    </a:lnTo>
                    <a:lnTo>
                      <a:pt x="28443" y="45733"/>
                    </a:lnTo>
                    <a:lnTo>
                      <a:pt x="28797" y="45563"/>
                    </a:lnTo>
                    <a:lnTo>
                      <a:pt x="29151" y="45392"/>
                    </a:lnTo>
                    <a:lnTo>
                      <a:pt x="29492" y="45208"/>
                    </a:lnTo>
                    <a:lnTo>
                      <a:pt x="29833" y="45012"/>
                    </a:lnTo>
                    <a:lnTo>
                      <a:pt x="30175" y="44815"/>
                    </a:lnTo>
                    <a:lnTo>
                      <a:pt x="30502" y="44605"/>
                    </a:lnTo>
                    <a:lnTo>
                      <a:pt x="30817" y="44395"/>
                    </a:lnTo>
                    <a:lnTo>
                      <a:pt x="31132" y="44172"/>
                    </a:lnTo>
                    <a:lnTo>
                      <a:pt x="31447" y="43949"/>
                    </a:lnTo>
                    <a:lnTo>
                      <a:pt x="31749" y="43713"/>
                    </a:lnTo>
                    <a:lnTo>
                      <a:pt x="32037" y="43464"/>
                    </a:lnTo>
                    <a:lnTo>
                      <a:pt x="32326" y="43214"/>
                    </a:lnTo>
                    <a:lnTo>
                      <a:pt x="32615" y="42965"/>
                    </a:lnTo>
                    <a:lnTo>
                      <a:pt x="32890" y="42703"/>
                    </a:lnTo>
                    <a:lnTo>
                      <a:pt x="33153" y="42427"/>
                    </a:lnTo>
                    <a:lnTo>
                      <a:pt x="33415" y="42152"/>
                    </a:lnTo>
                    <a:lnTo>
                      <a:pt x="33664" y="41876"/>
                    </a:lnTo>
                    <a:lnTo>
                      <a:pt x="33913" y="41588"/>
                    </a:lnTo>
                    <a:lnTo>
                      <a:pt x="34150" y="41286"/>
                    </a:lnTo>
                    <a:lnTo>
                      <a:pt x="34373" y="40984"/>
                    </a:lnTo>
                    <a:lnTo>
                      <a:pt x="34596" y="40669"/>
                    </a:lnTo>
                    <a:lnTo>
                      <a:pt x="34819" y="40354"/>
                    </a:lnTo>
                    <a:lnTo>
                      <a:pt x="35015" y="40026"/>
                    </a:lnTo>
                    <a:lnTo>
                      <a:pt x="35212" y="39698"/>
                    </a:lnTo>
                    <a:lnTo>
                      <a:pt x="35409" y="39357"/>
                    </a:lnTo>
                    <a:lnTo>
                      <a:pt x="35580" y="39016"/>
                    </a:lnTo>
                    <a:lnTo>
                      <a:pt x="35763" y="38662"/>
                    </a:lnTo>
                    <a:lnTo>
                      <a:pt x="35921" y="38308"/>
                    </a:lnTo>
                    <a:lnTo>
                      <a:pt x="36078" y="37940"/>
                    </a:lnTo>
                    <a:lnTo>
                      <a:pt x="36222" y="37573"/>
                    </a:lnTo>
                    <a:lnTo>
                      <a:pt x="36354" y="37193"/>
                    </a:lnTo>
                    <a:lnTo>
                      <a:pt x="36485" y="36812"/>
                    </a:lnTo>
                    <a:lnTo>
                      <a:pt x="36590" y="36419"/>
                    </a:lnTo>
                    <a:lnTo>
                      <a:pt x="36708" y="36025"/>
                    </a:lnTo>
                    <a:lnTo>
                      <a:pt x="36800" y="35618"/>
                    </a:lnTo>
                    <a:lnTo>
                      <a:pt x="36891" y="35212"/>
                    </a:lnTo>
                    <a:lnTo>
                      <a:pt x="36970" y="34792"/>
                    </a:lnTo>
                    <a:lnTo>
                      <a:pt x="37036" y="34372"/>
                    </a:lnTo>
                    <a:lnTo>
                      <a:pt x="37088" y="33939"/>
                    </a:lnTo>
                    <a:lnTo>
                      <a:pt x="37128" y="33493"/>
                    </a:lnTo>
                    <a:lnTo>
                      <a:pt x="37167" y="33060"/>
                    </a:lnTo>
                    <a:lnTo>
                      <a:pt x="37062" y="33349"/>
                    </a:lnTo>
                    <a:lnTo>
                      <a:pt x="36931" y="33690"/>
                    </a:lnTo>
                    <a:lnTo>
                      <a:pt x="36747" y="34136"/>
                    </a:lnTo>
                    <a:lnTo>
                      <a:pt x="36852" y="33703"/>
                    </a:lnTo>
                    <a:lnTo>
                      <a:pt x="36957" y="33270"/>
                    </a:lnTo>
                    <a:lnTo>
                      <a:pt x="37049" y="32837"/>
                    </a:lnTo>
                    <a:lnTo>
                      <a:pt x="37128" y="32391"/>
                    </a:lnTo>
                    <a:lnTo>
                      <a:pt x="37193" y="31945"/>
                    </a:lnTo>
                    <a:lnTo>
                      <a:pt x="37259" y="31499"/>
                    </a:lnTo>
                    <a:lnTo>
                      <a:pt x="37298" y="31040"/>
                    </a:lnTo>
                    <a:lnTo>
                      <a:pt x="37337" y="30581"/>
                    </a:lnTo>
                    <a:lnTo>
                      <a:pt x="38020" y="20676"/>
                    </a:lnTo>
                    <a:lnTo>
                      <a:pt x="38046" y="20046"/>
                    </a:lnTo>
                    <a:lnTo>
                      <a:pt x="38059" y="19430"/>
                    </a:lnTo>
                    <a:lnTo>
                      <a:pt x="38059" y="18826"/>
                    </a:lnTo>
                    <a:lnTo>
                      <a:pt x="38033" y="18223"/>
                    </a:lnTo>
                    <a:lnTo>
                      <a:pt x="37980" y="17619"/>
                    </a:lnTo>
                    <a:lnTo>
                      <a:pt x="37928" y="17029"/>
                    </a:lnTo>
                    <a:lnTo>
                      <a:pt x="37849" y="16438"/>
                    </a:lnTo>
                    <a:lnTo>
                      <a:pt x="37744" y="15848"/>
                    </a:lnTo>
                    <a:lnTo>
                      <a:pt x="37639" y="15271"/>
                    </a:lnTo>
                    <a:lnTo>
                      <a:pt x="37508" y="14707"/>
                    </a:lnTo>
                    <a:lnTo>
                      <a:pt x="37351" y="14143"/>
                    </a:lnTo>
                    <a:lnTo>
                      <a:pt x="37193" y="13592"/>
                    </a:lnTo>
                    <a:lnTo>
                      <a:pt x="37009" y="13041"/>
                    </a:lnTo>
                    <a:lnTo>
                      <a:pt x="36813" y="12490"/>
                    </a:lnTo>
                    <a:lnTo>
                      <a:pt x="36603" y="11965"/>
                    </a:lnTo>
                    <a:lnTo>
                      <a:pt x="36380" y="11440"/>
                    </a:lnTo>
                    <a:lnTo>
                      <a:pt x="36131" y="10915"/>
                    </a:lnTo>
                    <a:lnTo>
                      <a:pt x="35881" y="10404"/>
                    </a:lnTo>
                    <a:lnTo>
                      <a:pt x="35606" y="9905"/>
                    </a:lnTo>
                    <a:lnTo>
                      <a:pt x="35330" y="9420"/>
                    </a:lnTo>
                    <a:lnTo>
                      <a:pt x="35029" y="8934"/>
                    </a:lnTo>
                    <a:lnTo>
                      <a:pt x="34714" y="8462"/>
                    </a:lnTo>
                    <a:lnTo>
                      <a:pt x="34399" y="8003"/>
                    </a:lnTo>
                    <a:lnTo>
                      <a:pt x="34058" y="7557"/>
                    </a:lnTo>
                    <a:lnTo>
                      <a:pt x="33704" y="7111"/>
                    </a:lnTo>
                    <a:lnTo>
                      <a:pt x="33349" y="6678"/>
                    </a:lnTo>
                    <a:lnTo>
                      <a:pt x="32969" y="6258"/>
                    </a:lnTo>
                    <a:lnTo>
                      <a:pt x="32588" y="5851"/>
                    </a:lnTo>
                    <a:lnTo>
                      <a:pt x="32195" y="5458"/>
                    </a:lnTo>
                    <a:lnTo>
                      <a:pt x="31788" y="5064"/>
                    </a:lnTo>
                    <a:lnTo>
                      <a:pt x="31368" y="4697"/>
                    </a:lnTo>
                    <a:lnTo>
                      <a:pt x="30935" y="4330"/>
                    </a:lnTo>
                    <a:lnTo>
                      <a:pt x="30502" y="3988"/>
                    </a:lnTo>
                    <a:lnTo>
                      <a:pt x="30056" y="3647"/>
                    </a:lnTo>
                    <a:lnTo>
                      <a:pt x="29597" y="3319"/>
                    </a:lnTo>
                    <a:lnTo>
                      <a:pt x="29138" y="3018"/>
                    </a:lnTo>
                    <a:lnTo>
                      <a:pt x="28653" y="2716"/>
                    </a:lnTo>
                    <a:lnTo>
                      <a:pt x="28180" y="2440"/>
                    </a:lnTo>
                    <a:lnTo>
                      <a:pt x="27682" y="2165"/>
                    </a:lnTo>
                    <a:lnTo>
                      <a:pt x="27183" y="1916"/>
                    </a:lnTo>
                    <a:lnTo>
                      <a:pt x="26685" y="1680"/>
                    </a:lnTo>
                    <a:lnTo>
                      <a:pt x="26160" y="1443"/>
                    </a:lnTo>
                    <a:lnTo>
                      <a:pt x="25648" y="1233"/>
                    </a:lnTo>
                    <a:lnTo>
                      <a:pt x="25111" y="1050"/>
                    </a:lnTo>
                    <a:lnTo>
                      <a:pt x="24586" y="866"/>
                    </a:lnTo>
                    <a:lnTo>
                      <a:pt x="24048" y="709"/>
                    </a:lnTo>
                    <a:lnTo>
                      <a:pt x="23497" y="551"/>
                    </a:lnTo>
                    <a:lnTo>
                      <a:pt x="22946" y="433"/>
                    </a:lnTo>
                    <a:lnTo>
                      <a:pt x="22395" y="315"/>
                    </a:lnTo>
                    <a:lnTo>
                      <a:pt x="21831" y="223"/>
                    </a:lnTo>
                    <a:lnTo>
                      <a:pt x="21267" y="145"/>
                    </a:lnTo>
                    <a:lnTo>
                      <a:pt x="20689" y="79"/>
                    </a:lnTo>
                    <a:lnTo>
                      <a:pt x="20125" y="27"/>
                    </a:lnTo>
                    <a:lnTo>
                      <a:pt x="1954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Google Shape;2438;p45"/>
              <p:cNvSpPr/>
              <p:nvPr/>
            </p:nvSpPr>
            <p:spPr>
              <a:xfrm>
                <a:off x="2064354" y="2534129"/>
                <a:ext cx="246328" cy="126942"/>
              </a:xfrm>
              <a:custGeom>
                <a:avLst/>
                <a:gdLst/>
                <a:ahLst/>
                <a:cxnLst/>
                <a:rect l="l" t="t" r="r" b="b"/>
                <a:pathLst>
                  <a:path w="13723" h="7072" extrusionOk="0">
                    <a:moveTo>
                      <a:pt x="3346" y="1"/>
                    </a:moveTo>
                    <a:lnTo>
                      <a:pt x="3175" y="14"/>
                    </a:lnTo>
                    <a:lnTo>
                      <a:pt x="2991" y="40"/>
                    </a:lnTo>
                    <a:lnTo>
                      <a:pt x="2821" y="66"/>
                    </a:lnTo>
                    <a:lnTo>
                      <a:pt x="2650" y="106"/>
                    </a:lnTo>
                    <a:lnTo>
                      <a:pt x="2480" y="158"/>
                    </a:lnTo>
                    <a:lnTo>
                      <a:pt x="2322" y="211"/>
                    </a:lnTo>
                    <a:lnTo>
                      <a:pt x="2152" y="276"/>
                    </a:lnTo>
                    <a:lnTo>
                      <a:pt x="2007" y="342"/>
                    </a:lnTo>
                    <a:lnTo>
                      <a:pt x="1850" y="421"/>
                    </a:lnTo>
                    <a:lnTo>
                      <a:pt x="1706" y="512"/>
                    </a:lnTo>
                    <a:lnTo>
                      <a:pt x="1561" y="604"/>
                    </a:lnTo>
                    <a:lnTo>
                      <a:pt x="1417" y="696"/>
                    </a:lnTo>
                    <a:lnTo>
                      <a:pt x="1286" y="801"/>
                    </a:lnTo>
                    <a:lnTo>
                      <a:pt x="1155" y="919"/>
                    </a:lnTo>
                    <a:lnTo>
                      <a:pt x="1037" y="1037"/>
                    </a:lnTo>
                    <a:lnTo>
                      <a:pt x="919" y="1155"/>
                    </a:lnTo>
                    <a:lnTo>
                      <a:pt x="801" y="1286"/>
                    </a:lnTo>
                    <a:lnTo>
                      <a:pt x="696" y="1418"/>
                    </a:lnTo>
                    <a:lnTo>
                      <a:pt x="604" y="1562"/>
                    </a:lnTo>
                    <a:lnTo>
                      <a:pt x="512" y="1706"/>
                    </a:lnTo>
                    <a:lnTo>
                      <a:pt x="420" y="1851"/>
                    </a:lnTo>
                    <a:lnTo>
                      <a:pt x="341" y="1995"/>
                    </a:lnTo>
                    <a:lnTo>
                      <a:pt x="276" y="2152"/>
                    </a:lnTo>
                    <a:lnTo>
                      <a:pt x="210" y="2323"/>
                    </a:lnTo>
                    <a:lnTo>
                      <a:pt x="158" y="2480"/>
                    </a:lnTo>
                    <a:lnTo>
                      <a:pt x="105" y="2651"/>
                    </a:lnTo>
                    <a:lnTo>
                      <a:pt x="66" y="2821"/>
                    </a:lnTo>
                    <a:lnTo>
                      <a:pt x="40" y="2992"/>
                    </a:lnTo>
                    <a:lnTo>
                      <a:pt x="13" y="3176"/>
                    </a:lnTo>
                    <a:lnTo>
                      <a:pt x="0" y="3346"/>
                    </a:lnTo>
                    <a:lnTo>
                      <a:pt x="0" y="3530"/>
                    </a:lnTo>
                    <a:lnTo>
                      <a:pt x="0" y="3713"/>
                    </a:lnTo>
                    <a:lnTo>
                      <a:pt x="13" y="3897"/>
                    </a:lnTo>
                    <a:lnTo>
                      <a:pt x="40" y="4068"/>
                    </a:lnTo>
                    <a:lnTo>
                      <a:pt x="66" y="4251"/>
                    </a:lnTo>
                    <a:lnTo>
                      <a:pt x="105" y="4422"/>
                    </a:lnTo>
                    <a:lnTo>
                      <a:pt x="158" y="4579"/>
                    </a:lnTo>
                    <a:lnTo>
                      <a:pt x="210" y="4750"/>
                    </a:lnTo>
                    <a:lnTo>
                      <a:pt x="276" y="4907"/>
                    </a:lnTo>
                    <a:lnTo>
                      <a:pt x="341" y="5065"/>
                    </a:lnTo>
                    <a:lnTo>
                      <a:pt x="420" y="5222"/>
                    </a:lnTo>
                    <a:lnTo>
                      <a:pt x="512" y="5366"/>
                    </a:lnTo>
                    <a:lnTo>
                      <a:pt x="604" y="5511"/>
                    </a:lnTo>
                    <a:lnTo>
                      <a:pt x="696" y="5655"/>
                    </a:lnTo>
                    <a:lnTo>
                      <a:pt x="801" y="5786"/>
                    </a:lnTo>
                    <a:lnTo>
                      <a:pt x="919" y="5904"/>
                    </a:lnTo>
                    <a:lnTo>
                      <a:pt x="1037" y="6036"/>
                    </a:lnTo>
                    <a:lnTo>
                      <a:pt x="1155" y="6154"/>
                    </a:lnTo>
                    <a:lnTo>
                      <a:pt x="1286" y="6259"/>
                    </a:lnTo>
                    <a:lnTo>
                      <a:pt x="1417" y="6364"/>
                    </a:lnTo>
                    <a:lnTo>
                      <a:pt x="1561" y="6468"/>
                    </a:lnTo>
                    <a:lnTo>
                      <a:pt x="1706" y="6560"/>
                    </a:lnTo>
                    <a:lnTo>
                      <a:pt x="1850" y="6639"/>
                    </a:lnTo>
                    <a:lnTo>
                      <a:pt x="2007" y="6718"/>
                    </a:lnTo>
                    <a:lnTo>
                      <a:pt x="2152" y="6796"/>
                    </a:lnTo>
                    <a:lnTo>
                      <a:pt x="2322" y="6849"/>
                    </a:lnTo>
                    <a:lnTo>
                      <a:pt x="2480" y="6915"/>
                    </a:lnTo>
                    <a:lnTo>
                      <a:pt x="2650" y="6954"/>
                    </a:lnTo>
                    <a:lnTo>
                      <a:pt x="2821" y="6993"/>
                    </a:lnTo>
                    <a:lnTo>
                      <a:pt x="2991" y="7033"/>
                    </a:lnTo>
                    <a:lnTo>
                      <a:pt x="3175" y="7046"/>
                    </a:lnTo>
                    <a:lnTo>
                      <a:pt x="3346" y="7059"/>
                    </a:lnTo>
                    <a:lnTo>
                      <a:pt x="3529" y="7072"/>
                    </a:lnTo>
                    <a:lnTo>
                      <a:pt x="10194" y="7072"/>
                    </a:lnTo>
                    <a:lnTo>
                      <a:pt x="10364" y="7059"/>
                    </a:lnTo>
                    <a:lnTo>
                      <a:pt x="10548" y="7046"/>
                    </a:lnTo>
                    <a:lnTo>
                      <a:pt x="10732" y="7033"/>
                    </a:lnTo>
                    <a:lnTo>
                      <a:pt x="10902" y="6993"/>
                    </a:lnTo>
                    <a:lnTo>
                      <a:pt x="11073" y="6954"/>
                    </a:lnTo>
                    <a:lnTo>
                      <a:pt x="11243" y="6915"/>
                    </a:lnTo>
                    <a:lnTo>
                      <a:pt x="11401" y="6849"/>
                    </a:lnTo>
                    <a:lnTo>
                      <a:pt x="11558" y="6796"/>
                    </a:lnTo>
                    <a:lnTo>
                      <a:pt x="11716" y="6718"/>
                    </a:lnTo>
                    <a:lnTo>
                      <a:pt x="11873" y="6639"/>
                    </a:lnTo>
                    <a:lnTo>
                      <a:pt x="12017" y="6560"/>
                    </a:lnTo>
                    <a:lnTo>
                      <a:pt x="12162" y="6468"/>
                    </a:lnTo>
                    <a:lnTo>
                      <a:pt x="12306" y="6364"/>
                    </a:lnTo>
                    <a:lnTo>
                      <a:pt x="12437" y="6259"/>
                    </a:lnTo>
                    <a:lnTo>
                      <a:pt x="12568" y="6154"/>
                    </a:lnTo>
                    <a:lnTo>
                      <a:pt x="12686" y="6036"/>
                    </a:lnTo>
                    <a:lnTo>
                      <a:pt x="12804" y="5904"/>
                    </a:lnTo>
                    <a:lnTo>
                      <a:pt x="12909" y="5786"/>
                    </a:lnTo>
                    <a:lnTo>
                      <a:pt x="13014" y="5655"/>
                    </a:lnTo>
                    <a:lnTo>
                      <a:pt x="13119" y="5511"/>
                    </a:lnTo>
                    <a:lnTo>
                      <a:pt x="13211" y="5366"/>
                    </a:lnTo>
                    <a:lnTo>
                      <a:pt x="13290" y="5222"/>
                    </a:lnTo>
                    <a:lnTo>
                      <a:pt x="13369" y="5065"/>
                    </a:lnTo>
                    <a:lnTo>
                      <a:pt x="13447" y="4907"/>
                    </a:lnTo>
                    <a:lnTo>
                      <a:pt x="13513" y="4750"/>
                    </a:lnTo>
                    <a:lnTo>
                      <a:pt x="13565" y="4579"/>
                    </a:lnTo>
                    <a:lnTo>
                      <a:pt x="13618" y="4422"/>
                    </a:lnTo>
                    <a:lnTo>
                      <a:pt x="13657" y="4251"/>
                    </a:lnTo>
                    <a:lnTo>
                      <a:pt x="13683" y="4068"/>
                    </a:lnTo>
                    <a:lnTo>
                      <a:pt x="13710" y="3897"/>
                    </a:lnTo>
                    <a:lnTo>
                      <a:pt x="13723" y="3713"/>
                    </a:lnTo>
                    <a:lnTo>
                      <a:pt x="13723" y="3530"/>
                    </a:lnTo>
                    <a:lnTo>
                      <a:pt x="13723" y="3346"/>
                    </a:lnTo>
                    <a:lnTo>
                      <a:pt x="13710" y="3176"/>
                    </a:lnTo>
                    <a:lnTo>
                      <a:pt x="13683" y="2992"/>
                    </a:lnTo>
                    <a:lnTo>
                      <a:pt x="13657" y="2821"/>
                    </a:lnTo>
                    <a:lnTo>
                      <a:pt x="13618" y="2651"/>
                    </a:lnTo>
                    <a:lnTo>
                      <a:pt x="13565" y="2480"/>
                    </a:lnTo>
                    <a:lnTo>
                      <a:pt x="13513" y="2323"/>
                    </a:lnTo>
                    <a:lnTo>
                      <a:pt x="13447" y="2152"/>
                    </a:lnTo>
                    <a:lnTo>
                      <a:pt x="13369" y="1995"/>
                    </a:lnTo>
                    <a:lnTo>
                      <a:pt x="13290" y="1851"/>
                    </a:lnTo>
                    <a:lnTo>
                      <a:pt x="13211" y="1706"/>
                    </a:lnTo>
                    <a:lnTo>
                      <a:pt x="13119" y="1562"/>
                    </a:lnTo>
                    <a:lnTo>
                      <a:pt x="13014" y="1418"/>
                    </a:lnTo>
                    <a:lnTo>
                      <a:pt x="12909" y="1286"/>
                    </a:lnTo>
                    <a:lnTo>
                      <a:pt x="12804" y="1155"/>
                    </a:lnTo>
                    <a:lnTo>
                      <a:pt x="12686" y="1037"/>
                    </a:lnTo>
                    <a:lnTo>
                      <a:pt x="12568" y="919"/>
                    </a:lnTo>
                    <a:lnTo>
                      <a:pt x="12437" y="801"/>
                    </a:lnTo>
                    <a:lnTo>
                      <a:pt x="12306" y="696"/>
                    </a:lnTo>
                    <a:lnTo>
                      <a:pt x="12162" y="604"/>
                    </a:lnTo>
                    <a:lnTo>
                      <a:pt x="12017" y="512"/>
                    </a:lnTo>
                    <a:lnTo>
                      <a:pt x="11873" y="421"/>
                    </a:lnTo>
                    <a:lnTo>
                      <a:pt x="11716" y="342"/>
                    </a:lnTo>
                    <a:lnTo>
                      <a:pt x="11558" y="276"/>
                    </a:lnTo>
                    <a:lnTo>
                      <a:pt x="11401" y="211"/>
                    </a:lnTo>
                    <a:lnTo>
                      <a:pt x="11243" y="158"/>
                    </a:lnTo>
                    <a:lnTo>
                      <a:pt x="11073" y="106"/>
                    </a:lnTo>
                    <a:lnTo>
                      <a:pt x="10902" y="66"/>
                    </a:lnTo>
                    <a:lnTo>
                      <a:pt x="10732" y="40"/>
                    </a:lnTo>
                    <a:lnTo>
                      <a:pt x="10548" y="14"/>
                    </a:lnTo>
                    <a:lnTo>
                      <a:pt x="1036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Google Shape;2439;p45"/>
              <p:cNvSpPr/>
              <p:nvPr/>
            </p:nvSpPr>
            <p:spPr>
              <a:xfrm>
                <a:off x="2165143" y="3497038"/>
                <a:ext cx="44749" cy="533869"/>
              </a:xfrm>
              <a:custGeom>
                <a:avLst/>
                <a:gdLst/>
                <a:ahLst/>
                <a:cxnLst/>
                <a:rect l="l" t="t" r="r" b="b"/>
                <a:pathLst>
                  <a:path w="2493" h="29742" extrusionOk="0">
                    <a:moveTo>
                      <a:pt x="0" y="0"/>
                    </a:moveTo>
                    <a:lnTo>
                      <a:pt x="0" y="29741"/>
                    </a:lnTo>
                    <a:lnTo>
                      <a:pt x="2493" y="29741"/>
                    </a:lnTo>
                    <a:lnTo>
                      <a:pt x="249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Google Shape;2440;p45"/>
              <p:cNvSpPr/>
              <p:nvPr/>
            </p:nvSpPr>
            <p:spPr>
              <a:xfrm>
                <a:off x="2131469" y="2564033"/>
                <a:ext cx="112098" cy="955389"/>
              </a:xfrm>
              <a:custGeom>
                <a:avLst/>
                <a:gdLst/>
                <a:ahLst/>
                <a:cxnLst/>
                <a:rect l="l" t="t" r="r" b="b"/>
                <a:pathLst>
                  <a:path w="6245" h="53225" extrusionOk="0">
                    <a:moveTo>
                      <a:pt x="1023" y="1"/>
                    </a:moveTo>
                    <a:lnTo>
                      <a:pt x="905" y="14"/>
                    </a:lnTo>
                    <a:lnTo>
                      <a:pt x="800" y="53"/>
                    </a:lnTo>
                    <a:lnTo>
                      <a:pt x="696" y="80"/>
                    </a:lnTo>
                    <a:lnTo>
                      <a:pt x="604" y="132"/>
                    </a:lnTo>
                    <a:lnTo>
                      <a:pt x="499" y="185"/>
                    </a:lnTo>
                    <a:lnTo>
                      <a:pt x="420" y="250"/>
                    </a:lnTo>
                    <a:lnTo>
                      <a:pt x="341" y="329"/>
                    </a:lnTo>
                    <a:lnTo>
                      <a:pt x="263" y="408"/>
                    </a:lnTo>
                    <a:lnTo>
                      <a:pt x="197" y="499"/>
                    </a:lnTo>
                    <a:lnTo>
                      <a:pt x="145" y="591"/>
                    </a:lnTo>
                    <a:lnTo>
                      <a:pt x="92" y="696"/>
                    </a:lnTo>
                    <a:lnTo>
                      <a:pt x="53" y="801"/>
                    </a:lnTo>
                    <a:lnTo>
                      <a:pt x="26" y="906"/>
                    </a:lnTo>
                    <a:lnTo>
                      <a:pt x="13" y="1024"/>
                    </a:lnTo>
                    <a:lnTo>
                      <a:pt x="0" y="1129"/>
                    </a:lnTo>
                    <a:lnTo>
                      <a:pt x="0" y="50116"/>
                    </a:lnTo>
                    <a:lnTo>
                      <a:pt x="0" y="50273"/>
                    </a:lnTo>
                    <a:lnTo>
                      <a:pt x="13" y="50430"/>
                    </a:lnTo>
                    <a:lnTo>
                      <a:pt x="40" y="50588"/>
                    </a:lnTo>
                    <a:lnTo>
                      <a:pt x="66" y="50745"/>
                    </a:lnTo>
                    <a:lnTo>
                      <a:pt x="145" y="51034"/>
                    </a:lnTo>
                    <a:lnTo>
                      <a:pt x="249" y="51322"/>
                    </a:lnTo>
                    <a:lnTo>
                      <a:pt x="381" y="51598"/>
                    </a:lnTo>
                    <a:lnTo>
                      <a:pt x="538" y="51860"/>
                    </a:lnTo>
                    <a:lnTo>
                      <a:pt x="709" y="52097"/>
                    </a:lnTo>
                    <a:lnTo>
                      <a:pt x="919" y="52320"/>
                    </a:lnTo>
                    <a:lnTo>
                      <a:pt x="1142" y="52516"/>
                    </a:lnTo>
                    <a:lnTo>
                      <a:pt x="1378" y="52700"/>
                    </a:lnTo>
                    <a:lnTo>
                      <a:pt x="1640" y="52857"/>
                    </a:lnTo>
                    <a:lnTo>
                      <a:pt x="1902" y="52989"/>
                    </a:lnTo>
                    <a:lnTo>
                      <a:pt x="2191" y="53094"/>
                    </a:lnTo>
                    <a:lnTo>
                      <a:pt x="2493" y="53172"/>
                    </a:lnTo>
                    <a:lnTo>
                      <a:pt x="2650" y="53199"/>
                    </a:lnTo>
                    <a:lnTo>
                      <a:pt x="2808" y="53212"/>
                    </a:lnTo>
                    <a:lnTo>
                      <a:pt x="2965" y="53225"/>
                    </a:lnTo>
                    <a:lnTo>
                      <a:pt x="3280" y="53225"/>
                    </a:lnTo>
                    <a:lnTo>
                      <a:pt x="3437" y="53212"/>
                    </a:lnTo>
                    <a:lnTo>
                      <a:pt x="3595" y="53199"/>
                    </a:lnTo>
                    <a:lnTo>
                      <a:pt x="3752" y="53172"/>
                    </a:lnTo>
                    <a:lnTo>
                      <a:pt x="4054" y="53094"/>
                    </a:lnTo>
                    <a:lnTo>
                      <a:pt x="4329" y="52989"/>
                    </a:lnTo>
                    <a:lnTo>
                      <a:pt x="4605" y="52857"/>
                    </a:lnTo>
                    <a:lnTo>
                      <a:pt x="4867" y="52700"/>
                    </a:lnTo>
                    <a:lnTo>
                      <a:pt x="5103" y="52516"/>
                    </a:lnTo>
                    <a:lnTo>
                      <a:pt x="5326" y="52320"/>
                    </a:lnTo>
                    <a:lnTo>
                      <a:pt x="5523" y="52097"/>
                    </a:lnTo>
                    <a:lnTo>
                      <a:pt x="5707" y="51860"/>
                    </a:lnTo>
                    <a:lnTo>
                      <a:pt x="5864" y="51598"/>
                    </a:lnTo>
                    <a:lnTo>
                      <a:pt x="5996" y="51322"/>
                    </a:lnTo>
                    <a:lnTo>
                      <a:pt x="6101" y="51034"/>
                    </a:lnTo>
                    <a:lnTo>
                      <a:pt x="6179" y="50745"/>
                    </a:lnTo>
                    <a:lnTo>
                      <a:pt x="6205" y="50588"/>
                    </a:lnTo>
                    <a:lnTo>
                      <a:pt x="6219" y="50430"/>
                    </a:lnTo>
                    <a:lnTo>
                      <a:pt x="6232" y="50273"/>
                    </a:lnTo>
                    <a:lnTo>
                      <a:pt x="6245" y="50116"/>
                    </a:lnTo>
                    <a:lnTo>
                      <a:pt x="6245" y="1129"/>
                    </a:lnTo>
                    <a:lnTo>
                      <a:pt x="6232" y="1024"/>
                    </a:lnTo>
                    <a:lnTo>
                      <a:pt x="6219" y="906"/>
                    </a:lnTo>
                    <a:lnTo>
                      <a:pt x="6192" y="801"/>
                    </a:lnTo>
                    <a:lnTo>
                      <a:pt x="6153" y="696"/>
                    </a:lnTo>
                    <a:lnTo>
                      <a:pt x="6101" y="591"/>
                    </a:lnTo>
                    <a:lnTo>
                      <a:pt x="6048" y="499"/>
                    </a:lnTo>
                    <a:lnTo>
                      <a:pt x="5982" y="408"/>
                    </a:lnTo>
                    <a:lnTo>
                      <a:pt x="5904" y="329"/>
                    </a:lnTo>
                    <a:lnTo>
                      <a:pt x="5825" y="250"/>
                    </a:lnTo>
                    <a:lnTo>
                      <a:pt x="5733" y="185"/>
                    </a:lnTo>
                    <a:lnTo>
                      <a:pt x="5641" y="132"/>
                    </a:lnTo>
                    <a:lnTo>
                      <a:pt x="5550" y="80"/>
                    </a:lnTo>
                    <a:lnTo>
                      <a:pt x="5445" y="53"/>
                    </a:lnTo>
                    <a:lnTo>
                      <a:pt x="5326" y="14"/>
                    </a:lnTo>
                    <a:lnTo>
                      <a:pt x="522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Google Shape;2441;p45"/>
              <p:cNvSpPr/>
              <p:nvPr/>
            </p:nvSpPr>
            <p:spPr>
              <a:xfrm>
                <a:off x="1780583" y="3354102"/>
                <a:ext cx="813871" cy="74654"/>
              </a:xfrm>
              <a:custGeom>
                <a:avLst/>
                <a:gdLst/>
                <a:ahLst/>
                <a:cxnLst/>
                <a:rect l="l" t="t" r="r" b="b"/>
                <a:pathLst>
                  <a:path w="45341" h="4159" extrusionOk="0">
                    <a:moveTo>
                      <a:pt x="1" y="0"/>
                    </a:moveTo>
                    <a:lnTo>
                      <a:pt x="14" y="210"/>
                    </a:lnTo>
                    <a:lnTo>
                      <a:pt x="27" y="420"/>
                    </a:lnTo>
                    <a:lnTo>
                      <a:pt x="53" y="630"/>
                    </a:lnTo>
                    <a:lnTo>
                      <a:pt x="93" y="840"/>
                    </a:lnTo>
                    <a:lnTo>
                      <a:pt x="132" y="1037"/>
                    </a:lnTo>
                    <a:lnTo>
                      <a:pt x="185" y="1233"/>
                    </a:lnTo>
                    <a:lnTo>
                      <a:pt x="250" y="1430"/>
                    </a:lnTo>
                    <a:lnTo>
                      <a:pt x="329" y="1614"/>
                    </a:lnTo>
                    <a:lnTo>
                      <a:pt x="421" y="1798"/>
                    </a:lnTo>
                    <a:lnTo>
                      <a:pt x="513" y="1981"/>
                    </a:lnTo>
                    <a:lnTo>
                      <a:pt x="604" y="2152"/>
                    </a:lnTo>
                    <a:lnTo>
                      <a:pt x="709" y="2322"/>
                    </a:lnTo>
                    <a:lnTo>
                      <a:pt x="827" y="2480"/>
                    </a:lnTo>
                    <a:lnTo>
                      <a:pt x="959" y="2637"/>
                    </a:lnTo>
                    <a:lnTo>
                      <a:pt x="1090" y="2795"/>
                    </a:lnTo>
                    <a:lnTo>
                      <a:pt x="1221" y="2939"/>
                    </a:lnTo>
                    <a:lnTo>
                      <a:pt x="1365" y="3070"/>
                    </a:lnTo>
                    <a:lnTo>
                      <a:pt x="1523" y="3201"/>
                    </a:lnTo>
                    <a:lnTo>
                      <a:pt x="1680" y="3332"/>
                    </a:lnTo>
                    <a:lnTo>
                      <a:pt x="1838" y="3450"/>
                    </a:lnTo>
                    <a:lnTo>
                      <a:pt x="2008" y="3555"/>
                    </a:lnTo>
                    <a:lnTo>
                      <a:pt x="2179" y="3647"/>
                    </a:lnTo>
                    <a:lnTo>
                      <a:pt x="2362" y="3739"/>
                    </a:lnTo>
                    <a:lnTo>
                      <a:pt x="2546" y="3831"/>
                    </a:lnTo>
                    <a:lnTo>
                      <a:pt x="2730" y="3897"/>
                    </a:lnTo>
                    <a:lnTo>
                      <a:pt x="2926" y="3962"/>
                    </a:lnTo>
                    <a:lnTo>
                      <a:pt x="3123" y="4028"/>
                    </a:lnTo>
                    <a:lnTo>
                      <a:pt x="3320" y="4067"/>
                    </a:lnTo>
                    <a:lnTo>
                      <a:pt x="3530" y="4106"/>
                    </a:lnTo>
                    <a:lnTo>
                      <a:pt x="3740" y="4133"/>
                    </a:lnTo>
                    <a:lnTo>
                      <a:pt x="3950" y="4146"/>
                    </a:lnTo>
                    <a:lnTo>
                      <a:pt x="4160" y="4159"/>
                    </a:lnTo>
                    <a:lnTo>
                      <a:pt x="41181" y="4159"/>
                    </a:lnTo>
                    <a:lnTo>
                      <a:pt x="41391" y="4146"/>
                    </a:lnTo>
                    <a:lnTo>
                      <a:pt x="41601" y="4133"/>
                    </a:lnTo>
                    <a:lnTo>
                      <a:pt x="41811" y="4106"/>
                    </a:lnTo>
                    <a:lnTo>
                      <a:pt x="42021" y="4067"/>
                    </a:lnTo>
                    <a:lnTo>
                      <a:pt x="42218" y="4028"/>
                    </a:lnTo>
                    <a:lnTo>
                      <a:pt x="42415" y="3962"/>
                    </a:lnTo>
                    <a:lnTo>
                      <a:pt x="42611" y="3897"/>
                    </a:lnTo>
                    <a:lnTo>
                      <a:pt x="42795" y="3831"/>
                    </a:lnTo>
                    <a:lnTo>
                      <a:pt x="42979" y="3739"/>
                    </a:lnTo>
                    <a:lnTo>
                      <a:pt x="43162" y="3647"/>
                    </a:lnTo>
                    <a:lnTo>
                      <a:pt x="43333" y="3555"/>
                    </a:lnTo>
                    <a:lnTo>
                      <a:pt x="43503" y="3450"/>
                    </a:lnTo>
                    <a:lnTo>
                      <a:pt x="43661" y="3332"/>
                    </a:lnTo>
                    <a:lnTo>
                      <a:pt x="43818" y="3201"/>
                    </a:lnTo>
                    <a:lnTo>
                      <a:pt x="43976" y="3070"/>
                    </a:lnTo>
                    <a:lnTo>
                      <a:pt x="44120" y="2939"/>
                    </a:lnTo>
                    <a:lnTo>
                      <a:pt x="44251" y="2795"/>
                    </a:lnTo>
                    <a:lnTo>
                      <a:pt x="44382" y="2637"/>
                    </a:lnTo>
                    <a:lnTo>
                      <a:pt x="44514" y="2480"/>
                    </a:lnTo>
                    <a:lnTo>
                      <a:pt x="44632" y="2322"/>
                    </a:lnTo>
                    <a:lnTo>
                      <a:pt x="44737" y="2152"/>
                    </a:lnTo>
                    <a:lnTo>
                      <a:pt x="44828" y="1981"/>
                    </a:lnTo>
                    <a:lnTo>
                      <a:pt x="44920" y="1798"/>
                    </a:lnTo>
                    <a:lnTo>
                      <a:pt x="45012" y="1614"/>
                    </a:lnTo>
                    <a:lnTo>
                      <a:pt x="45078" y="1430"/>
                    </a:lnTo>
                    <a:lnTo>
                      <a:pt x="45143" y="1233"/>
                    </a:lnTo>
                    <a:lnTo>
                      <a:pt x="45209" y="1037"/>
                    </a:lnTo>
                    <a:lnTo>
                      <a:pt x="45248" y="840"/>
                    </a:lnTo>
                    <a:lnTo>
                      <a:pt x="45288" y="630"/>
                    </a:lnTo>
                    <a:lnTo>
                      <a:pt x="45314" y="420"/>
                    </a:lnTo>
                    <a:lnTo>
                      <a:pt x="45327" y="210"/>
                    </a:lnTo>
                    <a:lnTo>
                      <a:pt x="4534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Google Shape;2442;p45"/>
              <p:cNvSpPr/>
              <p:nvPr/>
            </p:nvSpPr>
            <p:spPr>
              <a:xfrm>
                <a:off x="1847931" y="4030889"/>
                <a:ext cx="89517" cy="89732"/>
              </a:xfrm>
              <a:custGeom>
                <a:avLst/>
                <a:gdLst/>
                <a:ahLst/>
                <a:cxnLst/>
                <a:rect l="l" t="t" r="r" b="b"/>
                <a:pathLst>
                  <a:path w="4987" h="4999" extrusionOk="0">
                    <a:moveTo>
                      <a:pt x="2494" y="0"/>
                    </a:moveTo>
                    <a:lnTo>
                      <a:pt x="2231" y="13"/>
                    </a:lnTo>
                    <a:lnTo>
                      <a:pt x="1982" y="53"/>
                    </a:lnTo>
                    <a:lnTo>
                      <a:pt x="1746" y="118"/>
                    </a:lnTo>
                    <a:lnTo>
                      <a:pt x="1523" y="197"/>
                    </a:lnTo>
                    <a:lnTo>
                      <a:pt x="1300" y="302"/>
                    </a:lnTo>
                    <a:lnTo>
                      <a:pt x="1090" y="433"/>
                    </a:lnTo>
                    <a:lnTo>
                      <a:pt x="906" y="577"/>
                    </a:lnTo>
                    <a:lnTo>
                      <a:pt x="723" y="735"/>
                    </a:lnTo>
                    <a:lnTo>
                      <a:pt x="565" y="905"/>
                    </a:lnTo>
                    <a:lnTo>
                      <a:pt x="421" y="1102"/>
                    </a:lnTo>
                    <a:lnTo>
                      <a:pt x="303" y="1312"/>
                    </a:lnTo>
                    <a:lnTo>
                      <a:pt x="185" y="1522"/>
                    </a:lnTo>
                    <a:lnTo>
                      <a:pt x="106" y="1758"/>
                    </a:lnTo>
                    <a:lnTo>
                      <a:pt x="40" y="1994"/>
                    </a:lnTo>
                    <a:lnTo>
                      <a:pt x="14" y="2244"/>
                    </a:lnTo>
                    <a:lnTo>
                      <a:pt x="1" y="2493"/>
                    </a:lnTo>
                    <a:lnTo>
                      <a:pt x="14" y="2755"/>
                    </a:lnTo>
                    <a:lnTo>
                      <a:pt x="40" y="3004"/>
                    </a:lnTo>
                    <a:lnTo>
                      <a:pt x="106" y="3241"/>
                    </a:lnTo>
                    <a:lnTo>
                      <a:pt x="185" y="3477"/>
                    </a:lnTo>
                    <a:lnTo>
                      <a:pt x="303" y="3687"/>
                    </a:lnTo>
                    <a:lnTo>
                      <a:pt x="421" y="3897"/>
                    </a:lnTo>
                    <a:lnTo>
                      <a:pt x="565" y="4080"/>
                    </a:lnTo>
                    <a:lnTo>
                      <a:pt x="723" y="4264"/>
                    </a:lnTo>
                    <a:lnTo>
                      <a:pt x="906" y="4421"/>
                    </a:lnTo>
                    <a:lnTo>
                      <a:pt x="1090" y="4566"/>
                    </a:lnTo>
                    <a:lnTo>
                      <a:pt x="1300" y="4697"/>
                    </a:lnTo>
                    <a:lnTo>
                      <a:pt x="1523" y="4802"/>
                    </a:lnTo>
                    <a:lnTo>
                      <a:pt x="1746" y="4881"/>
                    </a:lnTo>
                    <a:lnTo>
                      <a:pt x="1982" y="4946"/>
                    </a:lnTo>
                    <a:lnTo>
                      <a:pt x="2231" y="4985"/>
                    </a:lnTo>
                    <a:lnTo>
                      <a:pt x="2494" y="4999"/>
                    </a:lnTo>
                    <a:lnTo>
                      <a:pt x="2743" y="4985"/>
                    </a:lnTo>
                    <a:lnTo>
                      <a:pt x="2992" y="4946"/>
                    </a:lnTo>
                    <a:lnTo>
                      <a:pt x="3228" y="4881"/>
                    </a:lnTo>
                    <a:lnTo>
                      <a:pt x="3464" y="4802"/>
                    </a:lnTo>
                    <a:lnTo>
                      <a:pt x="3674" y="4697"/>
                    </a:lnTo>
                    <a:lnTo>
                      <a:pt x="3884" y="4566"/>
                    </a:lnTo>
                    <a:lnTo>
                      <a:pt x="4081" y="4421"/>
                    </a:lnTo>
                    <a:lnTo>
                      <a:pt x="4252" y="4264"/>
                    </a:lnTo>
                    <a:lnTo>
                      <a:pt x="4422" y="4080"/>
                    </a:lnTo>
                    <a:lnTo>
                      <a:pt x="4553" y="3897"/>
                    </a:lnTo>
                    <a:lnTo>
                      <a:pt x="4684" y="3687"/>
                    </a:lnTo>
                    <a:lnTo>
                      <a:pt x="4789" y="3477"/>
                    </a:lnTo>
                    <a:lnTo>
                      <a:pt x="4868" y="3241"/>
                    </a:lnTo>
                    <a:lnTo>
                      <a:pt x="4934" y="3004"/>
                    </a:lnTo>
                    <a:lnTo>
                      <a:pt x="4973" y="2755"/>
                    </a:lnTo>
                    <a:lnTo>
                      <a:pt x="4986" y="2493"/>
                    </a:lnTo>
                    <a:lnTo>
                      <a:pt x="4973" y="2244"/>
                    </a:lnTo>
                    <a:lnTo>
                      <a:pt x="4934" y="1994"/>
                    </a:lnTo>
                    <a:lnTo>
                      <a:pt x="4868" y="1758"/>
                    </a:lnTo>
                    <a:lnTo>
                      <a:pt x="4789" y="1522"/>
                    </a:lnTo>
                    <a:lnTo>
                      <a:pt x="4684" y="1312"/>
                    </a:lnTo>
                    <a:lnTo>
                      <a:pt x="4553" y="1102"/>
                    </a:lnTo>
                    <a:lnTo>
                      <a:pt x="4422" y="905"/>
                    </a:lnTo>
                    <a:lnTo>
                      <a:pt x="4252" y="735"/>
                    </a:lnTo>
                    <a:lnTo>
                      <a:pt x="4081" y="577"/>
                    </a:lnTo>
                    <a:lnTo>
                      <a:pt x="3884" y="433"/>
                    </a:lnTo>
                    <a:lnTo>
                      <a:pt x="3674" y="302"/>
                    </a:lnTo>
                    <a:lnTo>
                      <a:pt x="3464" y="197"/>
                    </a:lnTo>
                    <a:lnTo>
                      <a:pt x="3228" y="118"/>
                    </a:lnTo>
                    <a:lnTo>
                      <a:pt x="2992" y="53"/>
                    </a:lnTo>
                    <a:lnTo>
                      <a:pt x="2743" y="13"/>
                    </a:lnTo>
                    <a:lnTo>
                      <a:pt x="249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Google Shape;2443;p45"/>
              <p:cNvSpPr/>
              <p:nvPr/>
            </p:nvSpPr>
            <p:spPr>
              <a:xfrm>
                <a:off x="1870315" y="4053255"/>
                <a:ext cx="44749" cy="45001"/>
              </a:xfrm>
              <a:custGeom>
                <a:avLst/>
                <a:gdLst/>
                <a:ahLst/>
                <a:cxnLst/>
                <a:rect l="l" t="t" r="r" b="b"/>
                <a:pathLst>
                  <a:path w="2493" h="2507" extrusionOk="0">
                    <a:moveTo>
                      <a:pt x="1247" y="1"/>
                    </a:moveTo>
                    <a:lnTo>
                      <a:pt x="1115" y="14"/>
                    </a:lnTo>
                    <a:lnTo>
                      <a:pt x="997" y="27"/>
                    </a:lnTo>
                    <a:lnTo>
                      <a:pt x="866" y="66"/>
                    </a:lnTo>
                    <a:lnTo>
                      <a:pt x="761" y="106"/>
                    </a:lnTo>
                    <a:lnTo>
                      <a:pt x="643" y="158"/>
                    </a:lnTo>
                    <a:lnTo>
                      <a:pt x="551" y="224"/>
                    </a:lnTo>
                    <a:lnTo>
                      <a:pt x="446" y="289"/>
                    </a:lnTo>
                    <a:lnTo>
                      <a:pt x="368" y="368"/>
                    </a:lnTo>
                    <a:lnTo>
                      <a:pt x="276" y="460"/>
                    </a:lnTo>
                    <a:lnTo>
                      <a:pt x="210" y="552"/>
                    </a:lnTo>
                    <a:lnTo>
                      <a:pt x="145" y="656"/>
                    </a:lnTo>
                    <a:lnTo>
                      <a:pt x="92" y="761"/>
                    </a:lnTo>
                    <a:lnTo>
                      <a:pt x="53" y="880"/>
                    </a:lnTo>
                    <a:lnTo>
                      <a:pt x="27" y="998"/>
                    </a:lnTo>
                    <a:lnTo>
                      <a:pt x="0" y="1129"/>
                    </a:lnTo>
                    <a:lnTo>
                      <a:pt x="0" y="1247"/>
                    </a:lnTo>
                    <a:lnTo>
                      <a:pt x="0" y="1378"/>
                    </a:lnTo>
                    <a:lnTo>
                      <a:pt x="27" y="1509"/>
                    </a:lnTo>
                    <a:lnTo>
                      <a:pt x="53" y="1627"/>
                    </a:lnTo>
                    <a:lnTo>
                      <a:pt x="92" y="1732"/>
                    </a:lnTo>
                    <a:lnTo>
                      <a:pt x="145" y="1850"/>
                    </a:lnTo>
                    <a:lnTo>
                      <a:pt x="210" y="1955"/>
                    </a:lnTo>
                    <a:lnTo>
                      <a:pt x="276" y="2047"/>
                    </a:lnTo>
                    <a:lnTo>
                      <a:pt x="368" y="2139"/>
                    </a:lnTo>
                    <a:lnTo>
                      <a:pt x="446" y="2218"/>
                    </a:lnTo>
                    <a:lnTo>
                      <a:pt x="551" y="2283"/>
                    </a:lnTo>
                    <a:lnTo>
                      <a:pt x="643" y="2349"/>
                    </a:lnTo>
                    <a:lnTo>
                      <a:pt x="761" y="2401"/>
                    </a:lnTo>
                    <a:lnTo>
                      <a:pt x="866" y="2441"/>
                    </a:lnTo>
                    <a:lnTo>
                      <a:pt x="997" y="2480"/>
                    </a:lnTo>
                    <a:lnTo>
                      <a:pt x="1115" y="2493"/>
                    </a:lnTo>
                    <a:lnTo>
                      <a:pt x="1247" y="2506"/>
                    </a:lnTo>
                    <a:lnTo>
                      <a:pt x="1365" y="2493"/>
                    </a:lnTo>
                    <a:lnTo>
                      <a:pt x="1496" y="2480"/>
                    </a:lnTo>
                    <a:lnTo>
                      <a:pt x="1614" y="2441"/>
                    </a:lnTo>
                    <a:lnTo>
                      <a:pt x="1732" y="2401"/>
                    </a:lnTo>
                    <a:lnTo>
                      <a:pt x="1837" y="2349"/>
                    </a:lnTo>
                    <a:lnTo>
                      <a:pt x="1942" y="2283"/>
                    </a:lnTo>
                    <a:lnTo>
                      <a:pt x="2034" y="2218"/>
                    </a:lnTo>
                    <a:lnTo>
                      <a:pt x="2126" y="2139"/>
                    </a:lnTo>
                    <a:lnTo>
                      <a:pt x="2204" y="2047"/>
                    </a:lnTo>
                    <a:lnTo>
                      <a:pt x="2283" y="1955"/>
                    </a:lnTo>
                    <a:lnTo>
                      <a:pt x="2335" y="1850"/>
                    </a:lnTo>
                    <a:lnTo>
                      <a:pt x="2388" y="1732"/>
                    </a:lnTo>
                    <a:lnTo>
                      <a:pt x="2440" y="1627"/>
                    </a:lnTo>
                    <a:lnTo>
                      <a:pt x="2467" y="1509"/>
                    </a:lnTo>
                    <a:lnTo>
                      <a:pt x="2480" y="1378"/>
                    </a:lnTo>
                    <a:lnTo>
                      <a:pt x="2493" y="1247"/>
                    </a:lnTo>
                    <a:lnTo>
                      <a:pt x="2480" y="1129"/>
                    </a:lnTo>
                    <a:lnTo>
                      <a:pt x="2467" y="998"/>
                    </a:lnTo>
                    <a:lnTo>
                      <a:pt x="2440" y="880"/>
                    </a:lnTo>
                    <a:lnTo>
                      <a:pt x="2388" y="761"/>
                    </a:lnTo>
                    <a:lnTo>
                      <a:pt x="2335" y="656"/>
                    </a:lnTo>
                    <a:lnTo>
                      <a:pt x="2283" y="552"/>
                    </a:lnTo>
                    <a:lnTo>
                      <a:pt x="2204" y="460"/>
                    </a:lnTo>
                    <a:lnTo>
                      <a:pt x="2126" y="368"/>
                    </a:lnTo>
                    <a:lnTo>
                      <a:pt x="2034" y="289"/>
                    </a:lnTo>
                    <a:lnTo>
                      <a:pt x="1942" y="224"/>
                    </a:lnTo>
                    <a:lnTo>
                      <a:pt x="1837" y="158"/>
                    </a:lnTo>
                    <a:lnTo>
                      <a:pt x="1732" y="106"/>
                    </a:lnTo>
                    <a:lnTo>
                      <a:pt x="1614" y="66"/>
                    </a:lnTo>
                    <a:lnTo>
                      <a:pt x="1496" y="27"/>
                    </a:lnTo>
                    <a:lnTo>
                      <a:pt x="1365" y="14"/>
                    </a:lnTo>
                    <a:lnTo>
                      <a:pt x="12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Google Shape;2444;p45"/>
              <p:cNvSpPr/>
              <p:nvPr/>
            </p:nvSpPr>
            <p:spPr>
              <a:xfrm>
                <a:off x="1855237" y="3966359"/>
                <a:ext cx="313694" cy="64548"/>
              </a:xfrm>
              <a:custGeom>
                <a:avLst/>
                <a:gdLst/>
                <a:ahLst/>
                <a:cxnLst/>
                <a:rect l="l" t="t" r="r" b="b"/>
                <a:pathLst>
                  <a:path w="17476" h="3596" extrusionOk="0">
                    <a:moveTo>
                      <a:pt x="17475" y="1"/>
                    </a:moveTo>
                    <a:lnTo>
                      <a:pt x="512" y="2415"/>
                    </a:lnTo>
                    <a:lnTo>
                      <a:pt x="407" y="2441"/>
                    </a:lnTo>
                    <a:lnTo>
                      <a:pt x="316" y="2480"/>
                    </a:lnTo>
                    <a:lnTo>
                      <a:pt x="224" y="2546"/>
                    </a:lnTo>
                    <a:lnTo>
                      <a:pt x="145" y="2611"/>
                    </a:lnTo>
                    <a:lnTo>
                      <a:pt x="92" y="2703"/>
                    </a:lnTo>
                    <a:lnTo>
                      <a:pt x="40" y="2795"/>
                    </a:lnTo>
                    <a:lnTo>
                      <a:pt x="14" y="2900"/>
                    </a:lnTo>
                    <a:lnTo>
                      <a:pt x="1" y="3005"/>
                    </a:lnTo>
                    <a:lnTo>
                      <a:pt x="14" y="3123"/>
                    </a:lnTo>
                    <a:lnTo>
                      <a:pt x="53" y="3241"/>
                    </a:lnTo>
                    <a:lnTo>
                      <a:pt x="106" y="3333"/>
                    </a:lnTo>
                    <a:lnTo>
                      <a:pt x="184" y="3425"/>
                    </a:lnTo>
                    <a:lnTo>
                      <a:pt x="263" y="3503"/>
                    </a:lnTo>
                    <a:lnTo>
                      <a:pt x="368" y="3556"/>
                    </a:lnTo>
                    <a:lnTo>
                      <a:pt x="473" y="3582"/>
                    </a:lnTo>
                    <a:lnTo>
                      <a:pt x="604" y="3595"/>
                    </a:lnTo>
                    <a:lnTo>
                      <a:pt x="17475" y="3595"/>
                    </a:lnTo>
                    <a:lnTo>
                      <a:pt x="1747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Google Shape;2445;p45"/>
              <p:cNvSpPr/>
              <p:nvPr/>
            </p:nvSpPr>
            <p:spPr>
              <a:xfrm>
                <a:off x="2437589" y="4030889"/>
                <a:ext cx="89517" cy="89732"/>
              </a:xfrm>
              <a:custGeom>
                <a:avLst/>
                <a:gdLst/>
                <a:ahLst/>
                <a:cxnLst/>
                <a:rect l="l" t="t" r="r" b="b"/>
                <a:pathLst>
                  <a:path w="4987" h="4999" extrusionOk="0">
                    <a:moveTo>
                      <a:pt x="2493" y="0"/>
                    </a:moveTo>
                    <a:lnTo>
                      <a:pt x="2244" y="13"/>
                    </a:lnTo>
                    <a:lnTo>
                      <a:pt x="1995" y="53"/>
                    </a:lnTo>
                    <a:lnTo>
                      <a:pt x="1759" y="118"/>
                    </a:lnTo>
                    <a:lnTo>
                      <a:pt x="1523" y="197"/>
                    </a:lnTo>
                    <a:lnTo>
                      <a:pt x="1300" y="302"/>
                    </a:lnTo>
                    <a:lnTo>
                      <a:pt x="1103" y="433"/>
                    </a:lnTo>
                    <a:lnTo>
                      <a:pt x="906" y="577"/>
                    </a:lnTo>
                    <a:lnTo>
                      <a:pt x="736" y="735"/>
                    </a:lnTo>
                    <a:lnTo>
                      <a:pt x="565" y="905"/>
                    </a:lnTo>
                    <a:lnTo>
                      <a:pt x="421" y="1102"/>
                    </a:lnTo>
                    <a:lnTo>
                      <a:pt x="303" y="1312"/>
                    </a:lnTo>
                    <a:lnTo>
                      <a:pt x="198" y="1522"/>
                    </a:lnTo>
                    <a:lnTo>
                      <a:pt x="106" y="1758"/>
                    </a:lnTo>
                    <a:lnTo>
                      <a:pt x="53" y="1994"/>
                    </a:lnTo>
                    <a:lnTo>
                      <a:pt x="14" y="2244"/>
                    </a:lnTo>
                    <a:lnTo>
                      <a:pt x="1" y="2493"/>
                    </a:lnTo>
                    <a:lnTo>
                      <a:pt x="14" y="2755"/>
                    </a:lnTo>
                    <a:lnTo>
                      <a:pt x="53" y="3004"/>
                    </a:lnTo>
                    <a:lnTo>
                      <a:pt x="106" y="3241"/>
                    </a:lnTo>
                    <a:lnTo>
                      <a:pt x="198" y="3477"/>
                    </a:lnTo>
                    <a:lnTo>
                      <a:pt x="303" y="3687"/>
                    </a:lnTo>
                    <a:lnTo>
                      <a:pt x="421" y="3897"/>
                    </a:lnTo>
                    <a:lnTo>
                      <a:pt x="565" y="4080"/>
                    </a:lnTo>
                    <a:lnTo>
                      <a:pt x="736" y="4264"/>
                    </a:lnTo>
                    <a:lnTo>
                      <a:pt x="906" y="4421"/>
                    </a:lnTo>
                    <a:lnTo>
                      <a:pt x="1103" y="4566"/>
                    </a:lnTo>
                    <a:lnTo>
                      <a:pt x="1300" y="4697"/>
                    </a:lnTo>
                    <a:lnTo>
                      <a:pt x="1523" y="4802"/>
                    </a:lnTo>
                    <a:lnTo>
                      <a:pt x="1759" y="4881"/>
                    </a:lnTo>
                    <a:lnTo>
                      <a:pt x="1995" y="4946"/>
                    </a:lnTo>
                    <a:lnTo>
                      <a:pt x="2244" y="4985"/>
                    </a:lnTo>
                    <a:lnTo>
                      <a:pt x="2493" y="4999"/>
                    </a:lnTo>
                    <a:lnTo>
                      <a:pt x="2756" y="4985"/>
                    </a:lnTo>
                    <a:lnTo>
                      <a:pt x="2992" y="4946"/>
                    </a:lnTo>
                    <a:lnTo>
                      <a:pt x="3241" y="4881"/>
                    </a:lnTo>
                    <a:lnTo>
                      <a:pt x="3464" y="4802"/>
                    </a:lnTo>
                    <a:lnTo>
                      <a:pt x="3687" y="4697"/>
                    </a:lnTo>
                    <a:lnTo>
                      <a:pt x="3884" y="4566"/>
                    </a:lnTo>
                    <a:lnTo>
                      <a:pt x="4081" y="4421"/>
                    </a:lnTo>
                    <a:lnTo>
                      <a:pt x="4265" y="4264"/>
                    </a:lnTo>
                    <a:lnTo>
                      <a:pt x="4422" y="4080"/>
                    </a:lnTo>
                    <a:lnTo>
                      <a:pt x="4566" y="3897"/>
                    </a:lnTo>
                    <a:lnTo>
                      <a:pt x="4684" y="3687"/>
                    </a:lnTo>
                    <a:lnTo>
                      <a:pt x="4789" y="3477"/>
                    </a:lnTo>
                    <a:lnTo>
                      <a:pt x="4881" y="3241"/>
                    </a:lnTo>
                    <a:lnTo>
                      <a:pt x="4934" y="3004"/>
                    </a:lnTo>
                    <a:lnTo>
                      <a:pt x="4973" y="2755"/>
                    </a:lnTo>
                    <a:lnTo>
                      <a:pt x="4986" y="2493"/>
                    </a:lnTo>
                    <a:lnTo>
                      <a:pt x="4973" y="2244"/>
                    </a:lnTo>
                    <a:lnTo>
                      <a:pt x="4934" y="1994"/>
                    </a:lnTo>
                    <a:lnTo>
                      <a:pt x="4881" y="1758"/>
                    </a:lnTo>
                    <a:lnTo>
                      <a:pt x="4789" y="1522"/>
                    </a:lnTo>
                    <a:lnTo>
                      <a:pt x="4684" y="1312"/>
                    </a:lnTo>
                    <a:lnTo>
                      <a:pt x="4566" y="1102"/>
                    </a:lnTo>
                    <a:lnTo>
                      <a:pt x="4422" y="905"/>
                    </a:lnTo>
                    <a:lnTo>
                      <a:pt x="4265" y="735"/>
                    </a:lnTo>
                    <a:lnTo>
                      <a:pt x="4081" y="577"/>
                    </a:lnTo>
                    <a:lnTo>
                      <a:pt x="3884" y="433"/>
                    </a:lnTo>
                    <a:lnTo>
                      <a:pt x="3687" y="302"/>
                    </a:lnTo>
                    <a:lnTo>
                      <a:pt x="3464" y="197"/>
                    </a:lnTo>
                    <a:lnTo>
                      <a:pt x="3241" y="118"/>
                    </a:lnTo>
                    <a:lnTo>
                      <a:pt x="2992" y="53"/>
                    </a:lnTo>
                    <a:lnTo>
                      <a:pt x="2756" y="13"/>
                    </a:lnTo>
                    <a:lnTo>
                      <a:pt x="249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Google Shape;2446;p45"/>
              <p:cNvSpPr/>
              <p:nvPr/>
            </p:nvSpPr>
            <p:spPr>
              <a:xfrm>
                <a:off x="2459972" y="4053255"/>
                <a:ext cx="44749" cy="45001"/>
              </a:xfrm>
              <a:custGeom>
                <a:avLst/>
                <a:gdLst/>
                <a:ahLst/>
                <a:cxnLst/>
                <a:rect l="l" t="t" r="r" b="b"/>
                <a:pathLst>
                  <a:path w="2493" h="2507" extrusionOk="0">
                    <a:moveTo>
                      <a:pt x="1246" y="1"/>
                    </a:moveTo>
                    <a:lnTo>
                      <a:pt x="1115" y="14"/>
                    </a:lnTo>
                    <a:lnTo>
                      <a:pt x="997" y="27"/>
                    </a:lnTo>
                    <a:lnTo>
                      <a:pt x="879" y="66"/>
                    </a:lnTo>
                    <a:lnTo>
                      <a:pt x="761" y="106"/>
                    </a:lnTo>
                    <a:lnTo>
                      <a:pt x="656" y="158"/>
                    </a:lnTo>
                    <a:lnTo>
                      <a:pt x="551" y="224"/>
                    </a:lnTo>
                    <a:lnTo>
                      <a:pt x="459" y="289"/>
                    </a:lnTo>
                    <a:lnTo>
                      <a:pt x="367" y="368"/>
                    </a:lnTo>
                    <a:lnTo>
                      <a:pt x="289" y="460"/>
                    </a:lnTo>
                    <a:lnTo>
                      <a:pt x="210" y="552"/>
                    </a:lnTo>
                    <a:lnTo>
                      <a:pt x="158" y="656"/>
                    </a:lnTo>
                    <a:lnTo>
                      <a:pt x="105" y="761"/>
                    </a:lnTo>
                    <a:lnTo>
                      <a:pt x="53" y="880"/>
                    </a:lnTo>
                    <a:lnTo>
                      <a:pt x="26" y="998"/>
                    </a:lnTo>
                    <a:lnTo>
                      <a:pt x="13" y="1129"/>
                    </a:lnTo>
                    <a:lnTo>
                      <a:pt x="0" y="1247"/>
                    </a:lnTo>
                    <a:lnTo>
                      <a:pt x="13" y="1378"/>
                    </a:lnTo>
                    <a:lnTo>
                      <a:pt x="26" y="1509"/>
                    </a:lnTo>
                    <a:lnTo>
                      <a:pt x="53" y="1627"/>
                    </a:lnTo>
                    <a:lnTo>
                      <a:pt x="105" y="1732"/>
                    </a:lnTo>
                    <a:lnTo>
                      <a:pt x="158" y="1850"/>
                    </a:lnTo>
                    <a:lnTo>
                      <a:pt x="210" y="1955"/>
                    </a:lnTo>
                    <a:lnTo>
                      <a:pt x="289" y="2047"/>
                    </a:lnTo>
                    <a:lnTo>
                      <a:pt x="367" y="2139"/>
                    </a:lnTo>
                    <a:lnTo>
                      <a:pt x="459" y="2218"/>
                    </a:lnTo>
                    <a:lnTo>
                      <a:pt x="551" y="2283"/>
                    </a:lnTo>
                    <a:lnTo>
                      <a:pt x="656" y="2349"/>
                    </a:lnTo>
                    <a:lnTo>
                      <a:pt x="761" y="2401"/>
                    </a:lnTo>
                    <a:lnTo>
                      <a:pt x="879" y="2441"/>
                    </a:lnTo>
                    <a:lnTo>
                      <a:pt x="997" y="2480"/>
                    </a:lnTo>
                    <a:lnTo>
                      <a:pt x="1115" y="2493"/>
                    </a:lnTo>
                    <a:lnTo>
                      <a:pt x="1246" y="2506"/>
                    </a:lnTo>
                    <a:lnTo>
                      <a:pt x="1378" y="2493"/>
                    </a:lnTo>
                    <a:lnTo>
                      <a:pt x="1496" y="2480"/>
                    </a:lnTo>
                    <a:lnTo>
                      <a:pt x="1614" y="2441"/>
                    </a:lnTo>
                    <a:lnTo>
                      <a:pt x="1732" y="2401"/>
                    </a:lnTo>
                    <a:lnTo>
                      <a:pt x="1837" y="2349"/>
                    </a:lnTo>
                    <a:lnTo>
                      <a:pt x="1942" y="2283"/>
                    </a:lnTo>
                    <a:lnTo>
                      <a:pt x="2047" y="2218"/>
                    </a:lnTo>
                    <a:lnTo>
                      <a:pt x="2125" y="2139"/>
                    </a:lnTo>
                    <a:lnTo>
                      <a:pt x="2217" y="2047"/>
                    </a:lnTo>
                    <a:lnTo>
                      <a:pt x="2283" y="1955"/>
                    </a:lnTo>
                    <a:lnTo>
                      <a:pt x="2348" y="1850"/>
                    </a:lnTo>
                    <a:lnTo>
                      <a:pt x="2401" y="1732"/>
                    </a:lnTo>
                    <a:lnTo>
                      <a:pt x="2440" y="1627"/>
                    </a:lnTo>
                    <a:lnTo>
                      <a:pt x="2467" y="1509"/>
                    </a:lnTo>
                    <a:lnTo>
                      <a:pt x="2493" y="1378"/>
                    </a:lnTo>
                    <a:lnTo>
                      <a:pt x="2493" y="1247"/>
                    </a:lnTo>
                    <a:lnTo>
                      <a:pt x="2493" y="1129"/>
                    </a:lnTo>
                    <a:lnTo>
                      <a:pt x="2467" y="998"/>
                    </a:lnTo>
                    <a:lnTo>
                      <a:pt x="2440" y="880"/>
                    </a:lnTo>
                    <a:lnTo>
                      <a:pt x="2401" y="761"/>
                    </a:lnTo>
                    <a:lnTo>
                      <a:pt x="2348" y="656"/>
                    </a:lnTo>
                    <a:lnTo>
                      <a:pt x="2283" y="552"/>
                    </a:lnTo>
                    <a:lnTo>
                      <a:pt x="2217" y="460"/>
                    </a:lnTo>
                    <a:lnTo>
                      <a:pt x="2125" y="368"/>
                    </a:lnTo>
                    <a:lnTo>
                      <a:pt x="2047" y="289"/>
                    </a:lnTo>
                    <a:lnTo>
                      <a:pt x="1942" y="224"/>
                    </a:lnTo>
                    <a:lnTo>
                      <a:pt x="1837" y="158"/>
                    </a:lnTo>
                    <a:lnTo>
                      <a:pt x="1732" y="106"/>
                    </a:lnTo>
                    <a:lnTo>
                      <a:pt x="1614" y="66"/>
                    </a:lnTo>
                    <a:lnTo>
                      <a:pt x="1496" y="27"/>
                    </a:lnTo>
                    <a:lnTo>
                      <a:pt x="1378" y="14"/>
                    </a:lnTo>
                    <a:lnTo>
                      <a:pt x="124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Google Shape;2447;p45"/>
              <p:cNvSpPr/>
              <p:nvPr/>
            </p:nvSpPr>
            <p:spPr>
              <a:xfrm>
                <a:off x="2206105" y="3966359"/>
                <a:ext cx="313694" cy="64548"/>
              </a:xfrm>
              <a:custGeom>
                <a:avLst/>
                <a:gdLst/>
                <a:ahLst/>
                <a:cxnLst/>
                <a:rect l="l" t="t" r="r" b="b"/>
                <a:pathLst>
                  <a:path w="17476" h="3596" extrusionOk="0">
                    <a:moveTo>
                      <a:pt x="1" y="1"/>
                    </a:moveTo>
                    <a:lnTo>
                      <a:pt x="1" y="3595"/>
                    </a:lnTo>
                    <a:lnTo>
                      <a:pt x="16872" y="3595"/>
                    </a:lnTo>
                    <a:lnTo>
                      <a:pt x="16990" y="3582"/>
                    </a:lnTo>
                    <a:lnTo>
                      <a:pt x="17108" y="3556"/>
                    </a:lnTo>
                    <a:lnTo>
                      <a:pt x="17213" y="3503"/>
                    </a:lnTo>
                    <a:lnTo>
                      <a:pt x="17292" y="3425"/>
                    </a:lnTo>
                    <a:lnTo>
                      <a:pt x="17370" y="3333"/>
                    </a:lnTo>
                    <a:lnTo>
                      <a:pt x="17423" y="3241"/>
                    </a:lnTo>
                    <a:lnTo>
                      <a:pt x="17462" y="3123"/>
                    </a:lnTo>
                    <a:lnTo>
                      <a:pt x="17475" y="3005"/>
                    </a:lnTo>
                    <a:lnTo>
                      <a:pt x="17462" y="2900"/>
                    </a:lnTo>
                    <a:lnTo>
                      <a:pt x="17436" y="2795"/>
                    </a:lnTo>
                    <a:lnTo>
                      <a:pt x="17384" y="2703"/>
                    </a:lnTo>
                    <a:lnTo>
                      <a:pt x="17331" y="2611"/>
                    </a:lnTo>
                    <a:lnTo>
                      <a:pt x="17252" y="2546"/>
                    </a:lnTo>
                    <a:lnTo>
                      <a:pt x="17161" y="2480"/>
                    </a:lnTo>
                    <a:lnTo>
                      <a:pt x="17069" y="2441"/>
                    </a:lnTo>
                    <a:lnTo>
                      <a:pt x="16964" y="241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Google Shape;2448;p45"/>
              <p:cNvSpPr/>
              <p:nvPr/>
            </p:nvSpPr>
            <p:spPr>
              <a:xfrm>
                <a:off x="2161374" y="3978601"/>
                <a:ext cx="44749" cy="112116"/>
              </a:xfrm>
              <a:custGeom>
                <a:avLst/>
                <a:gdLst/>
                <a:ahLst/>
                <a:cxnLst/>
                <a:rect l="l" t="t" r="r" b="b"/>
                <a:pathLst>
                  <a:path w="2493" h="6246" extrusionOk="0">
                    <a:moveTo>
                      <a:pt x="0" y="1"/>
                    </a:moveTo>
                    <a:lnTo>
                      <a:pt x="420" y="6245"/>
                    </a:lnTo>
                    <a:lnTo>
                      <a:pt x="2073" y="6245"/>
                    </a:lnTo>
                    <a:lnTo>
                      <a:pt x="24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Google Shape;2449;p45"/>
              <p:cNvSpPr/>
              <p:nvPr/>
            </p:nvSpPr>
            <p:spPr>
              <a:xfrm>
                <a:off x="2162792" y="4068333"/>
                <a:ext cx="41931" cy="104559"/>
              </a:xfrm>
              <a:custGeom>
                <a:avLst/>
                <a:gdLst/>
                <a:ahLst/>
                <a:cxnLst/>
                <a:rect l="l" t="t" r="r" b="b"/>
                <a:pathLst>
                  <a:path w="2336" h="5825" extrusionOk="0">
                    <a:moveTo>
                      <a:pt x="1050" y="0"/>
                    </a:moveTo>
                    <a:lnTo>
                      <a:pt x="931" y="26"/>
                    </a:lnTo>
                    <a:lnTo>
                      <a:pt x="827" y="53"/>
                    </a:lnTo>
                    <a:lnTo>
                      <a:pt x="722" y="92"/>
                    </a:lnTo>
                    <a:lnTo>
                      <a:pt x="617" y="131"/>
                    </a:lnTo>
                    <a:lnTo>
                      <a:pt x="512" y="197"/>
                    </a:lnTo>
                    <a:lnTo>
                      <a:pt x="433" y="263"/>
                    </a:lnTo>
                    <a:lnTo>
                      <a:pt x="341" y="341"/>
                    </a:lnTo>
                    <a:lnTo>
                      <a:pt x="276" y="420"/>
                    </a:lnTo>
                    <a:lnTo>
                      <a:pt x="197" y="512"/>
                    </a:lnTo>
                    <a:lnTo>
                      <a:pt x="144" y="604"/>
                    </a:lnTo>
                    <a:lnTo>
                      <a:pt x="92" y="709"/>
                    </a:lnTo>
                    <a:lnTo>
                      <a:pt x="52" y="814"/>
                    </a:lnTo>
                    <a:lnTo>
                      <a:pt x="26" y="932"/>
                    </a:lnTo>
                    <a:lnTo>
                      <a:pt x="13" y="1037"/>
                    </a:lnTo>
                    <a:lnTo>
                      <a:pt x="0" y="1168"/>
                    </a:lnTo>
                    <a:lnTo>
                      <a:pt x="0" y="4657"/>
                    </a:lnTo>
                    <a:lnTo>
                      <a:pt x="13" y="4775"/>
                    </a:lnTo>
                    <a:lnTo>
                      <a:pt x="26" y="4894"/>
                    </a:lnTo>
                    <a:lnTo>
                      <a:pt x="52" y="4999"/>
                    </a:lnTo>
                    <a:lnTo>
                      <a:pt x="92" y="5103"/>
                    </a:lnTo>
                    <a:lnTo>
                      <a:pt x="144" y="5208"/>
                    </a:lnTo>
                    <a:lnTo>
                      <a:pt x="197" y="5300"/>
                    </a:lnTo>
                    <a:lnTo>
                      <a:pt x="276" y="5392"/>
                    </a:lnTo>
                    <a:lnTo>
                      <a:pt x="341" y="5484"/>
                    </a:lnTo>
                    <a:lnTo>
                      <a:pt x="433" y="5550"/>
                    </a:lnTo>
                    <a:lnTo>
                      <a:pt x="512" y="5615"/>
                    </a:lnTo>
                    <a:lnTo>
                      <a:pt x="617" y="5681"/>
                    </a:lnTo>
                    <a:lnTo>
                      <a:pt x="722" y="5733"/>
                    </a:lnTo>
                    <a:lnTo>
                      <a:pt x="827" y="5773"/>
                    </a:lnTo>
                    <a:lnTo>
                      <a:pt x="931" y="5799"/>
                    </a:lnTo>
                    <a:lnTo>
                      <a:pt x="1050" y="5812"/>
                    </a:lnTo>
                    <a:lnTo>
                      <a:pt x="1168" y="5825"/>
                    </a:lnTo>
                    <a:lnTo>
                      <a:pt x="1286" y="5812"/>
                    </a:lnTo>
                    <a:lnTo>
                      <a:pt x="1404" y="5799"/>
                    </a:lnTo>
                    <a:lnTo>
                      <a:pt x="1509" y="5773"/>
                    </a:lnTo>
                    <a:lnTo>
                      <a:pt x="1627" y="5733"/>
                    </a:lnTo>
                    <a:lnTo>
                      <a:pt x="1719" y="5681"/>
                    </a:lnTo>
                    <a:lnTo>
                      <a:pt x="1824" y="5615"/>
                    </a:lnTo>
                    <a:lnTo>
                      <a:pt x="1915" y="5550"/>
                    </a:lnTo>
                    <a:lnTo>
                      <a:pt x="1994" y="5484"/>
                    </a:lnTo>
                    <a:lnTo>
                      <a:pt x="2073" y="5392"/>
                    </a:lnTo>
                    <a:lnTo>
                      <a:pt x="2138" y="5300"/>
                    </a:lnTo>
                    <a:lnTo>
                      <a:pt x="2191" y="5208"/>
                    </a:lnTo>
                    <a:lnTo>
                      <a:pt x="2243" y="5103"/>
                    </a:lnTo>
                    <a:lnTo>
                      <a:pt x="2283" y="4999"/>
                    </a:lnTo>
                    <a:lnTo>
                      <a:pt x="2309" y="4894"/>
                    </a:lnTo>
                    <a:lnTo>
                      <a:pt x="2322" y="4775"/>
                    </a:lnTo>
                    <a:lnTo>
                      <a:pt x="2335" y="4657"/>
                    </a:lnTo>
                    <a:lnTo>
                      <a:pt x="2335" y="1168"/>
                    </a:lnTo>
                    <a:lnTo>
                      <a:pt x="2322" y="1037"/>
                    </a:lnTo>
                    <a:lnTo>
                      <a:pt x="2309" y="932"/>
                    </a:lnTo>
                    <a:lnTo>
                      <a:pt x="2283" y="814"/>
                    </a:lnTo>
                    <a:lnTo>
                      <a:pt x="2243" y="709"/>
                    </a:lnTo>
                    <a:lnTo>
                      <a:pt x="2191" y="604"/>
                    </a:lnTo>
                    <a:lnTo>
                      <a:pt x="2138" y="512"/>
                    </a:lnTo>
                    <a:lnTo>
                      <a:pt x="2073" y="420"/>
                    </a:lnTo>
                    <a:lnTo>
                      <a:pt x="1994" y="341"/>
                    </a:lnTo>
                    <a:lnTo>
                      <a:pt x="1915" y="263"/>
                    </a:lnTo>
                    <a:lnTo>
                      <a:pt x="1824" y="197"/>
                    </a:lnTo>
                    <a:lnTo>
                      <a:pt x="1719" y="131"/>
                    </a:lnTo>
                    <a:lnTo>
                      <a:pt x="1627" y="92"/>
                    </a:lnTo>
                    <a:lnTo>
                      <a:pt x="1509" y="53"/>
                    </a:lnTo>
                    <a:lnTo>
                      <a:pt x="1404" y="26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Google Shape;2450;p45"/>
              <p:cNvSpPr/>
              <p:nvPr/>
            </p:nvSpPr>
            <p:spPr>
              <a:xfrm>
                <a:off x="1891747" y="1544617"/>
                <a:ext cx="591309" cy="702240"/>
              </a:xfrm>
              <a:custGeom>
                <a:avLst/>
                <a:gdLst/>
                <a:ahLst/>
                <a:cxnLst/>
                <a:rect l="l" t="t" r="r" b="b"/>
                <a:pathLst>
                  <a:path w="32942" h="39122" extrusionOk="0">
                    <a:moveTo>
                      <a:pt x="19009" y="1"/>
                    </a:moveTo>
                    <a:lnTo>
                      <a:pt x="18695" y="27"/>
                    </a:lnTo>
                    <a:lnTo>
                      <a:pt x="18406" y="93"/>
                    </a:lnTo>
                    <a:lnTo>
                      <a:pt x="18130" y="171"/>
                    </a:lnTo>
                    <a:lnTo>
                      <a:pt x="17881" y="276"/>
                    </a:lnTo>
                    <a:lnTo>
                      <a:pt x="17645" y="407"/>
                    </a:lnTo>
                    <a:lnTo>
                      <a:pt x="17422" y="552"/>
                    </a:lnTo>
                    <a:lnTo>
                      <a:pt x="17238" y="709"/>
                    </a:lnTo>
                    <a:lnTo>
                      <a:pt x="17055" y="893"/>
                    </a:lnTo>
                    <a:lnTo>
                      <a:pt x="16897" y="1090"/>
                    </a:lnTo>
                    <a:lnTo>
                      <a:pt x="16766" y="1299"/>
                    </a:lnTo>
                    <a:lnTo>
                      <a:pt x="16648" y="1523"/>
                    </a:lnTo>
                    <a:lnTo>
                      <a:pt x="16556" y="1746"/>
                    </a:lnTo>
                    <a:lnTo>
                      <a:pt x="16478" y="1982"/>
                    </a:lnTo>
                    <a:lnTo>
                      <a:pt x="16412" y="2231"/>
                    </a:lnTo>
                    <a:lnTo>
                      <a:pt x="16373" y="2480"/>
                    </a:lnTo>
                    <a:lnTo>
                      <a:pt x="16359" y="2729"/>
                    </a:lnTo>
                    <a:lnTo>
                      <a:pt x="16281" y="2848"/>
                    </a:lnTo>
                    <a:lnTo>
                      <a:pt x="16254" y="2848"/>
                    </a:lnTo>
                    <a:lnTo>
                      <a:pt x="15874" y="2874"/>
                    </a:lnTo>
                    <a:lnTo>
                      <a:pt x="15507" y="2913"/>
                    </a:lnTo>
                    <a:lnTo>
                      <a:pt x="15152" y="2952"/>
                    </a:lnTo>
                    <a:lnTo>
                      <a:pt x="14798" y="2992"/>
                    </a:lnTo>
                    <a:lnTo>
                      <a:pt x="14457" y="3044"/>
                    </a:lnTo>
                    <a:lnTo>
                      <a:pt x="14116" y="3110"/>
                    </a:lnTo>
                    <a:lnTo>
                      <a:pt x="13788" y="3175"/>
                    </a:lnTo>
                    <a:lnTo>
                      <a:pt x="13460" y="3254"/>
                    </a:lnTo>
                    <a:lnTo>
                      <a:pt x="13145" y="3333"/>
                    </a:lnTo>
                    <a:lnTo>
                      <a:pt x="12830" y="3425"/>
                    </a:lnTo>
                    <a:lnTo>
                      <a:pt x="12516" y="3517"/>
                    </a:lnTo>
                    <a:lnTo>
                      <a:pt x="12214" y="3622"/>
                    </a:lnTo>
                    <a:lnTo>
                      <a:pt x="11925" y="3726"/>
                    </a:lnTo>
                    <a:lnTo>
                      <a:pt x="11637" y="3845"/>
                    </a:lnTo>
                    <a:lnTo>
                      <a:pt x="11348" y="3963"/>
                    </a:lnTo>
                    <a:lnTo>
                      <a:pt x="11072" y="4094"/>
                    </a:lnTo>
                    <a:lnTo>
                      <a:pt x="10810" y="4238"/>
                    </a:lnTo>
                    <a:lnTo>
                      <a:pt x="10548" y="4382"/>
                    </a:lnTo>
                    <a:lnTo>
                      <a:pt x="10285" y="4527"/>
                    </a:lnTo>
                    <a:lnTo>
                      <a:pt x="10036" y="4684"/>
                    </a:lnTo>
                    <a:lnTo>
                      <a:pt x="9800" y="4842"/>
                    </a:lnTo>
                    <a:lnTo>
                      <a:pt x="9551" y="5012"/>
                    </a:lnTo>
                    <a:lnTo>
                      <a:pt x="9328" y="5183"/>
                    </a:lnTo>
                    <a:lnTo>
                      <a:pt x="9105" y="5366"/>
                    </a:lnTo>
                    <a:lnTo>
                      <a:pt x="8882" y="5550"/>
                    </a:lnTo>
                    <a:lnTo>
                      <a:pt x="8672" y="5747"/>
                    </a:lnTo>
                    <a:lnTo>
                      <a:pt x="8462" y="5944"/>
                    </a:lnTo>
                    <a:lnTo>
                      <a:pt x="8252" y="6154"/>
                    </a:lnTo>
                    <a:lnTo>
                      <a:pt x="8068" y="6363"/>
                    </a:lnTo>
                    <a:lnTo>
                      <a:pt x="7871" y="6586"/>
                    </a:lnTo>
                    <a:lnTo>
                      <a:pt x="7688" y="6809"/>
                    </a:lnTo>
                    <a:lnTo>
                      <a:pt x="7517" y="7032"/>
                    </a:lnTo>
                    <a:lnTo>
                      <a:pt x="7347" y="7269"/>
                    </a:lnTo>
                    <a:lnTo>
                      <a:pt x="7176" y="7505"/>
                    </a:lnTo>
                    <a:lnTo>
                      <a:pt x="7019" y="7754"/>
                    </a:lnTo>
                    <a:lnTo>
                      <a:pt x="6874" y="8003"/>
                    </a:lnTo>
                    <a:lnTo>
                      <a:pt x="6730" y="8266"/>
                    </a:lnTo>
                    <a:lnTo>
                      <a:pt x="6586" y="8515"/>
                    </a:lnTo>
                    <a:lnTo>
                      <a:pt x="6323" y="9066"/>
                    </a:lnTo>
                    <a:lnTo>
                      <a:pt x="6087" y="9617"/>
                    </a:lnTo>
                    <a:lnTo>
                      <a:pt x="5877" y="10194"/>
                    </a:lnTo>
                    <a:lnTo>
                      <a:pt x="5681" y="10798"/>
                    </a:lnTo>
                    <a:lnTo>
                      <a:pt x="5523" y="11414"/>
                    </a:lnTo>
                    <a:lnTo>
                      <a:pt x="5379" y="12057"/>
                    </a:lnTo>
                    <a:lnTo>
                      <a:pt x="5261" y="12713"/>
                    </a:lnTo>
                    <a:lnTo>
                      <a:pt x="5169" y="13395"/>
                    </a:lnTo>
                    <a:lnTo>
                      <a:pt x="5090" y="14077"/>
                    </a:lnTo>
                    <a:lnTo>
                      <a:pt x="5051" y="14799"/>
                    </a:lnTo>
                    <a:lnTo>
                      <a:pt x="5025" y="15520"/>
                    </a:lnTo>
                    <a:lnTo>
                      <a:pt x="5025" y="16255"/>
                    </a:lnTo>
                    <a:lnTo>
                      <a:pt x="5051" y="17016"/>
                    </a:lnTo>
                    <a:lnTo>
                      <a:pt x="5025" y="17803"/>
                    </a:lnTo>
                    <a:lnTo>
                      <a:pt x="4985" y="18577"/>
                    </a:lnTo>
                    <a:lnTo>
                      <a:pt x="4920" y="19351"/>
                    </a:lnTo>
                    <a:lnTo>
                      <a:pt x="4841" y="20112"/>
                    </a:lnTo>
                    <a:lnTo>
                      <a:pt x="4736" y="20873"/>
                    </a:lnTo>
                    <a:lnTo>
                      <a:pt x="4618" y="21634"/>
                    </a:lnTo>
                    <a:lnTo>
                      <a:pt x="4461" y="22382"/>
                    </a:lnTo>
                    <a:lnTo>
                      <a:pt x="4303" y="23130"/>
                    </a:lnTo>
                    <a:lnTo>
                      <a:pt x="4106" y="23877"/>
                    </a:lnTo>
                    <a:lnTo>
                      <a:pt x="3896" y="24612"/>
                    </a:lnTo>
                    <a:lnTo>
                      <a:pt x="3673" y="25334"/>
                    </a:lnTo>
                    <a:lnTo>
                      <a:pt x="3424" y="26068"/>
                    </a:lnTo>
                    <a:lnTo>
                      <a:pt x="3149" y="26790"/>
                    </a:lnTo>
                    <a:lnTo>
                      <a:pt x="2860" y="27498"/>
                    </a:lnTo>
                    <a:lnTo>
                      <a:pt x="2545" y="28220"/>
                    </a:lnTo>
                    <a:lnTo>
                      <a:pt x="2204" y="28928"/>
                    </a:lnTo>
                    <a:lnTo>
                      <a:pt x="2020" y="29309"/>
                    </a:lnTo>
                    <a:lnTo>
                      <a:pt x="1811" y="29715"/>
                    </a:lnTo>
                    <a:lnTo>
                      <a:pt x="1338" y="30594"/>
                    </a:lnTo>
                    <a:lnTo>
                      <a:pt x="1102" y="31067"/>
                    </a:lnTo>
                    <a:lnTo>
                      <a:pt x="879" y="31552"/>
                    </a:lnTo>
                    <a:lnTo>
                      <a:pt x="656" y="32050"/>
                    </a:lnTo>
                    <a:lnTo>
                      <a:pt x="459" y="32549"/>
                    </a:lnTo>
                    <a:lnTo>
                      <a:pt x="289" y="33047"/>
                    </a:lnTo>
                    <a:lnTo>
                      <a:pt x="223" y="33310"/>
                    </a:lnTo>
                    <a:lnTo>
                      <a:pt x="158" y="33559"/>
                    </a:lnTo>
                    <a:lnTo>
                      <a:pt x="105" y="33808"/>
                    </a:lnTo>
                    <a:lnTo>
                      <a:pt x="53" y="34058"/>
                    </a:lnTo>
                    <a:lnTo>
                      <a:pt x="26" y="34307"/>
                    </a:lnTo>
                    <a:lnTo>
                      <a:pt x="13" y="34556"/>
                    </a:lnTo>
                    <a:lnTo>
                      <a:pt x="0" y="34792"/>
                    </a:lnTo>
                    <a:lnTo>
                      <a:pt x="13" y="35042"/>
                    </a:lnTo>
                    <a:lnTo>
                      <a:pt x="39" y="35278"/>
                    </a:lnTo>
                    <a:lnTo>
                      <a:pt x="79" y="35501"/>
                    </a:lnTo>
                    <a:lnTo>
                      <a:pt x="144" y="35737"/>
                    </a:lnTo>
                    <a:lnTo>
                      <a:pt x="210" y="35960"/>
                    </a:lnTo>
                    <a:lnTo>
                      <a:pt x="315" y="36183"/>
                    </a:lnTo>
                    <a:lnTo>
                      <a:pt x="420" y="36393"/>
                    </a:lnTo>
                    <a:lnTo>
                      <a:pt x="538" y="36563"/>
                    </a:lnTo>
                    <a:lnTo>
                      <a:pt x="656" y="36734"/>
                    </a:lnTo>
                    <a:lnTo>
                      <a:pt x="787" y="36891"/>
                    </a:lnTo>
                    <a:lnTo>
                      <a:pt x="932" y="37036"/>
                    </a:lnTo>
                    <a:lnTo>
                      <a:pt x="1089" y="37180"/>
                    </a:lnTo>
                    <a:lnTo>
                      <a:pt x="1246" y="37311"/>
                    </a:lnTo>
                    <a:lnTo>
                      <a:pt x="1417" y="37429"/>
                    </a:lnTo>
                    <a:lnTo>
                      <a:pt x="1587" y="37547"/>
                    </a:lnTo>
                    <a:lnTo>
                      <a:pt x="1771" y="37652"/>
                    </a:lnTo>
                    <a:lnTo>
                      <a:pt x="1968" y="37757"/>
                    </a:lnTo>
                    <a:lnTo>
                      <a:pt x="2152" y="37849"/>
                    </a:lnTo>
                    <a:lnTo>
                      <a:pt x="2362" y="37928"/>
                    </a:lnTo>
                    <a:lnTo>
                      <a:pt x="2558" y="38006"/>
                    </a:lnTo>
                    <a:lnTo>
                      <a:pt x="2768" y="38072"/>
                    </a:lnTo>
                    <a:lnTo>
                      <a:pt x="3201" y="38190"/>
                    </a:lnTo>
                    <a:lnTo>
                      <a:pt x="3634" y="38269"/>
                    </a:lnTo>
                    <a:lnTo>
                      <a:pt x="4080" y="38334"/>
                    </a:lnTo>
                    <a:lnTo>
                      <a:pt x="4513" y="38374"/>
                    </a:lnTo>
                    <a:lnTo>
                      <a:pt x="4959" y="38374"/>
                    </a:lnTo>
                    <a:lnTo>
                      <a:pt x="5379" y="38361"/>
                    </a:lnTo>
                    <a:lnTo>
                      <a:pt x="5799" y="38334"/>
                    </a:lnTo>
                    <a:lnTo>
                      <a:pt x="6205" y="38282"/>
                    </a:lnTo>
                    <a:lnTo>
                      <a:pt x="6573" y="38203"/>
                    </a:lnTo>
                    <a:lnTo>
                      <a:pt x="6874" y="38125"/>
                    </a:lnTo>
                    <a:lnTo>
                      <a:pt x="7163" y="38033"/>
                    </a:lnTo>
                    <a:lnTo>
                      <a:pt x="7452" y="37941"/>
                    </a:lnTo>
                    <a:lnTo>
                      <a:pt x="7727" y="37836"/>
                    </a:lnTo>
                    <a:lnTo>
                      <a:pt x="7990" y="37705"/>
                    </a:lnTo>
                    <a:lnTo>
                      <a:pt x="8252" y="37574"/>
                    </a:lnTo>
                    <a:lnTo>
                      <a:pt x="8514" y="37442"/>
                    </a:lnTo>
                    <a:lnTo>
                      <a:pt x="8764" y="37285"/>
                    </a:lnTo>
                    <a:lnTo>
                      <a:pt x="8987" y="37521"/>
                    </a:lnTo>
                    <a:lnTo>
                      <a:pt x="9236" y="37731"/>
                    </a:lnTo>
                    <a:lnTo>
                      <a:pt x="9472" y="37928"/>
                    </a:lnTo>
                    <a:lnTo>
                      <a:pt x="9721" y="38111"/>
                    </a:lnTo>
                    <a:lnTo>
                      <a:pt x="9984" y="38282"/>
                    </a:lnTo>
                    <a:lnTo>
                      <a:pt x="10246" y="38426"/>
                    </a:lnTo>
                    <a:lnTo>
                      <a:pt x="10522" y="38571"/>
                    </a:lnTo>
                    <a:lnTo>
                      <a:pt x="10784" y="38689"/>
                    </a:lnTo>
                    <a:lnTo>
                      <a:pt x="11059" y="38794"/>
                    </a:lnTo>
                    <a:lnTo>
                      <a:pt x="11348" y="38885"/>
                    </a:lnTo>
                    <a:lnTo>
                      <a:pt x="11637" y="38951"/>
                    </a:lnTo>
                    <a:lnTo>
                      <a:pt x="11925" y="39017"/>
                    </a:lnTo>
                    <a:lnTo>
                      <a:pt x="12214" y="39056"/>
                    </a:lnTo>
                    <a:lnTo>
                      <a:pt x="12502" y="39095"/>
                    </a:lnTo>
                    <a:lnTo>
                      <a:pt x="12791" y="39108"/>
                    </a:lnTo>
                    <a:lnTo>
                      <a:pt x="13093" y="39122"/>
                    </a:lnTo>
                    <a:lnTo>
                      <a:pt x="13395" y="39108"/>
                    </a:lnTo>
                    <a:lnTo>
                      <a:pt x="13683" y="39095"/>
                    </a:lnTo>
                    <a:lnTo>
                      <a:pt x="13985" y="39056"/>
                    </a:lnTo>
                    <a:lnTo>
                      <a:pt x="14274" y="39017"/>
                    </a:lnTo>
                    <a:lnTo>
                      <a:pt x="14575" y="38951"/>
                    </a:lnTo>
                    <a:lnTo>
                      <a:pt x="14877" y="38885"/>
                    </a:lnTo>
                    <a:lnTo>
                      <a:pt x="15166" y="38807"/>
                    </a:lnTo>
                    <a:lnTo>
                      <a:pt x="15454" y="38715"/>
                    </a:lnTo>
                    <a:lnTo>
                      <a:pt x="15743" y="38623"/>
                    </a:lnTo>
                    <a:lnTo>
                      <a:pt x="16031" y="38505"/>
                    </a:lnTo>
                    <a:lnTo>
                      <a:pt x="16320" y="38387"/>
                    </a:lnTo>
                    <a:lnTo>
                      <a:pt x="16596" y="38256"/>
                    </a:lnTo>
                    <a:lnTo>
                      <a:pt x="16871" y="38111"/>
                    </a:lnTo>
                    <a:lnTo>
                      <a:pt x="17133" y="37967"/>
                    </a:lnTo>
                    <a:lnTo>
                      <a:pt x="17409" y="37810"/>
                    </a:lnTo>
                    <a:lnTo>
                      <a:pt x="17671" y="37639"/>
                    </a:lnTo>
                    <a:lnTo>
                      <a:pt x="17684" y="37652"/>
                    </a:lnTo>
                    <a:lnTo>
                      <a:pt x="17881" y="37757"/>
                    </a:lnTo>
                    <a:lnTo>
                      <a:pt x="18078" y="37862"/>
                    </a:lnTo>
                    <a:lnTo>
                      <a:pt x="18275" y="37954"/>
                    </a:lnTo>
                    <a:lnTo>
                      <a:pt x="18485" y="38046"/>
                    </a:lnTo>
                    <a:lnTo>
                      <a:pt x="18681" y="38111"/>
                    </a:lnTo>
                    <a:lnTo>
                      <a:pt x="18891" y="38190"/>
                    </a:lnTo>
                    <a:lnTo>
                      <a:pt x="19088" y="38243"/>
                    </a:lnTo>
                    <a:lnTo>
                      <a:pt x="19298" y="38295"/>
                    </a:lnTo>
                    <a:lnTo>
                      <a:pt x="19705" y="38374"/>
                    </a:lnTo>
                    <a:lnTo>
                      <a:pt x="20125" y="38426"/>
                    </a:lnTo>
                    <a:lnTo>
                      <a:pt x="20531" y="38453"/>
                    </a:lnTo>
                    <a:lnTo>
                      <a:pt x="20951" y="38439"/>
                    </a:lnTo>
                    <a:lnTo>
                      <a:pt x="21358" y="38400"/>
                    </a:lnTo>
                    <a:lnTo>
                      <a:pt x="21751" y="38321"/>
                    </a:lnTo>
                    <a:lnTo>
                      <a:pt x="22145" y="38216"/>
                    </a:lnTo>
                    <a:lnTo>
                      <a:pt x="22538" y="38085"/>
                    </a:lnTo>
                    <a:lnTo>
                      <a:pt x="22919" y="37928"/>
                    </a:lnTo>
                    <a:lnTo>
                      <a:pt x="23103" y="37836"/>
                    </a:lnTo>
                    <a:lnTo>
                      <a:pt x="23273" y="37731"/>
                    </a:lnTo>
                    <a:lnTo>
                      <a:pt x="23457" y="37626"/>
                    </a:lnTo>
                    <a:lnTo>
                      <a:pt x="23627" y="37508"/>
                    </a:lnTo>
                    <a:lnTo>
                      <a:pt x="23798" y="37390"/>
                    </a:lnTo>
                    <a:lnTo>
                      <a:pt x="23968" y="37259"/>
                    </a:lnTo>
                    <a:lnTo>
                      <a:pt x="24244" y="37429"/>
                    </a:lnTo>
                    <a:lnTo>
                      <a:pt x="24533" y="37587"/>
                    </a:lnTo>
                    <a:lnTo>
                      <a:pt x="24834" y="37731"/>
                    </a:lnTo>
                    <a:lnTo>
                      <a:pt x="25149" y="37875"/>
                    </a:lnTo>
                    <a:lnTo>
                      <a:pt x="25477" y="38006"/>
                    </a:lnTo>
                    <a:lnTo>
                      <a:pt x="25805" y="38125"/>
                    </a:lnTo>
                    <a:lnTo>
                      <a:pt x="26159" y="38243"/>
                    </a:lnTo>
                    <a:lnTo>
                      <a:pt x="26514" y="38334"/>
                    </a:lnTo>
                    <a:lnTo>
                      <a:pt x="26868" y="38426"/>
                    </a:lnTo>
                    <a:lnTo>
                      <a:pt x="27222" y="38492"/>
                    </a:lnTo>
                    <a:lnTo>
                      <a:pt x="27589" y="38557"/>
                    </a:lnTo>
                    <a:lnTo>
                      <a:pt x="27957" y="38597"/>
                    </a:lnTo>
                    <a:lnTo>
                      <a:pt x="28311" y="38623"/>
                    </a:lnTo>
                    <a:lnTo>
                      <a:pt x="28678" y="38636"/>
                    </a:lnTo>
                    <a:lnTo>
                      <a:pt x="29032" y="38636"/>
                    </a:lnTo>
                    <a:lnTo>
                      <a:pt x="29387" y="38610"/>
                    </a:lnTo>
                    <a:lnTo>
                      <a:pt x="29728" y="38571"/>
                    </a:lnTo>
                    <a:lnTo>
                      <a:pt x="30056" y="38505"/>
                    </a:lnTo>
                    <a:lnTo>
                      <a:pt x="30384" y="38426"/>
                    </a:lnTo>
                    <a:lnTo>
                      <a:pt x="30698" y="38334"/>
                    </a:lnTo>
                    <a:lnTo>
                      <a:pt x="30987" y="38203"/>
                    </a:lnTo>
                    <a:lnTo>
                      <a:pt x="31276" y="38059"/>
                    </a:lnTo>
                    <a:lnTo>
                      <a:pt x="31538" y="37902"/>
                    </a:lnTo>
                    <a:lnTo>
                      <a:pt x="31787" y="37705"/>
                    </a:lnTo>
                    <a:lnTo>
                      <a:pt x="31905" y="37600"/>
                    </a:lnTo>
                    <a:lnTo>
                      <a:pt x="32023" y="37495"/>
                    </a:lnTo>
                    <a:lnTo>
                      <a:pt x="32128" y="37377"/>
                    </a:lnTo>
                    <a:lnTo>
                      <a:pt x="32233" y="37246"/>
                    </a:lnTo>
                    <a:lnTo>
                      <a:pt x="32325" y="37128"/>
                    </a:lnTo>
                    <a:lnTo>
                      <a:pt x="32417" y="36983"/>
                    </a:lnTo>
                    <a:lnTo>
                      <a:pt x="32496" y="36839"/>
                    </a:lnTo>
                    <a:lnTo>
                      <a:pt x="32574" y="36695"/>
                    </a:lnTo>
                    <a:lnTo>
                      <a:pt x="32640" y="36537"/>
                    </a:lnTo>
                    <a:lnTo>
                      <a:pt x="32706" y="36380"/>
                    </a:lnTo>
                    <a:lnTo>
                      <a:pt x="32758" y="36209"/>
                    </a:lnTo>
                    <a:lnTo>
                      <a:pt x="32811" y="36026"/>
                    </a:lnTo>
                    <a:lnTo>
                      <a:pt x="32850" y="35842"/>
                    </a:lnTo>
                    <a:lnTo>
                      <a:pt x="32889" y="35645"/>
                    </a:lnTo>
                    <a:lnTo>
                      <a:pt x="32916" y="35448"/>
                    </a:lnTo>
                    <a:lnTo>
                      <a:pt x="32942" y="35238"/>
                    </a:lnTo>
                    <a:lnTo>
                      <a:pt x="32942" y="35002"/>
                    </a:lnTo>
                    <a:lnTo>
                      <a:pt x="32942" y="34779"/>
                    </a:lnTo>
                    <a:lnTo>
                      <a:pt x="32942" y="34543"/>
                    </a:lnTo>
                    <a:lnTo>
                      <a:pt x="32916" y="34320"/>
                    </a:lnTo>
                    <a:lnTo>
                      <a:pt x="32889" y="34097"/>
                    </a:lnTo>
                    <a:lnTo>
                      <a:pt x="32850" y="33887"/>
                    </a:lnTo>
                    <a:lnTo>
                      <a:pt x="32811" y="33664"/>
                    </a:lnTo>
                    <a:lnTo>
                      <a:pt x="32758" y="33454"/>
                    </a:lnTo>
                    <a:lnTo>
                      <a:pt x="32627" y="33021"/>
                    </a:lnTo>
                    <a:lnTo>
                      <a:pt x="32470" y="32615"/>
                    </a:lnTo>
                    <a:lnTo>
                      <a:pt x="32286" y="32208"/>
                    </a:lnTo>
                    <a:lnTo>
                      <a:pt x="32089" y="31801"/>
                    </a:lnTo>
                    <a:lnTo>
                      <a:pt x="31879" y="31408"/>
                    </a:lnTo>
                    <a:lnTo>
                      <a:pt x="31656" y="31014"/>
                    </a:lnTo>
                    <a:lnTo>
                      <a:pt x="31197" y="30240"/>
                    </a:lnTo>
                    <a:lnTo>
                      <a:pt x="30751" y="29453"/>
                    </a:lnTo>
                    <a:lnTo>
                      <a:pt x="30528" y="29059"/>
                    </a:lnTo>
                    <a:lnTo>
                      <a:pt x="30318" y="28666"/>
                    </a:lnTo>
                    <a:lnTo>
                      <a:pt x="30174" y="28351"/>
                    </a:lnTo>
                    <a:lnTo>
                      <a:pt x="30029" y="28023"/>
                    </a:lnTo>
                    <a:lnTo>
                      <a:pt x="29898" y="27695"/>
                    </a:lnTo>
                    <a:lnTo>
                      <a:pt x="29767" y="27367"/>
                    </a:lnTo>
                    <a:lnTo>
                      <a:pt x="29636" y="26960"/>
                    </a:lnTo>
                    <a:lnTo>
                      <a:pt x="29518" y="26540"/>
                    </a:lnTo>
                    <a:lnTo>
                      <a:pt x="29413" y="26108"/>
                    </a:lnTo>
                    <a:lnTo>
                      <a:pt x="29321" y="25661"/>
                    </a:lnTo>
                    <a:lnTo>
                      <a:pt x="29242" y="25215"/>
                    </a:lnTo>
                    <a:lnTo>
                      <a:pt x="29177" y="24756"/>
                    </a:lnTo>
                    <a:lnTo>
                      <a:pt x="29111" y="24297"/>
                    </a:lnTo>
                    <a:lnTo>
                      <a:pt x="29072" y="23825"/>
                    </a:lnTo>
                    <a:lnTo>
                      <a:pt x="29032" y="23366"/>
                    </a:lnTo>
                    <a:lnTo>
                      <a:pt x="29006" y="22893"/>
                    </a:lnTo>
                    <a:lnTo>
                      <a:pt x="28967" y="21962"/>
                    </a:lnTo>
                    <a:lnTo>
                      <a:pt x="28954" y="21057"/>
                    </a:lnTo>
                    <a:lnTo>
                      <a:pt x="28941" y="20178"/>
                    </a:lnTo>
                    <a:lnTo>
                      <a:pt x="28954" y="19496"/>
                    </a:lnTo>
                    <a:lnTo>
                      <a:pt x="28980" y="18840"/>
                    </a:lnTo>
                    <a:lnTo>
                      <a:pt x="29019" y="18184"/>
                    </a:lnTo>
                    <a:lnTo>
                      <a:pt x="29072" y="17554"/>
                    </a:lnTo>
                    <a:lnTo>
                      <a:pt x="29177" y="16268"/>
                    </a:lnTo>
                    <a:lnTo>
                      <a:pt x="29216" y="15639"/>
                    </a:lnTo>
                    <a:lnTo>
                      <a:pt x="29255" y="14996"/>
                    </a:lnTo>
                    <a:lnTo>
                      <a:pt x="29255" y="14340"/>
                    </a:lnTo>
                    <a:lnTo>
                      <a:pt x="29242" y="13671"/>
                    </a:lnTo>
                    <a:lnTo>
                      <a:pt x="29216" y="13330"/>
                    </a:lnTo>
                    <a:lnTo>
                      <a:pt x="29190" y="12975"/>
                    </a:lnTo>
                    <a:lnTo>
                      <a:pt x="29150" y="12634"/>
                    </a:lnTo>
                    <a:lnTo>
                      <a:pt x="29098" y="12280"/>
                    </a:lnTo>
                    <a:lnTo>
                      <a:pt x="29032" y="11913"/>
                    </a:lnTo>
                    <a:lnTo>
                      <a:pt x="28967" y="11545"/>
                    </a:lnTo>
                    <a:lnTo>
                      <a:pt x="28875" y="11165"/>
                    </a:lnTo>
                    <a:lnTo>
                      <a:pt x="28783" y="10785"/>
                    </a:lnTo>
                    <a:lnTo>
                      <a:pt x="28678" y="10391"/>
                    </a:lnTo>
                    <a:lnTo>
                      <a:pt x="28547" y="9997"/>
                    </a:lnTo>
                    <a:lnTo>
                      <a:pt x="28403" y="9591"/>
                    </a:lnTo>
                    <a:lnTo>
                      <a:pt x="28245" y="9171"/>
                    </a:lnTo>
                    <a:lnTo>
                      <a:pt x="28140" y="8935"/>
                    </a:lnTo>
                    <a:lnTo>
                      <a:pt x="28035" y="8685"/>
                    </a:lnTo>
                    <a:lnTo>
                      <a:pt x="27904" y="8462"/>
                    </a:lnTo>
                    <a:lnTo>
                      <a:pt x="27773" y="8226"/>
                    </a:lnTo>
                    <a:lnTo>
                      <a:pt x="27629" y="8016"/>
                    </a:lnTo>
                    <a:lnTo>
                      <a:pt x="27484" y="7807"/>
                    </a:lnTo>
                    <a:lnTo>
                      <a:pt x="27327" y="7597"/>
                    </a:lnTo>
                    <a:lnTo>
                      <a:pt x="27169" y="7400"/>
                    </a:lnTo>
                    <a:lnTo>
                      <a:pt x="26841" y="7032"/>
                    </a:lnTo>
                    <a:lnTo>
                      <a:pt x="26514" y="6691"/>
                    </a:lnTo>
                    <a:lnTo>
                      <a:pt x="26172" y="6377"/>
                    </a:lnTo>
                    <a:lnTo>
                      <a:pt x="25831" y="6088"/>
                    </a:lnTo>
                    <a:lnTo>
                      <a:pt x="25503" y="5839"/>
                    </a:lnTo>
                    <a:lnTo>
                      <a:pt x="25202" y="5629"/>
                    </a:lnTo>
                    <a:lnTo>
                      <a:pt x="24926" y="5445"/>
                    </a:lnTo>
                    <a:lnTo>
                      <a:pt x="24690" y="5288"/>
                    </a:lnTo>
                    <a:lnTo>
                      <a:pt x="24336" y="5091"/>
                    </a:lnTo>
                    <a:lnTo>
                      <a:pt x="24191" y="5025"/>
                    </a:lnTo>
                    <a:lnTo>
                      <a:pt x="24244" y="4789"/>
                    </a:lnTo>
                    <a:lnTo>
                      <a:pt x="24270" y="4553"/>
                    </a:lnTo>
                    <a:lnTo>
                      <a:pt x="24270" y="4304"/>
                    </a:lnTo>
                    <a:lnTo>
                      <a:pt x="24244" y="4068"/>
                    </a:lnTo>
                    <a:lnTo>
                      <a:pt x="24205" y="3831"/>
                    </a:lnTo>
                    <a:lnTo>
                      <a:pt x="24126" y="3608"/>
                    </a:lnTo>
                    <a:lnTo>
                      <a:pt x="24034" y="3385"/>
                    </a:lnTo>
                    <a:lnTo>
                      <a:pt x="23916" y="3175"/>
                    </a:lnTo>
                    <a:lnTo>
                      <a:pt x="23772" y="2992"/>
                    </a:lnTo>
                    <a:lnTo>
                      <a:pt x="23614" y="2821"/>
                    </a:lnTo>
                    <a:lnTo>
                      <a:pt x="23522" y="2743"/>
                    </a:lnTo>
                    <a:lnTo>
                      <a:pt x="23431" y="2664"/>
                    </a:lnTo>
                    <a:lnTo>
                      <a:pt x="23326" y="2598"/>
                    </a:lnTo>
                    <a:lnTo>
                      <a:pt x="23221" y="2546"/>
                    </a:lnTo>
                    <a:lnTo>
                      <a:pt x="23103" y="2493"/>
                    </a:lnTo>
                    <a:lnTo>
                      <a:pt x="22985" y="2441"/>
                    </a:lnTo>
                    <a:lnTo>
                      <a:pt x="22866" y="2401"/>
                    </a:lnTo>
                    <a:lnTo>
                      <a:pt x="22735" y="2375"/>
                    </a:lnTo>
                    <a:lnTo>
                      <a:pt x="22591" y="2349"/>
                    </a:lnTo>
                    <a:lnTo>
                      <a:pt x="22460" y="2336"/>
                    </a:lnTo>
                    <a:lnTo>
                      <a:pt x="22302" y="2323"/>
                    </a:lnTo>
                    <a:lnTo>
                      <a:pt x="22158" y="2336"/>
                    </a:lnTo>
                    <a:lnTo>
                      <a:pt x="22040" y="2349"/>
                    </a:lnTo>
                    <a:lnTo>
                      <a:pt x="21922" y="2362"/>
                    </a:lnTo>
                    <a:lnTo>
                      <a:pt x="21883" y="2126"/>
                    </a:lnTo>
                    <a:lnTo>
                      <a:pt x="21804" y="1890"/>
                    </a:lnTo>
                    <a:lnTo>
                      <a:pt x="21725" y="1654"/>
                    </a:lnTo>
                    <a:lnTo>
                      <a:pt x="21620" y="1431"/>
                    </a:lnTo>
                    <a:lnTo>
                      <a:pt x="21489" y="1221"/>
                    </a:lnTo>
                    <a:lnTo>
                      <a:pt x="21358" y="1024"/>
                    </a:lnTo>
                    <a:lnTo>
                      <a:pt x="21200" y="827"/>
                    </a:lnTo>
                    <a:lnTo>
                      <a:pt x="21030" y="657"/>
                    </a:lnTo>
                    <a:lnTo>
                      <a:pt x="20833" y="499"/>
                    </a:lnTo>
                    <a:lnTo>
                      <a:pt x="20623" y="368"/>
                    </a:lnTo>
                    <a:lnTo>
                      <a:pt x="20400" y="250"/>
                    </a:lnTo>
                    <a:lnTo>
                      <a:pt x="20151" y="145"/>
                    </a:lnTo>
                    <a:lnTo>
                      <a:pt x="19888" y="66"/>
                    </a:lnTo>
                    <a:lnTo>
                      <a:pt x="19613" y="27"/>
                    </a:lnTo>
                    <a:lnTo>
                      <a:pt x="1932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Google Shape;2451;p45"/>
              <p:cNvSpPr/>
              <p:nvPr/>
            </p:nvSpPr>
            <p:spPr>
              <a:xfrm>
                <a:off x="1989700" y="3428739"/>
                <a:ext cx="395636" cy="44767"/>
              </a:xfrm>
              <a:custGeom>
                <a:avLst/>
                <a:gdLst/>
                <a:ahLst/>
                <a:cxnLst/>
                <a:rect l="l" t="t" r="r" b="b"/>
                <a:pathLst>
                  <a:path w="22041" h="2494" extrusionOk="0">
                    <a:moveTo>
                      <a:pt x="1" y="1"/>
                    </a:moveTo>
                    <a:lnTo>
                      <a:pt x="14" y="250"/>
                    </a:lnTo>
                    <a:lnTo>
                      <a:pt x="53" y="499"/>
                    </a:lnTo>
                    <a:lnTo>
                      <a:pt x="106" y="736"/>
                    </a:lnTo>
                    <a:lnTo>
                      <a:pt x="197" y="972"/>
                    </a:lnTo>
                    <a:lnTo>
                      <a:pt x="302" y="1182"/>
                    </a:lnTo>
                    <a:lnTo>
                      <a:pt x="420" y="1392"/>
                    </a:lnTo>
                    <a:lnTo>
                      <a:pt x="565" y="1588"/>
                    </a:lnTo>
                    <a:lnTo>
                      <a:pt x="735" y="1759"/>
                    </a:lnTo>
                    <a:lnTo>
                      <a:pt x="906" y="1916"/>
                    </a:lnTo>
                    <a:lnTo>
                      <a:pt x="1103" y="2061"/>
                    </a:lnTo>
                    <a:lnTo>
                      <a:pt x="1299" y="2192"/>
                    </a:lnTo>
                    <a:lnTo>
                      <a:pt x="1522" y="2297"/>
                    </a:lnTo>
                    <a:lnTo>
                      <a:pt x="1759" y="2375"/>
                    </a:lnTo>
                    <a:lnTo>
                      <a:pt x="1995" y="2441"/>
                    </a:lnTo>
                    <a:lnTo>
                      <a:pt x="2244" y="2480"/>
                    </a:lnTo>
                    <a:lnTo>
                      <a:pt x="2493" y="2494"/>
                    </a:lnTo>
                    <a:lnTo>
                      <a:pt x="19548" y="2494"/>
                    </a:lnTo>
                    <a:lnTo>
                      <a:pt x="19797" y="2480"/>
                    </a:lnTo>
                    <a:lnTo>
                      <a:pt x="20046" y="2441"/>
                    </a:lnTo>
                    <a:lnTo>
                      <a:pt x="20282" y="2375"/>
                    </a:lnTo>
                    <a:lnTo>
                      <a:pt x="20519" y="2297"/>
                    </a:lnTo>
                    <a:lnTo>
                      <a:pt x="20729" y="2192"/>
                    </a:lnTo>
                    <a:lnTo>
                      <a:pt x="20938" y="2061"/>
                    </a:lnTo>
                    <a:lnTo>
                      <a:pt x="21135" y="1916"/>
                    </a:lnTo>
                    <a:lnTo>
                      <a:pt x="21306" y="1759"/>
                    </a:lnTo>
                    <a:lnTo>
                      <a:pt x="21476" y="1588"/>
                    </a:lnTo>
                    <a:lnTo>
                      <a:pt x="21621" y="1392"/>
                    </a:lnTo>
                    <a:lnTo>
                      <a:pt x="21739" y="1182"/>
                    </a:lnTo>
                    <a:lnTo>
                      <a:pt x="21844" y="972"/>
                    </a:lnTo>
                    <a:lnTo>
                      <a:pt x="21922" y="736"/>
                    </a:lnTo>
                    <a:lnTo>
                      <a:pt x="21988" y="499"/>
                    </a:lnTo>
                    <a:lnTo>
                      <a:pt x="22027" y="250"/>
                    </a:lnTo>
                    <a:lnTo>
                      <a:pt x="2204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6" name="Google Shape;2456;p46"/>
          <p:cNvSpPr/>
          <p:nvPr/>
        </p:nvSpPr>
        <p:spPr>
          <a:xfrm>
            <a:off x="7010400" y="2493575"/>
            <a:ext cx="1676400" cy="838200"/>
          </a:xfrm>
          <a:prstGeom prst="roundRect">
            <a:avLst>
              <a:gd name="adj" fmla="val 16667"/>
            </a:avLst>
          </a:prstGeom>
          <a:solidFill>
            <a:srgbClr val="E99B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7" name="Google Shape;2457;p46"/>
          <p:cNvSpPr/>
          <p:nvPr/>
        </p:nvSpPr>
        <p:spPr>
          <a:xfrm>
            <a:off x="457200" y="2493575"/>
            <a:ext cx="1676400" cy="838200"/>
          </a:xfrm>
          <a:prstGeom prst="roundRect">
            <a:avLst>
              <a:gd name="adj" fmla="val 16667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8" name="Google Shape;2458;p46"/>
          <p:cNvSpPr/>
          <p:nvPr/>
        </p:nvSpPr>
        <p:spPr>
          <a:xfrm>
            <a:off x="3368513" y="3893763"/>
            <a:ext cx="838200" cy="838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9" name="Google Shape;2459;p46"/>
          <p:cNvSpPr/>
          <p:nvPr/>
        </p:nvSpPr>
        <p:spPr>
          <a:xfrm>
            <a:off x="3368513" y="1139863"/>
            <a:ext cx="838200" cy="838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0" name="Google Shape;2460;p4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grpSp>
        <p:nvGrpSpPr>
          <p:cNvPr id="2461" name="Google Shape;2461;p46"/>
          <p:cNvGrpSpPr/>
          <p:nvPr/>
        </p:nvGrpSpPr>
        <p:grpSpPr>
          <a:xfrm>
            <a:off x="695825" y="1139863"/>
            <a:ext cx="1199150" cy="1301625"/>
            <a:chOff x="1183750" y="1120025"/>
            <a:chExt cx="1199150" cy="1301625"/>
          </a:xfrm>
        </p:grpSpPr>
        <p:sp>
          <p:nvSpPr>
            <p:cNvPr id="2462" name="Google Shape;2462;p46"/>
            <p:cNvSpPr/>
            <p:nvPr/>
          </p:nvSpPr>
          <p:spPr>
            <a:xfrm>
              <a:off x="1803325" y="1134425"/>
              <a:ext cx="36200" cy="296200"/>
            </a:xfrm>
            <a:custGeom>
              <a:avLst/>
              <a:gdLst/>
              <a:ahLst/>
              <a:cxnLst/>
              <a:rect l="l" t="t" r="r" b="b"/>
              <a:pathLst>
                <a:path w="1448" h="11848" extrusionOk="0">
                  <a:moveTo>
                    <a:pt x="730" y="0"/>
                  </a:moveTo>
                  <a:lnTo>
                    <a:pt x="577" y="13"/>
                  </a:lnTo>
                  <a:lnTo>
                    <a:pt x="436" y="52"/>
                  </a:lnTo>
                  <a:lnTo>
                    <a:pt x="320" y="116"/>
                  </a:lnTo>
                  <a:lnTo>
                    <a:pt x="205" y="205"/>
                  </a:lnTo>
                  <a:lnTo>
                    <a:pt x="115" y="321"/>
                  </a:lnTo>
                  <a:lnTo>
                    <a:pt x="51" y="436"/>
                  </a:lnTo>
                  <a:lnTo>
                    <a:pt x="13" y="577"/>
                  </a:lnTo>
                  <a:lnTo>
                    <a:pt x="0" y="718"/>
                  </a:lnTo>
                  <a:lnTo>
                    <a:pt x="0" y="11118"/>
                  </a:lnTo>
                  <a:lnTo>
                    <a:pt x="13" y="11271"/>
                  </a:lnTo>
                  <a:lnTo>
                    <a:pt x="51" y="11399"/>
                  </a:lnTo>
                  <a:lnTo>
                    <a:pt x="115" y="11527"/>
                  </a:lnTo>
                  <a:lnTo>
                    <a:pt x="205" y="11630"/>
                  </a:lnTo>
                  <a:lnTo>
                    <a:pt x="320" y="11720"/>
                  </a:lnTo>
                  <a:lnTo>
                    <a:pt x="436" y="11796"/>
                  </a:lnTo>
                  <a:lnTo>
                    <a:pt x="577" y="11835"/>
                  </a:lnTo>
                  <a:lnTo>
                    <a:pt x="730" y="11848"/>
                  </a:lnTo>
                  <a:lnTo>
                    <a:pt x="871" y="11835"/>
                  </a:lnTo>
                  <a:lnTo>
                    <a:pt x="1012" y="11796"/>
                  </a:lnTo>
                  <a:lnTo>
                    <a:pt x="1127" y="11720"/>
                  </a:lnTo>
                  <a:lnTo>
                    <a:pt x="1243" y="11630"/>
                  </a:lnTo>
                  <a:lnTo>
                    <a:pt x="1332" y="11527"/>
                  </a:lnTo>
                  <a:lnTo>
                    <a:pt x="1396" y="11399"/>
                  </a:lnTo>
                  <a:lnTo>
                    <a:pt x="1435" y="11271"/>
                  </a:lnTo>
                  <a:lnTo>
                    <a:pt x="1447" y="11118"/>
                  </a:lnTo>
                  <a:lnTo>
                    <a:pt x="1447" y="718"/>
                  </a:lnTo>
                  <a:lnTo>
                    <a:pt x="1435" y="577"/>
                  </a:lnTo>
                  <a:lnTo>
                    <a:pt x="1396" y="436"/>
                  </a:lnTo>
                  <a:lnTo>
                    <a:pt x="1332" y="321"/>
                  </a:lnTo>
                  <a:lnTo>
                    <a:pt x="1243" y="205"/>
                  </a:lnTo>
                  <a:lnTo>
                    <a:pt x="1127" y="116"/>
                  </a:lnTo>
                  <a:lnTo>
                    <a:pt x="1012" y="52"/>
                  </a:lnTo>
                  <a:lnTo>
                    <a:pt x="871" y="13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46"/>
            <p:cNvSpPr/>
            <p:nvPr/>
          </p:nvSpPr>
          <p:spPr>
            <a:xfrm>
              <a:off x="2014325" y="1218325"/>
              <a:ext cx="222875" cy="296525"/>
            </a:xfrm>
            <a:custGeom>
              <a:avLst/>
              <a:gdLst/>
              <a:ahLst/>
              <a:cxnLst/>
              <a:rect l="l" t="t" r="r" b="b"/>
              <a:pathLst>
                <a:path w="8915" h="11861" extrusionOk="0">
                  <a:moveTo>
                    <a:pt x="4535" y="0"/>
                  </a:moveTo>
                  <a:lnTo>
                    <a:pt x="4381" y="13"/>
                  </a:lnTo>
                  <a:lnTo>
                    <a:pt x="4253" y="51"/>
                  </a:lnTo>
                  <a:lnTo>
                    <a:pt x="4125" y="128"/>
                  </a:lnTo>
                  <a:lnTo>
                    <a:pt x="4022" y="218"/>
                  </a:lnTo>
                  <a:lnTo>
                    <a:pt x="3933" y="320"/>
                  </a:lnTo>
                  <a:lnTo>
                    <a:pt x="3869" y="448"/>
                  </a:lnTo>
                  <a:lnTo>
                    <a:pt x="3817" y="576"/>
                  </a:lnTo>
                  <a:lnTo>
                    <a:pt x="3805" y="730"/>
                  </a:lnTo>
                  <a:lnTo>
                    <a:pt x="3805" y="6647"/>
                  </a:lnTo>
                  <a:lnTo>
                    <a:pt x="193" y="10643"/>
                  </a:lnTo>
                  <a:lnTo>
                    <a:pt x="103" y="10759"/>
                  </a:lnTo>
                  <a:lnTo>
                    <a:pt x="39" y="10887"/>
                  </a:lnTo>
                  <a:lnTo>
                    <a:pt x="1" y="11028"/>
                  </a:lnTo>
                  <a:lnTo>
                    <a:pt x="1" y="11169"/>
                  </a:lnTo>
                  <a:lnTo>
                    <a:pt x="13" y="11309"/>
                  </a:lnTo>
                  <a:lnTo>
                    <a:pt x="65" y="11438"/>
                  </a:lnTo>
                  <a:lnTo>
                    <a:pt x="141" y="11566"/>
                  </a:lnTo>
                  <a:lnTo>
                    <a:pt x="244" y="11668"/>
                  </a:lnTo>
                  <a:lnTo>
                    <a:pt x="346" y="11758"/>
                  </a:lnTo>
                  <a:lnTo>
                    <a:pt x="474" y="11809"/>
                  </a:lnTo>
                  <a:lnTo>
                    <a:pt x="590" y="11847"/>
                  </a:lnTo>
                  <a:lnTo>
                    <a:pt x="731" y="11860"/>
                  </a:lnTo>
                  <a:lnTo>
                    <a:pt x="872" y="11847"/>
                  </a:lnTo>
                  <a:lnTo>
                    <a:pt x="948" y="11822"/>
                  </a:lnTo>
                  <a:lnTo>
                    <a:pt x="1012" y="11796"/>
                  </a:lnTo>
                  <a:lnTo>
                    <a:pt x="1089" y="11771"/>
                  </a:lnTo>
                  <a:lnTo>
                    <a:pt x="1153" y="11719"/>
                  </a:lnTo>
                  <a:lnTo>
                    <a:pt x="1205" y="11681"/>
                  </a:lnTo>
                  <a:lnTo>
                    <a:pt x="1269" y="11617"/>
                  </a:lnTo>
                  <a:lnTo>
                    <a:pt x="5072" y="7416"/>
                  </a:lnTo>
                  <a:lnTo>
                    <a:pt x="5149" y="7301"/>
                  </a:lnTo>
                  <a:lnTo>
                    <a:pt x="5213" y="7185"/>
                  </a:lnTo>
                  <a:lnTo>
                    <a:pt x="5252" y="7057"/>
                  </a:lnTo>
                  <a:lnTo>
                    <a:pt x="5265" y="6929"/>
                  </a:lnTo>
                  <a:lnTo>
                    <a:pt x="5265" y="1460"/>
                  </a:lnTo>
                  <a:lnTo>
                    <a:pt x="8185" y="1460"/>
                  </a:lnTo>
                  <a:lnTo>
                    <a:pt x="8338" y="1447"/>
                  </a:lnTo>
                  <a:lnTo>
                    <a:pt x="8479" y="1396"/>
                  </a:lnTo>
                  <a:lnTo>
                    <a:pt x="8595" y="1332"/>
                  </a:lnTo>
                  <a:lnTo>
                    <a:pt x="8710" y="1242"/>
                  </a:lnTo>
                  <a:lnTo>
                    <a:pt x="8800" y="1140"/>
                  </a:lnTo>
                  <a:lnTo>
                    <a:pt x="8864" y="1012"/>
                  </a:lnTo>
                  <a:lnTo>
                    <a:pt x="8902" y="871"/>
                  </a:lnTo>
                  <a:lnTo>
                    <a:pt x="8915" y="730"/>
                  </a:lnTo>
                  <a:lnTo>
                    <a:pt x="8902" y="576"/>
                  </a:lnTo>
                  <a:lnTo>
                    <a:pt x="8864" y="448"/>
                  </a:lnTo>
                  <a:lnTo>
                    <a:pt x="8800" y="320"/>
                  </a:lnTo>
                  <a:lnTo>
                    <a:pt x="8710" y="218"/>
                  </a:lnTo>
                  <a:lnTo>
                    <a:pt x="8595" y="128"/>
                  </a:lnTo>
                  <a:lnTo>
                    <a:pt x="8479" y="51"/>
                  </a:lnTo>
                  <a:lnTo>
                    <a:pt x="8338" y="13"/>
                  </a:lnTo>
                  <a:lnTo>
                    <a:pt x="818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46"/>
            <p:cNvSpPr/>
            <p:nvPr/>
          </p:nvSpPr>
          <p:spPr>
            <a:xfrm>
              <a:off x="2109425" y="1690925"/>
              <a:ext cx="259075" cy="36200"/>
            </a:xfrm>
            <a:custGeom>
              <a:avLst/>
              <a:gdLst/>
              <a:ahLst/>
              <a:cxnLst/>
              <a:rect l="l" t="t" r="r" b="b"/>
              <a:pathLst>
                <a:path w="10363" h="1448" extrusionOk="0">
                  <a:moveTo>
                    <a:pt x="731" y="1"/>
                  </a:moveTo>
                  <a:lnTo>
                    <a:pt x="577" y="13"/>
                  </a:lnTo>
                  <a:lnTo>
                    <a:pt x="449" y="52"/>
                  </a:lnTo>
                  <a:lnTo>
                    <a:pt x="321" y="116"/>
                  </a:lnTo>
                  <a:lnTo>
                    <a:pt x="218" y="205"/>
                  </a:lnTo>
                  <a:lnTo>
                    <a:pt x="129" y="321"/>
                  </a:lnTo>
                  <a:lnTo>
                    <a:pt x="65" y="436"/>
                  </a:lnTo>
                  <a:lnTo>
                    <a:pt x="13" y="577"/>
                  </a:lnTo>
                  <a:lnTo>
                    <a:pt x="1" y="731"/>
                  </a:lnTo>
                  <a:lnTo>
                    <a:pt x="13" y="871"/>
                  </a:lnTo>
                  <a:lnTo>
                    <a:pt x="65" y="1012"/>
                  </a:lnTo>
                  <a:lnTo>
                    <a:pt x="129" y="1128"/>
                  </a:lnTo>
                  <a:lnTo>
                    <a:pt x="218" y="1243"/>
                  </a:lnTo>
                  <a:lnTo>
                    <a:pt x="321" y="1333"/>
                  </a:lnTo>
                  <a:lnTo>
                    <a:pt x="449" y="1397"/>
                  </a:lnTo>
                  <a:lnTo>
                    <a:pt x="577" y="1435"/>
                  </a:lnTo>
                  <a:lnTo>
                    <a:pt x="731" y="1448"/>
                  </a:lnTo>
                  <a:lnTo>
                    <a:pt x="9632" y="1448"/>
                  </a:lnTo>
                  <a:lnTo>
                    <a:pt x="9786" y="1435"/>
                  </a:lnTo>
                  <a:lnTo>
                    <a:pt x="9914" y="1397"/>
                  </a:lnTo>
                  <a:lnTo>
                    <a:pt x="10042" y="1333"/>
                  </a:lnTo>
                  <a:lnTo>
                    <a:pt x="10157" y="1243"/>
                  </a:lnTo>
                  <a:lnTo>
                    <a:pt x="10234" y="1128"/>
                  </a:lnTo>
                  <a:lnTo>
                    <a:pt x="10311" y="1012"/>
                  </a:lnTo>
                  <a:lnTo>
                    <a:pt x="10349" y="871"/>
                  </a:lnTo>
                  <a:lnTo>
                    <a:pt x="10362" y="731"/>
                  </a:lnTo>
                  <a:lnTo>
                    <a:pt x="10349" y="577"/>
                  </a:lnTo>
                  <a:lnTo>
                    <a:pt x="10311" y="436"/>
                  </a:lnTo>
                  <a:lnTo>
                    <a:pt x="10234" y="321"/>
                  </a:lnTo>
                  <a:lnTo>
                    <a:pt x="10157" y="205"/>
                  </a:lnTo>
                  <a:lnTo>
                    <a:pt x="10042" y="116"/>
                  </a:lnTo>
                  <a:lnTo>
                    <a:pt x="9914" y="52"/>
                  </a:lnTo>
                  <a:lnTo>
                    <a:pt x="9786" y="13"/>
                  </a:lnTo>
                  <a:lnTo>
                    <a:pt x="963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46"/>
            <p:cNvSpPr/>
            <p:nvPr/>
          </p:nvSpPr>
          <p:spPr>
            <a:xfrm>
              <a:off x="2035775" y="1900975"/>
              <a:ext cx="285650" cy="191175"/>
            </a:xfrm>
            <a:custGeom>
              <a:avLst/>
              <a:gdLst/>
              <a:ahLst/>
              <a:cxnLst/>
              <a:rect l="l" t="t" r="r" b="b"/>
              <a:pathLst>
                <a:path w="11426" h="7647" extrusionOk="0">
                  <a:moveTo>
                    <a:pt x="731" y="0"/>
                  </a:moveTo>
                  <a:lnTo>
                    <a:pt x="590" y="13"/>
                  </a:lnTo>
                  <a:lnTo>
                    <a:pt x="449" y="52"/>
                  </a:lnTo>
                  <a:lnTo>
                    <a:pt x="321" y="116"/>
                  </a:lnTo>
                  <a:lnTo>
                    <a:pt x="218" y="205"/>
                  </a:lnTo>
                  <a:lnTo>
                    <a:pt x="129" y="321"/>
                  </a:lnTo>
                  <a:lnTo>
                    <a:pt x="65" y="436"/>
                  </a:lnTo>
                  <a:lnTo>
                    <a:pt x="14" y="577"/>
                  </a:lnTo>
                  <a:lnTo>
                    <a:pt x="1" y="718"/>
                  </a:lnTo>
                  <a:lnTo>
                    <a:pt x="14" y="871"/>
                  </a:lnTo>
                  <a:lnTo>
                    <a:pt x="65" y="1012"/>
                  </a:lnTo>
                  <a:lnTo>
                    <a:pt x="129" y="1128"/>
                  </a:lnTo>
                  <a:lnTo>
                    <a:pt x="218" y="1243"/>
                  </a:lnTo>
                  <a:lnTo>
                    <a:pt x="321" y="1333"/>
                  </a:lnTo>
                  <a:lnTo>
                    <a:pt x="449" y="1397"/>
                  </a:lnTo>
                  <a:lnTo>
                    <a:pt x="590" y="1435"/>
                  </a:lnTo>
                  <a:lnTo>
                    <a:pt x="731" y="1448"/>
                  </a:lnTo>
                  <a:lnTo>
                    <a:pt x="7647" y="1448"/>
                  </a:lnTo>
                  <a:lnTo>
                    <a:pt x="10016" y="7199"/>
                  </a:lnTo>
                  <a:lnTo>
                    <a:pt x="10068" y="7301"/>
                  </a:lnTo>
                  <a:lnTo>
                    <a:pt x="10132" y="7391"/>
                  </a:lnTo>
                  <a:lnTo>
                    <a:pt x="10209" y="7467"/>
                  </a:lnTo>
                  <a:lnTo>
                    <a:pt x="10285" y="7532"/>
                  </a:lnTo>
                  <a:lnTo>
                    <a:pt x="10388" y="7583"/>
                  </a:lnTo>
                  <a:lnTo>
                    <a:pt x="10478" y="7621"/>
                  </a:lnTo>
                  <a:lnTo>
                    <a:pt x="10580" y="7634"/>
                  </a:lnTo>
                  <a:lnTo>
                    <a:pt x="10695" y="7647"/>
                  </a:lnTo>
                  <a:lnTo>
                    <a:pt x="10836" y="7634"/>
                  </a:lnTo>
                  <a:lnTo>
                    <a:pt x="10964" y="7596"/>
                  </a:lnTo>
                  <a:lnTo>
                    <a:pt x="11105" y="7519"/>
                  </a:lnTo>
                  <a:lnTo>
                    <a:pt x="11208" y="7429"/>
                  </a:lnTo>
                  <a:lnTo>
                    <a:pt x="11297" y="7327"/>
                  </a:lnTo>
                  <a:lnTo>
                    <a:pt x="11361" y="7199"/>
                  </a:lnTo>
                  <a:lnTo>
                    <a:pt x="11400" y="7070"/>
                  </a:lnTo>
                  <a:lnTo>
                    <a:pt x="11425" y="6930"/>
                  </a:lnTo>
                  <a:lnTo>
                    <a:pt x="11412" y="6776"/>
                  </a:lnTo>
                  <a:lnTo>
                    <a:pt x="11361" y="6635"/>
                  </a:lnTo>
                  <a:lnTo>
                    <a:pt x="8800" y="449"/>
                  </a:lnTo>
                  <a:lnTo>
                    <a:pt x="8748" y="346"/>
                  </a:lnTo>
                  <a:lnTo>
                    <a:pt x="8684" y="257"/>
                  </a:lnTo>
                  <a:lnTo>
                    <a:pt x="8620" y="180"/>
                  </a:lnTo>
                  <a:lnTo>
                    <a:pt x="8531" y="116"/>
                  </a:lnTo>
                  <a:lnTo>
                    <a:pt x="8441" y="65"/>
                  </a:lnTo>
                  <a:lnTo>
                    <a:pt x="8339" y="26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46"/>
            <p:cNvSpPr/>
            <p:nvPr/>
          </p:nvSpPr>
          <p:spPr>
            <a:xfrm>
              <a:off x="1997350" y="1939075"/>
              <a:ext cx="148600" cy="292375"/>
            </a:xfrm>
            <a:custGeom>
              <a:avLst/>
              <a:gdLst/>
              <a:ahLst/>
              <a:cxnLst/>
              <a:rect l="l" t="t" r="r" b="b"/>
              <a:pathLst>
                <a:path w="5944" h="11695" extrusionOk="0">
                  <a:moveTo>
                    <a:pt x="731" y="1"/>
                  </a:moveTo>
                  <a:lnTo>
                    <a:pt x="590" y="13"/>
                  </a:lnTo>
                  <a:lnTo>
                    <a:pt x="449" y="65"/>
                  </a:lnTo>
                  <a:lnTo>
                    <a:pt x="334" y="129"/>
                  </a:lnTo>
                  <a:lnTo>
                    <a:pt x="218" y="218"/>
                  </a:lnTo>
                  <a:lnTo>
                    <a:pt x="129" y="321"/>
                  </a:lnTo>
                  <a:lnTo>
                    <a:pt x="65" y="449"/>
                  </a:lnTo>
                  <a:lnTo>
                    <a:pt x="26" y="590"/>
                  </a:lnTo>
                  <a:lnTo>
                    <a:pt x="1" y="731"/>
                  </a:lnTo>
                  <a:lnTo>
                    <a:pt x="1" y="5393"/>
                  </a:lnTo>
                  <a:lnTo>
                    <a:pt x="26" y="5546"/>
                  </a:lnTo>
                  <a:lnTo>
                    <a:pt x="65" y="5675"/>
                  </a:lnTo>
                  <a:lnTo>
                    <a:pt x="129" y="5803"/>
                  </a:lnTo>
                  <a:lnTo>
                    <a:pt x="218" y="5905"/>
                  </a:lnTo>
                  <a:lnTo>
                    <a:pt x="334" y="5995"/>
                  </a:lnTo>
                  <a:lnTo>
                    <a:pt x="449" y="6072"/>
                  </a:lnTo>
                  <a:lnTo>
                    <a:pt x="590" y="6110"/>
                  </a:lnTo>
                  <a:lnTo>
                    <a:pt x="731" y="6123"/>
                  </a:lnTo>
                  <a:lnTo>
                    <a:pt x="4484" y="6123"/>
                  </a:lnTo>
                  <a:lnTo>
                    <a:pt x="4484" y="10964"/>
                  </a:lnTo>
                  <a:lnTo>
                    <a:pt x="4496" y="11105"/>
                  </a:lnTo>
                  <a:lnTo>
                    <a:pt x="4548" y="11246"/>
                  </a:lnTo>
                  <a:lnTo>
                    <a:pt x="4612" y="11361"/>
                  </a:lnTo>
                  <a:lnTo>
                    <a:pt x="4701" y="11477"/>
                  </a:lnTo>
                  <a:lnTo>
                    <a:pt x="4804" y="11566"/>
                  </a:lnTo>
                  <a:lnTo>
                    <a:pt x="4932" y="11630"/>
                  </a:lnTo>
                  <a:lnTo>
                    <a:pt x="5060" y="11669"/>
                  </a:lnTo>
                  <a:lnTo>
                    <a:pt x="5214" y="11694"/>
                  </a:lnTo>
                  <a:lnTo>
                    <a:pt x="5354" y="11669"/>
                  </a:lnTo>
                  <a:lnTo>
                    <a:pt x="5495" y="11630"/>
                  </a:lnTo>
                  <a:lnTo>
                    <a:pt x="5623" y="11566"/>
                  </a:lnTo>
                  <a:lnTo>
                    <a:pt x="5726" y="11477"/>
                  </a:lnTo>
                  <a:lnTo>
                    <a:pt x="5816" y="11361"/>
                  </a:lnTo>
                  <a:lnTo>
                    <a:pt x="5880" y="11246"/>
                  </a:lnTo>
                  <a:lnTo>
                    <a:pt x="5931" y="11105"/>
                  </a:lnTo>
                  <a:lnTo>
                    <a:pt x="5944" y="10964"/>
                  </a:lnTo>
                  <a:lnTo>
                    <a:pt x="5944" y="5393"/>
                  </a:lnTo>
                  <a:lnTo>
                    <a:pt x="5931" y="5252"/>
                  </a:lnTo>
                  <a:lnTo>
                    <a:pt x="5880" y="5111"/>
                  </a:lnTo>
                  <a:lnTo>
                    <a:pt x="5816" y="4983"/>
                  </a:lnTo>
                  <a:lnTo>
                    <a:pt x="5726" y="4880"/>
                  </a:lnTo>
                  <a:lnTo>
                    <a:pt x="5623" y="4791"/>
                  </a:lnTo>
                  <a:lnTo>
                    <a:pt x="5495" y="4727"/>
                  </a:lnTo>
                  <a:lnTo>
                    <a:pt x="5354" y="4676"/>
                  </a:lnTo>
                  <a:lnTo>
                    <a:pt x="5214" y="4663"/>
                  </a:lnTo>
                  <a:lnTo>
                    <a:pt x="1461" y="4663"/>
                  </a:lnTo>
                  <a:lnTo>
                    <a:pt x="1461" y="731"/>
                  </a:lnTo>
                  <a:lnTo>
                    <a:pt x="1448" y="590"/>
                  </a:lnTo>
                  <a:lnTo>
                    <a:pt x="1410" y="449"/>
                  </a:lnTo>
                  <a:lnTo>
                    <a:pt x="1333" y="321"/>
                  </a:lnTo>
                  <a:lnTo>
                    <a:pt x="1256" y="218"/>
                  </a:lnTo>
                  <a:lnTo>
                    <a:pt x="1141" y="129"/>
                  </a:lnTo>
                  <a:lnTo>
                    <a:pt x="1013" y="65"/>
                  </a:lnTo>
                  <a:lnTo>
                    <a:pt x="884" y="13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46"/>
            <p:cNvSpPr/>
            <p:nvPr/>
          </p:nvSpPr>
          <p:spPr>
            <a:xfrm>
              <a:off x="1749200" y="2006650"/>
              <a:ext cx="152125" cy="400575"/>
            </a:xfrm>
            <a:custGeom>
              <a:avLst/>
              <a:gdLst/>
              <a:ahLst/>
              <a:cxnLst/>
              <a:rect l="l" t="t" r="r" b="b"/>
              <a:pathLst>
                <a:path w="6085" h="16023" extrusionOk="0">
                  <a:moveTo>
                    <a:pt x="2895" y="0"/>
                  </a:moveTo>
                  <a:lnTo>
                    <a:pt x="2742" y="13"/>
                  </a:lnTo>
                  <a:lnTo>
                    <a:pt x="2601" y="51"/>
                  </a:lnTo>
                  <a:lnTo>
                    <a:pt x="2485" y="128"/>
                  </a:lnTo>
                  <a:lnTo>
                    <a:pt x="2370" y="218"/>
                  </a:lnTo>
                  <a:lnTo>
                    <a:pt x="2280" y="320"/>
                  </a:lnTo>
                  <a:lnTo>
                    <a:pt x="2216" y="448"/>
                  </a:lnTo>
                  <a:lnTo>
                    <a:pt x="2178" y="576"/>
                  </a:lnTo>
                  <a:lnTo>
                    <a:pt x="2165" y="730"/>
                  </a:lnTo>
                  <a:lnTo>
                    <a:pt x="2165" y="4163"/>
                  </a:lnTo>
                  <a:lnTo>
                    <a:pt x="2178" y="4304"/>
                  </a:lnTo>
                  <a:lnTo>
                    <a:pt x="2216" y="4444"/>
                  </a:lnTo>
                  <a:lnTo>
                    <a:pt x="2280" y="4573"/>
                  </a:lnTo>
                  <a:lnTo>
                    <a:pt x="2370" y="4675"/>
                  </a:lnTo>
                  <a:lnTo>
                    <a:pt x="2485" y="4765"/>
                  </a:lnTo>
                  <a:lnTo>
                    <a:pt x="2601" y="4829"/>
                  </a:lnTo>
                  <a:lnTo>
                    <a:pt x="2742" y="4880"/>
                  </a:lnTo>
                  <a:lnTo>
                    <a:pt x="2895" y="4893"/>
                  </a:lnTo>
                  <a:lnTo>
                    <a:pt x="4624" y="4893"/>
                  </a:lnTo>
                  <a:lnTo>
                    <a:pt x="4624" y="10157"/>
                  </a:lnTo>
                  <a:lnTo>
                    <a:pt x="731" y="10157"/>
                  </a:lnTo>
                  <a:lnTo>
                    <a:pt x="590" y="10170"/>
                  </a:lnTo>
                  <a:lnTo>
                    <a:pt x="449" y="10208"/>
                  </a:lnTo>
                  <a:lnTo>
                    <a:pt x="321" y="10285"/>
                  </a:lnTo>
                  <a:lnTo>
                    <a:pt x="218" y="10362"/>
                  </a:lnTo>
                  <a:lnTo>
                    <a:pt x="129" y="10477"/>
                  </a:lnTo>
                  <a:lnTo>
                    <a:pt x="65" y="10605"/>
                  </a:lnTo>
                  <a:lnTo>
                    <a:pt x="26" y="10733"/>
                  </a:lnTo>
                  <a:lnTo>
                    <a:pt x="1" y="10887"/>
                  </a:lnTo>
                  <a:lnTo>
                    <a:pt x="1" y="15293"/>
                  </a:lnTo>
                  <a:lnTo>
                    <a:pt x="26" y="15434"/>
                  </a:lnTo>
                  <a:lnTo>
                    <a:pt x="65" y="15574"/>
                  </a:lnTo>
                  <a:lnTo>
                    <a:pt x="129" y="15703"/>
                  </a:lnTo>
                  <a:lnTo>
                    <a:pt x="218" y="15805"/>
                  </a:lnTo>
                  <a:lnTo>
                    <a:pt x="321" y="15895"/>
                  </a:lnTo>
                  <a:lnTo>
                    <a:pt x="449" y="15959"/>
                  </a:lnTo>
                  <a:lnTo>
                    <a:pt x="590" y="16010"/>
                  </a:lnTo>
                  <a:lnTo>
                    <a:pt x="731" y="16023"/>
                  </a:lnTo>
                  <a:lnTo>
                    <a:pt x="884" y="16010"/>
                  </a:lnTo>
                  <a:lnTo>
                    <a:pt x="1012" y="15959"/>
                  </a:lnTo>
                  <a:lnTo>
                    <a:pt x="1141" y="15895"/>
                  </a:lnTo>
                  <a:lnTo>
                    <a:pt x="1243" y="15805"/>
                  </a:lnTo>
                  <a:lnTo>
                    <a:pt x="1333" y="15703"/>
                  </a:lnTo>
                  <a:lnTo>
                    <a:pt x="1410" y="15574"/>
                  </a:lnTo>
                  <a:lnTo>
                    <a:pt x="1448" y="15434"/>
                  </a:lnTo>
                  <a:lnTo>
                    <a:pt x="1461" y="15293"/>
                  </a:lnTo>
                  <a:lnTo>
                    <a:pt x="1461" y="11617"/>
                  </a:lnTo>
                  <a:lnTo>
                    <a:pt x="5354" y="11617"/>
                  </a:lnTo>
                  <a:lnTo>
                    <a:pt x="5495" y="11591"/>
                  </a:lnTo>
                  <a:lnTo>
                    <a:pt x="5636" y="11553"/>
                  </a:lnTo>
                  <a:lnTo>
                    <a:pt x="5764" y="11489"/>
                  </a:lnTo>
                  <a:lnTo>
                    <a:pt x="5867" y="11399"/>
                  </a:lnTo>
                  <a:lnTo>
                    <a:pt x="5956" y="11284"/>
                  </a:lnTo>
                  <a:lnTo>
                    <a:pt x="6020" y="11169"/>
                  </a:lnTo>
                  <a:lnTo>
                    <a:pt x="6072" y="11028"/>
                  </a:lnTo>
                  <a:lnTo>
                    <a:pt x="6084" y="10887"/>
                  </a:lnTo>
                  <a:lnTo>
                    <a:pt x="6084" y="4163"/>
                  </a:lnTo>
                  <a:lnTo>
                    <a:pt x="6072" y="4009"/>
                  </a:lnTo>
                  <a:lnTo>
                    <a:pt x="6020" y="3881"/>
                  </a:lnTo>
                  <a:lnTo>
                    <a:pt x="5956" y="3753"/>
                  </a:lnTo>
                  <a:lnTo>
                    <a:pt x="5867" y="3650"/>
                  </a:lnTo>
                  <a:lnTo>
                    <a:pt x="5764" y="3561"/>
                  </a:lnTo>
                  <a:lnTo>
                    <a:pt x="5636" y="3497"/>
                  </a:lnTo>
                  <a:lnTo>
                    <a:pt x="5495" y="3445"/>
                  </a:lnTo>
                  <a:lnTo>
                    <a:pt x="5354" y="3433"/>
                  </a:lnTo>
                  <a:lnTo>
                    <a:pt x="3612" y="3433"/>
                  </a:lnTo>
                  <a:lnTo>
                    <a:pt x="3612" y="730"/>
                  </a:lnTo>
                  <a:lnTo>
                    <a:pt x="3600" y="576"/>
                  </a:lnTo>
                  <a:lnTo>
                    <a:pt x="3561" y="448"/>
                  </a:lnTo>
                  <a:lnTo>
                    <a:pt x="3497" y="320"/>
                  </a:lnTo>
                  <a:lnTo>
                    <a:pt x="3408" y="218"/>
                  </a:lnTo>
                  <a:lnTo>
                    <a:pt x="3292" y="128"/>
                  </a:lnTo>
                  <a:lnTo>
                    <a:pt x="3177" y="51"/>
                  </a:lnTo>
                  <a:lnTo>
                    <a:pt x="3036" y="13"/>
                  </a:lnTo>
                  <a:lnTo>
                    <a:pt x="289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46"/>
            <p:cNvSpPr/>
            <p:nvPr/>
          </p:nvSpPr>
          <p:spPr>
            <a:xfrm>
              <a:off x="1496900" y="1950925"/>
              <a:ext cx="160125" cy="256825"/>
            </a:xfrm>
            <a:custGeom>
              <a:avLst/>
              <a:gdLst/>
              <a:ahLst/>
              <a:cxnLst/>
              <a:rect l="l" t="t" r="r" b="b"/>
              <a:pathLst>
                <a:path w="6405" h="10273" extrusionOk="0">
                  <a:moveTo>
                    <a:pt x="5597" y="1"/>
                  </a:moveTo>
                  <a:lnTo>
                    <a:pt x="5469" y="26"/>
                  </a:lnTo>
                  <a:lnTo>
                    <a:pt x="5328" y="77"/>
                  </a:lnTo>
                  <a:lnTo>
                    <a:pt x="5213" y="154"/>
                  </a:lnTo>
                  <a:lnTo>
                    <a:pt x="5110" y="269"/>
                  </a:lnTo>
                  <a:lnTo>
                    <a:pt x="167" y="6353"/>
                  </a:lnTo>
                  <a:lnTo>
                    <a:pt x="90" y="6456"/>
                  </a:lnTo>
                  <a:lnTo>
                    <a:pt x="39" y="6584"/>
                  </a:lnTo>
                  <a:lnTo>
                    <a:pt x="13" y="6699"/>
                  </a:lnTo>
                  <a:lnTo>
                    <a:pt x="0" y="6827"/>
                  </a:lnTo>
                  <a:lnTo>
                    <a:pt x="26" y="6955"/>
                  </a:lnTo>
                  <a:lnTo>
                    <a:pt x="51" y="7083"/>
                  </a:lnTo>
                  <a:lnTo>
                    <a:pt x="115" y="7199"/>
                  </a:lnTo>
                  <a:lnTo>
                    <a:pt x="192" y="7301"/>
                  </a:lnTo>
                  <a:lnTo>
                    <a:pt x="2664" y="10029"/>
                  </a:lnTo>
                  <a:lnTo>
                    <a:pt x="2715" y="10080"/>
                  </a:lnTo>
                  <a:lnTo>
                    <a:pt x="2779" y="10132"/>
                  </a:lnTo>
                  <a:lnTo>
                    <a:pt x="2843" y="10170"/>
                  </a:lnTo>
                  <a:lnTo>
                    <a:pt x="2920" y="10208"/>
                  </a:lnTo>
                  <a:lnTo>
                    <a:pt x="2984" y="10234"/>
                  </a:lnTo>
                  <a:lnTo>
                    <a:pt x="3061" y="10260"/>
                  </a:lnTo>
                  <a:lnTo>
                    <a:pt x="3202" y="10272"/>
                  </a:lnTo>
                  <a:lnTo>
                    <a:pt x="3330" y="10260"/>
                  </a:lnTo>
                  <a:lnTo>
                    <a:pt x="3458" y="10221"/>
                  </a:lnTo>
                  <a:lnTo>
                    <a:pt x="3586" y="10170"/>
                  </a:lnTo>
                  <a:lnTo>
                    <a:pt x="3689" y="10080"/>
                  </a:lnTo>
                  <a:lnTo>
                    <a:pt x="3791" y="9978"/>
                  </a:lnTo>
                  <a:lnTo>
                    <a:pt x="3868" y="9850"/>
                  </a:lnTo>
                  <a:lnTo>
                    <a:pt x="3906" y="9722"/>
                  </a:lnTo>
                  <a:lnTo>
                    <a:pt x="3932" y="9581"/>
                  </a:lnTo>
                  <a:lnTo>
                    <a:pt x="3932" y="9440"/>
                  </a:lnTo>
                  <a:lnTo>
                    <a:pt x="3894" y="9299"/>
                  </a:lnTo>
                  <a:lnTo>
                    <a:pt x="3830" y="9171"/>
                  </a:lnTo>
                  <a:lnTo>
                    <a:pt x="3740" y="9056"/>
                  </a:lnTo>
                  <a:lnTo>
                    <a:pt x="1691" y="6789"/>
                  </a:lnTo>
                  <a:lnTo>
                    <a:pt x="6238" y="1179"/>
                  </a:lnTo>
                  <a:lnTo>
                    <a:pt x="6327" y="1064"/>
                  </a:lnTo>
                  <a:lnTo>
                    <a:pt x="6378" y="923"/>
                  </a:lnTo>
                  <a:lnTo>
                    <a:pt x="6404" y="795"/>
                  </a:lnTo>
                  <a:lnTo>
                    <a:pt x="6404" y="654"/>
                  </a:lnTo>
                  <a:lnTo>
                    <a:pt x="6378" y="513"/>
                  </a:lnTo>
                  <a:lnTo>
                    <a:pt x="6314" y="385"/>
                  </a:lnTo>
                  <a:lnTo>
                    <a:pt x="6238" y="257"/>
                  </a:lnTo>
                  <a:lnTo>
                    <a:pt x="6135" y="154"/>
                  </a:lnTo>
                  <a:lnTo>
                    <a:pt x="6007" y="77"/>
                  </a:lnTo>
                  <a:lnTo>
                    <a:pt x="5879" y="26"/>
                  </a:lnTo>
                  <a:lnTo>
                    <a:pt x="57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46"/>
            <p:cNvSpPr/>
            <p:nvPr/>
          </p:nvSpPr>
          <p:spPr>
            <a:xfrm>
              <a:off x="1203275" y="1889125"/>
              <a:ext cx="391950" cy="276675"/>
            </a:xfrm>
            <a:custGeom>
              <a:avLst/>
              <a:gdLst/>
              <a:ahLst/>
              <a:cxnLst/>
              <a:rect l="l" t="t" r="r" b="b"/>
              <a:pathLst>
                <a:path w="15678" h="11067" extrusionOk="0">
                  <a:moveTo>
                    <a:pt x="14909" y="1"/>
                  </a:moveTo>
                  <a:lnTo>
                    <a:pt x="14768" y="26"/>
                  </a:lnTo>
                  <a:lnTo>
                    <a:pt x="14627" y="65"/>
                  </a:lnTo>
                  <a:lnTo>
                    <a:pt x="14512" y="141"/>
                  </a:lnTo>
                  <a:lnTo>
                    <a:pt x="14396" y="244"/>
                  </a:lnTo>
                  <a:lnTo>
                    <a:pt x="8594" y="6878"/>
                  </a:lnTo>
                  <a:lnTo>
                    <a:pt x="3561" y="6878"/>
                  </a:lnTo>
                  <a:lnTo>
                    <a:pt x="3420" y="6891"/>
                  </a:lnTo>
                  <a:lnTo>
                    <a:pt x="3292" y="6930"/>
                  </a:lnTo>
                  <a:lnTo>
                    <a:pt x="3164" y="6994"/>
                  </a:lnTo>
                  <a:lnTo>
                    <a:pt x="3061" y="7083"/>
                  </a:lnTo>
                  <a:lnTo>
                    <a:pt x="218" y="9811"/>
                  </a:lnTo>
                  <a:lnTo>
                    <a:pt x="128" y="9927"/>
                  </a:lnTo>
                  <a:lnTo>
                    <a:pt x="64" y="10042"/>
                  </a:lnTo>
                  <a:lnTo>
                    <a:pt x="13" y="10183"/>
                  </a:lnTo>
                  <a:lnTo>
                    <a:pt x="0" y="10324"/>
                  </a:lnTo>
                  <a:lnTo>
                    <a:pt x="13" y="10465"/>
                  </a:lnTo>
                  <a:lnTo>
                    <a:pt x="52" y="10593"/>
                  </a:lnTo>
                  <a:lnTo>
                    <a:pt x="116" y="10721"/>
                  </a:lnTo>
                  <a:lnTo>
                    <a:pt x="205" y="10836"/>
                  </a:lnTo>
                  <a:lnTo>
                    <a:pt x="256" y="10887"/>
                  </a:lnTo>
                  <a:lnTo>
                    <a:pt x="320" y="10939"/>
                  </a:lnTo>
                  <a:lnTo>
                    <a:pt x="449" y="11003"/>
                  </a:lnTo>
                  <a:lnTo>
                    <a:pt x="589" y="11054"/>
                  </a:lnTo>
                  <a:lnTo>
                    <a:pt x="730" y="11067"/>
                  </a:lnTo>
                  <a:lnTo>
                    <a:pt x="871" y="11054"/>
                  </a:lnTo>
                  <a:lnTo>
                    <a:pt x="999" y="11015"/>
                  </a:lnTo>
                  <a:lnTo>
                    <a:pt x="1127" y="10951"/>
                  </a:lnTo>
                  <a:lnTo>
                    <a:pt x="1230" y="10862"/>
                  </a:lnTo>
                  <a:lnTo>
                    <a:pt x="3855" y="8339"/>
                  </a:lnTo>
                  <a:lnTo>
                    <a:pt x="8915" y="8339"/>
                  </a:lnTo>
                  <a:lnTo>
                    <a:pt x="9004" y="8326"/>
                  </a:lnTo>
                  <a:lnTo>
                    <a:pt x="9068" y="8313"/>
                  </a:lnTo>
                  <a:lnTo>
                    <a:pt x="9145" y="8300"/>
                  </a:lnTo>
                  <a:lnTo>
                    <a:pt x="9222" y="8274"/>
                  </a:lnTo>
                  <a:lnTo>
                    <a:pt x="9286" y="8236"/>
                  </a:lnTo>
                  <a:lnTo>
                    <a:pt x="9350" y="8185"/>
                  </a:lnTo>
                  <a:lnTo>
                    <a:pt x="9414" y="8146"/>
                  </a:lnTo>
                  <a:lnTo>
                    <a:pt x="9465" y="8082"/>
                  </a:lnTo>
                  <a:lnTo>
                    <a:pt x="15498" y="1205"/>
                  </a:lnTo>
                  <a:lnTo>
                    <a:pt x="15587" y="1089"/>
                  </a:lnTo>
                  <a:lnTo>
                    <a:pt x="15639" y="948"/>
                  </a:lnTo>
                  <a:lnTo>
                    <a:pt x="15677" y="820"/>
                  </a:lnTo>
                  <a:lnTo>
                    <a:pt x="15677" y="679"/>
                  </a:lnTo>
                  <a:lnTo>
                    <a:pt x="15651" y="539"/>
                  </a:lnTo>
                  <a:lnTo>
                    <a:pt x="15600" y="410"/>
                  </a:lnTo>
                  <a:lnTo>
                    <a:pt x="15536" y="282"/>
                  </a:lnTo>
                  <a:lnTo>
                    <a:pt x="15434" y="180"/>
                  </a:lnTo>
                  <a:lnTo>
                    <a:pt x="15306" y="90"/>
                  </a:lnTo>
                  <a:lnTo>
                    <a:pt x="15178" y="39"/>
                  </a:lnTo>
                  <a:lnTo>
                    <a:pt x="150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46"/>
            <p:cNvSpPr/>
            <p:nvPr/>
          </p:nvSpPr>
          <p:spPr>
            <a:xfrm>
              <a:off x="1282050" y="1700525"/>
              <a:ext cx="251375" cy="36225"/>
            </a:xfrm>
            <a:custGeom>
              <a:avLst/>
              <a:gdLst/>
              <a:ahLst/>
              <a:cxnLst/>
              <a:rect l="l" t="t" r="r" b="b"/>
              <a:pathLst>
                <a:path w="10055" h="1449" extrusionOk="0">
                  <a:moveTo>
                    <a:pt x="730" y="1"/>
                  </a:moveTo>
                  <a:lnTo>
                    <a:pt x="576" y="14"/>
                  </a:lnTo>
                  <a:lnTo>
                    <a:pt x="448" y="52"/>
                  </a:lnTo>
                  <a:lnTo>
                    <a:pt x="320" y="116"/>
                  </a:lnTo>
                  <a:lnTo>
                    <a:pt x="218" y="206"/>
                  </a:lnTo>
                  <a:lnTo>
                    <a:pt x="128" y="321"/>
                  </a:lnTo>
                  <a:lnTo>
                    <a:pt x="51" y="436"/>
                  </a:lnTo>
                  <a:lnTo>
                    <a:pt x="13" y="577"/>
                  </a:lnTo>
                  <a:lnTo>
                    <a:pt x="0" y="718"/>
                  </a:lnTo>
                  <a:lnTo>
                    <a:pt x="13" y="872"/>
                  </a:lnTo>
                  <a:lnTo>
                    <a:pt x="51" y="1013"/>
                  </a:lnTo>
                  <a:lnTo>
                    <a:pt x="128" y="1128"/>
                  </a:lnTo>
                  <a:lnTo>
                    <a:pt x="218" y="1243"/>
                  </a:lnTo>
                  <a:lnTo>
                    <a:pt x="320" y="1333"/>
                  </a:lnTo>
                  <a:lnTo>
                    <a:pt x="448" y="1397"/>
                  </a:lnTo>
                  <a:lnTo>
                    <a:pt x="576" y="1435"/>
                  </a:lnTo>
                  <a:lnTo>
                    <a:pt x="730" y="1448"/>
                  </a:lnTo>
                  <a:lnTo>
                    <a:pt x="9324" y="1448"/>
                  </a:lnTo>
                  <a:lnTo>
                    <a:pt x="9478" y="1435"/>
                  </a:lnTo>
                  <a:lnTo>
                    <a:pt x="9606" y="1397"/>
                  </a:lnTo>
                  <a:lnTo>
                    <a:pt x="9734" y="1333"/>
                  </a:lnTo>
                  <a:lnTo>
                    <a:pt x="9849" y="1243"/>
                  </a:lnTo>
                  <a:lnTo>
                    <a:pt x="9926" y="1128"/>
                  </a:lnTo>
                  <a:lnTo>
                    <a:pt x="10003" y="1013"/>
                  </a:lnTo>
                  <a:lnTo>
                    <a:pt x="10041" y="872"/>
                  </a:lnTo>
                  <a:lnTo>
                    <a:pt x="10054" y="718"/>
                  </a:lnTo>
                  <a:lnTo>
                    <a:pt x="10041" y="577"/>
                  </a:lnTo>
                  <a:lnTo>
                    <a:pt x="10003" y="436"/>
                  </a:lnTo>
                  <a:lnTo>
                    <a:pt x="9926" y="321"/>
                  </a:lnTo>
                  <a:lnTo>
                    <a:pt x="9849" y="206"/>
                  </a:lnTo>
                  <a:lnTo>
                    <a:pt x="9734" y="116"/>
                  </a:lnTo>
                  <a:lnTo>
                    <a:pt x="9606" y="52"/>
                  </a:lnTo>
                  <a:lnTo>
                    <a:pt x="9478" y="14"/>
                  </a:lnTo>
                  <a:lnTo>
                    <a:pt x="93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46"/>
            <p:cNvSpPr/>
            <p:nvPr/>
          </p:nvSpPr>
          <p:spPr>
            <a:xfrm>
              <a:off x="1263775" y="1375850"/>
              <a:ext cx="330800" cy="172925"/>
            </a:xfrm>
            <a:custGeom>
              <a:avLst/>
              <a:gdLst/>
              <a:ahLst/>
              <a:cxnLst/>
              <a:rect l="l" t="t" r="r" b="b"/>
              <a:pathLst>
                <a:path w="13232" h="6917" extrusionOk="0">
                  <a:moveTo>
                    <a:pt x="757" y="1"/>
                  </a:moveTo>
                  <a:lnTo>
                    <a:pt x="616" y="13"/>
                  </a:lnTo>
                  <a:lnTo>
                    <a:pt x="475" y="39"/>
                  </a:lnTo>
                  <a:lnTo>
                    <a:pt x="347" y="103"/>
                  </a:lnTo>
                  <a:lnTo>
                    <a:pt x="232" y="193"/>
                  </a:lnTo>
                  <a:lnTo>
                    <a:pt x="129" y="308"/>
                  </a:lnTo>
                  <a:lnTo>
                    <a:pt x="65" y="423"/>
                  </a:lnTo>
                  <a:lnTo>
                    <a:pt x="14" y="564"/>
                  </a:lnTo>
                  <a:lnTo>
                    <a:pt x="1" y="692"/>
                  </a:lnTo>
                  <a:lnTo>
                    <a:pt x="1" y="833"/>
                  </a:lnTo>
                  <a:lnTo>
                    <a:pt x="39" y="974"/>
                  </a:lnTo>
                  <a:lnTo>
                    <a:pt x="103" y="1102"/>
                  </a:lnTo>
                  <a:lnTo>
                    <a:pt x="193" y="1217"/>
                  </a:lnTo>
                  <a:lnTo>
                    <a:pt x="5227" y="6686"/>
                  </a:lnTo>
                  <a:lnTo>
                    <a:pt x="5278" y="6737"/>
                  </a:lnTo>
                  <a:lnTo>
                    <a:pt x="5342" y="6776"/>
                  </a:lnTo>
                  <a:lnTo>
                    <a:pt x="5406" y="6827"/>
                  </a:lnTo>
                  <a:lnTo>
                    <a:pt x="5470" y="6853"/>
                  </a:lnTo>
                  <a:lnTo>
                    <a:pt x="5534" y="6878"/>
                  </a:lnTo>
                  <a:lnTo>
                    <a:pt x="5611" y="6904"/>
                  </a:lnTo>
                  <a:lnTo>
                    <a:pt x="5688" y="6917"/>
                  </a:lnTo>
                  <a:lnTo>
                    <a:pt x="12514" y="6917"/>
                  </a:lnTo>
                  <a:lnTo>
                    <a:pt x="12655" y="6904"/>
                  </a:lnTo>
                  <a:lnTo>
                    <a:pt x="12796" y="6853"/>
                  </a:lnTo>
                  <a:lnTo>
                    <a:pt x="12911" y="6789"/>
                  </a:lnTo>
                  <a:lnTo>
                    <a:pt x="13027" y="6699"/>
                  </a:lnTo>
                  <a:lnTo>
                    <a:pt x="13116" y="6597"/>
                  </a:lnTo>
                  <a:lnTo>
                    <a:pt x="13180" y="6469"/>
                  </a:lnTo>
                  <a:lnTo>
                    <a:pt x="13219" y="6340"/>
                  </a:lnTo>
                  <a:lnTo>
                    <a:pt x="13231" y="6187"/>
                  </a:lnTo>
                  <a:lnTo>
                    <a:pt x="13219" y="6046"/>
                  </a:lnTo>
                  <a:lnTo>
                    <a:pt x="13180" y="5905"/>
                  </a:lnTo>
                  <a:lnTo>
                    <a:pt x="13116" y="5777"/>
                  </a:lnTo>
                  <a:lnTo>
                    <a:pt x="13027" y="5674"/>
                  </a:lnTo>
                  <a:lnTo>
                    <a:pt x="12911" y="5585"/>
                  </a:lnTo>
                  <a:lnTo>
                    <a:pt x="12796" y="5521"/>
                  </a:lnTo>
                  <a:lnTo>
                    <a:pt x="12655" y="5470"/>
                  </a:lnTo>
                  <a:lnTo>
                    <a:pt x="12514" y="5457"/>
                  </a:lnTo>
                  <a:lnTo>
                    <a:pt x="6072" y="5457"/>
                  </a:lnTo>
                  <a:lnTo>
                    <a:pt x="1256" y="231"/>
                  </a:lnTo>
                  <a:lnTo>
                    <a:pt x="1154" y="141"/>
                  </a:lnTo>
                  <a:lnTo>
                    <a:pt x="1026" y="65"/>
                  </a:lnTo>
                  <a:lnTo>
                    <a:pt x="898" y="13"/>
                  </a:lnTo>
                  <a:lnTo>
                    <a:pt x="75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46"/>
            <p:cNvSpPr/>
            <p:nvPr/>
          </p:nvSpPr>
          <p:spPr>
            <a:xfrm>
              <a:off x="1601275" y="1325900"/>
              <a:ext cx="36525" cy="179975"/>
            </a:xfrm>
            <a:custGeom>
              <a:avLst/>
              <a:gdLst/>
              <a:ahLst/>
              <a:cxnLst/>
              <a:rect l="l" t="t" r="r" b="b"/>
              <a:pathLst>
                <a:path w="1461" h="7199" extrusionOk="0">
                  <a:moveTo>
                    <a:pt x="730" y="1"/>
                  </a:moveTo>
                  <a:lnTo>
                    <a:pt x="577" y="13"/>
                  </a:lnTo>
                  <a:lnTo>
                    <a:pt x="449" y="65"/>
                  </a:lnTo>
                  <a:lnTo>
                    <a:pt x="321" y="129"/>
                  </a:lnTo>
                  <a:lnTo>
                    <a:pt x="218" y="218"/>
                  </a:lnTo>
                  <a:lnTo>
                    <a:pt x="129" y="321"/>
                  </a:lnTo>
                  <a:lnTo>
                    <a:pt x="52" y="449"/>
                  </a:lnTo>
                  <a:lnTo>
                    <a:pt x="13" y="590"/>
                  </a:lnTo>
                  <a:lnTo>
                    <a:pt x="0" y="731"/>
                  </a:lnTo>
                  <a:lnTo>
                    <a:pt x="0" y="6468"/>
                  </a:lnTo>
                  <a:lnTo>
                    <a:pt x="13" y="6609"/>
                  </a:lnTo>
                  <a:lnTo>
                    <a:pt x="52" y="6750"/>
                  </a:lnTo>
                  <a:lnTo>
                    <a:pt x="129" y="6878"/>
                  </a:lnTo>
                  <a:lnTo>
                    <a:pt x="218" y="6981"/>
                  </a:lnTo>
                  <a:lnTo>
                    <a:pt x="321" y="7070"/>
                  </a:lnTo>
                  <a:lnTo>
                    <a:pt x="449" y="7135"/>
                  </a:lnTo>
                  <a:lnTo>
                    <a:pt x="577" y="7173"/>
                  </a:lnTo>
                  <a:lnTo>
                    <a:pt x="730" y="7199"/>
                  </a:lnTo>
                  <a:lnTo>
                    <a:pt x="871" y="7173"/>
                  </a:lnTo>
                  <a:lnTo>
                    <a:pt x="1012" y="7135"/>
                  </a:lnTo>
                  <a:lnTo>
                    <a:pt x="1140" y="7070"/>
                  </a:lnTo>
                  <a:lnTo>
                    <a:pt x="1243" y="6981"/>
                  </a:lnTo>
                  <a:lnTo>
                    <a:pt x="1332" y="6878"/>
                  </a:lnTo>
                  <a:lnTo>
                    <a:pt x="1396" y="6750"/>
                  </a:lnTo>
                  <a:lnTo>
                    <a:pt x="1448" y="6609"/>
                  </a:lnTo>
                  <a:lnTo>
                    <a:pt x="1461" y="6468"/>
                  </a:lnTo>
                  <a:lnTo>
                    <a:pt x="1461" y="731"/>
                  </a:lnTo>
                  <a:lnTo>
                    <a:pt x="1448" y="590"/>
                  </a:lnTo>
                  <a:lnTo>
                    <a:pt x="1396" y="449"/>
                  </a:lnTo>
                  <a:lnTo>
                    <a:pt x="1332" y="321"/>
                  </a:lnTo>
                  <a:lnTo>
                    <a:pt x="1243" y="218"/>
                  </a:lnTo>
                  <a:lnTo>
                    <a:pt x="1140" y="129"/>
                  </a:lnTo>
                  <a:lnTo>
                    <a:pt x="1012" y="65"/>
                  </a:lnTo>
                  <a:lnTo>
                    <a:pt x="871" y="13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46"/>
            <p:cNvSpPr/>
            <p:nvPr/>
          </p:nvSpPr>
          <p:spPr>
            <a:xfrm>
              <a:off x="1494325" y="1391550"/>
              <a:ext cx="654200" cy="654175"/>
            </a:xfrm>
            <a:custGeom>
              <a:avLst/>
              <a:gdLst/>
              <a:ahLst/>
              <a:cxnLst/>
              <a:rect l="l" t="t" r="r" b="b"/>
              <a:pathLst>
                <a:path w="26168" h="26167" extrusionOk="0">
                  <a:moveTo>
                    <a:pt x="9952" y="0"/>
                  </a:moveTo>
                  <a:lnTo>
                    <a:pt x="9952" y="2933"/>
                  </a:lnTo>
                  <a:lnTo>
                    <a:pt x="9478" y="3087"/>
                  </a:lnTo>
                  <a:lnTo>
                    <a:pt x="9005" y="3266"/>
                  </a:lnTo>
                  <a:lnTo>
                    <a:pt x="8556" y="3458"/>
                  </a:lnTo>
                  <a:lnTo>
                    <a:pt x="8108" y="3676"/>
                  </a:lnTo>
                  <a:lnTo>
                    <a:pt x="6046" y="1614"/>
                  </a:lnTo>
                  <a:lnTo>
                    <a:pt x="1627" y="6045"/>
                  </a:lnTo>
                  <a:lnTo>
                    <a:pt x="3600" y="8031"/>
                  </a:lnTo>
                  <a:lnTo>
                    <a:pt x="3356" y="8492"/>
                  </a:lnTo>
                  <a:lnTo>
                    <a:pt x="3126" y="8966"/>
                  </a:lnTo>
                  <a:lnTo>
                    <a:pt x="2934" y="9452"/>
                  </a:lnTo>
                  <a:lnTo>
                    <a:pt x="2754" y="9952"/>
                  </a:lnTo>
                  <a:lnTo>
                    <a:pt x="1" y="9952"/>
                  </a:lnTo>
                  <a:lnTo>
                    <a:pt x="1" y="16215"/>
                  </a:lnTo>
                  <a:lnTo>
                    <a:pt x="2588" y="16215"/>
                  </a:lnTo>
                  <a:lnTo>
                    <a:pt x="2754" y="16766"/>
                  </a:lnTo>
                  <a:lnTo>
                    <a:pt x="2946" y="17291"/>
                  </a:lnTo>
                  <a:lnTo>
                    <a:pt x="3164" y="17816"/>
                  </a:lnTo>
                  <a:lnTo>
                    <a:pt x="3420" y="18328"/>
                  </a:lnTo>
                  <a:lnTo>
                    <a:pt x="1627" y="20121"/>
                  </a:lnTo>
                  <a:lnTo>
                    <a:pt x="6046" y="24553"/>
                  </a:lnTo>
                  <a:lnTo>
                    <a:pt x="7762" y="22837"/>
                  </a:lnTo>
                  <a:lnTo>
                    <a:pt x="8018" y="22977"/>
                  </a:lnTo>
                  <a:lnTo>
                    <a:pt x="8287" y="23106"/>
                  </a:lnTo>
                  <a:lnTo>
                    <a:pt x="8556" y="23234"/>
                  </a:lnTo>
                  <a:lnTo>
                    <a:pt x="8825" y="23362"/>
                  </a:lnTo>
                  <a:lnTo>
                    <a:pt x="9107" y="23477"/>
                  </a:lnTo>
                  <a:lnTo>
                    <a:pt x="9389" y="23579"/>
                  </a:lnTo>
                  <a:lnTo>
                    <a:pt x="9671" y="23669"/>
                  </a:lnTo>
                  <a:lnTo>
                    <a:pt x="9952" y="23772"/>
                  </a:lnTo>
                  <a:lnTo>
                    <a:pt x="9952" y="26167"/>
                  </a:lnTo>
                  <a:lnTo>
                    <a:pt x="16215" y="26167"/>
                  </a:lnTo>
                  <a:lnTo>
                    <a:pt x="16215" y="23772"/>
                  </a:lnTo>
                  <a:lnTo>
                    <a:pt x="16497" y="23669"/>
                  </a:lnTo>
                  <a:lnTo>
                    <a:pt x="16792" y="23579"/>
                  </a:lnTo>
                  <a:lnTo>
                    <a:pt x="17061" y="23477"/>
                  </a:lnTo>
                  <a:lnTo>
                    <a:pt x="17342" y="23362"/>
                  </a:lnTo>
                  <a:lnTo>
                    <a:pt x="17611" y="23234"/>
                  </a:lnTo>
                  <a:lnTo>
                    <a:pt x="17880" y="23106"/>
                  </a:lnTo>
                  <a:lnTo>
                    <a:pt x="18149" y="22977"/>
                  </a:lnTo>
                  <a:lnTo>
                    <a:pt x="18406" y="22837"/>
                  </a:lnTo>
                  <a:lnTo>
                    <a:pt x="20122" y="24553"/>
                  </a:lnTo>
                  <a:lnTo>
                    <a:pt x="24553" y="20121"/>
                  </a:lnTo>
                  <a:lnTo>
                    <a:pt x="22760" y="18328"/>
                  </a:lnTo>
                  <a:lnTo>
                    <a:pt x="23004" y="17816"/>
                  </a:lnTo>
                  <a:lnTo>
                    <a:pt x="23221" y="17291"/>
                  </a:lnTo>
                  <a:lnTo>
                    <a:pt x="23413" y="16766"/>
                  </a:lnTo>
                  <a:lnTo>
                    <a:pt x="23580" y="16215"/>
                  </a:lnTo>
                  <a:lnTo>
                    <a:pt x="26167" y="16215"/>
                  </a:lnTo>
                  <a:lnTo>
                    <a:pt x="26167" y="9952"/>
                  </a:lnTo>
                  <a:lnTo>
                    <a:pt x="23426" y="9952"/>
                  </a:lnTo>
                  <a:lnTo>
                    <a:pt x="23247" y="9452"/>
                  </a:lnTo>
                  <a:lnTo>
                    <a:pt x="23042" y="8966"/>
                  </a:lnTo>
                  <a:lnTo>
                    <a:pt x="22811" y="8492"/>
                  </a:lnTo>
                  <a:lnTo>
                    <a:pt x="22568" y="8031"/>
                  </a:lnTo>
                  <a:lnTo>
                    <a:pt x="24553" y="6045"/>
                  </a:lnTo>
                  <a:lnTo>
                    <a:pt x="20122" y="1614"/>
                  </a:lnTo>
                  <a:lnTo>
                    <a:pt x="18060" y="3676"/>
                  </a:lnTo>
                  <a:lnTo>
                    <a:pt x="17624" y="3458"/>
                  </a:lnTo>
                  <a:lnTo>
                    <a:pt x="17163" y="3266"/>
                  </a:lnTo>
                  <a:lnTo>
                    <a:pt x="16689" y="3087"/>
                  </a:lnTo>
                  <a:lnTo>
                    <a:pt x="16215" y="2933"/>
                  </a:lnTo>
                  <a:lnTo>
                    <a:pt x="1621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46"/>
            <p:cNvSpPr/>
            <p:nvPr/>
          </p:nvSpPr>
          <p:spPr>
            <a:xfrm>
              <a:off x="1579175" y="1483125"/>
              <a:ext cx="484475" cy="484150"/>
            </a:xfrm>
            <a:custGeom>
              <a:avLst/>
              <a:gdLst/>
              <a:ahLst/>
              <a:cxnLst/>
              <a:rect l="l" t="t" r="r" b="b"/>
              <a:pathLst>
                <a:path w="19379" h="19366" extrusionOk="0">
                  <a:moveTo>
                    <a:pt x="9696" y="0"/>
                  </a:moveTo>
                  <a:lnTo>
                    <a:pt x="9197" y="13"/>
                  </a:lnTo>
                  <a:lnTo>
                    <a:pt x="8697" y="51"/>
                  </a:lnTo>
                  <a:lnTo>
                    <a:pt x="8211" y="115"/>
                  </a:lnTo>
                  <a:lnTo>
                    <a:pt x="7737" y="192"/>
                  </a:lnTo>
                  <a:lnTo>
                    <a:pt x="7276" y="308"/>
                  </a:lnTo>
                  <a:lnTo>
                    <a:pt x="6814" y="436"/>
                  </a:lnTo>
                  <a:lnTo>
                    <a:pt x="6366" y="589"/>
                  </a:lnTo>
                  <a:lnTo>
                    <a:pt x="5918" y="756"/>
                  </a:lnTo>
                  <a:lnTo>
                    <a:pt x="5495" y="948"/>
                  </a:lnTo>
                  <a:lnTo>
                    <a:pt x="5073" y="1166"/>
                  </a:lnTo>
                  <a:lnTo>
                    <a:pt x="4676" y="1396"/>
                  </a:lnTo>
                  <a:lnTo>
                    <a:pt x="4279" y="1652"/>
                  </a:lnTo>
                  <a:lnTo>
                    <a:pt x="3894" y="1921"/>
                  </a:lnTo>
                  <a:lnTo>
                    <a:pt x="3536" y="2216"/>
                  </a:lnTo>
                  <a:lnTo>
                    <a:pt x="3177" y="2511"/>
                  </a:lnTo>
                  <a:lnTo>
                    <a:pt x="2844" y="2831"/>
                  </a:lnTo>
                  <a:lnTo>
                    <a:pt x="2524" y="3177"/>
                  </a:lnTo>
                  <a:lnTo>
                    <a:pt x="2216" y="3522"/>
                  </a:lnTo>
                  <a:lnTo>
                    <a:pt x="1935" y="3894"/>
                  </a:lnTo>
                  <a:lnTo>
                    <a:pt x="1666" y="4265"/>
                  </a:lnTo>
                  <a:lnTo>
                    <a:pt x="1410" y="4662"/>
                  </a:lnTo>
                  <a:lnTo>
                    <a:pt x="1179" y="5072"/>
                  </a:lnTo>
                  <a:lnTo>
                    <a:pt x="961" y="5482"/>
                  </a:lnTo>
                  <a:lnTo>
                    <a:pt x="769" y="5917"/>
                  </a:lnTo>
                  <a:lnTo>
                    <a:pt x="590" y="6353"/>
                  </a:lnTo>
                  <a:lnTo>
                    <a:pt x="436" y="6801"/>
                  </a:lnTo>
                  <a:lnTo>
                    <a:pt x="308" y="7262"/>
                  </a:lnTo>
                  <a:lnTo>
                    <a:pt x="206" y="7736"/>
                  </a:lnTo>
                  <a:lnTo>
                    <a:pt x="116" y="8210"/>
                  </a:lnTo>
                  <a:lnTo>
                    <a:pt x="52" y="8697"/>
                  </a:lnTo>
                  <a:lnTo>
                    <a:pt x="14" y="9183"/>
                  </a:lnTo>
                  <a:lnTo>
                    <a:pt x="1" y="9683"/>
                  </a:lnTo>
                  <a:lnTo>
                    <a:pt x="14" y="10182"/>
                  </a:lnTo>
                  <a:lnTo>
                    <a:pt x="52" y="10669"/>
                  </a:lnTo>
                  <a:lnTo>
                    <a:pt x="116" y="11156"/>
                  </a:lnTo>
                  <a:lnTo>
                    <a:pt x="206" y="11630"/>
                  </a:lnTo>
                  <a:lnTo>
                    <a:pt x="308" y="12104"/>
                  </a:lnTo>
                  <a:lnTo>
                    <a:pt x="436" y="12565"/>
                  </a:lnTo>
                  <a:lnTo>
                    <a:pt x="590" y="13013"/>
                  </a:lnTo>
                  <a:lnTo>
                    <a:pt x="769" y="13448"/>
                  </a:lnTo>
                  <a:lnTo>
                    <a:pt x="961" y="13884"/>
                  </a:lnTo>
                  <a:lnTo>
                    <a:pt x="1179" y="14307"/>
                  </a:lnTo>
                  <a:lnTo>
                    <a:pt x="1410" y="14704"/>
                  </a:lnTo>
                  <a:lnTo>
                    <a:pt x="1666" y="15101"/>
                  </a:lnTo>
                  <a:lnTo>
                    <a:pt x="1935" y="15485"/>
                  </a:lnTo>
                  <a:lnTo>
                    <a:pt x="2216" y="15844"/>
                  </a:lnTo>
                  <a:lnTo>
                    <a:pt x="2524" y="16202"/>
                  </a:lnTo>
                  <a:lnTo>
                    <a:pt x="2844" y="16535"/>
                  </a:lnTo>
                  <a:lnTo>
                    <a:pt x="3177" y="16855"/>
                  </a:lnTo>
                  <a:lnTo>
                    <a:pt x="3536" y="17163"/>
                  </a:lnTo>
                  <a:lnTo>
                    <a:pt x="3894" y="17445"/>
                  </a:lnTo>
                  <a:lnTo>
                    <a:pt x="4279" y="17714"/>
                  </a:lnTo>
                  <a:lnTo>
                    <a:pt x="4676" y="17970"/>
                  </a:lnTo>
                  <a:lnTo>
                    <a:pt x="5073" y="18200"/>
                  </a:lnTo>
                  <a:lnTo>
                    <a:pt x="5495" y="18418"/>
                  </a:lnTo>
                  <a:lnTo>
                    <a:pt x="5918" y="18610"/>
                  </a:lnTo>
                  <a:lnTo>
                    <a:pt x="6366" y="18777"/>
                  </a:lnTo>
                  <a:lnTo>
                    <a:pt x="6814" y="18930"/>
                  </a:lnTo>
                  <a:lnTo>
                    <a:pt x="7276" y="19058"/>
                  </a:lnTo>
                  <a:lnTo>
                    <a:pt x="7737" y="19174"/>
                  </a:lnTo>
                  <a:lnTo>
                    <a:pt x="8211" y="19263"/>
                  </a:lnTo>
                  <a:lnTo>
                    <a:pt x="8697" y="19314"/>
                  </a:lnTo>
                  <a:lnTo>
                    <a:pt x="9197" y="19353"/>
                  </a:lnTo>
                  <a:lnTo>
                    <a:pt x="9696" y="19366"/>
                  </a:lnTo>
                  <a:lnTo>
                    <a:pt x="10196" y="19353"/>
                  </a:lnTo>
                  <a:lnTo>
                    <a:pt x="10682" y="19314"/>
                  </a:lnTo>
                  <a:lnTo>
                    <a:pt x="11169" y="19263"/>
                  </a:lnTo>
                  <a:lnTo>
                    <a:pt x="11643" y="19174"/>
                  </a:lnTo>
                  <a:lnTo>
                    <a:pt x="12117" y="19058"/>
                  </a:lnTo>
                  <a:lnTo>
                    <a:pt x="12565" y="18930"/>
                  </a:lnTo>
                  <a:lnTo>
                    <a:pt x="13026" y="18777"/>
                  </a:lnTo>
                  <a:lnTo>
                    <a:pt x="13462" y="18610"/>
                  </a:lnTo>
                  <a:lnTo>
                    <a:pt x="13884" y="18418"/>
                  </a:lnTo>
                  <a:lnTo>
                    <a:pt x="14307" y="18200"/>
                  </a:lnTo>
                  <a:lnTo>
                    <a:pt x="14717" y="17970"/>
                  </a:lnTo>
                  <a:lnTo>
                    <a:pt x="15101" y="17714"/>
                  </a:lnTo>
                  <a:lnTo>
                    <a:pt x="15485" y="17445"/>
                  </a:lnTo>
                  <a:lnTo>
                    <a:pt x="15857" y="17163"/>
                  </a:lnTo>
                  <a:lnTo>
                    <a:pt x="16203" y="16855"/>
                  </a:lnTo>
                  <a:lnTo>
                    <a:pt x="16536" y="16535"/>
                  </a:lnTo>
                  <a:lnTo>
                    <a:pt x="16856" y="16202"/>
                  </a:lnTo>
                  <a:lnTo>
                    <a:pt x="17163" y="15844"/>
                  </a:lnTo>
                  <a:lnTo>
                    <a:pt x="17458" y="15485"/>
                  </a:lnTo>
                  <a:lnTo>
                    <a:pt x="17727" y="15101"/>
                  </a:lnTo>
                  <a:lnTo>
                    <a:pt x="17970" y="14704"/>
                  </a:lnTo>
                  <a:lnTo>
                    <a:pt x="18201" y="14307"/>
                  </a:lnTo>
                  <a:lnTo>
                    <a:pt x="18418" y="13884"/>
                  </a:lnTo>
                  <a:lnTo>
                    <a:pt x="18611" y="13448"/>
                  </a:lnTo>
                  <a:lnTo>
                    <a:pt x="18790" y="13013"/>
                  </a:lnTo>
                  <a:lnTo>
                    <a:pt x="18944" y="12565"/>
                  </a:lnTo>
                  <a:lnTo>
                    <a:pt x="19072" y="12104"/>
                  </a:lnTo>
                  <a:lnTo>
                    <a:pt x="19174" y="11630"/>
                  </a:lnTo>
                  <a:lnTo>
                    <a:pt x="19264" y="11156"/>
                  </a:lnTo>
                  <a:lnTo>
                    <a:pt x="19328" y="10669"/>
                  </a:lnTo>
                  <a:lnTo>
                    <a:pt x="19366" y="10182"/>
                  </a:lnTo>
                  <a:lnTo>
                    <a:pt x="19379" y="9683"/>
                  </a:lnTo>
                  <a:lnTo>
                    <a:pt x="19366" y="9183"/>
                  </a:lnTo>
                  <a:lnTo>
                    <a:pt x="19328" y="8697"/>
                  </a:lnTo>
                  <a:lnTo>
                    <a:pt x="19264" y="8210"/>
                  </a:lnTo>
                  <a:lnTo>
                    <a:pt x="19174" y="7736"/>
                  </a:lnTo>
                  <a:lnTo>
                    <a:pt x="19072" y="7262"/>
                  </a:lnTo>
                  <a:lnTo>
                    <a:pt x="18944" y="6801"/>
                  </a:lnTo>
                  <a:lnTo>
                    <a:pt x="18790" y="6353"/>
                  </a:lnTo>
                  <a:lnTo>
                    <a:pt x="18611" y="5917"/>
                  </a:lnTo>
                  <a:lnTo>
                    <a:pt x="18418" y="5482"/>
                  </a:lnTo>
                  <a:lnTo>
                    <a:pt x="18201" y="5072"/>
                  </a:lnTo>
                  <a:lnTo>
                    <a:pt x="17970" y="4662"/>
                  </a:lnTo>
                  <a:lnTo>
                    <a:pt x="17727" y="4265"/>
                  </a:lnTo>
                  <a:lnTo>
                    <a:pt x="17458" y="3894"/>
                  </a:lnTo>
                  <a:lnTo>
                    <a:pt x="17163" y="3522"/>
                  </a:lnTo>
                  <a:lnTo>
                    <a:pt x="16856" y="3177"/>
                  </a:lnTo>
                  <a:lnTo>
                    <a:pt x="16536" y="2831"/>
                  </a:lnTo>
                  <a:lnTo>
                    <a:pt x="16203" y="2511"/>
                  </a:lnTo>
                  <a:lnTo>
                    <a:pt x="15857" y="2216"/>
                  </a:lnTo>
                  <a:lnTo>
                    <a:pt x="15485" y="1921"/>
                  </a:lnTo>
                  <a:lnTo>
                    <a:pt x="15101" y="1652"/>
                  </a:lnTo>
                  <a:lnTo>
                    <a:pt x="14717" y="1396"/>
                  </a:lnTo>
                  <a:lnTo>
                    <a:pt x="14307" y="1166"/>
                  </a:lnTo>
                  <a:lnTo>
                    <a:pt x="13884" y="948"/>
                  </a:lnTo>
                  <a:lnTo>
                    <a:pt x="13462" y="756"/>
                  </a:lnTo>
                  <a:lnTo>
                    <a:pt x="13026" y="589"/>
                  </a:lnTo>
                  <a:lnTo>
                    <a:pt x="12565" y="436"/>
                  </a:lnTo>
                  <a:lnTo>
                    <a:pt x="12117" y="308"/>
                  </a:lnTo>
                  <a:lnTo>
                    <a:pt x="11643" y="192"/>
                  </a:lnTo>
                  <a:lnTo>
                    <a:pt x="11169" y="115"/>
                  </a:lnTo>
                  <a:lnTo>
                    <a:pt x="10682" y="51"/>
                  </a:lnTo>
                  <a:lnTo>
                    <a:pt x="10196" y="13"/>
                  </a:lnTo>
                  <a:lnTo>
                    <a:pt x="969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46"/>
            <p:cNvSpPr/>
            <p:nvPr/>
          </p:nvSpPr>
          <p:spPr>
            <a:xfrm>
              <a:off x="1612150" y="1515775"/>
              <a:ext cx="418525" cy="418850"/>
            </a:xfrm>
            <a:custGeom>
              <a:avLst/>
              <a:gdLst/>
              <a:ahLst/>
              <a:cxnLst/>
              <a:rect l="l" t="t" r="r" b="b"/>
              <a:pathLst>
                <a:path w="16741" h="16754" extrusionOk="0">
                  <a:moveTo>
                    <a:pt x="8377" y="1"/>
                  </a:moveTo>
                  <a:lnTo>
                    <a:pt x="7942" y="13"/>
                  </a:lnTo>
                  <a:lnTo>
                    <a:pt x="7519" y="52"/>
                  </a:lnTo>
                  <a:lnTo>
                    <a:pt x="7096" y="103"/>
                  </a:lnTo>
                  <a:lnTo>
                    <a:pt x="6687" y="180"/>
                  </a:lnTo>
                  <a:lnTo>
                    <a:pt x="6277" y="270"/>
                  </a:lnTo>
                  <a:lnTo>
                    <a:pt x="5880" y="385"/>
                  </a:lnTo>
                  <a:lnTo>
                    <a:pt x="5495" y="513"/>
                  </a:lnTo>
                  <a:lnTo>
                    <a:pt x="5111" y="667"/>
                  </a:lnTo>
                  <a:lnTo>
                    <a:pt x="4740" y="833"/>
                  </a:lnTo>
                  <a:lnTo>
                    <a:pt x="4381" y="1012"/>
                  </a:lnTo>
                  <a:lnTo>
                    <a:pt x="4035" y="1217"/>
                  </a:lnTo>
                  <a:lnTo>
                    <a:pt x="3690" y="1435"/>
                  </a:lnTo>
                  <a:lnTo>
                    <a:pt x="3357" y="1666"/>
                  </a:lnTo>
                  <a:lnTo>
                    <a:pt x="3049" y="1922"/>
                  </a:lnTo>
                  <a:lnTo>
                    <a:pt x="2742" y="2178"/>
                  </a:lnTo>
                  <a:lnTo>
                    <a:pt x="2447" y="2460"/>
                  </a:lnTo>
                  <a:lnTo>
                    <a:pt x="2178" y="2754"/>
                  </a:lnTo>
                  <a:lnTo>
                    <a:pt x="1909" y="3049"/>
                  </a:lnTo>
                  <a:lnTo>
                    <a:pt x="1666" y="3369"/>
                  </a:lnTo>
                  <a:lnTo>
                    <a:pt x="1423" y="3702"/>
                  </a:lnTo>
                  <a:lnTo>
                    <a:pt x="1205" y="4035"/>
                  </a:lnTo>
                  <a:lnTo>
                    <a:pt x="1013" y="4381"/>
                  </a:lnTo>
                  <a:lnTo>
                    <a:pt x="821" y="4752"/>
                  </a:lnTo>
                  <a:lnTo>
                    <a:pt x="654" y="5124"/>
                  </a:lnTo>
                  <a:lnTo>
                    <a:pt x="513" y="5495"/>
                  </a:lnTo>
                  <a:lnTo>
                    <a:pt x="372" y="5892"/>
                  </a:lnTo>
                  <a:lnTo>
                    <a:pt x="257" y="6289"/>
                  </a:lnTo>
                  <a:lnTo>
                    <a:pt x="167" y="6686"/>
                  </a:lnTo>
                  <a:lnTo>
                    <a:pt x="91" y="7109"/>
                  </a:lnTo>
                  <a:lnTo>
                    <a:pt x="39" y="7519"/>
                  </a:lnTo>
                  <a:lnTo>
                    <a:pt x="14" y="7941"/>
                  </a:lnTo>
                  <a:lnTo>
                    <a:pt x="1" y="8377"/>
                  </a:lnTo>
                  <a:lnTo>
                    <a:pt x="14" y="8812"/>
                  </a:lnTo>
                  <a:lnTo>
                    <a:pt x="39" y="9235"/>
                  </a:lnTo>
                  <a:lnTo>
                    <a:pt x="91" y="9658"/>
                  </a:lnTo>
                  <a:lnTo>
                    <a:pt x="167" y="10068"/>
                  </a:lnTo>
                  <a:lnTo>
                    <a:pt x="257" y="10465"/>
                  </a:lnTo>
                  <a:lnTo>
                    <a:pt x="372" y="10862"/>
                  </a:lnTo>
                  <a:lnTo>
                    <a:pt x="513" y="11259"/>
                  </a:lnTo>
                  <a:lnTo>
                    <a:pt x="654" y="11643"/>
                  </a:lnTo>
                  <a:lnTo>
                    <a:pt x="821" y="12014"/>
                  </a:lnTo>
                  <a:lnTo>
                    <a:pt x="1013" y="12373"/>
                  </a:lnTo>
                  <a:lnTo>
                    <a:pt x="1205" y="12719"/>
                  </a:lnTo>
                  <a:lnTo>
                    <a:pt x="1423" y="13065"/>
                  </a:lnTo>
                  <a:lnTo>
                    <a:pt x="1666" y="13385"/>
                  </a:lnTo>
                  <a:lnTo>
                    <a:pt x="1909" y="13705"/>
                  </a:lnTo>
                  <a:lnTo>
                    <a:pt x="2178" y="14012"/>
                  </a:lnTo>
                  <a:lnTo>
                    <a:pt x="2447" y="14294"/>
                  </a:lnTo>
                  <a:lnTo>
                    <a:pt x="2742" y="14576"/>
                  </a:lnTo>
                  <a:lnTo>
                    <a:pt x="3049" y="14845"/>
                  </a:lnTo>
                  <a:lnTo>
                    <a:pt x="3357" y="15088"/>
                  </a:lnTo>
                  <a:lnTo>
                    <a:pt x="3690" y="15319"/>
                  </a:lnTo>
                  <a:lnTo>
                    <a:pt x="4035" y="15537"/>
                  </a:lnTo>
                  <a:lnTo>
                    <a:pt x="4381" y="15741"/>
                  </a:lnTo>
                  <a:lnTo>
                    <a:pt x="4740" y="15921"/>
                  </a:lnTo>
                  <a:lnTo>
                    <a:pt x="5111" y="16087"/>
                  </a:lnTo>
                  <a:lnTo>
                    <a:pt x="5495" y="16241"/>
                  </a:lnTo>
                  <a:lnTo>
                    <a:pt x="5880" y="16369"/>
                  </a:lnTo>
                  <a:lnTo>
                    <a:pt x="6277" y="16484"/>
                  </a:lnTo>
                  <a:lnTo>
                    <a:pt x="6687" y="16587"/>
                  </a:lnTo>
                  <a:lnTo>
                    <a:pt x="7096" y="16651"/>
                  </a:lnTo>
                  <a:lnTo>
                    <a:pt x="7519" y="16702"/>
                  </a:lnTo>
                  <a:lnTo>
                    <a:pt x="7942" y="16741"/>
                  </a:lnTo>
                  <a:lnTo>
                    <a:pt x="8377" y="16753"/>
                  </a:lnTo>
                  <a:lnTo>
                    <a:pt x="8800" y="16741"/>
                  </a:lnTo>
                  <a:lnTo>
                    <a:pt x="9223" y="16702"/>
                  </a:lnTo>
                  <a:lnTo>
                    <a:pt x="9645" y="16651"/>
                  </a:lnTo>
                  <a:lnTo>
                    <a:pt x="10055" y="16587"/>
                  </a:lnTo>
                  <a:lnTo>
                    <a:pt x="10465" y="16484"/>
                  </a:lnTo>
                  <a:lnTo>
                    <a:pt x="10862" y="16369"/>
                  </a:lnTo>
                  <a:lnTo>
                    <a:pt x="11246" y="16241"/>
                  </a:lnTo>
                  <a:lnTo>
                    <a:pt x="11630" y="16087"/>
                  </a:lnTo>
                  <a:lnTo>
                    <a:pt x="12002" y="15921"/>
                  </a:lnTo>
                  <a:lnTo>
                    <a:pt x="12360" y="15741"/>
                  </a:lnTo>
                  <a:lnTo>
                    <a:pt x="12719" y="15537"/>
                  </a:lnTo>
                  <a:lnTo>
                    <a:pt x="13052" y="15319"/>
                  </a:lnTo>
                  <a:lnTo>
                    <a:pt x="13385" y="15088"/>
                  </a:lnTo>
                  <a:lnTo>
                    <a:pt x="13693" y="14845"/>
                  </a:lnTo>
                  <a:lnTo>
                    <a:pt x="14000" y="14576"/>
                  </a:lnTo>
                  <a:lnTo>
                    <a:pt x="14294" y="14294"/>
                  </a:lnTo>
                  <a:lnTo>
                    <a:pt x="14576" y="14012"/>
                  </a:lnTo>
                  <a:lnTo>
                    <a:pt x="14832" y="13705"/>
                  </a:lnTo>
                  <a:lnTo>
                    <a:pt x="15076" y="13385"/>
                  </a:lnTo>
                  <a:lnTo>
                    <a:pt x="15319" y="13065"/>
                  </a:lnTo>
                  <a:lnTo>
                    <a:pt x="15537" y="12719"/>
                  </a:lnTo>
                  <a:lnTo>
                    <a:pt x="15729" y="12373"/>
                  </a:lnTo>
                  <a:lnTo>
                    <a:pt x="15921" y="12014"/>
                  </a:lnTo>
                  <a:lnTo>
                    <a:pt x="16088" y="11643"/>
                  </a:lnTo>
                  <a:lnTo>
                    <a:pt x="16241" y="11259"/>
                  </a:lnTo>
                  <a:lnTo>
                    <a:pt x="16369" y="10862"/>
                  </a:lnTo>
                  <a:lnTo>
                    <a:pt x="16485" y="10465"/>
                  </a:lnTo>
                  <a:lnTo>
                    <a:pt x="16574" y="10068"/>
                  </a:lnTo>
                  <a:lnTo>
                    <a:pt x="16651" y="9658"/>
                  </a:lnTo>
                  <a:lnTo>
                    <a:pt x="16702" y="9235"/>
                  </a:lnTo>
                  <a:lnTo>
                    <a:pt x="16741" y="8812"/>
                  </a:lnTo>
                  <a:lnTo>
                    <a:pt x="16741" y="8377"/>
                  </a:lnTo>
                  <a:lnTo>
                    <a:pt x="16741" y="7941"/>
                  </a:lnTo>
                  <a:lnTo>
                    <a:pt x="16702" y="7519"/>
                  </a:lnTo>
                  <a:lnTo>
                    <a:pt x="16651" y="7109"/>
                  </a:lnTo>
                  <a:lnTo>
                    <a:pt x="16574" y="6686"/>
                  </a:lnTo>
                  <a:lnTo>
                    <a:pt x="16485" y="6289"/>
                  </a:lnTo>
                  <a:lnTo>
                    <a:pt x="16369" y="5892"/>
                  </a:lnTo>
                  <a:lnTo>
                    <a:pt x="16241" y="5495"/>
                  </a:lnTo>
                  <a:lnTo>
                    <a:pt x="16088" y="5124"/>
                  </a:lnTo>
                  <a:lnTo>
                    <a:pt x="15921" y="4752"/>
                  </a:lnTo>
                  <a:lnTo>
                    <a:pt x="15729" y="4381"/>
                  </a:lnTo>
                  <a:lnTo>
                    <a:pt x="15537" y="4035"/>
                  </a:lnTo>
                  <a:lnTo>
                    <a:pt x="15319" y="3702"/>
                  </a:lnTo>
                  <a:lnTo>
                    <a:pt x="15076" y="3369"/>
                  </a:lnTo>
                  <a:lnTo>
                    <a:pt x="14832" y="3049"/>
                  </a:lnTo>
                  <a:lnTo>
                    <a:pt x="14576" y="2754"/>
                  </a:lnTo>
                  <a:lnTo>
                    <a:pt x="14294" y="2460"/>
                  </a:lnTo>
                  <a:lnTo>
                    <a:pt x="14000" y="2178"/>
                  </a:lnTo>
                  <a:lnTo>
                    <a:pt x="13693" y="1922"/>
                  </a:lnTo>
                  <a:lnTo>
                    <a:pt x="13385" y="1666"/>
                  </a:lnTo>
                  <a:lnTo>
                    <a:pt x="13052" y="1435"/>
                  </a:lnTo>
                  <a:lnTo>
                    <a:pt x="12719" y="1217"/>
                  </a:lnTo>
                  <a:lnTo>
                    <a:pt x="12360" y="1012"/>
                  </a:lnTo>
                  <a:lnTo>
                    <a:pt x="12002" y="833"/>
                  </a:lnTo>
                  <a:lnTo>
                    <a:pt x="11630" y="667"/>
                  </a:lnTo>
                  <a:lnTo>
                    <a:pt x="11246" y="513"/>
                  </a:lnTo>
                  <a:lnTo>
                    <a:pt x="10862" y="385"/>
                  </a:lnTo>
                  <a:lnTo>
                    <a:pt x="10465" y="270"/>
                  </a:lnTo>
                  <a:lnTo>
                    <a:pt x="10055" y="180"/>
                  </a:lnTo>
                  <a:lnTo>
                    <a:pt x="9645" y="103"/>
                  </a:lnTo>
                  <a:lnTo>
                    <a:pt x="9223" y="52"/>
                  </a:lnTo>
                  <a:lnTo>
                    <a:pt x="8800" y="13"/>
                  </a:lnTo>
                  <a:lnTo>
                    <a:pt x="83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46"/>
            <p:cNvSpPr/>
            <p:nvPr/>
          </p:nvSpPr>
          <p:spPr>
            <a:xfrm>
              <a:off x="1690600" y="1594550"/>
              <a:ext cx="261625" cy="261300"/>
            </a:xfrm>
            <a:custGeom>
              <a:avLst/>
              <a:gdLst/>
              <a:ahLst/>
              <a:cxnLst/>
              <a:rect l="l" t="t" r="r" b="b"/>
              <a:pathLst>
                <a:path w="10465" h="10452" extrusionOk="0">
                  <a:moveTo>
                    <a:pt x="4970" y="0"/>
                  </a:moveTo>
                  <a:lnTo>
                    <a:pt x="4701" y="26"/>
                  </a:lnTo>
                  <a:lnTo>
                    <a:pt x="4432" y="52"/>
                  </a:lnTo>
                  <a:lnTo>
                    <a:pt x="4176" y="103"/>
                  </a:lnTo>
                  <a:lnTo>
                    <a:pt x="3933" y="167"/>
                  </a:lnTo>
                  <a:lnTo>
                    <a:pt x="3677" y="231"/>
                  </a:lnTo>
                  <a:lnTo>
                    <a:pt x="3433" y="321"/>
                  </a:lnTo>
                  <a:lnTo>
                    <a:pt x="3203" y="410"/>
                  </a:lnTo>
                  <a:lnTo>
                    <a:pt x="2972" y="513"/>
                  </a:lnTo>
                  <a:lnTo>
                    <a:pt x="2742" y="628"/>
                  </a:lnTo>
                  <a:lnTo>
                    <a:pt x="2524" y="756"/>
                  </a:lnTo>
                  <a:lnTo>
                    <a:pt x="2306" y="884"/>
                  </a:lnTo>
                  <a:lnTo>
                    <a:pt x="2101" y="1038"/>
                  </a:lnTo>
                  <a:lnTo>
                    <a:pt x="1909" y="1191"/>
                  </a:lnTo>
                  <a:lnTo>
                    <a:pt x="1717" y="1358"/>
                  </a:lnTo>
                  <a:lnTo>
                    <a:pt x="1538" y="1524"/>
                  </a:lnTo>
                  <a:lnTo>
                    <a:pt x="1358" y="1717"/>
                  </a:lnTo>
                  <a:lnTo>
                    <a:pt x="1205" y="1896"/>
                  </a:lnTo>
                  <a:lnTo>
                    <a:pt x="1038" y="2101"/>
                  </a:lnTo>
                  <a:lnTo>
                    <a:pt x="897" y="2306"/>
                  </a:lnTo>
                  <a:lnTo>
                    <a:pt x="756" y="2511"/>
                  </a:lnTo>
                  <a:lnTo>
                    <a:pt x="641" y="2728"/>
                  </a:lnTo>
                  <a:lnTo>
                    <a:pt x="526" y="2959"/>
                  </a:lnTo>
                  <a:lnTo>
                    <a:pt x="411" y="3189"/>
                  </a:lnTo>
                  <a:lnTo>
                    <a:pt x="321" y="3433"/>
                  </a:lnTo>
                  <a:lnTo>
                    <a:pt x="244" y="3676"/>
                  </a:lnTo>
                  <a:lnTo>
                    <a:pt x="167" y="3920"/>
                  </a:lnTo>
                  <a:lnTo>
                    <a:pt x="116" y="4176"/>
                  </a:lnTo>
                  <a:lnTo>
                    <a:pt x="65" y="4432"/>
                  </a:lnTo>
                  <a:lnTo>
                    <a:pt x="26" y="4688"/>
                  </a:lnTo>
                  <a:lnTo>
                    <a:pt x="14" y="4957"/>
                  </a:lnTo>
                  <a:lnTo>
                    <a:pt x="1" y="5226"/>
                  </a:lnTo>
                  <a:lnTo>
                    <a:pt x="14" y="5495"/>
                  </a:lnTo>
                  <a:lnTo>
                    <a:pt x="26" y="5764"/>
                  </a:lnTo>
                  <a:lnTo>
                    <a:pt x="65" y="6020"/>
                  </a:lnTo>
                  <a:lnTo>
                    <a:pt x="116" y="6276"/>
                  </a:lnTo>
                  <a:lnTo>
                    <a:pt x="167" y="6532"/>
                  </a:lnTo>
                  <a:lnTo>
                    <a:pt x="244" y="6789"/>
                  </a:lnTo>
                  <a:lnTo>
                    <a:pt x="321" y="7019"/>
                  </a:lnTo>
                  <a:lnTo>
                    <a:pt x="411" y="7262"/>
                  </a:lnTo>
                  <a:lnTo>
                    <a:pt x="526" y="7493"/>
                  </a:lnTo>
                  <a:lnTo>
                    <a:pt x="641" y="7723"/>
                  </a:lnTo>
                  <a:lnTo>
                    <a:pt x="756" y="7941"/>
                  </a:lnTo>
                  <a:lnTo>
                    <a:pt x="897" y="8146"/>
                  </a:lnTo>
                  <a:lnTo>
                    <a:pt x="1038" y="8351"/>
                  </a:lnTo>
                  <a:lnTo>
                    <a:pt x="1205" y="8556"/>
                  </a:lnTo>
                  <a:lnTo>
                    <a:pt x="1358" y="8748"/>
                  </a:lnTo>
                  <a:lnTo>
                    <a:pt x="1538" y="8927"/>
                  </a:lnTo>
                  <a:lnTo>
                    <a:pt x="1717" y="9094"/>
                  </a:lnTo>
                  <a:lnTo>
                    <a:pt x="1909" y="9260"/>
                  </a:lnTo>
                  <a:lnTo>
                    <a:pt x="2101" y="9414"/>
                  </a:lnTo>
                  <a:lnTo>
                    <a:pt x="2306" y="9568"/>
                  </a:lnTo>
                  <a:lnTo>
                    <a:pt x="2524" y="9696"/>
                  </a:lnTo>
                  <a:lnTo>
                    <a:pt x="2742" y="9824"/>
                  </a:lnTo>
                  <a:lnTo>
                    <a:pt x="2972" y="9939"/>
                  </a:lnTo>
                  <a:lnTo>
                    <a:pt x="3203" y="10042"/>
                  </a:lnTo>
                  <a:lnTo>
                    <a:pt x="3433" y="10144"/>
                  </a:lnTo>
                  <a:lnTo>
                    <a:pt x="3677" y="10221"/>
                  </a:lnTo>
                  <a:lnTo>
                    <a:pt x="3933" y="10298"/>
                  </a:lnTo>
                  <a:lnTo>
                    <a:pt x="4176" y="10349"/>
                  </a:lnTo>
                  <a:lnTo>
                    <a:pt x="4432" y="10400"/>
                  </a:lnTo>
                  <a:lnTo>
                    <a:pt x="4701" y="10426"/>
                  </a:lnTo>
                  <a:lnTo>
                    <a:pt x="4970" y="10452"/>
                  </a:lnTo>
                  <a:lnTo>
                    <a:pt x="5508" y="10452"/>
                  </a:lnTo>
                  <a:lnTo>
                    <a:pt x="5764" y="10426"/>
                  </a:lnTo>
                  <a:lnTo>
                    <a:pt x="6033" y="10400"/>
                  </a:lnTo>
                  <a:lnTo>
                    <a:pt x="6289" y="10349"/>
                  </a:lnTo>
                  <a:lnTo>
                    <a:pt x="6546" y="10298"/>
                  </a:lnTo>
                  <a:lnTo>
                    <a:pt x="6789" y="10221"/>
                  </a:lnTo>
                  <a:lnTo>
                    <a:pt x="7032" y="10144"/>
                  </a:lnTo>
                  <a:lnTo>
                    <a:pt x="7276" y="10042"/>
                  </a:lnTo>
                  <a:lnTo>
                    <a:pt x="7506" y="9939"/>
                  </a:lnTo>
                  <a:lnTo>
                    <a:pt x="7724" y="9824"/>
                  </a:lnTo>
                  <a:lnTo>
                    <a:pt x="7942" y="9696"/>
                  </a:lnTo>
                  <a:lnTo>
                    <a:pt x="8159" y="9568"/>
                  </a:lnTo>
                  <a:lnTo>
                    <a:pt x="8364" y="9414"/>
                  </a:lnTo>
                  <a:lnTo>
                    <a:pt x="8556" y="9260"/>
                  </a:lnTo>
                  <a:lnTo>
                    <a:pt x="8749" y="9094"/>
                  </a:lnTo>
                  <a:lnTo>
                    <a:pt x="8928" y="8927"/>
                  </a:lnTo>
                  <a:lnTo>
                    <a:pt x="9107" y="8748"/>
                  </a:lnTo>
                  <a:lnTo>
                    <a:pt x="9274" y="8556"/>
                  </a:lnTo>
                  <a:lnTo>
                    <a:pt x="9427" y="8351"/>
                  </a:lnTo>
                  <a:lnTo>
                    <a:pt x="9568" y="8146"/>
                  </a:lnTo>
                  <a:lnTo>
                    <a:pt x="9709" y="7941"/>
                  </a:lnTo>
                  <a:lnTo>
                    <a:pt x="9837" y="7723"/>
                  </a:lnTo>
                  <a:lnTo>
                    <a:pt x="9953" y="7493"/>
                  </a:lnTo>
                  <a:lnTo>
                    <a:pt x="10055" y="7262"/>
                  </a:lnTo>
                  <a:lnTo>
                    <a:pt x="10145" y="7019"/>
                  </a:lnTo>
                  <a:lnTo>
                    <a:pt x="10234" y="6789"/>
                  </a:lnTo>
                  <a:lnTo>
                    <a:pt x="10298" y="6532"/>
                  </a:lnTo>
                  <a:lnTo>
                    <a:pt x="10362" y="6276"/>
                  </a:lnTo>
                  <a:lnTo>
                    <a:pt x="10401" y="6020"/>
                  </a:lnTo>
                  <a:lnTo>
                    <a:pt x="10439" y="5764"/>
                  </a:lnTo>
                  <a:lnTo>
                    <a:pt x="10452" y="5495"/>
                  </a:lnTo>
                  <a:lnTo>
                    <a:pt x="10465" y="5226"/>
                  </a:lnTo>
                  <a:lnTo>
                    <a:pt x="10452" y="4957"/>
                  </a:lnTo>
                  <a:lnTo>
                    <a:pt x="10439" y="4688"/>
                  </a:lnTo>
                  <a:lnTo>
                    <a:pt x="10401" y="4432"/>
                  </a:lnTo>
                  <a:lnTo>
                    <a:pt x="10362" y="4176"/>
                  </a:lnTo>
                  <a:lnTo>
                    <a:pt x="10298" y="3920"/>
                  </a:lnTo>
                  <a:lnTo>
                    <a:pt x="10234" y="3676"/>
                  </a:lnTo>
                  <a:lnTo>
                    <a:pt x="10145" y="3433"/>
                  </a:lnTo>
                  <a:lnTo>
                    <a:pt x="10055" y="3189"/>
                  </a:lnTo>
                  <a:lnTo>
                    <a:pt x="9953" y="2959"/>
                  </a:lnTo>
                  <a:lnTo>
                    <a:pt x="9837" y="2728"/>
                  </a:lnTo>
                  <a:lnTo>
                    <a:pt x="9709" y="2511"/>
                  </a:lnTo>
                  <a:lnTo>
                    <a:pt x="9568" y="2306"/>
                  </a:lnTo>
                  <a:lnTo>
                    <a:pt x="9427" y="2101"/>
                  </a:lnTo>
                  <a:lnTo>
                    <a:pt x="9274" y="1896"/>
                  </a:lnTo>
                  <a:lnTo>
                    <a:pt x="9107" y="1717"/>
                  </a:lnTo>
                  <a:lnTo>
                    <a:pt x="8928" y="1524"/>
                  </a:lnTo>
                  <a:lnTo>
                    <a:pt x="8749" y="1358"/>
                  </a:lnTo>
                  <a:lnTo>
                    <a:pt x="8556" y="1191"/>
                  </a:lnTo>
                  <a:lnTo>
                    <a:pt x="8364" y="1038"/>
                  </a:lnTo>
                  <a:lnTo>
                    <a:pt x="8159" y="884"/>
                  </a:lnTo>
                  <a:lnTo>
                    <a:pt x="7942" y="756"/>
                  </a:lnTo>
                  <a:lnTo>
                    <a:pt x="7724" y="628"/>
                  </a:lnTo>
                  <a:lnTo>
                    <a:pt x="7506" y="513"/>
                  </a:lnTo>
                  <a:lnTo>
                    <a:pt x="7276" y="410"/>
                  </a:lnTo>
                  <a:lnTo>
                    <a:pt x="7032" y="321"/>
                  </a:lnTo>
                  <a:lnTo>
                    <a:pt x="6789" y="231"/>
                  </a:lnTo>
                  <a:lnTo>
                    <a:pt x="6546" y="167"/>
                  </a:lnTo>
                  <a:lnTo>
                    <a:pt x="6289" y="103"/>
                  </a:lnTo>
                  <a:lnTo>
                    <a:pt x="6033" y="52"/>
                  </a:lnTo>
                  <a:lnTo>
                    <a:pt x="5764" y="26"/>
                  </a:lnTo>
                  <a:lnTo>
                    <a:pt x="55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46"/>
            <p:cNvSpPr/>
            <p:nvPr/>
          </p:nvSpPr>
          <p:spPr>
            <a:xfrm>
              <a:off x="1721025" y="1624650"/>
              <a:ext cx="200800" cy="201100"/>
            </a:xfrm>
            <a:custGeom>
              <a:avLst/>
              <a:gdLst/>
              <a:ahLst/>
              <a:cxnLst/>
              <a:rect l="l" t="t" r="r" b="b"/>
              <a:pathLst>
                <a:path w="8032" h="8044" extrusionOk="0">
                  <a:moveTo>
                    <a:pt x="4022" y="0"/>
                  </a:moveTo>
                  <a:lnTo>
                    <a:pt x="3805" y="13"/>
                  </a:lnTo>
                  <a:lnTo>
                    <a:pt x="3612" y="26"/>
                  </a:lnTo>
                  <a:lnTo>
                    <a:pt x="3407" y="52"/>
                  </a:lnTo>
                  <a:lnTo>
                    <a:pt x="3203" y="90"/>
                  </a:lnTo>
                  <a:lnTo>
                    <a:pt x="3010" y="128"/>
                  </a:lnTo>
                  <a:lnTo>
                    <a:pt x="2818" y="180"/>
                  </a:lnTo>
                  <a:lnTo>
                    <a:pt x="2639" y="244"/>
                  </a:lnTo>
                  <a:lnTo>
                    <a:pt x="2447" y="320"/>
                  </a:lnTo>
                  <a:lnTo>
                    <a:pt x="2280" y="397"/>
                  </a:lnTo>
                  <a:lnTo>
                    <a:pt x="2101" y="487"/>
                  </a:lnTo>
                  <a:lnTo>
                    <a:pt x="1935" y="589"/>
                  </a:lnTo>
                  <a:lnTo>
                    <a:pt x="1768" y="692"/>
                  </a:lnTo>
                  <a:lnTo>
                    <a:pt x="1614" y="807"/>
                  </a:lnTo>
                  <a:lnTo>
                    <a:pt x="1461" y="922"/>
                  </a:lnTo>
                  <a:lnTo>
                    <a:pt x="1320" y="1051"/>
                  </a:lnTo>
                  <a:lnTo>
                    <a:pt x="1179" y="1179"/>
                  </a:lnTo>
                  <a:lnTo>
                    <a:pt x="1038" y="1319"/>
                  </a:lnTo>
                  <a:lnTo>
                    <a:pt x="910" y="1460"/>
                  </a:lnTo>
                  <a:lnTo>
                    <a:pt x="795" y="1614"/>
                  </a:lnTo>
                  <a:lnTo>
                    <a:pt x="679" y="1781"/>
                  </a:lnTo>
                  <a:lnTo>
                    <a:pt x="577" y="1934"/>
                  </a:lnTo>
                  <a:lnTo>
                    <a:pt x="487" y="2101"/>
                  </a:lnTo>
                  <a:lnTo>
                    <a:pt x="398" y="2280"/>
                  </a:lnTo>
                  <a:lnTo>
                    <a:pt x="308" y="2459"/>
                  </a:lnTo>
                  <a:lnTo>
                    <a:pt x="244" y="2639"/>
                  </a:lnTo>
                  <a:lnTo>
                    <a:pt x="180" y="2831"/>
                  </a:lnTo>
                  <a:lnTo>
                    <a:pt x="129" y="3023"/>
                  </a:lnTo>
                  <a:lnTo>
                    <a:pt x="77" y="3215"/>
                  </a:lnTo>
                  <a:lnTo>
                    <a:pt x="39" y="3407"/>
                  </a:lnTo>
                  <a:lnTo>
                    <a:pt x="13" y="3612"/>
                  </a:lnTo>
                  <a:lnTo>
                    <a:pt x="1" y="3817"/>
                  </a:lnTo>
                  <a:lnTo>
                    <a:pt x="1" y="4022"/>
                  </a:lnTo>
                  <a:lnTo>
                    <a:pt x="1" y="4227"/>
                  </a:lnTo>
                  <a:lnTo>
                    <a:pt x="13" y="4432"/>
                  </a:lnTo>
                  <a:lnTo>
                    <a:pt x="39" y="4637"/>
                  </a:lnTo>
                  <a:lnTo>
                    <a:pt x="77" y="4829"/>
                  </a:lnTo>
                  <a:lnTo>
                    <a:pt x="129" y="5034"/>
                  </a:lnTo>
                  <a:lnTo>
                    <a:pt x="180" y="5213"/>
                  </a:lnTo>
                  <a:lnTo>
                    <a:pt x="244" y="5405"/>
                  </a:lnTo>
                  <a:lnTo>
                    <a:pt x="308" y="5585"/>
                  </a:lnTo>
                  <a:lnTo>
                    <a:pt x="398" y="5764"/>
                  </a:lnTo>
                  <a:lnTo>
                    <a:pt x="487" y="5943"/>
                  </a:lnTo>
                  <a:lnTo>
                    <a:pt x="577" y="6110"/>
                  </a:lnTo>
                  <a:lnTo>
                    <a:pt x="679" y="6276"/>
                  </a:lnTo>
                  <a:lnTo>
                    <a:pt x="795" y="6430"/>
                  </a:lnTo>
                  <a:lnTo>
                    <a:pt x="910" y="6584"/>
                  </a:lnTo>
                  <a:lnTo>
                    <a:pt x="1038" y="6724"/>
                  </a:lnTo>
                  <a:lnTo>
                    <a:pt x="1179" y="6865"/>
                  </a:lnTo>
                  <a:lnTo>
                    <a:pt x="1320" y="6993"/>
                  </a:lnTo>
                  <a:lnTo>
                    <a:pt x="1461" y="7121"/>
                  </a:lnTo>
                  <a:lnTo>
                    <a:pt x="1614" y="7250"/>
                  </a:lnTo>
                  <a:lnTo>
                    <a:pt x="1768" y="7352"/>
                  </a:lnTo>
                  <a:lnTo>
                    <a:pt x="1935" y="7467"/>
                  </a:lnTo>
                  <a:lnTo>
                    <a:pt x="2101" y="7557"/>
                  </a:lnTo>
                  <a:lnTo>
                    <a:pt x="2280" y="7647"/>
                  </a:lnTo>
                  <a:lnTo>
                    <a:pt x="2447" y="7723"/>
                  </a:lnTo>
                  <a:lnTo>
                    <a:pt x="2639" y="7800"/>
                  </a:lnTo>
                  <a:lnTo>
                    <a:pt x="2818" y="7864"/>
                  </a:lnTo>
                  <a:lnTo>
                    <a:pt x="3010" y="7916"/>
                  </a:lnTo>
                  <a:lnTo>
                    <a:pt x="3203" y="7967"/>
                  </a:lnTo>
                  <a:lnTo>
                    <a:pt x="3407" y="7992"/>
                  </a:lnTo>
                  <a:lnTo>
                    <a:pt x="3612" y="8018"/>
                  </a:lnTo>
                  <a:lnTo>
                    <a:pt x="3805" y="8044"/>
                  </a:lnTo>
                  <a:lnTo>
                    <a:pt x="4227" y="8044"/>
                  </a:lnTo>
                  <a:lnTo>
                    <a:pt x="4432" y="8018"/>
                  </a:lnTo>
                  <a:lnTo>
                    <a:pt x="4624" y="7992"/>
                  </a:lnTo>
                  <a:lnTo>
                    <a:pt x="4829" y="7967"/>
                  </a:lnTo>
                  <a:lnTo>
                    <a:pt x="5021" y="7916"/>
                  </a:lnTo>
                  <a:lnTo>
                    <a:pt x="5213" y="7864"/>
                  </a:lnTo>
                  <a:lnTo>
                    <a:pt x="5405" y="7800"/>
                  </a:lnTo>
                  <a:lnTo>
                    <a:pt x="5585" y="7723"/>
                  </a:lnTo>
                  <a:lnTo>
                    <a:pt x="5764" y="7647"/>
                  </a:lnTo>
                  <a:lnTo>
                    <a:pt x="5931" y="7557"/>
                  </a:lnTo>
                  <a:lnTo>
                    <a:pt x="6097" y="7467"/>
                  </a:lnTo>
                  <a:lnTo>
                    <a:pt x="6264" y="7352"/>
                  </a:lnTo>
                  <a:lnTo>
                    <a:pt x="6417" y="7250"/>
                  </a:lnTo>
                  <a:lnTo>
                    <a:pt x="6571" y="7121"/>
                  </a:lnTo>
                  <a:lnTo>
                    <a:pt x="6725" y="6993"/>
                  </a:lnTo>
                  <a:lnTo>
                    <a:pt x="6866" y="6865"/>
                  </a:lnTo>
                  <a:lnTo>
                    <a:pt x="6994" y="6724"/>
                  </a:lnTo>
                  <a:lnTo>
                    <a:pt x="7122" y="6584"/>
                  </a:lnTo>
                  <a:lnTo>
                    <a:pt x="7237" y="6430"/>
                  </a:lnTo>
                  <a:lnTo>
                    <a:pt x="7352" y="6276"/>
                  </a:lnTo>
                  <a:lnTo>
                    <a:pt x="7455" y="6110"/>
                  </a:lnTo>
                  <a:lnTo>
                    <a:pt x="7557" y="5943"/>
                  </a:lnTo>
                  <a:lnTo>
                    <a:pt x="7647" y="5764"/>
                  </a:lnTo>
                  <a:lnTo>
                    <a:pt x="7724" y="5585"/>
                  </a:lnTo>
                  <a:lnTo>
                    <a:pt x="7788" y="5405"/>
                  </a:lnTo>
                  <a:lnTo>
                    <a:pt x="7852" y="5213"/>
                  </a:lnTo>
                  <a:lnTo>
                    <a:pt x="7916" y="5034"/>
                  </a:lnTo>
                  <a:lnTo>
                    <a:pt x="7954" y="4829"/>
                  </a:lnTo>
                  <a:lnTo>
                    <a:pt x="7993" y="4637"/>
                  </a:lnTo>
                  <a:lnTo>
                    <a:pt x="8018" y="4432"/>
                  </a:lnTo>
                  <a:lnTo>
                    <a:pt x="8031" y="4227"/>
                  </a:lnTo>
                  <a:lnTo>
                    <a:pt x="8031" y="4022"/>
                  </a:lnTo>
                  <a:lnTo>
                    <a:pt x="8031" y="3817"/>
                  </a:lnTo>
                  <a:lnTo>
                    <a:pt x="8018" y="3612"/>
                  </a:lnTo>
                  <a:lnTo>
                    <a:pt x="7993" y="3407"/>
                  </a:lnTo>
                  <a:lnTo>
                    <a:pt x="7954" y="3215"/>
                  </a:lnTo>
                  <a:lnTo>
                    <a:pt x="7916" y="3023"/>
                  </a:lnTo>
                  <a:lnTo>
                    <a:pt x="7852" y="2831"/>
                  </a:lnTo>
                  <a:lnTo>
                    <a:pt x="7788" y="2639"/>
                  </a:lnTo>
                  <a:lnTo>
                    <a:pt x="7724" y="2459"/>
                  </a:lnTo>
                  <a:lnTo>
                    <a:pt x="7647" y="2280"/>
                  </a:lnTo>
                  <a:lnTo>
                    <a:pt x="7557" y="2101"/>
                  </a:lnTo>
                  <a:lnTo>
                    <a:pt x="7455" y="1934"/>
                  </a:lnTo>
                  <a:lnTo>
                    <a:pt x="7352" y="1781"/>
                  </a:lnTo>
                  <a:lnTo>
                    <a:pt x="7237" y="1614"/>
                  </a:lnTo>
                  <a:lnTo>
                    <a:pt x="7122" y="1460"/>
                  </a:lnTo>
                  <a:lnTo>
                    <a:pt x="6994" y="1319"/>
                  </a:lnTo>
                  <a:lnTo>
                    <a:pt x="6866" y="1179"/>
                  </a:lnTo>
                  <a:lnTo>
                    <a:pt x="6725" y="1051"/>
                  </a:lnTo>
                  <a:lnTo>
                    <a:pt x="6571" y="922"/>
                  </a:lnTo>
                  <a:lnTo>
                    <a:pt x="6417" y="807"/>
                  </a:lnTo>
                  <a:lnTo>
                    <a:pt x="6264" y="692"/>
                  </a:lnTo>
                  <a:lnTo>
                    <a:pt x="6097" y="589"/>
                  </a:lnTo>
                  <a:lnTo>
                    <a:pt x="5931" y="487"/>
                  </a:lnTo>
                  <a:lnTo>
                    <a:pt x="5764" y="397"/>
                  </a:lnTo>
                  <a:lnTo>
                    <a:pt x="5585" y="320"/>
                  </a:lnTo>
                  <a:lnTo>
                    <a:pt x="5405" y="244"/>
                  </a:lnTo>
                  <a:lnTo>
                    <a:pt x="5213" y="180"/>
                  </a:lnTo>
                  <a:lnTo>
                    <a:pt x="5021" y="128"/>
                  </a:lnTo>
                  <a:lnTo>
                    <a:pt x="4829" y="90"/>
                  </a:lnTo>
                  <a:lnTo>
                    <a:pt x="4624" y="52"/>
                  </a:lnTo>
                  <a:lnTo>
                    <a:pt x="4432" y="26"/>
                  </a:lnTo>
                  <a:lnTo>
                    <a:pt x="4227" y="13"/>
                  </a:lnTo>
                  <a:lnTo>
                    <a:pt x="402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46"/>
            <p:cNvSpPr/>
            <p:nvPr/>
          </p:nvSpPr>
          <p:spPr>
            <a:xfrm>
              <a:off x="1788900" y="1120025"/>
              <a:ext cx="65025" cy="65025"/>
            </a:xfrm>
            <a:custGeom>
              <a:avLst/>
              <a:gdLst/>
              <a:ahLst/>
              <a:cxnLst/>
              <a:rect l="l" t="t" r="r" b="b"/>
              <a:pathLst>
                <a:path w="2601" h="2601" extrusionOk="0">
                  <a:moveTo>
                    <a:pt x="1166" y="0"/>
                  </a:moveTo>
                  <a:lnTo>
                    <a:pt x="1038" y="26"/>
                  </a:lnTo>
                  <a:lnTo>
                    <a:pt x="910" y="51"/>
                  </a:lnTo>
                  <a:lnTo>
                    <a:pt x="795" y="102"/>
                  </a:lnTo>
                  <a:lnTo>
                    <a:pt x="680" y="154"/>
                  </a:lnTo>
                  <a:lnTo>
                    <a:pt x="577" y="218"/>
                  </a:lnTo>
                  <a:lnTo>
                    <a:pt x="475" y="295"/>
                  </a:lnTo>
                  <a:lnTo>
                    <a:pt x="385" y="384"/>
                  </a:lnTo>
                  <a:lnTo>
                    <a:pt x="295" y="474"/>
                  </a:lnTo>
                  <a:lnTo>
                    <a:pt x="219" y="576"/>
                  </a:lnTo>
                  <a:lnTo>
                    <a:pt x="155" y="679"/>
                  </a:lnTo>
                  <a:lnTo>
                    <a:pt x="103" y="794"/>
                  </a:lnTo>
                  <a:lnTo>
                    <a:pt x="65" y="909"/>
                  </a:lnTo>
                  <a:lnTo>
                    <a:pt x="26" y="1037"/>
                  </a:lnTo>
                  <a:lnTo>
                    <a:pt x="14" y="1166"/>
                  </a:lnTo>
                  <a:lnTo>
                    <a:pt x="1" y="1294"/>
                  </a:lnTo>
                  <a:lnTo>
                    <a:pt x="14" y="1435"/>
                  </a:lnTo>
                  <a:lnTo>
                    <a:pt x="26" y="1563"/>
                  </a:lnTo>
                  <a:lnTo>
                    <a:pt x="65" y="1691"/>
                  </a:lnTo>
                  <a:lnTo>
                    <a:pt x="103" y="1806"/>
                  </a:lnTo>
                  <a:lnTo>
                    <a:pt x="155" y="1921"/>
                  </a:lnTo>
                  <a:lnTo>
                    <a:pt x="219" y="2024"/>
                  </a:lnTo>
                  <a:lnTo>
                    <a:pt x="295" y="2126"/>
                  </a:lnTo>
                  <a:lnTo>
                    <a:pt x="385" y="2216"/>
                  </a:lnTo>
                  <a:lnTo>
                    <a:pt x="475" y="2305"/>
                  </a:lnTo>
                  <a:lnTo>
                    <a:pt x="577" y="2382"/>
                  </a:lnTo>
                  <a:lnTo>
                    <a:pt x="680" y="2446"/>
                  </a:lnTo>
                  <a:lnTo>
                    <a:pt x="795" y="2498"/>
                  </a:lnTo>
                  <a:lnTo>
                    <a:pt x="910" y="2536"/>
                  </a:lnTo>
                  <a:lnTo>
                    <a:pt x="1038" y="2574"/>
                  </a:lnTo>
                  <a:lnTo>
                    <a:pt x="1166" y="2600"/>
                  </a:lnTo>
                  <a:lnTo>
                    <a:pt x="1435" y="2600"/>
                  </a:lnTo>
                  <a:lnTo>
                    <a:pt x="1563" y="2574"/>
                  </a:lnTo>
                  <a:lnTo>
                    <a:pt x="1691" y="2536"/>
                  </a:lnTo>
                  <a:lnTo>
                    <a:pt x="1807" y="2498"/>
                  </a:lnTo>
                  <a:lnTo>
                    <a:pt x="1922" y="2446"/>
                  </a:lnTo>
                  <a:lnTo>
                    <a:pt x="2024" y="2382"/>
                  </a:lnTo>
                  <a:lnTo>
                    <a:pt x="2127" y="2305"/>
                  </a:lnTo>
                  <a:lnTo>
                    <a:pt x="2217" y="2216"/>
                  </a:lnTo>
                  <a:lnTo>
                    <a:pt x="2306" y="2126"/>
                  </a:lnTo>
                  <a:lnTo>
                    <a:pt x="2383" y="2024"/>
                  </a:lnTo>
                  <a:lnTo>
                    <a:pt x="2447" y="1921"/>
                  </a:lnTo>
                  <a:lnTo>
                    <a:pt x="2498" y="1806"/>
                  </a:lnTo>
                  <a:lnTo>
                    <a:pt x="2550" y="1691"/>
                  </a:lnTo>
                  <a:lnTo>
                    <a:pt x="2575" y="1563"/>
                  </a:lnTo>
                  <a:lnTo>
                    <a:pt x="2601" y="1435"/>
                  </a:lnTo>
                  <a:lnTo>
                    <a:pt x="2601" y="1294"/>
                  </a:lnTo>
                  <a:lnTo>
                    <a:pt x="2601" y="1166"/>
                  </a:lnTo>
                  <a:lnTo>
                    <a:pt x="2575" y="1037"/>
                  </a:lnTo>
                  <a:lnTo>
                    <a:pt x="2550" y="909"/>
                  </a:lnTo>
                  <a:lnTo>
                    <a:pt x="2498" y="794"/>
                  </a:lnTo>
                  <a:lnTo>
                    <a:pt x="2447" y="679"/>
                  </a:lnTo>
                  <a:lnTo>
                    <a:pt x="2383" y="576"/>
                  </a:lnTo>
                  <a:lnTo>
                    <a:pt x="2306" y="474"/>
                  </a:lnTo>
                  <a:lnTo>
                    <a:pt x="2217" y="384"/>
                  </a:lnTo>
                  <a:lnTo>
                    <a:pt x="2127" y="295"/>
                  </a:lnTo>
                  <a:lnTo>
                    <a:pt x="2024" y="218"/>
                  </a:lnTo>
                  <a:lnTo>
                    <a:pt x="1922" y="154"/>
                  </a:lnTo>
                  <a:lnTo>
                    <a:pt x="1807" y="102"/>
                  </a:lnTo>
                  <a:lnTo>
                    <a:pt x="1691" y="51"/>
                  </a:lnTo>
                  <a:lnTo>
                    <a:pt x="1563" y="26"/>
                  </a:lnTo>
                  <a:lnTo>
                    <a:pt x="143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46"/>
            <p:cNvSpPr/>
            <p:nvPr/>
          </p:nvSpPr>
          <p:spPr>
            <a:xfrm>
              <a:off x="2186600" y="1203900"/>
              <a:ext cx="65025" cy="65025"/>
            </a:xfrm>
            <a:custGeom>
              <a:avLst/>
              <a:gdLst/>
              <a:ahLst/>
              <a:cxnLst/>
              <a:rect l="l" t="t" r="r" b="b"/>
              <a:pathLst>
                <a:path w="2601" h="2601" extrusionOk="0">
                  <a:moveTo>
                    <a:pt x="1294" y="1"/>
                  </a:moveTo>
                  <a:lnTo>
                    <a:pt x="1166" y="14"/>
                  </a:lnTo>
                  <a:lnTo>
                    <a:pt x="1038" y="26"/>
                  </a:lnTo>
                  <a:lnTo>
                    <a:pt x="910" y="65"/>
                  </a:lnTo>
                  <a:lnTo>
                    <a:pt x="794" y="103"/>
                  </a:lnTo>
                  <a:lnTo>
                    <a:pt x="679" y="167"/>
                  </a:lnTo>
                  <a:lnTo>
                    <a:pt x="577" y="231"/>
                  </a:lnTo>
                  <a:lnTo>
                    <a:pt x="474" y="295"/>
                  </a:lnTo>
                  <a:lnTo>
                    <a:pt x="384" y="385"/>
                  </a:lnTo>
                  <a:lnTo>
                    <a:pt x="295" y="475"/>
                  </a:lnTo>
                  <a:lnTo>
                    <a:pt x="218" y="577"/>
                  </a:lnTo>
                  <a:lnTo>
                    <a:pt x="154" y="680"/>
                  </a:lnTo>
                  <a:lnTo>
                    <a:pt x="103" y="795"/>
                  </a:lnTo>
                  <a:lnTo>
                    <a:pt x="51" y="923"/>
                  </a:lnTo>
                  <a:lnTo>
                    <a:pt x="26" y="1038"/>
                  </a:lnTo>
                  <a:lnTo>
                    <a:pt x="0" y="1166"/>
                  </a:lnTo>
                  <a:lnTo>
                    <a:pt x="0" y="1307"/>
                  </a:lnTo>
                  <a:lnTo>
                    <a:pt x="0" y="1435"/>
                  </a:lnTo>
                  <a:lnTo>
                    <a:pt x="26" y="1563"/>
                  </a:lnTo>
                  <a:lnTo>
                    <a:pt x="51" y="1691"/>
                  </a:lnTo>
                  <a:lnTo>
                    <a:pt x="103" y="1807"/>
                  </a:lnTo>
                  <a:lnTo>
                    <a:pt x="154" y="1922"/>
                  </a:lnTo>
                  <a:lnTo>
                    <a:pt x="218" y="2037"/>
                  </a:lnTo>
                  <a:lnTo>
                    <a:pt x="295" y="2127"/>
                  </a:lnTo>
                  <a:lnTo>
                    <a:pt x="384" y="2229"/>
                  </a:lnTo>
                  <a:lnTo>
                    <a:pt x="474" y="2306"/>
                  </a:lnTo>
                  <a:lnTo>
                    <a:pt x="577" y="2383"/>
                  </a:lnTo>
                  <a:lnTo>
                    <a:pt x="679" y="2447"/>
                  </a:lnTo>
                  <a:lnTo>
                    <a:pt x="794" y="2498"/>
                  </a:lnTo>
                  <a:lnTo>
                    <a:pt x="910" y="2549"/>
                  </a:lnTo>
                  <a:lnTo>
                    <a:pt x="1038" y="2575"/>
                  </a:lnTo>
                  <a:lnTo>
                    <a:pt x="1166" y="2601"/>
                  </a:lnTo>
                  <a:lnTo>
                    <a:pt x="1435" y="2601"/>
                  </a:lnTo>
                  <a:lnTo>
                    <a:pt x="1563" y="2575"/>
                  </a:lnTo>
                  <a:lnTo>
                    <a:pt x="1691" y="2549"/>
                  </a:lnTo>
                  <a:lnTo>
                    <a:pt x="1806" y="2498"/>
                  </a:lnTo>
                  <a:lnTo>
                    <a:pt x="1921" y="2447"/>
                  </a:lnTo>
                  <a:lnTo>
                    <a:pt x="2024" y="2383"/>
                  </a:lnTo>
                  <a:lnTo>
                    <a:pt x="2126" y="2306"/>
                  </a:lnTo>
                  <a:lnTo>
                    <a:pt x="2216" y="2229"/>
                  </a:lnTo>
                  <a:lnTo>
                    <a:pt x="2306" y="2127"/>
                  </a:lnTo>
                  <a:lnTo>
                    <a:pt x="2382" y="2037"/>
                  </a:lnTo>
                  <a:lnTo>
                    <a:pt x="2446" y="1922"/>
                  </a:lnTo>
                  <a:lnTo>
                    <a:pt x="2498" y="1807"/>
                  </a:lnTo>
                  <a:lnTo>
                    <a:pt x="2536" y="1691"/>
                  </a:lnTo>
                  <a:lnTo>
                    <a:pt x="2575" y="1563"/>
                  </a:lnTo>
                  <a:lnTo>
                    <a:pt x="2587" y="1435"/>
                  </a:lnTo>
                  <a:lnTo>
                    <a:pt x="2600" y="1307"/>
                  </a:lnTo>
                  <a:lnTo>
                    <a:pt x="2587" y="1166"/>
                  </a:lnTo>
                  <a:lnTo>
                    <a:pt x="2575" y="1038"/>
                  </a:lnTo>
                  <a:lnTo>
                    <a:pt x="2536" y="923"/>
                  </a:lnTo>
                  <a:lnTo>
                    <a:pt x="2498" y="795"/>
                  </a:lnTo>
                  <a:lnTo>
                    <a:pt x="2446" y="680"/>
                  </a:lnTo>
                  <a:lnTo>
                    <a:pt x="2382" y="577"/>
                  </a:lnTo>
                  <a:lnTo>
                    <a:pt x="2306" y="475"/>
                  </a:lnTo>
                  <a:lnTo>
                    <a:pt x="2216" y="385"/>
                  </a:lnTo>
                  <a:lnTo>
                    <a:pt x="2126" y="295"/>
                  </a:lnTo>
                  <a:lnTo>
                    <a:pt x="2024" y="231"/>
                  </a:lnTo>
                  <a:lnTo>
                    <a:pt x="1921" y="167"/>
                  </a:lnTo>
                  <a:lnTo>
                    <a:pt x="1806" y="103"/>
                  </a:lnTo>
                  <a:lnTo>
                    <a:pt x="1691" y="65"/>
                  </a:lnTo>
                  <a:lnTo>
                    <a:pt x="1563" y="26"/>
                  </a:lnTo>
                  <a:lnTo>
                    <a:pt x="1435" y="14"/>
                  </a:lnTo>
                  <a:lnTo>
                    <a:pt x="129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46"/>
            <p:cNvSpPr/>
            <p:nvPr/>
          </p:nvSpPr>
          <p:spPr>
            <a:xfrm>
              <a:off x="1267625" y="1686125"/>
              <a:ext cx="65025" cy="65025"/>
            </a:xfrm>
            <a:custGeom>
              <a:avLst/>
              <a:gdLst/>
              <a:ahLst/>
              <a:cxnLst/>
              <a:rect l="l" t="t" r="r" b="b"/>
              <a:pathLst>
                <a:path w="2601" h="2601" extrusionOk="0">
                  <a:moveTo>
                    <a:pt x="1166" y="0"/>
                  </a:moveTo>
                  <a:lnTo>
                    <a:pt x="1038" y="26"/>
                  </a:lnTo>
                  <a:lnTo>
                    <a:pt x="923" y="52"/>
                  </a:lnTo>
                  <a:lnTo>
                    <a:pt x="795" y="103"/>
                  </a:lnTo>
                  <a:lnTo>
                    <a:pt x="679" y="154"/>
                  </a:lnTo>
                  <a:lnTo>
                    <a:pt x="577" y="218"/>
                  </a:lnTo>
                  <a:lnTo>
                    <a:pt x="475" y="295"/>
                  </a:lnTo>
                  <a:lnTo>
                    <a:pt x="385" y="385"/>
                  </a:lnTo>
                  <a:lnTo>
                    <a:pt x="295" y="474"/>
                  </a:lnTo>
                  <a:lnTo>
                    <a:pt x="231" y="577"/>
                  </a:lnTo>
                  <a:lnTo>
                    <a:pt x="167" y="679"/>
                  </a:lnTo>
                  <a:lnTo>
                    <a:pt x="103" y="794"/>
                  </a:lnTo>
                  <a:lnTo>
                    <a:pt x="65" y="910"/>
                  </a:lnTo>
                  <a:lnTo>
                    <a:pt x="26" y="1038"/>
                  </a:lnTo>
                  <a:lnTo>
                    <a:pt x="13" y="1166"/>
                  </a:lnTo>
                  <a:lnTo>
                    <a:pt x="1" y="1294"/>
                  </a:lnTo>
                  <a:lnTo>
                    <a:pt x="13" y="1435"/>
                  </a:lnTo>
                  <a:lnTo>
                    <a:pt x="26" y="1563"/>
                  </a:lnTo>
                  <a:lnTo>
                    <a:pt x="65" y="1691"/>
                  </a:lnTo>
                  <a:lnTo>
                    <a:pt x="103" y="1806"/>
                  </a:lnTo>
                  <a:lnTo>
                    <a:pt x="167" y="1922"/>
                  </a:lnTo>
                  <a:lnTo>
                    <a:pt x="231" y="2024"/>
                  </a:lnTo>
                  <a:lnTo>
                    <a:pt x="295" y="2126"/>
                  </a:lnTo>
                  <a:lnTo>
                    <a:pt x="385" y="2216"/>
                  </a:lnTo>
                  <a:lnTo>
                    <a:pt x="475" y="2306"/>
                  </a:lnTo>
                  <a:lnTo>
                    <a:pt x="577" y="2383"/>
                  </a:lnTo>
                  <a:lnTo>
                    <a:pt x="679" y="2447"/>
                  </a:lnTo>
                  <a:lnTo>
                    <a:pt x="795" y="2498"/>
                  </a:lnTo>
                  <a:lnTo>
                    <a:pt x="923" y="2536"/>
                  </a:lnTo>
                  <a:lnTo>
                    <a:pt x="1038" y="2575"/>
                  </a:lnTo>
                  <a:lnTo>
                    <a:pt x="1166" y="2600"/>
                  </a:lnTo>
                  <a:lnTo>
                    <a:pt x="1435" y="2600"/>
                  </a:lnTo>
                  <a:lnTo>
                    <a:pt x="1563" y="2575"/>
                  </a:lnTo>
                  <a:lnTo>
                    <a:pt x="1691" y="2536"/>
                  </a:lnTo>
                  <a:lnTo>
                    <a:pt x="1807" y="2498"/>
                  </a:lnTo>
                  <a:lnTo>
                    <a:pt x="1922" y="2447"/>
                  </a:lnTo>
                  <a:lnTo>
                    <a:pt x="2037" y="2383"/>
                  </a:lnTo>
                  <a:lnTo>
                    <a:pt x="2127" y="2306"/>
                  </a:lnTo>
                  <a:lnTo>
                    <a:pt x="2229" y="2216"/>
                  </a:lnTo>
                  <a:lnTo>
                    <a:pt x="2306" y="2126"/>
                  </a:lnTo>
                  <a:lnTo>
                    <a:pt x="2383" y="2024"/>
                  </a:lnTo>
                  <a:lnTo>
                    <a:pt x="2447" y="1922"/>
                  </a:lnTo>
                  <a:lnTo>
                    <a:pt x="2498" y="1806"/>
                  </a:lnTo>
                  <a:lnTo>
                    <a:pt x="2549" y="1691"/>
                  </a:lnTo>
                  <a:lnTo>
                    <a:pt x="2575" y="1563"/>
                  </a:lnTo>
                  <a:lnTo>
                    <a:pt x="2601" y="1435"/>
                  </a:lnTo>
                  <a:lnTo>
                    <a:pt x="2601" y="1294"/>
                  </a:lnTo>
                  <a:lnTo>
                    <a:pt x="2601" y="1166"/>
                  </a:lnTo>
                  <a:lnTo>
                    <a:pt x="2575" y="1038"/>
                  </a:lnTo>
                  <a:lnTo>
                    <a:pt x="2549" y="910"/>
                  </a:lnTo>
                  <a:lnTo>
                    <a:pt x="2498" y="794"/>
                  </a:lnTo>
                  <a:lnTo>
                    <a:pt x="2447" y="679"/>
                  </a:lnTo>
                  <a:lnTo>
                    <a:pt x="2383" y="577"/>
                  </a:lnTo>
                  <a:lnTo>
                    <a:pt x="2306" y="474"/>
                  </a:lnTo>
                  <a:lnTo>
                    <a:pt x="2229" y="385"/>
                  </a:lnTo>
                  <a:lnTo>
                    <a:pt x="2127" y="295"/>
                  </a:lnTo>
                  <a:lnTo>
                    <a:pt x="2037" y="218"/>
                  </a:lnTo>
                  <a:lnTo>
                    <a:pt x="1922" y="154"/>
                  </a:lnTo>
                  <a:lnTo>
                    <a:pt x="1807" y="103"/>
                  </a:lnTo>
                  <a:lnTo>
                    <a:pt x="1691" y="52"/>
                  </a:lnTo>
                  <a:lnTo>
                    <a:pt x="1563" y="26"/>
                  </a:lnTo>
                  <a:lnTo>
                    <a:pt x="143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46"/>
            <p:cNvSpPr/>
            <p:nvPr/>
          </p:nvSpPr>
          <p:spPr>
            <a:xfrm>
              <a:off x="1183750" y="2118075"/>
              <a:ext cx="65000" cy="65025"/>
            </a:xfrm>
            <a:custGeom>
              <a:avLst/>
              <a:gdLst/>
              <a:ahLst/>
              <a:cxnLst/>
              <a:rect l="l" t="t" r="r" b="b"/>
              <a:pathLst>
                <a:path w="2600" h="2601" extrusionOk="0">
                  <a:moveTo>
                    <a:pt x="1166" y="0"/>
                  </a:moveTo>
                  <a:lnTo>
                    <a:pt x="1037" y="26"/>
                  </a:lnTo>
                  <a:lnTo>
                    <a:pt x="909" y="51"/>
                  </a:lnTo>
                  <a:lnTo>
                    <a:pt x="794" y="103"/>
                  </a:lnTo>
                  <a:lnTo>
                    <a:pt x="679" y="154"/>
                  </a:lnTo>
                  <a:lnTo>
                    <a:pt x="576" y="218"/>
                  </a:lnTo>
                  <a:lnTo>
                    <a:pt x="474" y="295"/>
                  </a:lnTo>
                  <a:lnTo>
                    <a:pt x="384" y="372"/>
                  </a:lnTo>
                  <a:lnTo>
                    <a:pt x="295" y="474"/>
                  </a:lnTo>
                  <a:lnTo>
                    <a:pt x="218" y="564"/>
                  </a:lnTo>
                  <a:lnTo>
                    <a:pt x="154" y="679"/>
                  </a:lnTo>
                  <a:lnTo>
                    <a:pt x="102" y="794"/>
                  </a:lnTo>
                  <a:lnTo>
                    <a:pt x="51" y="910"/>
                  </a:lnTo>
                  <a:lnTo>
                    <a:pt x="26" y="1038"/>
                  </a:lnTo>
                  <a:lnTo>
                    <a:pt x="0" y="1166"/>
                  </a:lnTo>
                  <a:lnTo>
                    <a:pt x="0" y="1294"/>
                  </a:lnTo>
                  <a:lnTo>
                    <a:pt x="0" y="1435"/>
                  </a:lnTo>
                  <a:lnTo>
                    <a:pt x="26" y="1563"/>
                  </a:lnTo>
                  <a:lnTo>
                    <a:pt x="51" y="1678"/>
                  </a:lnTo>
                  <a:lnTo>
                    <a:pt x="102" y="1806"/>
                  </a:lnTo>
                  <a:lnTo>
                    <a:pt x="154" y="1921"/>
                  </a:lnTo>
                  <a:lnTo>
                    <a:pt x="218" y="2024"/>
                  </a:lnTo>
                  <a:lnTo>
                    <a:pt x="295" y="2126"/>
                  </a:lnTo>
                  <a:lnTo>
                    <a:pt x="384" y="2216"/>
                  </a:lnTo>
                  <a:lnTo>
                    <a:pt x="474" y="2306"/>
                  </a:lnTo>
                  <a:lnTo>
                    <a:pt x="576" y="2370"/>
                  </a:lnTo>
                  <a:lnTo>
                    <a:pt x="679" y="2447"/>
                  </a:lnTo>
                  <a:lnTo>
                    <a:pt x="794" y="2498"/>
                  </a:lnTo>
                  <a:lnTo>
                    <a:pt x="909" y="2536"/>
                  </a:lnTo>
                  <a:lnTo>
                    <a:pt x="1037" y="2575"/>
                  </a:lnTo>
                  <a:lnTo>
                    <a:pt x="1166" y="2587"/>
                  </a:lnTo>
                  <a:lnTo>
                    <a:pt x="1306" y="2600"/>
                  </a:lnTo>
                  <a:lnTo>
                    <a:pt x="1434" y="2587"/>
                  </a:lnTo>
                  <a:lnTo>
                    <a:pt x="1563" y="2575"/>
                  </a:lnTo>
                  <a:lnTo>
                    <a:pt x="1691" y="2536"/>
                  </a:lnTo>
                  <a:lnTo>
                    <a:pt x="1806" y="2498"/>
                  </a:lnTo>
                  <a:lnTo>
                    <a:pt x="1921" y="2447"/>
                  </a:lnTo>
                  <a:lnTo>
                    <a:pt x="2024" y="2370"/>
                  </a:lnTo>
                  <a:lnTo>
                    <a:pt x="2126" y="2306"/>
                  </a:lnTo>
                  <a:lnTo>
                    <a:pt x="2216" y="2216"/>
                  </a:lnTo>
                  <a:lnTo>
                    <a:pt x="2305" y="2126"/>
                  </a:lnTo>
                  <a:lnTo>
                    <a:pt x="2382" y="2024"/>
                  </a:lnTo>
                  <a:lnTo>
                    <a:pt x="2446" y="1921"/>
                  </a:lnTo>
                  <a:lnTo>
                    <a:pt x="2498" y="1806"/>
                  </a:lnTo>
                  <a:lnTo>
                    <a:pt x="2549" y="1678"/>
                  </a:lnTo>
                  <a:lnTo>
                    <a:pt x="2574" y="1563"/>
                  </a:lnTo>
                  <a:lnTo>
                    <a:pt x="2600" y="1435"/>
                  </a:lnTo>
                  <a:lnTo>
                    <a:pt x="2600" y="1294"/>
                  </a:lnTo>
                  <a:lnTo>
                    <a:pt x="2600" y="1166"/>
                  </a:lnTo>
                  <a:lnTo>
                    <a:pt x="2574" y="1038"/>
                  </a:lnTo>
                  <a:lnTo>
                    <a:pt x="2549" y="910"/>
                  </a:lnTo>
                  <a:lnTo>
                    <a:pt x="2498" y="794"/>
                  </a:lnTo>
                  <a:lnTo>
                    <a:pt x="2446" y="679"/>
                  </a:lnTo>
                  <a:lnTo>
                    <a:pt x="2382" y="564"/>
                  </a:lnTo>
                  <a:lnTo>
                    <a:pt x="2305" y="474"/>
                  </a:lnTo>
                  <a:lnTo>
                    <a:pt x="2216" y="372"/>
                  </a:lnTo>
                  <a:lnTo>
                    <a:pt x="2126" y="295"/>
                  </a:lnTo>
                  <a:lnTo>
                    <a:pt x="2024" y="218"/>
                  </a:lnTo>
                  <a:lnTo>
                    <a:pt x="1921" y="154"/>
                  </a:lnTo>
                  <a:lnTo>
                    <a:pt x="1806" y="103"/>
                  </a:lnTo>
                  <a:lnTo>
                    <a:pt x="1691" y="51"/>
                  </a:lnTo>
                  <a:lnTo>
                    <a:pt x="1563" y="26"/>
                  </a:lnTo>
                  <a:lnTo>
                    <a:pt x="14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46"/>
            <p:cNvSpPr/>
            <p:nvPr/>
          </p:nvSpPr>
          <p:spPr>
            <a:xfrm>
              <a:off x="1544600" y="2156800"/>
              <a:ext cx="65025" cy="65350"/>
            </a:xfrm>
            <a:custGeom>
              <a:avLst/>
              <a:gdLst/>
              <a:ahLst/>
              <a:cxnLst/>
              <a:rect l="l" t="t" r="r" b="b"/>
              <a:pathLst>
                <a:path w="2601" h="2614" extrusionOk="0">
                  <a:moveTo>
                    <a:pt x="1294" y="1"/>
                  </a:moveTo>
                  <a:lnTo>
                    <a:pt x="1166" y="14"/>
                  </a:lnTo>
                  <a:lnTo>
                    <a:pt x="1038" y="27"/>
                  </a:lnTo>
                  <a:lnTo>
                    <a:pt x="910" y="65"/>
                  </a:lnTo>
                  <a:lnTo>
                    <a:pt x="795" y="103"/>
                  </a:lnTo>
                  <a:lnTo>
                    <a:pt x="679" y="167"/>
                  </a:lnTo>
                  <a:lnTo>
                    <a:pt x="564" y="232"/>
                  </a:lnTo>
                  <a:lnTo>
                    <a:pt x="474" y="308"/>
                  </a:lnTo>
                  <a:lnTo>
                    <a:pt x="372" y="385"/>
                  </a:lnTo>
                  <a:lnTo>
                    <a:pt x="295" y="475"/>
                  </a:lnTo>
                  <a:lnTo>
                    <a:pt x="218" y="577"/>
                  </a:lnTo>
                  <a:lnTo>
                    <a:pt x="154" y="693"/>
                  </a:lnTo>
                  <a:lnTo>
                    <a:pt x="103" y="795"/>
                  </a:lnTo>
                  <a:lnTo>
                    <a:pt x="52" y="923"/>
                  </a:lnTo>
                  <a:lnTo>
                    <a:pt x="26" y="1038"/>
                  </a:lnTo>
                  <a:lnTo>
                    <a:pt x="0" y="1179"/>
                  </a:lnTo>
                  <a:lnTo>
                    <a:pt x="0" y="1307"/>
                  </a:lnTo>
                  <a:lnTo>
                    <a:pt x="0" y="1435"/>
                  </a:lnTo>
                  <a:lnTo>
                    <a:pt x="26" y="1564"/>
                  </a:lnTo>
                  <a:lnTo>
                    <a:pt x="52" y="1692"/>
                  </a:lnTo>
                  <a:lnTo>
                    <a:pt x="103" y="1807"/>
                  </a:lnTo>
                  <a:lnTo>
                    <a:pt x="154" y="1922"/>
                  </a:lnTo>
                  <a:lnTo>
                    <a:pt x="218" y="2037"/>
                  </a:lnTo>
                  <a:lnTo>
                    <a:pt x="295" y="2140"/>
                  </a:lnTo>
                  <a:lnTo>
                    <a:pt x="372" y="2230"/>
                  </a:lnTo>
                  <a:lnTo>
                    <a:pt x="474" y="2306"/>
                  </a:lnTo>
                  <a:lnTo>
                    <a:pt x="564" y="2383"/>
                  </a:lnTo>
                  <a:lnTo>
                    <a:pt x="679" y="2447"/>
                  </a:lnTo>
                  <a:lnTo>
                    <a:pt x="795" y="2511"/>
                  </a:lnTo>
                  <a:lnTo>
                    <a:pt x="910" y="2550"/>
                  </a:lnTo>
                  <a:lnTo>
                    <a:pt x="1038" y="2575"/>
                  </a:lnTo>
                  <a:lnTo>
                    <a:pt x="1166" y="2601"/>
                  </a:lnTo>
                  <a:lnTo>
                    <a:pt x="1294" y="2614"/>
                  </a:lnTo>
                  <a:lnTo>
                    <a:pt x="1435" y="2601"/>
                  </a:lnTo>
                  <a:lnTo>
                    <a:pt x="1563" y="2575"/>
                  </a:lnTo>
                  <a:lnTo>
                    <a:pt x="1678" y="2550"/>
                  </a:lnTo>
                  <a:lnTo>
                    <a:pt x="1806" y="2511"/>
                  </a:lnTo>
                  <a:lnTo>
                    <a:pt x="1922" y="2447"/>
                  </a:lnTo>
                  <a:lnTo>
                    <a:pt x="2024" y="2383"/>
                  </a:lnTo>
                  <a:lnTo>
                    <a:pt x="2127" y="2306"/>
                  </a:lnTo>
                  <a:lnTo>
                    <a:pt x="2216" y="2230"/>
                  </a:lnTo>
                  <a:lnTo>
                    <a:pt x="2306" y="2140"/>
                  </a:lnTo>
                  <a:lnTo>
                    <a:pt x="2370" y="2037"/>
                  </a:lnTo>
                  <a:lnTo>
                    <a:pt x="2447" y="1922"/>
                  </a:lnTo>
                  <a:lnTo>
                    <a:pt x="2498" y="1807"/>
                  </a:lnTo>
                  <a:lnTo>
                    <a:pt x="2536" y="1692"/>
                  </a:lnTo>
                  <a:lnTo>
                    <a:pt x="2575" y="1564"/>
                  </a:lnTo>
                  <a:lnTo>
                    <a:pt x="2588" y="1435"/>
                  </a:lnTo>
                  <a:lnTo>
                    <a:pt x="2600" y="1307"/>
                  </a:lnTo>
                  <a:lnTo>
                    <a:pt x="2588" y="1179"/>
                  </a:lnTo>
                  <a:lnTo>
                    <a:pt x="2575" y="1038"/>
                  </a:lnTo>
                  <a:lnTo>
                    <a:pt x="2536" y="923"/>
                  </a:lnTo>
                  <a:lnTo>
                    <a:pt x="2498" y="795"/>
                  </a:lnTo>
                  <a:lnTo>
                    <a:pt x="2447" y="693"/>
                  </a:lnTo>
                  <a:lnTo>
                    <a:pt x="2370" y="577"/>
                  </a:lnTo>
                  <a:lnTo>
                    <a:pt x="2306" y="475"/>
                  </a:lnTo>
                  <a:lnTo>
                    <a:pt x="2216" y="385"/>
                  </a:lnTo>
                  <a:lnTo>
                    <a:pt x="2127" y="308"/>
                  </a:lnTo>
                  <a:lnTo>
                    <a:pt x="2024" y="232"/>
                  </a:lnTo>
                  <a:lnTo>
                    <a:pt x="1922" y="167"/>
                  </a:lnTo>
                  <a:lnTo>
                    <a:pt x="1806" y="103"/>
                  </a:lnTo>
                  <a:lnTo>
                    <a:pt x="1678" y="65"/>
                  </a:lnTo>
                  <a:lnTo>
                    <a:pt x="1563" y="27"/>
                  </a:lnTo>
                  <a:lnTo>
                    <a:pt x="1435" y="14"/>
                  </a:lnTo>
                  <a:lnTo>
                    <a:pt x="129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46"/>
            <p:cNvSpPr/>
            <p:nvPr/>
          </p:nvSpPr>
          <p:spPr>
            <a:xfrm>
              <a:off x="1735125" y="2356300"/>
              <a:ext cx="65025" cy="65350"/>
            </a:xfrm>
            <a:custGeom>
              <a:avLst/>
              <a:gdLst/>
              <a:ahLst/>
              <a:cxnLst/>
              <a:rect l="l" t="t" r="r" b="b"/>
              <a:pathLst>
                <a:path w="2601" h="2614" extrusionOk="0">
                  <a:moveTo>
                    <a:pt x="1294" y="0"/>
                  </a:moveTo>
                  <a:lnTo>
                    <a:pt x="1166" y="13"/>
                  </a:lnTo>
                  <a:lnTo>
                    <a:pt x="1038" y="26"/>
                  </a:lnTo>
                  <a:lnTo>
                    <a:pt x="909" y="64"/>
                  </a:lnTo>
                  <a:lnTo>
                    <a:pt x="794" y="103"/>
                  </a:lnTo>
                  <a:lnTo>
                    <a:pt x="679" y="167"/>
                  </a:lnTo>
                  <a:lnTo>
                    <a:pt x="564" y="231"/>
                  </a:lnTo>
                  <a:lnTo>
                    <a:pt x="474" y="308"/>
                  </a:lnTo>
                  <a:lnTo>
                    <a:pt x="372" y="385"/>
                  </a:lnTo>
                  <a:lnTo>
                    <a:pt x="295" y="474"/>
                  </a:lnTo>
                  <a:lnTo>
                    <a:pt x="218" y="577"/>
                  </a:lnTo>
                  <a:lnTo>
                    <a:pt x="154" y="692"/>
                  </a:lnTo>
                  <a:lnTo>
                    <a:pt x="103" y="794"/>
                  </a:lnTo>
                  <a:lnTo>
                    <a:pt x="51" y="922"/>
                  </a:lnTo>
                  <a:lnTo>
                    <a:pt x="26" y="1051"/>
                  </a:lnTo>
                  <a:lnTo>
                    <a:pt x="0" y="1179"/>
                  </a:lnTo>
                  <a:lnTo>
                    <a:pt x="0" y="1307"/>
                  </a:lnTo>
                  <a:lnTo>
                    <a:pt x="0" y="1435"/>
                  </a:lnTo>
                  <a:lnTo>
                    <a:pt x="26" y="1563"/>
                  </a:lnTo>
                  <a:lnTo>
                    <a:pt x="51" y="1691"/>
                  </a:lnTo>
                  <a:lnTo>
                    <a:pt x="103" y="1819"/>
                  </a:lnTo>
                  <a:lnTo>
                    <a:pt x="154" y="1921"/>
                  </a:lnTo>
                  <a:lnTo>
                    <a:pt x="218" y="2037"/>
                  </a:lnTo>
                  <a:lnTo>
                    <a:pt x="295" y="2139"/>
                  </a:lnTo>
                  <a:lnTo>
                    <a:pt x="372" y="2229"/>
                  </a:lnTo>
                  <a:lnTo>
                    <a:pt x="474" y="2306"/>
                  </a:lnTo>
                  <a:lnTo>
                    <a:pt x="564" y="2383"/>
                  </a:lnTo>
                  <a:lnTo>
                    <a:pt x="679" y="2447"/>
                  </a:lnTo>
                  <a:lnTo>
                    <a:pt x="794" y="2511"/>
                  </a:lnTo>
                  <a:lnTo>
                    <a:pt x="909" y="2549"/>
                  </a:lnTo>
                  <a:lnTo>
                    <a:pt x="1038" y="2588"/>
                  </a:lnTo>
                  <a:lnTo>
                    <a:pt x="1166" y="2600"/>
                  </a:lnTo>
                  <a:lnTo>
                    <a:pt x="1294" y="2613"/>
                  </a:lnTo>
                  <a:lnTo>
                    <a:pt x="1435" y="2600"/>
                  </a:lnTo>
                  <a:lnTo>
                    <a:pt x="1563" y="2588"/>
                  </a:lnTo>
                  <a:lnTo>
                    <a:pt x="1678" y="2549"/>
                  </a:lnTo>
                  <a:lnTo>
                    <a:pt x="1806" y="2511"/>
                  </a:lnTo>
                  <a:lnTo>
                    <a:pt x="1921" y="2447"/>
                  </a:lnTo>
                  <a:lnTo>
                    <a:pt x="2024" y="2383"/>
                  </a:lnTo>
                  <a:lnTo>
                    <a:pt x="2126" y="2306"/>
                  </a:lnTo>
                  <a:lnTo>
                    <a:pt x="2216" y="2229"/>
                  </a:lnTo>
                  <a:lnTo>
                    <a:pt x="2306" y="2139"/>
                  </a:lnTo>
                  <a:lnTo>
                    <a:pt x="2370" y="2037"/>
                  </a:lnTo>
                  <a:lnTo>
                    <a:pt x="2446" y="1921"/>
                  </a:lnTo>
                  <a:lnTo>
                    <a:pt x="2498" y="1819"/>
                  </a:lnTo>
                  <a:lnTo>
                    <a:pt x="2536" y="1691"/>
                  </a:lnTo>
                  <a:lnTo>
                    <a:pt x="2575" y="1563"/>
                  </a:lnTo>
                  <a:lnTo>
                    <a:pt x="2587" y="1435"/>
                  </a:lnTo>
                  <a:lnTo>
                    <a:pt x="2600" y="1307"/>
                  </a:lnTo>
                  <a:lnTo>
                    <a:pt x="2587" y="1179"/>
                  </a:lnTo>
                  <a:lnTo>
                    <a:pt x="2575" y="1051"/>
                  </a:lnTo>
                  <a:lnTo>
                    <a:pt x="2536" y="922"/>
                  </a:lnTo>
                  <a:lnTo>
                    <a:pt x="2498" y="794"/>
                  </a:lnTo>
                  <a:lnTo>
                    <a:pt x="2446" y="692"/>
                  </a:lnTo>
                  <a:lnTo>
                    <a:pt x="2370" y="577"/>
                  </a:lnTo>
                  <a:lnTo>
                    <a:pt x="2306" y="474"/>
                  </a:lnTo>
                  <a:lnTo>
                    <a:pt x="2216" y="385"/>
                  </a:lnTo>
                  <a:lnTo>
                    <a:pt x="2126" y="308"/>
                  </a:lnTo>
                  <a:lnTo>
                    <a:pt x="2024" y="231"/>
                  </a:lnTo>
                  <a:lnTo>
                    <a:pt x="1921" y="167"/>
                  </a:lnTo>
                  <a:lnTo>
                    <a:pt x="1806" y="103"/>
                  </a:lnTo>
                  <a:lnTo>
                    <a:pt x="1678" y="64"/>
                  </a:lnTo>
                  <a:lnTo>
                    <a:pt x="1563" y="26"/>
                  </a:lnTo>
                  <a:lnTo>
                    <a:pt x="1435" y="13"/>
                  </a:lnTo>
                  <a:lnTo>
                    <a:pt x="12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46"/>
            <p:cNvSpPr/>
            <p:nvPr/>
          </p:nvSpPr>
          <p:spPr>
            <a:xfrm>
              <a:off x="2095025" y="2180500"/>
              <a:ext cx="65325" cy="65025"/>
            </a:xfrm>
            <a:custGeom>
              <a:avLst/>
              <a:gdLst/>
              <a:ahLst/>
              <a:cxnLst/>
              <a:rect l="l" t="t" r="r" b="b"/>
              <a:pathLst>
                <a:path w="2613" h="2601" extrusionOk="0">
                  <a:moveTo>
                    <a:pt x="1307" y="1"/>
                  </a:moveTo>
                  <a:lnTo>
                    <a:pt x="1178" y="14"/>
                  </a:lnTo>
                  <a:lnTo>
                    <a:pt x="1038" y="26"/>
                  </a:lnTo>
                  <a:lnTo>
                    <a:pt x="922" y="65"/>
                  </a:lnTo>
                  <a:lnTo>
                    <a:pt x="794" y="103"/>
                  </a:lnTo>
                  <a:lnTo>
                    <a:pt x="692" y="154"/>
                  </a:lnTo>
                  <a:lnTo>
                    <a:pt x="577" y="219"/>
                  </a:lnTo>
                  <a:lnTo>
                    <a:pt x="474" y="295"/>
                  </a:lnTo>
                  <a:lnTo>
                    <a:pt x="384" y="385"/>
                  </a:lnTo>
                  <a:lnTo>
                    <a:pt x="308" y="475"/>
                  </a:lnTo>
                  <a:lnTo>
                    <a:pt x="231" y="577"/>
                  </a:lnTo>
                  <a:lnTo>
                    <a:pt x="167" y="680"/>
                  </a:lnTo>
                  <a:lnTo>
                    <a:pt x="103" y="795"/>
                  </a:lnTo>
                  <a:lnTo>
                    <a:pt x="64" y="923"/>
                  </a:lnTo>
                  <a:lnTo>
                    <a:pt x="26" y="1038"/>
                  </a:lnTo>
                  <a:lnTo>
                    <a:pt x="13" y="1166"/>
                  </a:lnTo>
                  <a:lnTo>
                    <a:pt x="0" y="1307"/>
                  </a:lnTo>
                  <a:lnTo>
                    <a:pt x="13" y="1435"/>
                  </a:lnTo>
                  <a:lnTo>
                    <a:pt x="26" y="1563"/>
                  </a:lnTo>
                  <a:lnTo>
                    <a:pt x="64" y="1691"/>
                  </a:lnTo>
                  <a:lnTo>
                    <a:pt x="103" y="1807"/>
                  </a:lnTo>
                  <a:lnTo>
                    <a:pt x="167" y="1922"/>
                  </a:lnTo>
                  <a:lnTo>
                    <a:pt x="231" y="2037"/>
                  </a:lnTo>
                  <a:lnTo>
                    <a:pt x="308" y="2127"/>
                  </a:lnTo>
                  <a:lnTo>
                    <a:pt x="384" y="2229"/>
                  </a:lnTo>
                  <a:lnTo>
                    <a:pt x="474" y="2306"/>
                  </a:lnTo>
                  <a:lnTo>
                    <a:pt x="577" y="2383"/>
                  </a:lnTo>
                  <a:lnTo>
                    <a:pt x="692" y="2447"/>
                  </a:lnTo>
                  <a:lnTo>
                    <a:pt x="794" y="2498"/>
                  </a:lnTo>
                  <a:lnTo>
                    <a:pt x="922" y="2550"/>
                  </a:lnTo>
                  <a:lnTo>
                    <a:pt x="1038" y="2575"/>
                  </a:lnTo>
                  <a:lnTo>
                    <a:pt x="1178" y="2601"/>
                  </a:lnTo>
                  <a:lnTo>
                    <a:pt x="1435" y="2601"/>
                  </a:lnTo>
                  <a:lnTo>
                    <a:pt x="1563" y="2575"/>
                  </a:lnTo>
                  <a:lnTo>
                    <a:pt x="1691" y="2550"/>
                  </a:lnTo>
                  <a:lnTo>
                    <a:pt x="1806" y="2498"/>
                  </a:lnTo>
                  <a:lnTo>
                    <a:pt x="1921" y="2447"/>
                  </a:lnTo>
                  <a:lnTo>
                    <a:pt x="2037" y="2383"/>
                  </a:lnTo>
                  <a:lnTo>
                    <a:pt x="2139" y="2306"/>
                  </a:lnTo>
                  <a:lnTo>
                    <a:pt x="2229" y="2229"/>
                  </a:lnTo>
                  <a:lnTo>
                    <a:pt x="2306" y="2127"/>
                  </a:lnTo>
                  <a:lnTo>
                    <a:pt x="2382" y="2037"/>
                  </a:lnTo>
                  <a:lnTo>
                    <a:pt x="2446" y="1922"/>
                  </a:lnTo>
                  <a:lnTo>
                    <a:pt x="2510" y="1807"/>
                  </a:lnTo>
                  <a:lnTo>
                    <a:pt x="2549" y="1691"/>
                  </a:lnTo>
                  <a:lnTo>
                    <a:pt x="2575" y="1563"/>
                  </a:lnTo>
                  <a:lnTo>
                    <a:pt x="2600" y="1435"/>
                  </a:lnTo>
                  <a:lnTo>
                    <a:pt x="2613" y="1307"/>
                  </a:lnTo>
                  <a:lnTo>
                    <a:pt x="2600" y="1166"/>
                  </a:lnTo>
                  <a:lnTo>
                    <a:pt x="2575" y="1038"/>
                  </a:lnTo>
                  <a:lnTo>
                    <a:pt x="2549" y="923"/>
                  </a:lnTo>
                  <a:lnTo>
                    <a:pt x="2510" y="795"/>
                  </a:lnTo>
                  <a:lnTo>
                    <a:pt x="2446" y="680"/>
                  </a:lnTo>
                  <a:lnTo>
                    <a:pt x="2382" y="577"/>
                  </a:lnTo>
                  <a:lnTo>
                    <a:pt x="2306" y="475"/>
                  </a:lnTo>
                  <a:lnTo>
                    <a:pt x="2229" y="385"/>
                  </a:lnTo>
                  <a:lnTo>
                    <a:pt x="2139" y="295"/>
                  </a:lnTo>
                  <a:lnTo>
                    <a:pt x="2037" y="219"/>
                  </a:lnTo>
                  <a:lnTo>
                    <a:pt x="1921" y="154"/>
                  </a:lnTo>
                  <a:lnTo>
                    <a:pt x="1806" y="103"/>
                  </a:lnTo>
                  <a:lnTo>
                    <a:pt x="1691" y="65"/>
                  </a:lnTo>
                  <a:lnTo>
                    <a:pt x="1563" y="26"/>
                  </a:lnTo>
                  <a:lnTo>
                    <a:pt x="1435" y="14"/>
                  </a:lnTo>
                  <a:lnTo>
                    <a:pt x="13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46"/>
            <p:cNvSpPr/>
            <p:nvPr/>
          </p:nvSpPr>
          <p:spPr>
            <a:xfrm>
              <a:off x="2270475" y="2041550"/>
              <a:ext cx="65025" cy="65025"/>
            </a:xfrm>
            <a:custGeom>
              <a:avLst/>
              <a:gdLst/>
              <a:ahLst/>
              <a:cxnLst/>
              <a:rect l="l" t="t" r="r" b="b"/>
              <a:pathLst>
                <a:path w="2601" h="2601" extrusionOk="0">
                  <a:moveTo>
                    <a:pt x="1166" y="0"/>
                  </a:moveTo>
                  <a:lnTo>
                    <a:pt x="1038" y="26"/>
                  </a:lnTo>
                  <a:lnTo>
                    <a:pt x="923" y="51"/>
                  </a:lnTo>
                  <a:lnTo>
                    <a:pt x="795" y="103"/>
                  </a:lnTo>
                  <a:lnTo>
                    <a:pt x="680" y="154"/>
                  </a:lnTo>
                  <a:lnTo>
                    <a:pt x="577" y="218"/>
                  </a:lnTo>
                  <a:lnTo>
                    <a:pt x="475" y="295"/>
                  </a:lnTo>
                  <a:lnTo>
                    <a:pt x="385" y="372"/>
                  </a:lnTo>
                  <a:lnTo>
                    <a:pt x="295" y="474"/>
                  </a:lnTo>
                  <a:lnTo>
                    <a:pt x="219" y="564"/>
                  </a:lnTo>
                  <a:lnTo>
                    <a:pt x="155" y="679"/>
                  </a:lnTo>
                  <a:lnTo>
                    <a:pt x="103" y="794"/>
                  </a:lnTo>
                  <a:lnTo>
                    <a:pt x="65" y="910"/>
                  </a:lnTo>
                  <a:lnTo>
                    <a:pt x="26" y="1038"/>
                  </a:lnTo>
                  <a:lnTo>
                    <a:pt x="14" y="1166"/>
                  </a:lnTo>
                  <a:lnTo>
                    <a:pt x="1" y="1294"/>
                  </a:lnTo>
                  <a:lnTo>
                    <a:pt x="14" y="1435"/>
                  </a:lnTo>
                  <a:lnTo>
                    <a:pt x="26" y="1563"/>
                  </a:lnTo>
                  <a:lnTo>
                    <a:pt x="65" y="1678"/>
                  </a:lnTo>
                  <a:lnTo>
                    <a:pt x="103" y="1806"/>
                  </a:lnTo>
                  <a:lnTo>
                    <a:pt x="155" y="1921"/>
                  </a:lnTo>
                  <a:lnTo>
                    <a:pt x="219" y="2024"/>
                  </a:lnTo>
                  <a:lnTo>
                    <a:pt x="295" y="2126"/>
                  </a:lnTo>
                  <a:lnTo>
                    <a:pt x="385" y="2216"/>
                  </a:lnTo>
                  <a:lnTo>
                    <a:pt x="475" y="2306"/>
                  </a:lnTo>
                  <a:lnTo>
                    <a:pt x="577" y="2370"/>
                  </a:lnTo>
                  <a:lnTo>
                    <a:pt x="680" y="2446"/>
                  </a:lnTo>
                  <a:lnTo>
                    <a:pt x="795" y="2498"/>
                  </a:lnTo>
                  <a:lnTo>
                    <a:pt x="923" y="2536"/>
                  </a:lnTo>
                  <a:lnTo>
                    <a:pt x="1038" y="2575"/>
                  </a:lnTo>
                  <a:lnTo>
                    <a:pt x="1166" y="2587"/>
                  </a:lnTo>
                  <a:lnTo>
                    <a:pt x="1307" y="2600"/>
                  </a:lnTo>
                  <a:lnTo>
                    <a:pt x="1435" y="2587"/>
                  </a:lnTo>
                  <a:lnTo>
                    <a:pt x="1563" y="2575"/>
                  </a:lnTo>
                  <a:lnTo>
                    <a:pt x="1691" y="2536"/>
                  </a:lnTo>
                  <a:lnTo>
                    <a:pt x="1807" y="2498"/>
                  </a:lnTo>
                  <a:lnTo>
                    <a:pt x="1922" y="2446"/>
                  </a:lnTo>
                  <a:lnTo>
                    <a:pt x="2037" y="2370"/>
                  </a:lnTo>
                  <a:lnTo>
                    <a:pt x="2127" y="2306"/>
                  </a:lnTo>
                  <a:lnTo>
                    <a:pt x="2229" y="2216"/>
                  </a:lnTo>
                  <a:lnTo>
                    <a:pt x="2306" y="2126"/>
                  </a:lnTo>
                  <a:lnTo>
                    <a:pt x="2383" y="2024"/>
                  </a:lnTo>
                  <a:lnTo>
                    <a:pt x="2447" y="1921"/>
                  </a:lnTo>
                  <a:lnTo>
                    <a:pt x="2498" y="1806"/>
                  </a:lnTo>
                  <a:lnTo>
                    <a:pt x="2550" y="1678"/>
                  </a:lnTo>
                  <a:lnTo>
                    <a:pt x="2575" y="1563"/>
                  </a:lnTo>
                  <a:lnTo>
                    <a:pt x="2601" y="1435"/>
                  </a:lnTo>
                  <a:lnTo>
                    <a:pt x="2601" y="1294"/>
                  </a:lnTo>
                  <a:lnTo>
                    <a:pt x="2601" y="1166"/>
                  </a:lnTo>
                  <a:lnTo>
                    <a:pt x="2575" y="1038"/>
                  </a:lnTo>
                  <a:lnTo>
                    <a:pt x="2550" y="910"/>
                  </a:lnTo>
                  <a:lnTo>
                    <a:pt x="2498" y="794"/>
                  </a:lnTo>
                  <a:lnTo>
                    <a:pt x="2447" y="679"/>
                  </a:lnTo>
                  <a:lnTo>
                    <a:pt x="2383" y="564"/>
                  </a:lnTo>
                  <a:lnTo>
                    <a:pt x="2306" y="474"/>
                  </a:lnTo>
                  <a:lnTo>
                    <a:pt x="2229" y="372"/>
                  </a:lnTo>
                  <a:lnTo>
                    <a:pt x="2127" y="295"/>
                  </a:lnTo>
                  <a:lnTo>
                    <a:pt x="2037" y="218"/>
                  </a:lnTo>
                  <a:lnTo>
                    <a:pt x="1922" y="154"/>
                  </a:lnTo>
                  <a:lnTo>
                    <a:pt x="1807" y="103"/>
                  </a:lnTo>
                  <a:lnTo>
                    <a:pt x="1691" y="51"/>
                  </a:lnTo>
                  <a:lnTo>
                    <a:pt x="1563" y="26"/>
                  </a:lnTo>
                  <a:lnTo>
                    <a:pt x="143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46"/>
            <p:cNvSpPr/>
            <p:nvPr/>
          </p:nvSpPr>
          <p:spPr>
            <a:xfrm>
              <a:off x="2317875" y="1676525"/>
              <a:ext cx="65025" cy="65025"/>
            </a:xfrm>
            <a:custGeom>
              <a:avLst/>
              <a:gdLst/>
              <a:ahLst/>
              <a:cxnLst/>
              <a:rect l="l" t="t" r="r" b="b"/>
              <a:pathLst>
                <a:path w="2601" h="2601" extrusionOk="0">
                  <a:moveTo>
                    <a:pt x="1294" y="0"/>
                  </a:moveTo>
                  <a:lnTo>
                    <a:pt x="1166" y="13"/>
                  </a:lnTo>
                  <a:lnTo>
                    <a:pt x="1038" y="26"/>
                  </a:lnTo>
                  <a:lnTo>
                    <a:pt x="910" y="64"/>
                  </a:lnTo>
                  <a:lnTo>
                    <a:pt x="795" y="103"/>
                  </a:lnTo>
                  <a:lnTo>
                    <a:pt x="679" y="154"/>
                  </a:lnTo>
                  <a:lnTo>
                    <a:pt x="577" y="218"/>
                  </a:lnTo>
                  <a:lnTo>
                    <a:pt x="474" y="295"/>
                  </a:lnTo>
                  <a:lnTo>
                    <a:pt x="372" y="384"/>
                  </a:lnTo>
                  <a:lnTo>
                    <a:pt x="295" y="474"/>
                  </a:lnTo>
                  <a:lnTo>
                    <a:pt x="218" y="577"/>
                  </a:lnTo>
                  <a:lnTo>
                    <a:pt x="154" y="679"/>
                  </a:lnTo>
                  <a:lnTo>
                    <a:pt x="103" y="794"/>
                  </a:lnTo>
                  <a:lnTo>
                    <a:pt x="52" y="910"/>
                  </a:lnTo>
                  <a:lnTo>
                    <a:pt x="26" y="1038"/>
                  </a:lnTo>
                  <a:lnTo>
                    <a:pt x="0" y="1166"/>
                  </a:lnTo>
                  <a:lnTo>
                    <a:pt x="0" y="1307"/>
                  </a:lnTo>
                  <a:lnTo>
                    <a:pt x="0" y="1435"/>
                  </a:lnTo>
                  <a:lnTo>
                    <a:pt x="26" y="1563"/>
                  </a:lnTo>
                  <a:lnTo>
                    <a:pt x="52" y="1691"/>
                  </a:lnTo>
                  <a:lnTo>
                    <a:pt x="103" y="1806"/>
                  </a:lnTo>
                  <a:lnTo>
                    <a:pt x="154" y="1921"/>
                  </a:lnTo>
                  <a:lnTo>
                    <a:pt x="218" y="2024"/>
                  </a:lnTo>
                  <a:lnTo>
                    <a:pt x="295" y="2126"/>
                  </a:lnTo>
                  <a:lnTo>
                    <a:pt x="372" y="2216"/>
                  </a:lnTo>
                  <a:lnTo>
                    <a:pt x="474" y="2306"/>
                  </a:lnTo>
                  <a:lnTo>
                    <a:pt x="577" y="2382"/>
                  </a:lnTo>
                  <a:lnTo>
                    <a:pt x="679" y="2446"/>
                  </a:lnTo>
                  <a:lnTo>
                    <a:pt x="795" y="2498"/>
                  </a:lnTo>
                  <a:lnTo>
                    <a:pt x="910" y="2549"/>
                  </a:lnTo>
                  <a:lnTo>
                    <a:pt x="1038" y="2575"/>
                  </a:lnTo>
                  <a:lnTo>
                    <a:pt x="1166" y="2600"/>
                  </a:lnTo>
                  <a:lnTo>
                    <a:pt x="1435" y="2600"/>
                  </a:lnTo>
                  <a:lnTo>
                    <a:pt x="1563" y="2575"/>
                  </a:lnTo>
                  <a:lnTo>
                    <a:pt x="1691" y="2549"/>
                  </a:lnTo>
                  <a:lnTo>
                    <a:pt x="1806" y="2498"/>
                  </a:lnTo>
                  <a:lnTo>
                    <a:pt x="1922" y="2446"/>
                  </a:lnTo>
                  <a:lnTo>
                    <a:pt x="2024" y="2382"/>
                  </a:lnTo>
                  <a:lnTo>
                    <a:pt x="2127" y="2306"/>
                  </a:lnTo>
                  <a:lnTo>
                    <a:pt x="2216" y="2216"/>
                  </a:lnTo>
                  <a:lnTo>
                    <a:pt x="2306" y="2126"/>
                  </a:lnTo>
                  <a:lnTo>
                    <a:pt x="2383" y="2024"/>
                  </a:lnTo>
                  <a:lnTo>
                    <a:pt x="2447" y="1921"/>
                  </a:lnTo>
                  <a:lnTo>
                    <a:pt x="2498" y="1806"/>
                  </a:lnTo>
                  <a:lnTo>
                    <a:pt x="2536" y="1691"/>
                  </a:lnTo>
                  <a:lnTo>
                    <a:pt x="2575" y="1563"/>
                  </a:lnTo>
                  <a:lnTo>
                    <a:pt x="2588" y="1435"/>
                  </a:lnTo>
                  <a:lnTo>
                    <a:pt x="2600" y="1307"/>
                  </a:lnTo>
                  <a:lnTo>
                    <a:pt x="2588" y="1166"/>
                  </a:lnTo>
                  <a:lnTo>
                    <a:pt x="2575" y="1038"/>
                  </a:lnTo>
                  <a:lnTo>
                    <a:pt x="2536" y="910"/>
                  </a:lnTo>
                  <a:lnTo>
                    <a:pt x="2498" y="794"/>
                  </a:lnTo>
                  <a:lnTo>
                    <a:pt x="2447" y="679"/>
                  </a:lnTo>
                  <a:lnTo>
                    <a:pt x="2383" y="577"/>
                  </a:lnTo>
                  <a:lnTo>
                    <a:pt x="2306" y="474"/>
                  </a:lnTo>
                  <a:lnTo>
                    <a:pt x="2216" y="384"/>
                  </a:lnTo>
                  <a:lnTo>
                    <a:pt x="2127" y="295"/>
                  </a:lnTo>
                  <a:lnTo>
                    <a:pt x="2024" y="218"/>
                  </a:lnTo>
                  <a:lnTo>
                    <a:pt x="1922" y="154"/>
                  </a:lnTo>
                  <a:lnTo>
                    <a:pt x="1806" y="103"/>
                  </a:lnTo>
                  <a:lnTo>
                    <a:pt x="1691" y="64"/>
                  </a:lnTo>
                  <a:lnTo>
                    <a:pt x="1563" y="26"/>
                  </a:lnTo>
                  <a:lnTo>
                    <a:pt x="1435" y="13"/>
                  </a:lnTo>
                  <a:lnTo>
                    <a:pt x="12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46"/>
            <p:cNvSpPr/>
            <p:nvPr/>
          </p:nvSpPr>
          <p:spPr>
            <a:xfrm>
              <a:off x="1586875" y="1311500"/>
              <a:ext cx="65025" cy="65325"/>
            </a:xfrm>
            <a:custGeom>
              <a:avLst/>
              <a:gdLst/>
              <a:ahLst/>
              <a:cxnLst/>
              <a:rect l="l" t="t" r="r" b="b"/>
              <a:pathLst>
                <a:path w="2601" h="2613" extrusionOk="0">
                  <a:moveTo>
                    <a:pt x="1306" y="0"/>
                  </a:moveTo>
                  <a:lnTo>
                    <a:pt x="1178" y="13"/>
                  </a:lnTo>
                  <a:lnTo>
                    <a:pt x="1038" y="26"/>
                  </a:lnTo>
                  <a:lnTo>
                    <a:pt x="922" y="64"/>
                  </a:lnTo>
                  <a:lnTo>
                    <a:pt x="794" y="103"/>
                  </a:lnTo>
                  <a:lnTo>
                    <a:pt x="679" y="167"/>
                  </a:lnTo>
                  <a:lnTo>
                    <a:pt x="576" y="231"/>
                  </a:lnTo>
                  <a:lnTo>
                    <a:pt x="474" y="308"/>
                  </a:lnTo>
                  <a:lnTo>
                    <a:pt x="384" y="384"/>
                  </a:lnTo>
                  <a:lnTo>
                    <a:pt x="307" y="474"/>
                  </a:lnTo>
                  <a:lnTo>
                    <a:pt x="231" y="577"/>
                  </a:lnTo>
                  <a:lnTo>
                    <a:pt x="167" y="692"/>
                  </a:lnTo>
                  <a:lnTo>
                    <a:pt x="103" y="794"/>
                  </a:lnTo>
                  <a:lnTo>
                    <a:pt x="64" y="922"/>
                  </a:lnTo>
                  <a:lnTo>
                    <a:pt x="26" y="1050"/>
                  </a:lnTo>
                  <a:lnTo>
                    <a:pt x="13" y="1178"/>
                  </a:lnTo>
                  <a:lnTo>
                    <a:pt x="0" y="1307"/>
                  </a:lnTo>
                  <a:lnTo>
                    <a:pt x="13" y="1435"/>
                  </a:lnTo>
                  <a:lnTo>
                    <a:pt x="26" y="1563"/>
                  </a:lnTo>
                  <a:lnTo>
                    <a:pt x="64" y="1691"/>
                  </a:lnTo>
                  <a:lnTo>
                    <a:pt x="103" y="1819"/>
                  </a:lnTo>
                  <a:lnTo>
                    <a:pt x="167" y="1921"/>
                  </a:lnTo>
                  <a:lnTo>
                    <a:pt x="231" y="2037"/>
                  </a:lnTo>
                  <a:lnTo>
                    <a:pt x="307" y="2139"/>
                  </a:lnTo>
                  <a:lnTo>
                    <a:pt x="384" y="2229"/>
                  </a:lnTo>
                  <a:lnTo>
                    <a:pt x="474" y="2306"/>
                  </a:lnTo>
                  <a:lnTo>
                    <a:pt x="576" y="2382"/>
                  </a:lnTo>
                  <a:lnTo>
                    <a:pt x="679" y="2446"/>
                  </a:lnTo>
                  <a:lnTo>
                    <a:pt x="794" y="2510"/>
                  </a:lnTo>
                  <a:lnTo>
                    <a:pt x="922" y="2549"/>
                  </a:lnTo>
                  <a:lnTo>
                    <a:pt x="1038" y="2575"/>
                  </a:lnTo>
                  <a:lnTo>
                    <a:pt x="1178" y="2600"/>
                  </a:lnTo>
                  <a:lnTo>
                    <a:pt x="1306" y="2613"/>
                  </a:lnTo>
                  <a:lnTo>
                    <a:pt x="1435" y="2600"/>
                  </a:lnTo>
                  <a:lnTo>
                    <a:pt x="1563" y="2575"/>
                  </a:lnTo>
                  <a:lnTo>
                    <a:pt x="1691" y="2549"/>
                  </a:lnTo>
                  <a:lnTo>
                    <a:pt x="1806" y="2510"/>
                  </a:lnTo>
                  <a:lnTo>
                    <a:pt x="1921" y="2446"/>
                  </a:lnTo>
                  <a:lnTo>
                    <a:pt x="2037" y="2382"/>
                  </a:lnTo>
                  <a:lnTo>
                    <a:pt x="2139" y="2306"/>
                  </a:lnTo>
                  <a:lnTo>
                    <a:pt x="2229" y="2229"/>
                  </a:lnTo>
                  <a:lnTo>
                    <a:pt x="2306" y="2139"/>
                  </a:lnTo>
                  <a:lnTo>
                    <a:pt x="2382" y="2037"/>
                  </a:lnTo>
                  <a:lnTo>
                    <a:pt x="2446" y="1921"/>
                  </a:lnTo>
                  <a:lnTo>
                    <a:pt x="2510" y="1819"/>
                  </a:lnTo>
                  <a:lnTo>
                    <a:pt x="2549" y="1691"/>
                  </a:lnTo>
                  <a:lnTo>
                    <a:pt x="2574" y="1563"/>
                  </a:lnTo>
                  <a:lnTo>
                    <a:pt x="2600" y="1435"/>
                  </a:lnTo>
                  <a:lnTo>
                    <a:pt x="2600" y="1307"/>
                  </a:lnTo>
                  <a:lnTo>
                    <a:pt x="2600" y="1178"/>
                  </a:lnTo>
                  <a:lnTo>
                    <a:pt x="2574" y="1050"/>
                  </a:lnTo>
                  <a:lnTo>
                    <a:pt x="2549" y="922"/>
                  </a:lnTo>
                  <a:lnTo>
                    <a:pt x="2510" y="794"/>
                  </a:lnTo>
                  <a:lnTo>
                    <a:pt x="2446" y="692"/>
                  </a:lnTo>
                  <a:lnTo>
                    <a:pt x="2382" y="577"/>
                  </a:lnTo>
                  <a:lnTo>
                    <a:pt x="2306" y="474"/>
                  </a:lnTo>
                  <a:lnTo>
                    <a:pt x="2229" y="384"/>
                  </a:lnTo>
                  <a:lnTo>
                    <a:pt x="2139" y="308"/>
                  </a:lnTo>
                  <a:lnTo>
                    <a:pt x="2037" y="231"/>
                  </a:lnTo>
                  <a:lnTo>
                    <a:pt x="1921" y="167"/>
                  </a:lnTo>
                  <a:lnTo>
                    <a:pt x="1806" y="103"/>
                  </a:lnTo>
                  <a:lnTo>
                    <a:pt x="1691" y="64"/>
                  </a:lnTo>
                  <a:lnTo>
                    <a:pt x="1563" y="26"/>
                  </a:lnTo>
                  <a:lnTo>
                    <a:pt x="1435" y="13"/>
                  </a:lnTo>
                  <a:lnTo>
                    <a:pt x="130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46"/>
            <p:cNvSpPr/>
            <p:nvPr/>
          </p:nvSpPr>
          <p:spPr>
            <a:xfrm>
              <a:off x="1249375" y="1361450"/>
              <a:ext cx="65025" cy="65025"/>
            </a:xfrm>
            <a:custGeom>
              <a:avLst/>
              <a:gdLst/>
              <a:ahLst/>
              <a:cxnLst/>
              <a:rect l="l" t="t" r="r" b="b"/>
              <a:pathLst>
                <a:path w="2601" h="2601" extrusionOk="0">
                  <a:moveTo>
                    <a:pt x="1294" y="0"/>
                  </a:moveTo>
                  <a:lnTo>
                    <a:pt x="1166" y="13"/>
                  </a:lnTo>
                  <a:lnTo>
                    <a:pt x="1038" y="26"/>
                  </a:lnTo>
                  <a:lnTo>
                    <a:pt x="910" y="64"/>
                  </a:lnTo>
                  <a:lnTo>
                    <a:pt x="795" y="103"/>
                  </a:lnTo>
                  <a:lnTo>
                    <a:pt x="679" y="154"/>
                  </a:lnTo>
                  <a:lnTo>
                    <a:pt x="577" y="231"/>
                  </a:lnTo>
                  <a:lnTo>
                    <a:pt x="475" y="295"/>
                  </a:lnTo>
                  <a:lnTo>
                    <a:pt x="385" y="384"/>
                  </a:lnTo>
                  <a:lnTo>
                    <a:pt x="295" y="474"/>
                  </a:lnTo>
                  <a:lnTo>
                    <a:pt x="218" y="577"/>
                  </a:lnTo>
                  <a:lnTo>
                    <a:pt x="154" y="679"/>
                  </a:lnTo>
                  <a:lnTo>
                    <a:pt x="103" y="794"/>
                  </a:lnTo>
                  <a:lnTo>
                    <a:pt x="52" y="922"/>
                  </a:lnTo>
                  <a:lnTo>
                    <a:pt x="26" y="1038"/>
                  </a:lnTo>
                  <a:lnTo>
                    <a:pt x="1" y="1166"/>
                  </a:lnTo>
                  <a:lnTo>
                    <a:pt x="1" y="1307"/>
                  </a:lnTo>
                  <a:lnTo>
                    <a:pt x="1" y="1435"/>
                  </a:lnTo>
                  <a:lnTo>
                    <a:pt x="26" y="1563"/>
                  </a:lnTo>
                  <a:lnTo>
                    <a:pt x="52" y="1691"/>
                  </a:lnTo>
                  <a:lnTo>
                    <a:pt x="103" y="1806"/>
                  </a:lnTo>
                  <a:lnTo>
                    <a:pt x="154" y="1921"/>
                  </a:lnTo>
                  <a:lnTo>
                    <a:pt x="218" y="2037"/>
                  </a:lnTo>
                  <a:lnTo>
                    <a:pt x="295" y="2126"/>
                  </a:lnTo>
                  <a:lnTo>
                    <a:pt x="385" y="2229"/>
                  </a:lnTo>
                  <a:lnTo>
                    <a:pt x="475" y="2306"/>
                  </a:lnTo>
                  <a:lnTo>
                    <a:pt x="577" y="2382"/>
                  </a:lnTo>
                  <a:lnTo>
                    <a:pt x="679" y="2446"/>
                  </a:lnTo>
                  <a:lnTo>
                    <a:pt x="795" y="2498"/>
                  </a:lnTo>
                  <a:lnTo>
                    <a:pt x="910" y="2549"/>
                  </a:lnTo>
                  <a:lnTo>
                    <a:pt x="1038" y="2575"/>
                  </a:lnTo>
                  <a:lnTo>
                    <a:pt x="1166" y="2600"/>
                  </a:lnTo>
                  <a:lnTo>
                    <a:pt x="1435" y="2600"/>
                  </a:lnTo>
                  <a:lnTo>
                    <a:pt x="1563" y="2575"/>
                  </a:lnTo>
                  <a:lnTo>
                    <a:pt x="1691" y="2549"/>
                  </a:lnTo>
                  <a:lnTo>
                    <a:pt x="1807" y="2498"/>
                  </a:lnTo>
                  <a:lnTo>
                    <a:pt x="1922" y="2446"/>
                  </a:lnTo>
                  <a:lnTo>
                    <a:pt x="2024" y="2382"/>
                  </a:lnTo>
                  <a:lnTo>
                    <a:pt x="2127" y="2306"/>
                  </a:lnTo>
                  <a:lnTo>
                    <a:pt x="2216" y="2229"/>
                  </a:lnTo>
                  <a:lnTo>
                    <a:pt x="2306" y="2126"/>
                  </a:lnTo>
                  <a:lnTo>
                    <a:pt x="2383" y="2037"/>
                  </a:lnTo>
                  <a:lnTo>
                    <a:pt x="2447" y="1921"/>
                  </a:lnTo>
                  <a:lnTo>
                    <a:pt x="2498" y="1806"/>
                  </a:lnTo>
                  <a:lnTo>
                    <a:pt x="2537" y="1691"/>
                  </a:lnTo>
                  <a:lnTo>
                    <a:pt x="2575" y="1563"/>
                  </a:lnTo>
                  <a:lnTo>
                    <a:pt x="2601" y="1435"/>
                  </a:lnTo>
                  <a:lnTo>
                    <a:pt x="2601" y="1307"/>
                  </a:lnTo>
                  <a:lnTo>
                    <a:pt x="2601" y="1166"/>
                  </a:lnTo>
                  <a:lnTo>
                    <a:pt x="2575" y="1038"/>
                  </a:lnTo>
                  <a:lnTo>
                    <a:pt x="2537" y="922"/>
                  </a:lnTo>
                  <a:lnTo>
                    <a:pt x="2498" y="794"/>
                  </a:lnTo>
                  <a:lnTo>
                    <a:pt x="2447" y="679"/>
                  </a:lnTo>
                  <a:lnTo>
                    <a:pt x="2383" y="577"/>
                  </a:lnTo>
                  <a:lnTo>
                    <a:pt x="2306" y="474"/>
                  </a:lnTo>
                  <a:lnTo>
                    <a:pt x="2216" y="384"/>
                  </a:lnTo>
                  <a:lnTo>
                    <a:pt x="2127" y="295"/>
                  </a:lnTo>
                  <a:lnTo>
                    <a:pt x="2024" y="231"/>
                  </a:lnTo>
                  <a:lnTo>
                    <a:pt x="1922" y="154"/>
                  </a:lnTo>
                  <a:lnTo>
                    <a:pt x="1807" y="103"/>
                  </a:lnTo>
                  <a:lnTo>
                    <a:pt x="1691" y="64"/>
                  </a:lnTo>
                  <a:lnTo>
                    <a:pt x="1563" y="26"/>
                  </a:lnTo>
                  <a:lnTo>
                    <a:pt x="1435" y="13"/>
                  </a:lnTo>
                  <a:lnTo>
                    <a:pt x="12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9" name="Google Shape;2489;p46"/>
          <p:cNvGrpSpPr/>
          <p:nvPr/>
        </p:nvGrpSpPr>
        <p:grpSpPr>
          <a:xfrm>
            <a:off x="3604778" y="4130225"/>
            <a:ext cx="365674" cy="365298"/>
            <a:chOff x="2418003" y="2287650"/>
            <a:chExt cx="365674" cy="365298"/>
          </a:xfrm>
        </p:grpSpPr>
        <p:sp>
          <p:nvSpPr>
            <p:cNvPr id="2490" name="Google Shape;2490;p46"/>
            <p:cNvSpPr/>
            <p:nvPr/>
          </p:nvSpPr>
          <p:spPr>
            <a:xfrm>
              <a:off x="2479080" y="2287650"/>
              <a:ext cx="245504" cy="279770"/>
            </a:xfrm>
            <a:custGeom>
              <a:avLst/>
              <a:gdLst/>
              <a:ahLst/>
              <a:cxnLst/>
              <a:rect l="l" t="t" r="r" b="b"/>
              <a:pathLst>
                <a:path w="7179" h="8181" extrusionOk="0">
                  <a:moveTo>
                    <a:pt x="3572" y="1"/>
                  </a:moveTo>
                  <a:cubicBezTo>
                    <a:pt x="3477" y="1"/>
                    <a:pt x="3382" y="36"/>
                    <a:pt x="3310" y="108"/>
                  </a:cubicBezTo>
                  <a:lnTo>
                    <a:pt x="167" y="3870"/>
                  </a:lnTo>
                  <a:cubicBezTo>
                    <a:pt x="0" y="4061"/>
                    <a:pt x="143" y="4370"/>
                    <a:pt x="405" y="4370"/>
                  </a:cubicBezTo>
                  <a:lnTo>
                    <a:pt x="1977" y="4370"/>
                  </a:lnTo>
                  <a:lnTo>
                    <a:pt x="1977" y="7871"/>
                  </a:lnTo>
                  <a:cubicBezTo>
                    <a:pt x="1977" y="8038"/>
                    <a:pt x="2120" y="8181"/>
                    <a:pt x="2286" y="8181"/>
                  </a:cubicBezTo>
                  <a:lnTo>
                    <a:pt x="4835" y="8181"/>
                  </a:lnTo>
                  <a:cubicBezTo>
                    <a:pt x="5001" y="8181"/>
                    <a:pt x="5168" y="8038"/>
                    <a:pt x="5144" y="7871"/>
                  </a:cubicBezTo>
                  <a:lnTo>
                    <a:pt x="5144" y="4370"/>
                  </a:lnTo>
                  <a:lnTo>
                    <a:pt x="6716" y="4370"/>
                  </a:lnTo>
                  <a:cubicBezTo>
                    <a:pt x="6733" y="4373"/>
                    <a:pt x="6751" y="4375"/>
                    <a:pt x="6767" y="4375"/>
                  </a:cubicBezTo>
                  <a:cubicBezTo>
                    <a:pt x="7024" y="4375"/>
                    <a:pt x="7179" y="4049"/>
                    <a:pt x="6978" y="3870"/>
                  </a:cubicBezTo>
                  <a:lnTo>
                    <a:pt x="3834" y="108"/>
                  </a:lnTo>
                  <a:cubicBezTo>
                    <a:pt x="3763" y="36"/>
                    <a:pt x="3668" y="1"/>
                    <a:pt x="35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46"/>
            <p:cNvSpPr/>
            <p:nvPr/>
          </p:nvSpPr>
          <p:spPr>
            <a:xfrm>
              <a:off x="2418003" y="2503060"/>
              <a:ext cx="365674" cy="149888"/>
            </a:xfrm>
            <a:custGeom>
              <a:avLst/>
              <a:gdLst/>
              <a:ahLst/>
              <a:cxnLst/>
              <a:rect l="l" t="t" r="r" b="b"/>
              <a:pathLst>
                <a:path w="10693" h="4383" extrusionOk="0">
                  <a:moveTo>
                    <a:pt x="333" y="0"/>
                  </a:moveTo>
                  <a:cubicBezTo>
                    <a:pt x="143" y="0"/>
                    <a:pt x="0" y="143"/>
                    <a:pt x="0" y="310"/>
                  </a:cubicBezTo>
                  <a:lnTo>
                    <a:pt x="0" y="3454"/>
                  </a:lnTo>
                  <a:cubicBezTo>
                    <a:pt x="0" y="3954"/>
                    <a:pt x="429" y="4382"/>
                    <a:pt x="953" y="4382"/>
                  </a:cubicBezTo>
                  <a:lnTo>
                    <a:pt x="9740" y="4382"/>
                  </a:lnTo>
                  <a:cubicBezTo>
                    <a:pt x="10264" y="4382"/>
                    <a:pt x="10693" y="3954"/>
                    <a:pt x="10693" y="3454"/>
                  </a:cubicBezTo>
                  <a:lnTo>
                    <a:pt x="10693" y="310"/>
                  </a:lnTo>
                  <a:cubicBezTo>
                    <a:pt x="10693" y="143"/>
                    <a:pt x="10550" y="0"/>
                    <a:pt x="10383" y="0"/>
                  </a:cubicBezTo>
                  <a:lnTo>
                    <a:pt x="9121" y="0"/>
                  </a:lnTo>
                  <a:cubicBezTo>
                    <a:pt x="8954" y="0"/>
                    <a:pt x="8811" y="143"/>
                    <a:pt x="8811" y="310"/>
                  </a:cubicBezTo>
                  <a:lnTo>
                    <a:pt x="8811" y="2501"/>
                  </a:lnTo>
                  <a:lnTo>
                    <a:pt x="1881" y="2501"/>
                  </a:lnTo>
                  <a:lnTo>
                    <a:pt x="1881" y="310"/>
                  </a:lnTo>
                  <a:cubicBezTo>
                    <a:pt x="1905" y="143"/>
                    <a:pt x="1739" y="0"/>
                    <a:pt x="15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2" name="Google Shape;2492;p46"/>
          <p:cNvGrpSpPr/>
          <p:nvPr/>
        </p:nvGrpSpPr>
        <p:grpSpPr>
          <a:xfrm>
            <a:off x="3608423" y="1379769"/>
            <a:ext cx="358390" cy="358390"/>
            <a:chOff x="3209573" y="3461582"/>
            <a:chExt cx="358390" cy="358390"/>
          </a:xfrm>
        </p:grpSpPr>
        <p:sp>
          <p:nvSpPr>
            <p:cNvPr id="2493" name="Google Shape;2493;p46"/>
            <p:cNvSpPr/>
            <p:nvPr/>
          </p:nvSpPr>
          <p:spPr>
            <a:xfrm>
              <a:off x="3269247" y="3461582"/>
              <a:ext cx="239041" cy="274914"/>
            </a:xfrm>
            <a:custGeom>
              <a:avLst/>
              <a:gdLst/>
              <a:ahLst/>
              <a:cxnLst/>
              <a:rect l="l" t="t" r="r" b="b"/>
              <a:pathLst>
                <a:path w="6990" h="8039" extrusionOk="0">
                  <a:moveTo>
                    <a:pt x="2257" y="1"/>
                  </a:moveTo>
                  <a:cubicBezTo>
                    <a:pt x="2090" y="1"/>
                    <a:pt x="1947" y="144"/>
                    <a:pt x="1947" y="311"/>
                  </a:cubicBezTo>
                  <a:lnTo>
                    <a:pt x="1947" y="3740"/>
                  </a:lnTo>
                  <a:lnTo>
                    <a:pt x="423" y="3740"/>
                  </a:lnTo>
                  <a:cubicBezTo>
                    <a:pt x="413" y="3739"/>
                    <a:pt x="404" y="3739"/>
                    <a:pt x="394" y="3739"/>
                  </a:cubicBezTo>
                  <a:cubicBezTo>
                    <a:pt x="128" y="3739"/>
                    <a:pt x="1" y="4056"/>
                    <a:pt x="185" y="4240"/>
                  </a:cubicBezTo>
                  <a:lnTo>
                    <a:pt x="3281" y="7931"/>
                  </a:lnTo>
                  <a:cubicBezTo>
                    <a:pt x="3340" y="8003"/>
                    <a:pt x="3424" y="8038"/>
                    <a:pt x="3510" y="8038"/>
                  </a:cubicBezTo>
                  <a:cubicBezTo>
                    <a:pt x="3596" y="8038"/>
                    <a:pt x="3685" y="8003"/>
                    <a:pt x="3757" y="7931"/>
                  </a:cubicBezTo>
                  <a:lnTo>
                    <a:pt x="6829" y="4240"/>
                  </a:lnTo>
                  <a:cubicBezTo>
                    <a:pt x="6990" y="4056"/>
                    <a:pt x="6862" y="3739"/>
                    <a:pt x="6617" y="3739"/>
                  </a:cubicBezTo>
                  <a:cubicBezTo>
                    <a:pt x="6609" y="3739"/>
                    <a:pt x="6600" y="3739"/>
                    <a:pt x="6591" y="3740"/>
                  </a:cubicBezTo>
                  <a:lnTo>
                    <a:pt x="5043" y="3740"/>
                  </a:lnTo>
                  <a:lnTo>
                    <a:pt x="5043" y="311"/>
                  </a:lnTo>
                  <a:cubicBezTo>
                    <a:pt x="5043" y="144"/>
                    <a:pt x="4924" y="1"/>
                    <a:pt x="47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46"/>
            <p:cNvSpPr/>
            <p:nvPr/>
          </p:nvSpPr>
          <p:spPr>
            <a:xfrm>
              <a:off x="3209573" y="3673333"/>
              <a:ext cx="358390" cy="146639"/>
            </a:xfrm>
            <a:custGeom>
              <a:avLst/>
              <a:gdLst/>
              <a:ahLst/>
              <a:cxnLst/>
              <a:rect l="l" t="t" r="r" b="b"/>
              <a:pathLst>
                <a:path w="10480" h="4288" extrusionOk="0">
                  <a:moveTo>
                    <a:pt x="310" y="1"/>
                  </a:moveTo>
                  <a:cubicBezTo>
                    <a:pt x="144" y="1"/>
                    <a:pt x="1" y="120"/>
                    <a:pt x="1" y="286"/>
                  </a:cubicBezTo>
                  <a:lnTo>
                    <a:pt x="1" y="3358"/>
                  </a:lnTo>
                  <a:cubicBezTo>
                    <a:pt x="1" y="3882"/>
                    <a:pt x="429" y="4287"/>
                    <a:pt x="930" y="4287"/>
                  </a:cubicBezTo>
                  <a:lnTo>
                    <a:pt x="9574" y="4287"/>
                  </a:lnTo>
                  <a:cubicBezTo>
                    <a:pt x="10074" y="4287"/>
                    <a:pt x="10479" y="3882"/>
                    <a:pt x="10479" y="3358"/>
                  </a:cubicBezTo>
                  <a:lnTo>
                    <a:pt x="10479" y="310"/>
                  </a:lnTo>
                  <a:cubicBezTo>
                    <a:pt x="10479" y="144"/>
                    <a:pt x="10360" y="1"/>
                    <a:pt x="10193" y="1"/>
                  </a:cubicBezTo>
                  <a:lnTo>
                    <a:pt x="8931" y="1"/>
                  </a:lnTo>
                  <a:cubicBezTo>
                    <a:pt x="8765" y="1"/>
                    <a:pt x="8645" y="120"/>
                    <a:pt x="8645" y="286"/>
                  </a:cubicBezTo>
                  <a:lnTo>
                    <a:pt x="8645" y="2454"/>
                  </a:lnTo>
                  <a:lnTo>
                    <a:pt x="1834" y="2454"/>
                  </a:lnTo>
                  <a:lnTo>
                    <a:pt x="1834" y="286"/>
                  </a:lnTo>
                  <a:cubicBezTo>
                    <a:pt x="1834" y="120"/>
                    <a:pt x="1692" y="1"/>
                    <a:pt x="15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95" name="Google Shape;2495;p46"/>
          <p:cNvSpPr txBox="1"/>
          <p:nvPr/>
        </p:nvSpPr>
        <p:spPr>
          <a:xfrm>
            <a:off x="571500" y="2601563"/>
            <a:ext cx="1447800" cy="6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Machine learning</a:t>
            </a:r>
            <a:endParaRPr sz="18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2496" name="Google Shape;2496;p46"/>
          <p:cNvGrpSpPr/>
          <p:nvPr/>
        </p:nvGrpSpPr>
        <p:grpSpPr>
          <a:xfrm>
            <a:off x="4327663" y="1222250"/>
            <a:ext cx="2057400" cy="673400"/>
            <a:chOff x="4327663" y="1222250"/>
            <a:chExt cx="2057400" cy="673400"/>
          </a:xfrm>
        </p:grpSpPr>
        <p:sp>
          <p:nvSpPr>
            <p:cNvPr id="2497" name="Google Shape;2497;p46"/>
            <p:cNvSpPr txBox="1"/>
            <p:nvPr/>
          </p:nvSpPr>
          <p:spPr>
            <a:xfrm>
              <a:off x="4327663" y="1222250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Input data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498" name="Google Shape;2498;p46"/>
            <p:cNvSpPr txBox="1"/>
            <p:nvPr/>
          </p:nvSpPr>
          <p:spPr>
            <a:xfrm>
              <a:off x="4327663" y="1563850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Jupiter is the biggest planet of them all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99" name="Google Shape;2499;p46"/>
          <p:cNvGrpSpPr/>
          <p:nvPr/>
        </p:nvGrpSpPr>
        <p:grpSpPr>
          <a:xfrm>
            <a:off x="4327663" y="3976175"/>
            <a:ext cx="2057400" cy="673400"/>
            <a:chOff x="4327663" y="3976175"/>
            <a:chExt cx="2057400" cy="673400"/>
          </a:xfrm>
        </p:grpSpPr>
        <p:sp>
          <p:nvSpPr>
            <p:cNvPr id="2500" name="Google Shape;2500;p46"/>
            <p:cNvSpPr txBox="1"/>
            <p:nvPr/>
          </p:nvSpPr>
          <p:spPr>
            <a:xfrm>
              <a:off x="4327663" y="3976175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Output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501" name="Google Shape;2501;p46"/>
            <p:cNvSpPr txBox="1"/>
            <p:nvPr/>
          </p:nvSpPr>
          <p:spPr>
            <a:xfrm>
              <a:off x="4327663" y="4317775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502" name="Google Shape;2502;p46"/>
          <p:cNvSpPr txBox="1"/>
          <p:nvPr/>
        </p:nvSpPr>
        <p:spPr>
          <a:xfrm>
            <a:off x="7124700" y="2601563"/>
            <a:ext cx="1447800" cy="6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Algorithms + techniques</a:t>
            </a:r>
            <a:endParaRPr sz="18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2503" name="Google Shape;2503;p46"/>
          <p:cNvGrpSpPr/>
          <p:nvPr/>
        </p:nvGrpSpPr>
        <p:grpSpPr>
          <a:xfrm>
            <a:off x="3145437" y="2398525"/>
            <a:ext cx="3450550" cy="1088388"/>
            <a:chOff x="3145437" y="2398525"/>
            <a:chExt cx="3450550" cy="1088388"/>
          </a:xfrm>
        </p:grpSpPr>
        <p:sp>
          <p:nvSpPr>
            <p:cNvPr id="2504" name="Google Shape;2504;p46"/>
            <p:cNvSpPr txBox="1"/>
            <p:nvPr/>
          </p:nvSpPr>
          <p:spPr>
            <a:xfrm>
              <a:off x="3145437" y="2398525"/>
              <a:ext cx="1447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Relationships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05" name="Google Shape;2505;p46"/>
            <p:cNvSpPr txBox="1"/>
            <p:nvPr/>
          </p:nvSpPr>
          <p:spPr>
            <a:xfrm>
              <a:off x="5148187" y="2398525"/>
              <a:ext cx="1447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Patterns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06" name="Google Shape;2506;p46"/>
            <p:cNvSpPr txBox="1"/>
            <p:nvPr/>
          </p:nvSpPr>
          <p:spPr>
            <a:xfrm>
              <a:off x="3145437" y="3155113"/>
              <a:ext cx="1447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Dependencies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07" name="Google Shape;2507;p46"/>
            <p:cNvSpPr txBox="1"/>
            <p:nvPr/>
          </p:nvSpPr>
          <p:spPr>
            <a:xfrm>
              <a:off x="5148187" y="3155113"/>
              <a:ext cx="1447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Structures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08" name="Google Shape;2508;p46"/>
          <p:cNvGrpSpPr/>
          <p:nvPr/>
        </p:nvGrpSpPr>
        <p:grpSpPr>
          <a:xfrm>
            <a:off x="3198063" y="2369213"/>
            <a:ext cx="3410100" cy="1133400"/>
            <a:chOff x="3286125" y="2433675"/>
            <a:chExt cx="3410100" cy="1133400"/>
          </a:xfrm>
        </p:grpSpPr>
        <p:cxnSp>
          <p:nvCxnSpPr>
            <p:cNvPr id="2509" name="Google Shape;2509;p46"/>
            <p:cNvCxnSpPr/>
            <p:nvPr/>
          </p:nvCxnSpPr>
          <p:spPr>
            <a:xfrm>
              <a:off x="3286125" y="3000375"/>
              <a:ext cx="3410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10" name="Google Shape;2510;p46"/>
            <p:cNvCxnSpPr/>
            <p:nvPr/>
          </p:nvCxnSpPr>
          <p:spPr>
            <a:xfrm>
              <a:off x="4991175" y="2433675"/>
              <a:ext cx="0" cy="113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2511" name="Google Shape;2511;p46"/>
          <p:cNvCxnSpPr>
            <a:stCxn id="2457" idx="3"/>
            <a:endCxn id="2459" idx="2"/>
          </p:cNvCxnSpPr>
          <p:nvPr/>
        </p:nvCxnSpPr>
        <p:spPr>
          <a:xfrm rot="10800000" flipH="1">
            <a:off x="2133600" y="1559075"/>
            <a:ext cx="1234800" cy="1353600"/>
          </a:xfrm>
          <a:prstGeom prst="bentConnector3">
            <a:avLst>
              <a:gd name="adj1" fmla="val 5000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12" name="Google Shape;2512;p46"/>
          <p:cNvCxnSpPr>
            <a:stCxn id="2457" idx="3"/>
            <a:endCxn id="2458" idx="2"/>
          </p:cNvCxnSpPr>
          <p:nvPr/>
        </p:nvCxnSpPr>
        <p:spPr>
          <a:xfrm>
            <a:off x="2133600" y="2912675"/>
            <a:ext cx="1234800" cy="1400100"/>
          </a:xfrm>
          <a:prstGeom prst="bentConnector3">
            <a:avLst>
              <a:gd name="adj1" fmla="val 5000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2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7" name="Google Shape;2517;p47"/>
          <p:cNvSpPr txBox="1"/>
          <p:nvPr/>
        </p:nvSpPr>
        <p:spPr>
          <a:xfrm>
            <a:off x="1048350" y="902900"/>
            <a:ext cx="7047300" cy="26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In order to use this template, you must credit </a:t>
            </a:r>
            <a:r>
              <a:rPr lang="en" sz="1100" b="1" u="sng">
                <a:solidFill>
                  <a:srgbClr val="869FB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rgbClr val="435D74"/>
                </a:solidFill>
              </a:rPr>
              <a:t> </a:t>
            </a:r>
            <a:r>
              <a:rPr lang="en" sz="1100">
                <a:solidFill>
                  <a:srgbClr val="FFFFFF"/>
                </a:solidFill>
              </a:rPr>
              <a:t>in your final presentation.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869FB2"/>
                </a:solidFill>
              </a:rPr>
              <a:t>You are allowed to:</a:t>
            </a:r>
            <a:endParaRPr sz="1000" b="1">
              <a:solidFill>
                <a:srgbClr val="869FB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- Modify this template.</a:t>
            </a:r>
            <a:endParaRPr sz="1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- Use it for both personal and commercial projects.</a:t>
            </a:r>
            <a:endParaRPr sz="1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869FB2"/>
                </a:solidFill>
              </a:rPr>
              <a:t>You are not allowed to:</a:t>
            </a:r>
            <a:endParaRPr sz="1000" b="1">
              <a:solidFill>
                <a:srgbClr val="869FB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- Sublicense, sell or rent any of Slidesgo Content (or a modified version of Slidesgo Content).</a:t>
            </a:r>
            <a:endParaRPr sz="1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- Distribute Slidesgo Content unless it has been expressly authorized by Slidesgo.</a:t>
            </a:r>
            <a:endParaRPr sz="1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- Include Slidesgo Content in an online or offline database or file.</a:t>
            </a:r>
            <a:endParaRPr sz="1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- Offer Slidesgo templates (or modified versions of Slidesgo templates) for download.</a:t>
            </a:r>
            <a:endParaRPr sz="1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- Acquire the copyright of Slidesgo Content.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2518" name="Google Shape;2518;p47"/>
          <p:cNvSpPr txBox="1"/>
          <p:nvPr/>
        </p:nvSpPr>
        <p:spPr>
          <a:xfrm>
            <a:off x="1048350" y="3238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Instructions for use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2519" name="Google Shape;2519;p47"/>
          <p:cNvSpPr txBox="1"/>
          <p:nvPr/>
        </p:nvSpPr>
        <p:spPr>
          <a:xfrm>
            <a:off x="1048350" y="4314290"/>
            <a:ext cx="70473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For more information about editing slides, please read our FAQs or visit Slidesgo School:</a:t>
            </a:r>
            <a:endParaRPr sz="1000">
              <a:solidFill>
                <a:srgbClr val="FFFFFF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869FB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https://slidesgo.com/faqs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>
                <a:solidFill>
                  <a:srgbClr val="FFFFFF"/>
                </a:solidFill>
              </a:rPr>
              <a:t>and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 u="sng">
                <a:solidFill>
                  <a:srgbClr val="869FB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https://slidesgo.com/slidesgo-school</a:t>
            </a:r>
            <a:endParaRPr sz="1000" u="sng">
              <a:solidFill>
                <a:srgbClr val="869FB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2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4" name="Google Shape;2524;p48"/>
          <p:cNvSpPr txBox="1"/>
          <p:nvPr/>
        </p:nvSpPr>
        <p:spPr>
          <a:xfrm>
            <a:off x="1048350" y="3238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Instructions for use (premium users)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2525" name="Google Shape;2525;p48"/>
          <p:cNvSpPr txBox="1"/>
          <p:nvPr/>
        </p:nvSpPr>
        <p:spPr>
          <a:xfrm>
            <a:off x="1048350" y="902900"/>
            <a:ext cx="7047300" cy="39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In order to use this template, you must be a Premium user on </a:t>
            </a:r>
            <a:r>
              <a:rPr lang="en" sz="1100" b="1" u="sng">
                <a:solidFill>
                  <a:srgbClr val="869FB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rgbClr val="FFFFFF"/>
                </a:solidFill>
              </a:rPr>
              <a:t>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869FB2"/>
                </a:solidFill>
              </a:rPr>
              <a:t>You are allowed to:</a:t>
            </a:r>
            <a:endParaRPr sz="1000" b="1">
              <a:solidFill>
                <a:srgbClr val="869FB2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Modify this template.</a:t>
            </a:r>
            <a:endParaRPr sz="1000">
              <a:solidFill>
                <a:srgbClr val="FFFFFF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Use it for both personal and commercial purposes.</a:t>
            </a:r>
            <a:endParaRPr sz="1000">
              <a:solidFill>
                <a:srgbClr val="FFFFFF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Hide or delete the “Thanks” slide and the mention to Slidesgo in the credits.</a:t>
            </a:r>
            <a:endParaRPr sz="1000">
              <a:solidFill>
                <a:srgbClr val="FFFFFF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Share this template in an editable format with people who are not part of your team.</a:t>
            </a:r>
            <a:endParaRPr sz="1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869FB2"/>
                </a:solidFill>
              </a:rPr>
              <a:t>You are not allowed to:</a:t>
            </a:r>
            <a:endParaRPr sz="1000" b="1">
              <a:solidFill>
                <a:srgbClr val="869FB2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Sublicense, sell or rent this Slidesgo Template (or a modified version of this Slidesgo Template).</a:t>
            </a:r>
            <a:endParaRPr sz="1000">
              <a:solidFill>
                <a:srgbClr val="FFFFFF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Distribute this Slidesgo Template (or a modified version of this Slidesgo Template) or include it in a database or in any other product or service that offers downloadable images, icons or presentations that may be subject to distribution or resale.</a:t>
            </a:r>
            <a:endParaRPr sz="1000">
              <a:solidFill>
                <a:srgbClr val="FFFFFF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Use any of the elements that are part of this Slidesgo Template in an isolated and separated way from this Template.</a:t>
            </a:r>
            <a:endParaRPr sz="1000">
              <a:solidFill>
                <a:srgbClr val="FFFFFF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Register any of the elements that are part of this template as a trademark or logo, or register it as a work in an intellectual property registry or similar.</a:t>
            </a:r>
            <a:endParaRPr sz="1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FFFFF"/>
              </a:solidFill>
            </a:endParaRPr>
          </a:p>
        </p:txBody>
      </p:sp>
      <p:sp>
        <p:nvSpPr>
          <p:cNvPr id="2526" name="Google Shape;2526;p48"/>
          <p:cNvSpPr txBox="1"/>
          <p:nvPr/>
        </p:nvSpPr>
        <p:spPr>
          <a:xfrm>
            <a:off x="1048350" y="4314290"/>
            <a:ext cx="70473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For more information about editing slides, please read our FAQs or visit Slidesgo School:</a:t>
            </a:r>
            <a:endParaRPr sz="1000">
              <a:solidFill>
                <a:srgbClr val="FFFFFF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869FB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https://slidesgo.com/faqs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>
                <a:solidFill>
                  <a:srgbClr val="FFFFFF"/>
                </a:solidFill>
              </a:rPr>
              <a:t>and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 u="sng">
                <a:solidFill>
                  <a:srgbClr val="869FB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https://slidesgo.com/slidesgo-school</a:t>
            </a:r>
            <a:endParaRPr sz="1000" u="sng">
              <a:solidFill>
                <a:srgbClr val="869FB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2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1" name="Google Shape;2531;p49"/>
          <p:cNvSpPr txBox="1">
            <a:spLocks noGrp="1"/>
          </p:cNvSpPr>
          <p:nvPr>
            <p:ph type="title" idx="4294967295"/>
          </p:nvPr>
        </p:nvSpPr>
        <p:spPr>
          <a:xfrm>
            <a:off x="1048350" y="32004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Infographics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2" name="Google Shape;2532;p49"/>
          <p:cNvSpPr txBox="1">
            <a:spLocks noGrp="1"/>
          </p:cNvSpPr>
          <p:nvPr>
            <p:ph type="body" idx="4294967295"/>
          </p:nvPr>
        </p:nvSpPr>
        <p:spPr>
          <a:xfrm>
            <a:off x="943675" y="1084204"/>
            <a:ext cx="7079400" cy="3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add and edit some </a:t>
            </a:r>
            <a:r>
              <a:rPr lang="en" b="1">
                <a:solidFill>
                  <a:srgbClr val="869FB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" b="1">
                <a:solidFill>
                  <a:srgbClr val="869FB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nfographics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to your presentation to present your data in a visual way.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3" name="Google Shape;2533;p49"/>
          <p:cNvSpPr txBox="1"/>
          <p:nvPr/>
        </p:nvSpPr>
        <p:spPr>
          <a:xfrm>
            <a:off x="943675" y="1487934"/>
            <a:ext cx="5571300" cy="29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Choose your favourite infographic and insert it in your presentation using Ctrl C + Ctrl V or Cmd C + Cmd V in Mac.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Select one of the parts and </a:t>
            </a:r>
            <a:r>
              <a:rPr lang="en" sz="1100" b="1">
                <a:solidFill>
                  <a:srgbClr val="869FB2"/>
                </a:solidFill>
              </a:rPr>
              <a:t>ungroup</a:t>
            </a:r>
            <a:r>
              <a:rPr lang="en" sz="1100">
                <a:solidFill>
                  <a:srgbClr val="FFFFFF"/>
                </a:solidFill>
              </a:rPr>
              <a:t> it by right-clicking and choosing “Ungroup”. 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 b="1">
                <a:solidFill>
                  <a:srgbClr val="869FB2"/>
                </a:solidFill>
              </a:rPr>
              <a:t>Change the color</a:t>
            </a:r>
            <a:r>
              <a:rPr lang="en" sz="1100">
                <a:solidFill>
                  <a:srgbClr val="FFFFFF"/>
                </a:solidFill>
              </a:rPr>
              <a:t> by clicking on the paint bucket. 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Then </a:t>
            </a:r>
            <a:r>
              <a:rPr lang="en" sz="1100" b="1">
                <a:solidFill>
                  <a:srgbClr val="869FB2"/>
                </a:solidFill>
              </a:rPr>
              <a:t>resize</a:t>
            </a:r>
            <a:r>
              <a:rPr lang="en" sz="1100">
                <a:solidFill>
                  <a:srgbClr val="FFFFFF"/>
                </a:solidFill>
              </a:rPr>
              <a:t> the element by clicking and dragging one of the square-shaped points of its bounding box (the cursor should look like a double-headed arrow). Remember to hold Shift while dragging to keep the proportions.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 b="1">
                <a:solidFill>
                  <a:srgbClr val="869FB2"/>
                </a:solidFill>
              </a:rPr>
              <a:t>Group</a:t>
            </a:r>
            <a:r>
              <a:rPr lang="en" sz="1100">
                <a:solidFill>
                  <a:srgbClr val="FFFFFF"/>
                </a:solidFill>
              </a:rPr>
              <a:t> the elements again by selecting them, right-clicking and choosing “Group”.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Repeat the steps above with the other parts and when you’re done editing, copy the end result and paste it into your presentation.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Remember to choose the</a:t>
            </a:r>
            <a:r>
              <a:rPr lang="en" sz="1100">
                <a:solidFill>
                  <a:srgbClr val="78909C"/>
                </a:solidFill>
              </a:rPr>
              <a:t> </a:t>
            </a:r>
            <a:r>
              <a:rPr lang="en" sz="1100">
                <a:solidFill>
                  <a:srgbClr val="869FB2"/>
                </a:solidFill>
              </a:rPr>
              <a:t>“</a:t>
            </a:r>
            <a:r>
              <a:rPr lang="en" sz="1100" b="1">
                <a:solidFill>
                  <a:srgbClr val="869FB2"/>
                </a:solidFill>
              </a:rPr>
              <a:t>Keep source formatting</a:t>
            </a:r>
            <a:r>
              <a:rPr lang="en" sz="1100">
                <a:solidFill>
                  <a:srgbClr val="869FB2"/>
                </a:solidFill>
              </a:rPr>
              <a:t>”</a:t>
            </a:r>
            <a:r>
              <a:rPr lang="en" sz="1100">
                <a:solidFill>
                  <a:srgbClr val="FFFFFF"/>
                </a:solidFill>
              </a:rPr>
              <a:t> option so that it keeps the design. For more info, please visit </a:t>
            </a:r>
            <a:r>
              <a:rPr lang="en" sz="1100" b="1">
                <a:solidFill>
                  <a:srgbClr val="869FB2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 School</a:t>
            </a:r>
            <a:r>
              <a:rPr lang="en" sz="1100">
                <a:solidFill>
                  <a:srgbClr val="FFFFFF"/>
                </a:solidFill>
              </a:rPr>
              <a:t>.</a:t>
            </a:r>
            <a:endParaRPr sz="1100"/>
          </a:p>
        </p:txBody>
      </p:sp>
      <p:grpSp>
        <p:nvGrpSpPr>
          <p:cNvPr id="2534" name="Google Shape;2534;p49"/>
          <p:cNvGrpSpPr/>
          <p:nvPr/>
        </p:nvGrpSpPr>
        <p:grpSpPr>
          <a:xfrm>
            <a:off x="6874322" y="1571957"/>
            <a:ext cx="1446116" cy="2863897"/>
            <a:chOff x="6529419" y="1724307"/>
            <a:chExt cx="1480463" cy="2931917"/>
          </a:xfrm>
        </p:grpSpPr>
        <p:grpSp>
          <p:nvGrpSpPr>
            <p:cNvPr id="2535" name="Google Shape;2535;p49"/>
            <p:cNvGrpSpPr/>
            <p:nvPr/>
          </p:nvGrpSpPr>
          <p:grpSpPr>
            <a:xfrm>
              <a:off x="6556827" y="1724307"/>
              <a:ext cx="956596" cy="944294"/>
              <a:chOff x="3800349" y="1238762"/>
              <a:chExt cx="1098904" cy="1084772"/>
            </a:xfrm>
          </p:grpSpPr>
          <p:grpSp>
            <p:nvGrpSpPr>
              <p:cNvPr id="2536" name="Google Shape;2536;p49"/>
              <p:cNvGrpSpPr/>
              <p:nvPr/>
            </p:nvGrpSpPr>
            <p:grpSpPr>
              <a:xfrm>
                <a:off x="3800349" y="1238762"/>
                <a:ext cx="1098904" cy="1084772"/>
                <a:chOff x="3800349" y="1238762"/>
                <a:chExt cx="1098904" cy="1084772"/>
              </a:xfrm>
            </p:grpSpPr>
            <p:sp>
              <p:nvSpPr>
                <p:cNvPr id="2537" name="Google Shape;2537;p49"/>
                <p:cNvSpPr/>
                <p:nvPr/>
              </p:nvSpPr>
              <p:spPr>
                <a:xfrm>
                  <a:off x="3800349" y="1238762"/>
                  <a:ext cx="1098904" cy="10847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3" extrusionOk="0">
                      <a:moveTo>
                        <a:pt x="22825" y="1"/>
                      </a:moveTo>
                      <a:cubicBezTo>
                        <a:pt x="22054" y="1"/>
                        <a:pt x="21283" y="295"/>
                        <a:pt x="20693" y="885"/>
                      </a:cubicBezTo>
                      <a:lnTo>
                        <a:pt x="1179" y="20482"/>
                      </a:lnTo>
                      <a:cubicBezTo>
                        <a:pt x="0" y="21661"/>
                        <a:pt x="0" y="23566"/>
                        <a:pt x="1179" y="24733"/>
                      </a:cubicBezTo>
                      <a:lnTo>
                        <a:pt x="20777" y="44259"/>
                      </a:lnTo>
                      <a:cubicBezTo>
                        <a:pt x="21364" y="44841"/>
                        <a:pt x="22133" y="45133"/>
                        <a:pt x="22900" y="45133"/>
                      </a:cubicBezTo>
                      <a:cubicBezTo>
                        <a:pt x="23672" y="45133"/>
                        <a:pt x="24442" y="44838"/>
                        <a:pt x="25027" y="44247"/>
                      </a:cubicBezTo>
                      <a:lnTo>
                        <a:pt x="32873" y="36377"/>
                      </a:lnTo>
                      <a:cubicBezTo>
                        <a:pt x="33053" y="36197"/>
                        <a:pt x="33283" y="36110"/>
                        <a:pt x="33511" y="36110"/>
                      </a:cubicBezTo>
                      <a:cubicBezTo>
                        <a:pt x="33810" y="36110"/>
                        <a:pt x="34108" y="36260"/>
                        <a:pt x="34290" y="36544"/>
                      </a:cubicBezTo>
                      <a:cubicBezTo>
                        <a:pt x="34743" y="37246"/>
                        <a:pt x="35112" y="38020"/>
                        <a:pt x="35409" y="38806"/>
                      </a:cubicBezTo>
                      <a:cubicBezTo>
                        <a:pt x="35588" y="39294"/>
                        <a:pt x="35909" y="39735"/>
                        <a:pt x="36362" y="40080"/>
                      </a:cubicBezTo>
                      <a:cubicBezTo>
                        <a:pt x="36890" y="40489"/>
                        <a:pt x="37508" y="40695"/>
                        <a:pt x="38128" y="40695"/>
                      </a:cubicBezTo>
                      <a:cubicBezTo>
                        <a:pt x="38682" y="40695"/>
                        <a:pt x="39237" y="40530"/>
                        <a:pt x="39731" y="40199"/>
                      </a:cubicBezTo>
                      <a:cubicBezTo>
                        <a:pt x="41303" y="39127"/>
                        <a:pt x="41446" y="36984"/>
                        <a:pt x="40172" y="35710"/>
                      </a:cubicBezTo>
                      <a:cubicBezTo>
                        <a:pt x="39862" y="35401"/>
                        <a:pt x="39505" y="35186"/>
                        <a:pt x="39112" y="35044"/>
                      </a:cubicBezTo>
                      <a:cubicBezTo>
                        <a:pt x="38326" y="34758"/>
                        <a:pt x="37564" y="34401"/>
                        <a:pt x="36862" y="33948"/>
                      </a:cubicBezTo>
                      <a:cubicBezTo>
                        <a:pt x="36374" y="33639"/>
                        <a:pt x="36279" y="32960"/>
                        <a:pt x="36695" y="32543"/>
                      </a:cubicBezTo>
                      <a:lnTo>
                        <a:pt x="44553" y="24661"/>
                      </a:lnTo>
                      <a:cubicBezTo>
                        <a:pt x="45720" y="23483"/>
                        <a:pt x="45720" y="21578"/>
                        <a:pt x="44542" y="20399"/>
                      </a:cubicBezTo>
                      <a:lnTo>
                        <a:pt x="24956" y="885"/>
                      </a:lnTo>
                      <a:cubicBezTo>
                        <a:pt x="24366" y="295"/>
                        <a:pt x="23595" y="1"/>
                        <a:pt x="22825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8" name="Google Shape;2538;p49"/>
                <p:cNvSpPr/>
                <p:nvPr/>
              </p:nvSpPr>
              <p:spPr>
                <a:xfrm>
                  <a:off x="3884758" y="1311226"/>
                  <a:ext cx="287338" cy="28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43" extrusionOk="0">
                      <a:moveTo>
                        <a:pt x="5978" y="1"/>
                      </a:moveTo>
                      <a:cubicBezTo>
                        <a:pt x="2679" y="1"/>
                        <a:pt x="1" y="2668"/>
                        <a:pt x="1" y="5966"/>
                      </a:cubicBezTo>
                      <a:cubicBezTo>
                        <a:pt x="1" y="9276"/>
                        <a:pt x="2679" y="11943"/>
                        <a:pt x="5978" y="11943"/>
                      </a:cubicBezTo>
                      <a:cubicBezTo>
                        <a:pt x="9276" y="11943"/>
                        <a:pt x="11954" y="9276"/>
                        <a:pt x="11954" y="5966"/>
                      </a:cubicBezTo>
                      <a:cubicBezTo>
                        <a:pt x="11954" y="2668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539" name="Google Shape;2539;p49"/>
              <p:cNvSpPr/>
              <p:nvPr/>
            </p:nvSpPr>
            <p:spPr>
              <a:xfrm>
                <a:off x="4162525" y="1593650"/>
                <a:ext cx="374561" cy="374975"/>
              </a:xfrm>
              <a:custGeom>
                <a:avLst/>
                <a:gdLst/>
                <a:ahLst/>
                <a:cxnLst/>
                <a:rect l="l" t="t" r="r" b="b"/>
                <a:pathLst>
                  <a:path w="10860" h="10872" extrusionOk="0">
                    <a:moveTo>
                      <a:pt x="5430" y="1"/>
                    </a:moveTo>
                    <a:cubicBezTo>
                      <a:pt x="3990" y="1"/>
                      <a:pt x="2608" y="560"/>
                      <a:pt x="1596" y="1584"/>
                    </a:cubicBezTo>
                    <a:cubicBezTo>
                      <a:pt x="561" y="2620"/>
                      <a:pt x="1" y="3989"/>
                      <a:pt x="1" y="5430"/>
                    </a:cubicBezTo>
                    <a:cubicBezTo>
                      <a:pt x="1" y="6561"/>
                      <a:pt x="346" y="7645"/>
                      <a:pt x="1001" y="8573"/>
                    </a:cubicBezTo>
                    <a:cubicBezTo>
                      <a:pt x="1632" y="9466"/>
                      <a:pt x="2513" y="10145"/>
                      <a:pt x="3537" y="10538"/>
                    </a:cubicBezTo>
                    <a:cubicBezTo>
                      <a:pt x="3559" y="10544"/>
                      <a:pt x="3579" y="10547"/>
                      <a:pt x="3599" y="10547"/>
                    </a:cubicBezTo>
                    <a:cubicBezTo>
                      <a:pt x="3656" y="10547"/>
                      <a:pt x="3704" y="10522"/>
                      <a:pt x="3740" y="10478"/>
                    </a:cubicBezTo>
                    <a:cubicBezTo>
                      <a:pt x="3763" y="10443"/>
                      <a:pt x="3763" y="10395"/>
                      <a:pt x="3763" y="10371"/>
                    </a:cubicBezTo>
                    <a:lnTo>
                      <a:pt x="3763" y="7275"/>
                    </a:lnTo>
                    <a:cubicBezTo>
                      <a:pt x="3763" y="7180"/>
                      <a:pt x="3692" y="7097"/>
                      <a:pt x="3585" y="7097"/>
                    </a:cubicBezTo>
                    <a:lnTo>
                      <a:pt x="2156" y="7097"/>
                    </a:lnTo>
                    <a:lnTo>
                      <a:pt x="2156" y="5835"/>
                    </a:lnTo>
                    <a:lnTo>
                      <a:pt x="3585" y="5835"/>
                    </a:lnTo>
                    <a:cubicBezTo>
                      <a:pt x="3680" y="5835"/>
                      <a:pt x="3763" y="5751"/>
                      <a:pt x="3763" y="5656"/>
                    </a:cubicBezTo>
                    <a:lnTo>
                      <a:pt x="3763" y="5430"/>
                    </a:lnTo>
                    <a:cubicBezTo>
                      <a:pt x="3763" y="3942"/>
                      <a:pt x="5180" y="2632"/>
                      <a:pt x="6799" y="2632"/>
                    </a:cubicBezTo>
                    <a:lnTo>
                      <a:pt x="7550" y="2632"/>
                    </a:lnTo>
                    <a:lnTo>
                      <a:pt x="7550" y="3894"/>
                    </a:lnTo>
                    <a:lnTo>
                      <a:pt x="6799" y="3894"/>
                    </a:lnTo>
                    <a:cubicBezTo>
                      <a:pt x="6311" y="3894"/>
                      <a:pt x="5883" y="4025"/>
                      <a:pt x="5561" y="4287"/>
                    </a:cubicBezTo>
                    <a:cubicBezTo>
                      <a:pt x="5228" y="4561"/>
                      <a:pt x="5025" y="4966"/>
                      <a:pt x="5025" y="5430"/>
                    </a:cubicBezTo>
                    <a:lnTo>
                      <a:pt x="5025" y="5656"/>
                    </a:lnTo>
                    <a:cubicBezTo>
                      <a:pt x="5025" y="5740"/>
                      <a:pt x="5109" y="5835"/>
                      <a:pt x="5204" y="5835"/>
                    </a:cubicBezTo>
                    <a:lnTo>
                      <a:pt x="5883" y="5835"/>
                    </a:lnTo>
                    <a:cubicBezTo>
                      <a:pt x="5966" y="5835"/>
                      <a:pt x="6061" y="5751"/>
                      <a:pt x="6061" y="5656"/>
                    </a:cubicBezTo>
                    <a:cubicBezTo>
                      <a:pt x="6061" y="5561"/>
                      <a:pt x="5978" y="5478"/>
                      <a:pt x="5883" y="5478"/>
                    </a:cubicBezTo>
                    <a:lnTo>
                      <a:pt x="5371" y="5478"/>
                    </a:lnTo>
                    <a:lnTo>
                      <a:pt x="5371" y="5418"/>
                    </a:lnTo>
                    <a:cubicBezTo>
                      <a:pt x="5371" y="4525"/>
                      <a:pt x="6145" y="4204"/>
                      <a:pt x="6799" y="4204"/>
                    </a:cubicBezTo>
                    <a:lnTo>
                      <a:pt x="7704" y="4204"/>
                    </a:lnTo>
                    <a:cubicBezTo>
                      <a:pt x="7800" y="4204"/>
                      <a:pt x="7883" y="4132"/>
                      <a:pt x="7883" y="4025"/>
                    </a:cubicBezTo>
                    <a:lnTo>
                      <a:pt x="7883" y="2418"/>
                    </a:lnTo>
                    <a:cubicBezTo>
                      <a:pt x="7883" y="2334"/>
                      <a:pt x="7811" y="2239"/>
                      <a:pt x="7704" y="2239"/>
                    </a:cubicBezTo>
                    <a:lnTo>
                      <a:pt x="6799" y="2239"/>
                    </a:lnTo>
                    <a:cubicBezTo>
                      <a:pt x="5966" y="2239"/>
                      <a:pt x="5121" y="2572"/>
                      <a:pt x="4466" y="3156"/>
                    </a:cubicBezTo>
                    <a:cubicBezTo>
                      <a:pt x="3799" y="3763"/>
                      <a:pt x="3418" y="4549"/>
                      <a:pt x="3418" y="5382"/>
                    </a:cubicBezTo>
                    <a:lnTo>
                      <a:pt x="3418" y="5442"/>
                    </a:lnTo>
                    <a:lnTo>
                      <a:pt x="1989" y="5442"/>
                    </a:lnTo>
                    <a:cubicBezTo>
                      <a:pt x="1906" y="5442"/>
                      <a:pt x="1811" y="5513"/>
                      <a:pt x="1811" y="5620"/>
                    </a:cubicBezTo>
                    <a:lnTo>
                      <a:pt x="1811" y="7228"/>
                    </a:lnTo>
                    <a:cubicBezTo>
                      <a:pt x="1811" y="7323"/>
                      <a:pt x="1894" y="7406"/>
                      <a:pt x="1989" y="7406"/>
                    </a:cubicBezTo>
                    <a:lnTo>
                      <a:pt x="3418" y="7406"/>
                    </a:lnTo>
                    <a:lnTo>
                      <a:pt x="3418" y="10085"/>
                    </a:lnTo>
                    <a:cubicBezTo>
                      <a:pt x="1561" y="9300"/>
                      <a:pt x="346" y="7442"/>
                      <a:pt x="346" y="5418"/>
                    </a:cubicBezTo>
                    <a:cubicBezTo>
                      <a:pt x="346" y="2596"/>
                      <a:pt x="2620" y="322"/>
                      <a:pt x="5430" y="322"/>
                    </a:cubicBezTo>
                    <a:cubicBezTo>
                      <a:pt x="8228" y="322"/>
                      <a:pt x="10526" y="2620"/>
                      <a:pt x="10526" y="5418"/>
                    </a:cubicBezTo>
                    <a:cubicBezTo>
                      <a:pt x="10526" y="8228"/>
                      <a:pt x="8240" y="10502"/>
                      <a:pt x="5430" y="10502"/>
                    </a:cubicBezTo>
                    <a:lnTo>
                      <a:pt x="5371" y="10502"/>
                    </a:lnTo>
                    <a:lnTo>
                      <a:pt x="5371" y="7418"/>
                    </a:lnTo>
                    <a:lnTo>
                      <a:pt x="7728" y="7418"/>
                    </a:lnTo>
                    <a:cubicBezTo>
                      <a:pt x="7811" y="7418"/>
                      <a:pt x="7907" y="7347"/>
                      <a:pt x="7907" y="7240"/>
                    </a:cubicBezTo>
                    <a:lnTo>
                      <a:pt x="7907" y="5656"/>
                    </a:lnTo>
                    <a:cubicBezTo>
                      <a:pt x="7907" y="5561"/>
                      <a:pt x="7823" y="5478"/>
                      <a:pt x="7728" y="5478"/>
                    </a:cubicBezTo>
                    <a:lnTo>
                      <a:pt x="6728" y="5478"/>
                    </a:lnTo>
                    <a:cubicBezTo>
                      <a:pt x="6633" y="5478"/>
                      <a:pt x="6549" y="5549"/>
                      <a:pt x="6549" y="5656"/>
                    </a:cubicBezTo>
                    <a:cubicBezTo>
                      <a:pt x="6549" y="5740"/>
                      <a:pt x="6621" y="5835"/>
                      <a:pt x="6728" y="5835"/>
                    </a:cubicBezTo>
                    <a:lnTo>
                      <a:pt x="7561" y="5835"/>
                    </a:lnTo>
                    <a:lnTo>
                      <a:pt x="7561" y="7097"/>
                    </a:lnTo>
                    <a:lnTo>
                      <a:pt x="5204" y="7097"/>
                    </a:lnTo>
                    <a:cubicBezTo>
                      <a:pt x="5121" y="7097"/>
                      <a:pt x="5025" y="7168"/>
                      <a:pt x="5025" y="7275"/>
                    </a:cubicBezTo>
                    <a:lnTo>
                      <a:pt x="5025" y="10693"/>
                    </a:lnTo>
                    <a:cubicBezTo>
                      <a:pt x="5025" y="10788"/>
                      <a:pt x="5109" y="10859"/>
                      <a:pt x="5192" y="10871"/>
                    </a:cubicBezTo>
                    <a:lnTo>
                      <a:pt x="5430" y="10871"/>
                    </a:lnTo>
                    <a:cubicBezTo>
                      <a:pt x="6871" y="10871"/>
                      <a:pt x="8240" y="10312"/>
                      <a:pt x="9276" y="9288"/>
                    </a:cubicBezTo>
                    <a:cubicBezTo>
                      <a:pt x="10300" y="8252"/>
                      <a:pt x="10859" y="6883"/>
                      <a:pt x="10859" y="5442"/>
                    </a:cubicBezTo>
                    <a:cubicBezTo>
                      <a:pt x="10859" y="3989"/>
                      <a:pt x="10300" y="2620"/>
                      <a:pt x="9276" y="1584"/>
                    </a:cubicBezTo>
                    <a:cubicBezTo>
                      <a:pt x="8240" y="560"/>
                      <a:pt x="6871" y="1"/>
                      <a:pt x="543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0" name="Google Shape;2540;p49"/>
            <p:cNvGrpSpPr/>
            <p:nvPr/>
          </p:nvGrpSpPr>
          <p:grpSpPr>
            <a:xfrm>
              <a:off x="7053286" y="2227254"/>
              <a:ext cx="956596" cy="944252"/>
              <a:chOff x="4370663" y="1816530"/>
              <a:chExt cx="1098904" cy="1084724"/>
            </a:xfrm>
          </p:grpSpPr>
          <p:grpSp>
            <p:nvGrpSpPr>
              <p:cNvPr id="2541" name="Google Shape;2541;p49"/>
              <p:cNvGrpSpPr/>
              <p:nvPr/>
            </p:nvGrpSpPr>
            <p:grpSpPr>
              <a:xfrm>
                <a:off x="4370663" y="1816530"/>
                <a:ext cx="1098904" cy="1084724"/>
                <a:chOff x="4370663" y="1816530"/>
                <a:chExt cx="1098904" cy="1084724"/>
              </a:xfrm>
            </p:grpSpPr>
            <p:sp>
              <p:nvSpPr>
                <p:cNvPr id="2542" name="Google Shape;2542;p49"/>
                <p:cNvSpPr/>
                <p:nvPr/>
              </p:nvSpPr>
              <p:spPr>
                <a:xfrm>
                  <a:off x="4370663" y="1816530"/>
                  <a:ext cx="1098904" cy="108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1" extrusionOk="0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2"/>
                      </a:lnTo>
                      <a:cubicBezTo>
                        <a:pt x="12698" y="8921"/>
                        <a:pt x="12472" y="9005"/>
                        <a:pt x="12246" y="9005"/>
                      </a:cubicBezTo>
                      <a:cubicBezTo>
                        <a:pt x="11945" y="9005"/>
                        <a:pt x="11643" y="8855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3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6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3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3" name="Google Shape;2543;p49"/>
                <p:cNvSpPr/>
                <p:nvPr/>
              </p:nvSpPr>
              <p:spPr>
                <a:xfrm>
                  <a:off x="5055718" y="1904160"/>
                  <a:ext cx="2873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55" extrusionOk="0">
                      <a:moveTo>
                        <a:pt x="5978" y="0"/>
                      </a:moveTo>
                      <a:cubicBezTo>
                        <a:pt x="2680" y="0"/>
                        <a:pt x="1" y="2679"/>
                        <a:pt x="1" y="5977"/>
                      </a:cubicBezTo>
                      <a:cubicBezTo>
                        <a:pt x="1" y="9275"/>
                        <a:pt x="2680" y="11954"/>
                        <a:pt x="5978" y="11954"/>
                      </a:cubicBezTo>
                      <a:cubicBezTo>
                        <a:pt x="9276" y="11954"/>
                        <a:pt x="11955" y="9275"/>
                        <a:pt x="11955" y="5977"/>
                      </a:cubicBezTo>
                      <a:cubicBezTo>
                        <a:pt x="11955" y="2679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44" name="Google Shape;2544;p49"/>
              <p:cNvGrpSpPr/>
              <p:nvPr/>
            </p:nvGrpSpPr>
            <p:grpSpPr>
              <a:xfrm>
                <a:off x="4732628" y="2171596"/>
                <a:ext cx="374986" cy="374572"/>
                <a:chOff x="3303268" y="3817349"/>
                <a:chExt cx="346056" cy="345674"/>
              </a:xfrm>
            </p:grpSpPr>
            <p:sp>
              <p:nvSpPr>
                <p:cNvPr id="2545" name="Google Shape;2545;p49"/>
                <p:cNvSpPr/>
                <p:nvPr/>
              </p:nvSpPr>
              <p:spPr>
                <a:xfrm>
                  <a:off x="3303268" y="3817349"/>
                  <a:ext cx="346056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2" h="10860" extrusionOk="0">
                      <a:moveTo>
                        <a:pt x="5418" y="334"/>
                      </a:moveTo>
                      <a:cubicBezTo>
                        <a:pt x="8228" y="334"/>
                        <a:pt x="10514" y="2608"/>
                        <a:pt x="10514" y="5430"/>
                      </a:cubicBezTo>
                      <a:cubicBezTo>
                        <a:pt x="10514" y="8240"/>
                        <a:pt x="8228" y="10514"/>
                        <a:pt x="5418" y="10514"/>
                      </a:cubicBezTo>
                      <a:cubicBezTo>
                        <a:pt x="2608" y="10514"/>
                        <a:pt x="334" y="8240"/>
                        <a:pt x="334" y="5430"/>
                      </a:cubicBezTo>
                      <a:cubicBezTo>
                        <a:pt x="334" y="2608"/>
                        <a:pt x="2608" y="334"/>
                        <a:pt x="5418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3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3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6" name="Google Shape;2546;p49"/>
                <p:cNvSpPr/>
                <p:nvPr/>
              </p:nvSpPr>
              <p:spPr>
                <a:xfrm>
                  <a:off x="3368074" y="3882537"/>
                  <a:ext cx="215298" cy="215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4" h="6764" extrusionOk="0">
                      <a:moveTo>
                        <a:pt x="5335" y="346"/>
                      </a:moveTo>
                      <a:cubicBezTo>
                        <a:pt x="5930" y="346"/>
                        <a:pt x="6418" y="834"/>
                        <a:pt x="6418" y="1429"/>
                      </a:cubicBezTo>
                      <a:lnTo>
                        <a:pt x="6418" y="5335"/>
                      </a:lnTo>
                      <a:cubicBezTo>
                        <a:pt x="6418" y="5930"/>
                        <a:pt x="5930" y="6418"/>
                        <a:pt x="5335" y="6418"/>
                      </a:cubicBezTo>
                      <a:lnTo>
                        <a:pt x="1429" y="6418"/>
                      </a:lnTo>
                      <a:cubicBezTo>
                        <a:pt x="834" y="6418"/>
                        <a:pt x="346" y="5930"/>
                        <a:pt x="346" y="5335"/>
                      </a:cubicBezTo>
                      <a:lnTo>
                        <a:pt x="346" y="1429"/>
                      </a:lnTo>
                      <a:cubicBezTo>
                        <a:pt x="346" y="834"/>
                        <a:pt x="834" y="346"/>
                        <a:pt x="1429" y="346"/>
                      </a:cubicBezTo>
                      <a:close/>
                      <a:moveTo>
                        <a:pt x="1429" y="1"/>
                      </a:moveTo>
                      <a:cubicBezTo>
                        <a:pt x="644" y="1"/>
                        <a:pt x="1" y="644"/>
                        <a:pt x="1" y="1429"/>
                      </a:cubicBezTo>
                      <a:lnTo>
                        <a:pt x="1" y="5335"/>
                      </a:lnTo>
                      <a:cubicBezTo>
                        <a:pt x="1" y="6120"/>
                        <a:pt x="644" y="6763"/>
                        <a:pt x="1429" y="6763"/>
                      </a:cubicBezTo>
                      <a:lnTo>
                        <a:pt x="5335" y="6763"/>
                      </a:lnTo>
                      <a:cubicBezTo>
                        <a:pt x="6121" y="6763"/>
                        <a:pt x="6763" y="6120"/>
                        <a:pt x="6763" y="5335"/>
                      </a:cubicBezTo>
                      <a:lnTo>
                        <a:pt x="6763" y="1429"/>
                      </a:lnTo>
                      <a:cubicBezTo>
                        <a:pt x="6763" y="644"/>
                        <a:pt x="6121" y="1"/>
                        <a:pt x="533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7" name="Google Shape;2547;p49"/>
                <p:cNvSpPr/>
                <p:nvPr/>
              </p:nvSpPr>
              <p:spPr>
                <a:xfrm>
                  <a:off x="3418143" y="3933656"/>
                  <a:ext cx="114811" cy="112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7" h="3542" extrusionOk="0">
                      <a:moveTo>
                        <a:pt x="1822" y="0"/>
                      </a:moveTo>
                      <a:cubicBezTo>
                        <a:pt x="812" y="0"/>
                        <a:pt x="1" y="851"/>
                        <a:pt x="59" y="1859"/>
                      </a:cubicBezTo>
                      <a:cubicBezTo>
                        <a:pt x="95" y="2776"/>
                        <a:pt x="833" y="3502"/>
                        <a:pt x="1726" y="3538"/>
                      </a:cubicBezTo>
                      <a:cubicBezTo>
                        <a:pt x="1764" y="3541"/>
                        <a:pt x="1802" y="3542"/>
                        <a:pt x="1840" y="3542"/>
                      </a:cubicBezTo>
                      <a:cubicBezTo>
                        <a:pt x="2178" y="3542"/>
                        <a:pt x="2494" y="3447"/>
                        <a:pt x="2762" y="3276"/>
                      </a:cubicBezTo>
                      <a:cubicBezTo>
                        <a:pt x="2857" y="3217"/>
                        <a:pt x="2869" y="3086"/>
                        <a:pt x="2797" y="3014"/>
                      </a:cubicBezTo>
                      <a:cubicBezTo>
                        <a:pt x="2761" y="2978"/>
                        <a:pt x="2711" y="2964"/>
                        <a:pt x="2664" y="2964"/>
                      </a:cubicBezTo>
                      <a:cubicBezTo>
                        <a:pt x="2634" y="2964"/>
                        <a:pt x="2606" y="2969"/>
                        <a:pt x="2583" y="2979"/>
                      </a:cubicBezTo>
                      <a:cubicBezTo>
                        <a:pt x="2380" y="3096"/>
                        <a:pt x="2149" y="3185"/>
                        <a:pt x="1897" y="3185"/>
                      </a:cubicBezTo>
                      <a:cubicBezTo>
                        <a:pt x="1868" y="3185"/>
                        <a:pt x="1839" y="3183"/>
                        <a:pt x="1809" y="3181"/>
                      </a:cubicBezTo>
                      <a:cubicBezTo>
                        <a:pt x="1023" y="3169"/>
                        <a:pt x="380" y="2514"/>
                        <a:pt x="392" y="1716"/>
                      </a:cubicBezTo>
                      <a:cubicBezTo>
                        <a:pt x="426" y="948"/>
                        <a:pt x="1028" y="330"/>
                        <a:pt x="1792" y="330"/>
                      </a:cubicBezTo>
                      <a:cubicBezTo>
                        <a:pt x="1833" y="330"/>
                        <a:pt x="1874" y="332"/>
                        <a:pt x="1916" y="335"/>
                      </a:cubicBezTo>
                      <a:cubicBezTo>
                        <a:pt x="2619" y="371"/>
                        <a:pt x="3190" y="943"/>
                        <a:pt x="3250" y="1633"/>
                      </a:cubicBezTo>
                      <a:cubicBezTo>
                        <a:pt x="3285" y="1919"/>
                        <a:pt x="3214" y="2193"/>
                        <a:pt x="3095" y="2431"/>
                      </a:cubicBezTo>
                      <a:cubicBezTo>
                        <a:pt x="3059" y="2490"/>
                        <a:pt x="3059" y="2574"/>
                        <a:pt x="3119" y="2633"/>
                      </a:cubicBezTo>
                      <a:cubicBezTo>
                        <a:pt x="3149" y="2663"/>
                        <a:pt x="3191" y="2678"/>
                        <a:pt x="3234" y="2678"/>
                      </a:cubicBezTo>
                      <a:cubicBezTo>
                        <a:pt x="3295" y="2678"/>
                        <a:pt x="3358" y="2648"/>
                        <a:pt x="3393" y="2586"/>
                      </a:cubicBezTo>
                      <a:cubicBezTo>
                        <a:pt x="3536" y="2324"/>
                        <a:pt x="3607" y="2014"/>
                        <a:pt x="3583" y="1669"/>
                      </a:cubicBezTo>
                      <a:cubicBezTo>
                        <a:pt x="3536" y="764"/>
                        <a:pt x="2797" y="50"/>
                        <a:pt x="1904" y="2"/>
                      </a:cubicBezTo>
                      <a:cubicBezTo>
                        <a:pt x="1877" y="1"/>
                        <a:pt x="1849" y="0"/>
                        <a:pt x="182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8" name="Google Shape;2548;p49"/>
                <p:cNvSpPr/>
                <p:nvPr/>
              </p:nvSpPr>
              <p:spPr>
                <a:xfrm>
                  <a:off x="3519298" y="3910197"/>
                  <a:ext cx="29570" cy="2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" h="918" extrusionOk="0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715"/>
                        <a:pt x="203" y="918"/>
                        <a:pt x="465" y="918"/>
                      </a:cubicBezTo>
                      <a:cubicBezTo>
                        <a:pt x="715" y="918"/>
                        <a:pt x="929" y="715"/>
                        <a:pt x="929" y="453"/>
                      </a:cubicBezTo>
                      <a:cubicBezTo>
                        <a:pt x="929" y="203"/>
                        <a:pt x="715" y="1"/>
                        <a:pt x="46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549" name="Google Shape;2549;p49"/>
            <p:cNvGrpSpPr/>
            <p:nvPr/>
          </p:nvGrpSpPr>
          <p:grpSpPr>
            <a:xfrm>
              <a:off x="6547098" y="2715744"/>
              <a:ext cx="956596" cy="944315"/>
              <a:chOff x="3789173" y="2377690"/>
              <a:chExt cx="1098904" cy="1084796"/>
            </a:xfrm>
          </p:grpSpPr>
          <p:grpSp>
            <p:nvGrpSpPr>
              <p:cNvPr id="2550" name="Google Shape;2550;p49"/>
              <p:cNvGrpSpPr/>
              <p:nvPr/>
            </p:nvGrpSpPr>
            <p:grpSpPr>
              <a:xfrm>
                <a:off x="3789173" y="2377690"/>
                <a:ext cx="1098904" cy="1084796"/>
                <a:chOff x="3789173" y="2377690"/>
                <a:chExt cx="1098904" cy="1084796"/>
              </a:xfrm>
            </p:grpSpPr>
            <p:sp>
              <p:nvSpPr>
                <p:cNvPr id="2551" name="Google Shape;2551;p49"/>
                <p:cNvSpPr/>
                <p:nvPr/>
              </p:nvSpPr>
              <p:spPr>
                <a:xfrm>
                  <a:off x="3789173" y="2377690"/>
                  <a:ext cx="1098904" cy="1084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4" extrusionOk="0">
                      <a:moveTo>
                        <a:pt x="22861" y="0"/>
                      </a:moveTo>
                      <a:cubicBezTo>
                        <a:pt x="22090" y="0"/>
                        <a:pt x="21319" y="295"/>
                        <a:pt x="20730" y="884"/>
                      </a:cubicBezTo>
                      <a:lnTo>
                        <a:pt x="1180" y="20446"/>
                      </a:lnTo>
                      <a:cubicBezTo>
                        <a:pt x="1" y="21613"/>
                        <a:pt x="1" y="23518"/>
                        <a:pt x="1180" y="24697"/>
                      </a:cubicBezTo>
                      <a:lnTo>
                        <a:pt x="20730" y="44259"/>
                      </a:lnTo>
                      <a:cubicBezTo>
                        <a:pt x="21319" y="44842"/>
                        <a:pt x="22090" y="45134"/>
                        <a:pt x="22861" y="45134"/>
                      </a:cubicBezTo>
                      <a:cubicBezTo>
                        <a:pt x="23632" y="45134"/>
                        <a:pt x="24403" y="44842"/>
                        <a:pt x="24992" y="44259"/>
                      </a:cubicBezTo>
                      <a:lnTo>
                        <a:pt x="44542" y="24697"/>
                      </a:lnTo>
                      <a:cubicBezTo>
                        <a:pt x="45721" y="23518"/>
                        <a:pt x="45721" y="21613"/>
                        <a:pt x="44542" y="20446"/>
                      </a:cubicBezTo>
                      <a:lnTo>
                        <a:pt x="36684" y="12576"/>
                      </a:lnTo>
                      <a:cubicBezTo>
                        <a:pt x="36267" y="12171"/>
                        <a:pt x="36363" y="11481"/>
                        <a:pt x="36851" y="11171"/>
                      </a:cubicBezTo>
                      <a:cubicBezTo>
                        <a:pt x="37565" y="10719"/>
                        <a:pt x="38327" y="10350"/>
                        <a:pt x="39125" y="10052"/>
                      </a:cubicBezTo>
                      <a:cubicBezTo>
                        <a:pt x="39613" y="9874"/>
                        <a:pt x="40054" y="9552"/>
                        <a:pt x="40399" y="9100"/>
                      </a:cubicBezTo>
                      <a:cubicBezTo>
                        <a:pt x="41173" y="8099"/>
                        <a:pt x="41220" y="6778"/>
                        <a:pt x="40518" y="5730"/>
                      </a:cubicBezTo>
                      <a:cubicBezTo>
                        <a:pt x="39932" y="4868"/>
                        <a:pt x="39013" y="4436"/>
                        <a:pt x="38094" y="4436"/>
                      </a:cubicBezTo>
                      <a:cubicBezTo>
                        <a:pt x="37349" y="4436"/>
                        <a:pt x="36606" y="4720"/>
                        <a:pt x="36041" y="5290"/>
                      </a:cubicBezTo>
                      <a:cubicBezTo>
                        <a:pt x="35732" y="5587"/>
                        <a:pt x="35505" y="5956"/>
                        <a:pt x="35362" y="6337"/>
                      </a:cubicBezTo>
                      <a:cubicBezTo>
                        <a:pt x="35077" y="7123"/>
                        <a:pt x="34720" y="7885"/>
                        <a:pt x="34267" y="8588"/>
                      </a:cubicBezTo>
                      <a:cubicBezTo>
                        <a:pt x="34091" y="8872"/>
                        <a:pt x="33797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3" y="295"/>
                        <a:pt x="23632" y="0"/>
                        <a:pt x="22861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2" name="Google Shape;2552;p49"/>
                <p:cNvSpPr/>
                <p:nvPr/>
              </p:nvSpPr>
              <p:spPr>
                <a:xfrm>
                  <a:off x="3885623" y="2465897"/>
                  <a:ext cx="287050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3" h="11955" extrusionOk="0">
                      <a:moveTo>
                        <a:pt x="5977" y="0"/>
                      </a:moveTo>
                      <a:cubicBezTo>
                        <a:pt x="2679" y="0"/>
                        <a:pt x="0" y="2679"/>
                        <a:pt x="0" y="5977"/>
                      </a:cubicBezTo>
                      <a:cubicBezTo>
                        <a:pt x="0" y="9275"/>
                        <a:pt x="2679" y="11954"/>
                        <a:pt x="5977" y="11954"/>
                      </a:cubicBezTo>
                      <a:cubicBezTo>
                        <a:pt x="9275" y="11954"/>
                        <a:pt x="11942" y="9275"/>
                        <a:pt x="11942" y="5977"/>
                      </a:cubicBezTo>
                      <a:cubicBezTo>
                        <a:pt x="11942" y="2679"/>
                        <a:pt x="9275" y="0"/>
                        <a:pt x="5977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53" name="Google Shape;2553;p49"/>
              <p:cNvGrpSpPr/>
              <p:nvPr/>
            </p:nvGrpSpPr>
            <p:grpSpPr>
              <a:xfrm>
                <a:off x="4151137" y="2732796"/>
                <a:ext cx="374986" cy="374572"/>
                <a:chOff x="3752358" y="3817349"/>
                <a:chExt cx="346056" cy="345674"/>
              </a:xfrm>
            </p:grpSpPr>
            <p:sp>
              <p:nvSpPr>
                <p:cNvPr id="2554" name="Google Shape;2554;p49"/>
                <p:cNvSpPr/>
                <p:nvPr/>
              </p:nvSpPr>
              <p:spPr>
                <a:xfrm>
                  <a:off x="3752358" y="3817349"/>
                  <a:ext cx="346056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2" h="10860" extrusionOk="0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28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5" name="Google Shape;2555;p49"/>
                <p:cNvSpPr/>
                <p:nvPr/>
              </p:nvSpPr>
              <p:spPr>
                <a:xfrm>
                  <a:off x="3831933" y="3955682"/>
                  <a:ext cx="47809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" h="3787" extrusionOk="0">
                      <a:moveTo>
                        <a:pt x="1168" y="346"/>
                      </a:moveTo>
                      <a:lnTo>
                        <a:pt x="1168" y="3430"/>
                      </a:lnTo>
                      <a:lnTo>
                        <a:pt x="358" y="3430"/>
                      </a:lnTo>
                      <a:lnTo>
                        <a:pt x="358" y="346"/>
                      </a:lnTo>
                      <a:close/>
                      <a:moveTo>
                        <a:pt x="180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72" y="3787"/>
                        <a:pt x="180" y="3787"/>
                      </a:cubicBezTo>
                      <a:lnTo>
                        <a:pt x="1323" y="3787"/>
                      </a:lnTo>
                      <a:cubicBezTo>
                        <a:pt x="1418" y="3787"/>
                        <a:pt x="1501" y="3715"/>
                        <a:pt x="1501" y="3608"/>
                      </a:cubicBezTo>
                      <a:lnTo>
                        <a:pt x="1501" y="179"/>
                      </a:lnTo>
                      <a:cubicBezTo>
                        <a:pt x="1501" y="72"/>
                        <a:pt x="1430" y="1"/>
                        <a:pt x="13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6" name="Google Shape;2556;p49"/>
                <p:cNvSpPr/>
                <p:nvPr/>
              </p:nvSpPr>
              <p:spPr>
                <a:xfrm>
                  <a:off x="3824739" y="3890112"/>
                  <a:ext cx="55002" cy="550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8" h="1728" extrusionOk="0">
                      <a:moveTo>
                        <a:pt x="870" y="334"/>
                      </a:moveTo>
                      <a:cubicBezTo>
                        <a:pt x="1156" y="334"/>
                        <a:pt x="1394" y="572"/>
                        <a:pt x="1394" y="846"/>
                      </a:cubicBezTo>
                      <a:cubicBezTo>
                        <a:pt x="1394" y="1132"/>
                        <a:pt x="1156" y="1370"/>
                        <a:pt x="870" y="1370"/>
                      </a:cubicBezTo>
                      <a:cubicBezTo>
                        <a:pt x="584" y="1370"/>
                        <a:pt x="346" y="1132"/>
                        <a:pt x="346" y="846"/>
                      </a:cubicBezTo>
                      <a:cubicBezTo>
                        <a:pt x="346" y="572"/>
                        <a:pt x="584" y="334"/>
                        <a:pt x="870" y="334"/>
                      </a:cubicBezTo>
                      <a:close/>
                      <a:moveTo>
                        <a:pt x="870" y="1"/>
                      </a:moveTo>
                      <a:cubicBezTo>
                        <a:pt x="394" y="1"/>
                        <a:pt x="1" y="394"/>
                        <a:pt x="1" y="870"/>
                      </a:cubicBezTo>
                      <a:cubicBezTo>
                        <a:pt x="1" y="1346"/>
                        <a:pt x="394" y="1727"/>
                        <a:pt x="870" y="1727"/>
                      </a:cubicBezTo>
                      <a:cubicBezTo>
                        <a:pt x="1346" y="1727"/>
                        <a:pt x="1727" y="1334"/>
                        <a:pt x="1727" y="870"/>
                      </a:cubicBezTo>
                      <a:cubicBezTo>
                        <a:pt x="1727" y="394"/>
                        <a:pt x="1346" y="1"/>
                        <a:pt x="87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7" name="Google Shape;2557;p49"/>
                <p:cNvSpPr/>
                <p:nvPr/>
              </p:nvSpPr>
              <p:spPr>
                <a:xfrm>
                  <a:off x="3904696" y="3955682"/>
                  <a:ext cx="128148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6" h="3787" extrusionOk="0">
                      <a:moveTo>
                        <a:pt x="191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84" y="3787"/>
                        <a:pt x="191" y="3787"/>
                      </a:cubicBezTo>
                      <a:lnTo>
                        <a:pt x="1334" y="3787"/>
                      </a:lnTo>
                      <a:cubicBezTo>
                        <a:pt x="1418" y="3787"/>
                        <a:pt x="1513" y="3715"/>
                        <a:pt x="1513" y="3608"/>
                      </a:cubicBezTo>
                      <a:lnTo>
                        <a:pt x="1513" y="2382"/>
                      </a:lnTo>
                      <a:cubicBezTo>
                        <a:pt x="1513" y="1977"/>
                        <a:pt x="1596" y="1501"/>
                        <a:pt x="2037" y="1501"/>
                      </a:cubicBezTo>
                      <a:cubicBezTo>
                        <a:pt x="2347" y="1501"/>
                        <a:pt x="2477" y="1763"/>
                        <a:pt x="2525" y="2060"/>
                      </a:cubicBezTo>
                      <a:cubicBezTo>
                        <a:pt x="2537" y="2156"/>
                        <a:pt x="2608" y="2215"/>
                        <a:pt x="2692" y="2215"/>
                      </a:cubicBezTo>
                      <a:cubicBezTo>
                        <a:pt x="2787" y="2215"/>
                        <a:pt x="2870" y="2120"/>
                        <a:pt x="2847" y="2025"/>
                      </a:cubicBezTo>
                      <a:cubicBezTo>
                        <a:pt x="2763" y="1465"/>
                        <a:pt x="2477" y="1155"/>
                        <a:pt x="2013" y="1155"/>
                      </a:cubicBezTo>
                      <a:cubicBezTo>
                        <a:pt x="1465" y="1155"/>
                        <a:pt x="1156" y="1608"/>
                        <a:pt x="1156" y="2382"/>
                      </a:cubicBezTo>
                      <a:lnTo>
                        <a:pt x="1156" y="3430"/>
                      </a:lnTo>
                      <a:lnTo>
                        <a:pt x="346" y="3430"/>
                      </a:lnTo>
                      <a:lnTo>
                        <a:pt x="346" y="358"/>
                      </a:lnTo>
                      <a:lnTo>
                        <a:pt x="918" y="358"/>
                      </a:lnTo>
                      <a:lnTo>
                        <a:pt x="918" y="572"/>
                      </a:lnTo>
                      <a:cubicBezTo>
                        <a:pt x="918" y="632"/>
                        <a:pt x="930" y="679"/>
                        <a:pt x="977" y="715"/>
                      </a:cubicBezTo>
                      <a:cubicBezTo>
                        <a:pt x="1007" y="733"/>
                        <a:pt x="1043" y="742"/>
                        <a:pt x="1078" y="742"/>
                      </a:cubicBezTo>
                      <a:cubicBezTo>
                        <a:pt x="1114" y="742"/>
                        <a:pt x="1150" y="733"/>
                        <a:pt x="1180" y="715"/>
                      </a:cubicBezTo>
                      <a:cubicBezTo>
                        <a:pt x="1477" y="477"/>
                        <a:pt x="1835" y="358"/>
                        <a:pt x="2227" y="358"/>
                      </a:cubicBezTo>
                      <a:cubicBezTo>
                        <a:pt x="3204" y="358"/>
                        <a:pt x="3656" y="1191"/>
                        <a:pt x="3656" y="2001"/>
                      </a:cubicBezTo>
                      <a:lnTo>
                        <a:pt x="3656" y="3430"/>
                      </a:lnTo>
                      <a:lnTo>
                        <a:pt x="2847" y="3430"/>
                      </a:lnTo>
                      <a:lnTo>
                        <a:pt x="2847" y="2870"/>
                      </a:lnTo>
                      <a:cubicBezTo>
                        <a:pt x="2847" y="2775"/>
                        <a:pt x="2775" y="2703"/>
                        <a:pt x="2692" y="2703"/>
                      </a:cubicBezTo>
                      <a:cubicBezTo>
                        <a:pt x="2597" y="2703"/>
                        <a:pt x="2525" y="2775"/>
                        <a:pt x="2525" y="2870"/>
                      </a:cubicBezTo>
                      <a:lnTo>
                        <a:pt x="2525" y="3596"/>
                      </a:lnTo>
                      <a:cubicBezTo>
                        <a:pt x="2525" y="3691"/>
                        <a:pt x="2597" y="3775"/>
                        <a:pt x="2704" y="3775"/>
                      </a:cubicBezTo>
                      <a:lnTo>
                        <a:pt x="3847" y="3775"/>
                      </a:lnTo>
                      <a:cubicBezTo>
                        <a:pt x="3942" y="3775"/>
                        <a:pt x="4025" y="3703"/>
                        <a:pt x="4025" y="3596"/>
                      </a:cubicBezTo>
                      <a:lnTo>
                        <a:pt x="4025" y="1989"/>
                      </a:lnTo>
                      <a:cubicBezTo>
                        <a:pt x="4025" y="810"/>
                        <a:pt x="3299" y="1"/>
                        <a:pt x="2239" y="1"/>
                      </a:cubicBezTo>
                      <a:cubicBezTo>
                        <a:pt x="1894" y="1"/>
                        <a:pt x="1573" y="84"/>
                        <a:pt x="1275" y="251"/>
                      </a:cubicBezTo>
                      <a:lnTo>
                        <a:pt x="1275" y="179"/>
                      </a:lnTo>
                      <a:cubicBezTo>
                        <a:pt x="1275" y="84"/>
                        <a:pt x="1204" y="1"/>
                        <a:pt x="109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558" name="Google Shape;2558;p49"/>
            <p:cNvGrpSpPr/>
            <p:nvPr/>
          </p:nvGrpSpPr>
          <p:grpSpPr>
            <a:xfrm>
              <a:off x="7034853" y="3222917"/>
              <a:ext cx="956596" cy="944252"/>
              <a:chOff x="4349489" y="2960313"/>
              <a:chExt cx="1098904" cy="1084724"/>
            </a:xfrm>
          </p:grpSpPr>
          <p:grpSp>
            <p:nvGrpSpPr>
              <p:cNvPr id="2559" name="Google Shape;2559;p49"/>
              <p:cNvGrpSpPr/>
              <p:nvPr/>
            </p:nvGrpSpPr>
            <p:grpSpPr>
              <a:xfrm>
                <a:off x="4349489" y="2960313"/>
                <a:ext cx="1098904" cy="1084724"/>
                <a:chOff x="4349489" y="2960313"/>
                <a:chExt cx="1098904" cy="1084724"/>
              </a:xfrm>
            </p:grpSpPr>
            <p:sp>
              <p:nvSpPr>
                <p:cNvPr id="2560" name="Google Shape;2560;p49"/>
                <p:cNvSpPr/>
                <p:nvPr/>
              </p:nvSpPr>
              <p:spPr>
                <a:xfrm>
                  <a:off x="4349489" y="2960313"/>
                  <a:ext cx="1098904" cy="108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1" extrusionOk="0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3"/>
                      </a:lnTo>
                      <a:cubicBezTo>
                        <a:pt x="12697" y="8917"/>
                        <a:pt x="12470" y="9001"/>
                        <a:pt x="12243" y="9001"/>
                      </a:cubicBezTo>
                      <a:cubicBezTo>
                        <a:pt x="11942" y="9001"/>
                        <a:pt x="11642" y="8854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4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5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2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1" name="Google Shape;2561;p49"/>
                <p:cNvSpPr/>
                <p:nvPr/>
              </p:nvSpPr>
              <p:spPr>
                <a:xfrm>
                  <a:off x="5065741" y="3026769"/>
                  <a:ext cx="2873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55" extrusionOk="0">
                      <a:moveTo>
                        <a:pt x="5978" y="1"/>
                      </a:moveTo>
                      <a:cubicBezTo>
                        <a:pt x="2680" y="1"/>
                        <a:pt x="1" y="2679"/>
                        <a:pt x="1" y="5978"/>
                      </a:cubicBezTo>
                      <a:cubicBezTo>
                        <a:pt x="1" y="9276"/>
                        <a:pt x="2680" y="11954"/>
                        <a:pt x="5978" y="11954"/>
                      </a:cubicBezTo>
                      <a:cubicBezTo>
                        <a:pt x="9276" y="11954"/>
                        <a:pt x="11955" y="9276"/>
                        <a:pt x="11955" y="5978"/>
                      </a:cubicBezTo>
                      <a:cubicBezTo>
                        <a:pt x="11955" y="2679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62" name="Google Shape;2562;p49"/>
              <p:cNvGrpSpPr/>
              <p:nvPr/>
            </p:nvGrpSpPr>
            <p:grpSpPr>
              <a:xfrm>
                <a:off x="4732657" y="3315384"/>
                <a:ext cx="374952" cy="374572"/>
                <a:chOff x="4201447" y="3817349"/>
                <a:chExt cx="346024" cy="345674"/>
              </a:xfrm>
            </p:grpSpPr>
            <p:sp>
              <p:nvSpPr>
                <p:cNvPr id="2563" name="Google Shape;2563;p49"/>
                <p:cNvSpPr/>
                <p:nvPr/>
              </p:nvSpPr>
              <p:spPr>
                <a:xfrm>
                  <a:off x="4201447" y="3817349"/>
                  <a:ext cx="346024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1" h="10860" extrusionOk="0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52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299" y="8240"/>
                        <a:pt x="10871" y="6871"/>
                        <a:pt x="10871" y="5430"/>
                      </a:cubicBezTo>
                      <a:cubicBezTo>
                        <a:pt x="10871" y="3989"/>
                        <a:pt x="10299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4" name="Google Shape;2564;p49"/>
                <p:cNvSpPr/>
                <p:nvPr/>
              </p:nvSpPr>
              <p:spPr>
                <a:xfrm>
                  <a:off x="4271569" y="3904531"/>
                  <a:ext cx="227394" cy="185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4" h="5835" extrusionOk="0">
                      <a:moveTo>
                        <a:pt x="4620" y="0"/>
                      </a:moveTo>
                      <a:cubicBezTo>
                        <a:pt x="3727" y="0"/>
                        <a:pt x="2977" y="691"/>
                        <a:pt x="2905" y="1572"/>
                      </a:cubicBezTo>
                      <a:cubicBezTo>
                        <a:pt x="2727" y="1548"/>
                        <a:pt x="2358" y="1441"/>
                        <a:pt x="2262" y="1405"/>
                      </a:cubicBezTo>
                      <a:cubicBezTo>
                        <a:pt x="1643" y="1203"/>
                        <a:pt x="1072" y="810"/>
                        <a:pt x="631" y="322"/>
                      </a:cubicBezTo>
                      <a:cubicBezTo>
                        <a:pt x="596" y="298"/>
                        <a:pt x="572" y="274"/>
                        <a:pt x="524" y="262"/>
                      </a:cubicBezTo>
                      <a:cubicBezTo>
                        <a:pt x="517" y="261"/>
                        <a:pt x="509" y="260"/>
                        <a:pt x="501" y="260"/>
                      </a:cubicBezTo>
                      <a:cubicBezTo>
                        <a:pt x="436" y="260"/>
                        <a:pt x="367" y="304"/>
                        <a:pt x="346" y="357"/>
                      </a:cubicBezTo>
                      <a:cubicBezTo>
                        <a:pt x="238" y="572"/>
                        <a:pt x="179" y="810"/>
                        <a:pt x="179" y="1048"/>
                      </a:cubicBezTo>
                      <a:cubicBezTo>
                        <a:pt x="179" y="1393"/>
                        <a:pt x="286" y="1727"/>
                        <a:pt x="476" y="1977"/>
                      </a:cubicBezTo>
                      <a:cubicBezTo>
                        <a:pt x="466" y="1975"/>
                        <a:pt x="456" y="1974"/>
                        <a:pt x="446" y="1974"/>
                      </a:cubicBezTo>
                      <a:cubicBezTo>
                        <a:pt x="397" y="1974"/>
                        <a:pt x="349" y="1997"/>
                        <a:pt x="310" y="2036"/>
                      </a:cubicBezTo>
                      <a:cubicBezTo>
                        <a:pt x="286" y="2060"/>
                        <a:pt x="286" y="2108"/>
                        <a:pt x="274" y="2143"/>
                      </a:cubicBezTo>
                      <a:lnTo>
                        <a:pt x="274" y="2203"/>
                      </a:lnTo>
                      <a:cubicBezTo>
                        <a:pt x="274" y="2655"/>
                        <a:pt x="476" y="3072"/>
                        <a:pt x="822" y="3358"/>
                      </a:cubicBezTo>
                      <a:cubicBezTo>
                        <a:pt x="786" y="3370"/>
                        <a:pt x="774" y="3405"/>
                        <a:pt x="762" y="3417"/>
                      </a:cubicBezTo>
                      <a:cubicBezTo>
                        <a:pt x="750" y="3465"/>
                        <a:pt x="727" y="3513"/>
                        <a:pt x="750" y="3548"/>
                      </a:cubicBezTo>
                      <a:cubicBezTo>
                        <a:pt x="893" y="4024"/>
                        <a:pt x="1262" y="4405"/>
                        <a:pt x="1727" y="4548"/>
                      </a:cubicBezTo>
                      <a:cubicBezTo>
                        <a:pt x="1310" y="4798"/>
                        <a:pt x="834" y="4941"/>
                        <a:pt x="334" y="4941"/>
                      </a:cubicBezTo>
                      <a:lnTo>
                        <a:pt x="191" y="4941"/>
                      </a:lnTo>
                      <a:cubicBezTo>
                        <a:pt x="107" y="4941"/>
                        <a:pt x="36" y="5001"/>
                        <a:pt x="12" y="5084"/>
                      </a:cubicBezTo>
                      <a:cubicBezTo>
                        <a:pt x="0" y="5156"/>
                        <a:pt x="48" y="5239"/>
                        <a:pt x="107" y="5263"/>
                      </a:cubicBezTo>
                      <a:cubicBezTo>
                        <a:pt x="727" y="5632"/>
                        <a:pt x="1465" y="5834"/>
                        <a:pt x="2191" y="5834"/>
                      </a:cubicBezTo>
                      <a:cubicBezTo>
                        <a:pt x="3072" y="5834"/>
                        <a:pt x="3905" y="5560"/>
                        <a:pt x="4596" y="5060"/>
                      </a:cubicBezTo>
                      <a:cubicBezTo>
                        <a:pt x="4691" y="5001"/>
                        <a:pt x="4691" y="4858"/>
                        <a:pt x="4620" y="4786"/>
                      </a:cubicBezTo>
                      <a:cubicBezTo>
                        <a:pt x="4587" y="4754"/>
                        <a:pt x="4544" y="4735"/>
                        <a:pt x="4499" y="4735"/>
                      </a:cubicBezTo>
                      <a:cubicBezTo>
                        <a:pt x="4463" y="4735"/>
                        <a:pt x="4426" y="4748"/>
                        <a:pt x="4394" y="4775"/>
                      </a:cubicBezTo>
                      <a:cubicBezTo>
                        <a:pt x="3763" y="5215"/>
                        <a:pt x="3013" y="5489"/>
                        <a:pt x="2191" y="5489"/>
                      </a:cubicBezTo>
                      <a:cubicBezTo>
                        <a:pt x="1727" y="5489"/>
                        <a:pt x="1262" y="5394"/>
                        <a:pt x="846" y="5239"/>
                      </a:cubicBezTo>
                      <a:cubicBezTo>
                        <a:pt x="1369" y="5144"/>
                        <a:pt x="1846" y="4917"/>
                        <a:pt x="2262" y="4584"/>
                      </a:cubicBezTo>
                      <a:cubicBezTo>
                        <a:pt x="2310" y="4536"/>
                        <a:pt x="2334" y="4477"/>
                        <a:pt x="2322" y="4417"/>
                      </a:cubicBezTo>
                      <a:cubicBezTo>
                        <a:pt x="2310" y="4346"/>
                        <a:pt x="2239" y="4286"/>
                        <a:pt x="2155" y="4286"/>
                      </a:cubicBezTo>
                      <a:cubicBezTo>
                        <a:pt x="1739" y="4263"/>
                        <a:pt x="1369" y="4048"/>
                        <a:pt x="1167" y="3691"/>
                      </a:cubicBezTo>
                      <a:cubicBezTo>
                        <a:pt x="1250" y="3691"/>
                        <a:pt x="1358" y="3667"/>
                        <a:pt x="1441" y="3643"/>
                      </a:cubicBezTo>
                      <a:cubicBezTo>
                        <a:pt x="1524" y="3632"/>
                        <a:pt x="1584" y="3572"/>
                        <a:pt x="1584" y="3489"/>
                      </a:cubicBezTo>
                      <a:cubicBezTo>
                        <a:pt x="1596" y="3405"/>
                        <a:pt x="1536" y="3334"/>
                        <a:pt x="1441" y="3298"/>
                      </a:cubicBezTo>
                      <a:cubicBezTo>
                        <a:pt x="1000" y="3191"/>
                        <a:pt x="667" y="2822"/>
                        <a:pt x="596" y="2381"/>
                      </a:cubicBezTo>
                      <a:lnTo>
                        <a:pt x="596" y="2381"/>
                      </a:lnTo>
                      <a:cubicBezTo>
                        <a:pt x="727" y="2405"/>
                        <a:pt x="869" y="2417"/>
                        <a:pt x="1000" y="2417"/>
                      </a:cubicBezTo>
                      <a:cubicBezTo>
                        <a:pt x="1084" y="2417"/>
                        <a:pt x="1143" y="2358"/>
                        <a:pt x="1167" y="2274"/>
                      </a:cubicBezTo>
                      <a:cubicBezTo>
                        <a:pt x="1179" y="2203"/>
                        <a:pt x="1131" y="2143"/>
                        <a:pt x="1072" y="2108"/>
                      </a:cubicBezTo>
                      <a:cubicBezTo>
                        <a:pt x="703" y="1881"/>
                        <a:pt x="476" y="1488"/>
                        <a:pt x="476" y="1048"/>
                      </a:cubicBezTo>
                      <a:cubicBezTo>
                        <a:pt x="476" y="953"/>
                        <a:pt x="488" y="846"/>
                        <a:pt x="524" y="738"/>
                      </a:cubicBezTo>
                      <a:cubicBezTo>
                        <a:pt x="965" y="1191"/>
                        <a:pt x="1524" y="1524"/>
                        <a:pt x="2120" y="1727"/>
                      </a:cubicBezTo>
                      <a:cubicBezTo>
                        <a:pt x="2120" y="1727"/>
                        <a:pt x="2715" y="1905"/>
                        <a:pt x="2929" y="1917"/>
                      </a:cubicBezTo>
                      <a:lnTo>
                        <a:pt x="3024" y="1917"/>
                      </a:lnTo>
                      <a:cubicBezTo>
                        <a:pt x="3096" y="1917"/>
                        <a:pt x="3167" y="1869"/>
                        <a:pt x="3191" y="1798"/>
                      </a:cubicBezTo>
                      <a:cubicBezTo>
                        <a:pt x="3203" y="1786"/>
                        <a:pt x="3203" y="1750"/>
                        <a:pt x="3203" y="1738"/>
                      </a:cubicBezTo>
                      <a:lnTo>
                        <a:pt x="3203" y="1703"/>
                      </a:lnTo>
                      <a:cubicBezTo>
                        <a:pt x="3203" y="953"/>
                        <a:pt x="3810" y="334"/>
                        <a:pt x="4572" y="334"/>
                      </a:cubicBezTo>
                      <a:cubicBezTo>
                        <a:pt x="4941" y="334"/>
                        <a:pt x="5287" y="488"/>
                        <a:pt x="5549" y="750"/>
                      </a:cubicBezTo>
                      <a:cubicBezTo>
                        <a:pt x="5585" y="787"/>
                        <a:pt x="5621" y="802"/>
                        <a:pt x="5663" y="802"/>
                      </a:cubicBezTo>
                      <a:cubicBezTo>
                        <a:pt x="5676" y="802"/>
                        <a:pt x="5689" y="801"/>
                        <a:pt x="5703" y="798"/>
                      </a:cubicBezTo>
                      <a:cubicBezTo>
                        <a:pt x="5882" y="762"/>
                        <a:pt x="6049" y="738"/>
                        <a:pt x="6203" y="679"/>
                      </a:cubicBezTo>
                      <a:lnTo>
                        <a:pt x="6203" y="679"/>
                      </a:lnTo>
                      <a:cubicBezTo>
                        <a:pt x="6120" y="762"/>
                        <a:pt x="6013" y="857"/>
                        <a:pt x="5894" y="917"/>
                      </a:cubicBezTo>
                      <a:cubicBezTo>
                        <a:pt x="5822" y="965"/>
                        <a:pt x="5787" y="1048"/>
                        <a:pt x="5822" y="1143"/>
                      </a:cubicBezTo>
                      <a:cubicBezTo>
                        <a:pt x="5846" y="1203"/>
                        <a:pt x="5930" y="1250"/>
                        <a:pt x="6001" y="1250"/>
                      </a:cubicBezTo>
                      <a:cubicBezTo>
                        <a:pt x="6144" y="1227"/>
                        <a:pt x="6287" y="1215"/>
                        <a:pt x="6418" y="1167"/>
                      </a:cubicBezTo>
                      <a:lnTo>
                        <a:pt x="6418" y="1167"/>
                      </a:lnTo>
                      <a:cubicBezTo>
                        <a:pt x="6299" y="1286"/>
                        <a:pt x="6168" y="1405"/>
                        <a:pt x="6013" y="1512"/>
                      </a:cubicBezTo>
                      <a:cubicBezTo>
                        <a:pt x="5965" y="1548"/>
                        <a:pt x="5941" y="1608"/>
                        <a:pt x="5941" y="1655"/>
                      </a:cubicBezTo>
                      <a:lnTo>
                        <a:pt x="5941" y="1679"/>
                      </a:lnTo>
                      <a:lnTo>
                        <a:pt x="5941" y="1703"/>
                      </a:lnTo>
                      <a:lnTo>
                        <a:pt x="5941" y="1727"/>
                      </a:lnTo>
                      <a:cubicBezTo>
                        <a:pt x="5941" y="2691"/>
                        <a:pt x="5572" y="3572"/>
                        <a:pt x="4977" y="4227"/>
                      </a:cubicBezTo>
                      <a:cubicBezTo>
                        <a:pt x="4918" y="4298"/>
                        <a:pt x="4918" y="4405"/>
                        <a:pt x="4977" y="4465"/>
                      </a:cubicBezTo>
                      <a:cubicBezTo>
                        <a:pt x="5011" y="4499"/>
                        <a:pt x="5053" y="4514"/>
                        <a:pt x="5096" y="4514"/>
                      </a:cubicBezTo>
                      <a:cubicBezTo>
                        <a:pt x="5143" y="4514"/>
                        <a:pt x="5190" y="4496"/>
                        <a:pt x="5227" y="4465"/>
                      </a:cubicBezTo>
                      <a:cubicBezTo>
                        <a:pt x="5894" y="3715"/>
                        <a:pt x="6263" y="2762"/>
                        <a:pt x="6287" y="1750"/>
                      </a:cubicBezTo>
                      <a:cubicBezTo>
                        <a:pt x="6596" y="1524"/>
                        <a:pt x="6846" y="1250"/>
                        <a:pt x="7061" y="917"/>
                      </a:cubicBezTo>
                      <a:cubicBezTo>
                        <a:pt x="7144" y="857"/>
                        <a:pt x="7132" y="750"/>
                        <a:pt x="7061" y="715"/>
                      </a:cubicBezTo>
                      <a:cubicBezTo>
                        <a:pt x="7029" y="683"/>
                        <a:pt x="6987" y="667"/>
                        <a:pt x="6937" y="667"/>
                      </a:cubicBezTo>
                      <a:cubicBezTo>
                        <a:pt x="6912" y="667"/>
                        <a:pt x="6886" y="671"/>
                        <a:pt x="6858" y="679"/>
                      </a:cubicBezTo>
                      <a:cubicBezTo>
                        <a:pt x="6775" y="726"/>
                        <a:pt x="6680" y="750"/>
                        <a:pt x="6596" y="786"/>
                      </a:cubicBezTo>
                      <a:cubicBezTo>
                        <a:pt x="6680" y="667"/>
                        <a:pt x="6763" y="512"/>
                        <a:pt x="6823" y="369"/>
                      </a:cubicBezTo>
                      <a:cubicBezTo>
                        <a:pt x="6834" y="310"/>
                        <a:pt x="6834" y="238"/>
                        <a:pt x="6787" y="191"/>
                      </a:cubicBezTo>
                      <a:cubicBezTo>
                        <a:pt x="6750" y="153"/>
                        <a:pt x="6703" y="135"/>
                        <a:pt x="6659" y="135"/>
                      </a:cubicBezTo>
                      <a:cubicBezTo>
                        <a:pt x="6632" y="135"/>
                        <a:pt x="6607" y="142"/>
                        <a:pt x="6584" y="155"/>
                      </a:cubicBezTo>
                      <a:cubicBezTo>
                        <a:pt x="6322" y="310"/>
                        <a:pt x="6061" y="393"/>
                        <a:pt x="5775" y="441"/>
                      </a:cubicBezTo>
                      <a:cubicBezTo>
                        <a:pt x="5465" y="143"/>
                        <a:pt x="5048" y="0"/>
                        <a:pt x="462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565" name="Google Shape;2565;p49"/>
            <p:cNvGrpSpPr/>
            <p:nvPr/>
          </p:nvGrpSpPr>
          <p:grpSpPr>
            <a:xfrm>
              <a:off x="6529419" y="3711909"/>
              <a:ext cx="956596" cy="944315"/>
              <a:chOff x="3768864" y="3522050"/>
              <a:chExt cx="1098904" cy="1084796"/>
            </a:xfrm>
          </p:grpSpPr>
          <p:grpSp>
            <p:nvGrpSpPr>
              <p:cNvPr id="2566" name="Google Shape;2566;p49"/>
              <p:cNvGrpSpPr/>
              <p:nvPr/>
            </p:nvGrpSpPr>
            <p:grpSpPr>
              <a:xfrm>
                <a:off x="3768864" y="3522050"/>
                <a:ext cx="1098904" cy="1084796"/>
                <a:chOff x="3768864" y="3522050"/>
                <a:chExt cx="1098904" cy="1084796"/>
              </a:xfrm>
            </p:grpSpPr>
            <p:sp>
              <p:nvSpPr>
                <p:cNvPr id="2567" name="Google Shape;2567;p49"/>
                <p:cNvSpPr/>
                <p:nvPr/>
              </p:nvSpPr>
              <p:spPr>
                <a:xfrm>
                  <a:off x="3768864" y="3522050"/>
                  <a:ext cx="1098904" cy="1084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4" extrusionOk="0">
                      <a:moveTo>
                        <a:pt x="22862" y="0"/>
                      </a:moveTo>
                      <a:cubicBezTo>
                        <a:pt x="22093" y="0"/>
                        <a:pt x="21325" y="295"/>
                        <a:pt x="20741" y="884"/>
                      </a:cubicBezTo>
                      <a:lnTo>
                        <a:pt x="1179" y="20446"/>
                      </a:lnTo>
                      <a:cubicBezTo>
                        <a:pt x="1" y="21613"/>
                        <a:pt x="1" y="23518"/>
                        <a:pt x="1179" y="24697"/>
                      </a:cubicBezTo>
                      <a:lnTo>
                        <a:pt x="20741" y="44259"/>
                      </a:lnTo>
                      <a:cubicBezTo>
                        <a:pt x="21325" y="44842"/>
                        <a:pt x="22093" y="45134"/>
                        <a:pt x="22862" y="45134"/>
                      </a:cubicBezTo>
                      <a:cubicBezTo>
                        <a:pt x="23631" y="45134"/>
                        <a:pt x="24402" y="44842"/>
                        <a:pt x="24992" y="44259"/>
                      </a:cubicBezTo>
                      <a:lnTo>
                        <a:pt x="44554" y="24697"/>
                      </a:lnTo>
                      <a:cubicBezTo>
                        <a:pt x="45721" y="23518"/>
                        <a:pt x="45721" y="21613"/>
                        <a:pt x="44554" y="20446"/>
                      </a:cubicBezTo>
                      <a:lnTo>
                        <a:pt x="36684" y="12576"/>
                      </a:lnTo>
                      <a:cubicBezTo>
                        <a:pt x="36279" y="12171"/>
                        <a:pt x="36362" y="11481"/>
                        <a:pt x="36850" y="11171"/>
                      </a:cubicBezTo>
                      <a:cubicBezTo>
                        <a:pt x="37565" y="10719"/>
                        <a:pt x="38327" y="10362"/>
                        <a:pt x="39124" y="10052"/>
                      </a:cubicBezTo>
                      <a:cubicBezTo>
                        <a:pt x="39613" y="9874"/>
                        <a:pt x="40053" y="9552"/>
                        <a:pt x="40410" y="9100"/>
                      </a:cubicBezTo>
                      <a:cubicBezTo>
                        <a:pt x="41172" y="8111"/>
                        <a:pt x="41220" y="6778"/>
                        <a:pt x="40518" y="5742"/>
                      </a:cubicBezTo>
                      <a:cubicBezTo>
                        <a:pt x="39931" y="4872"/>
                        <a:pt x="39013" y="4437"/>
                        <a:pt x="38094" y="4437"/>
                      </a:cubicBezTo>
                      <a:cubicBezTo>
                        <a:pt x="37352" y="4437"/>
                        <a:pt x="36610" y="4721"/>
                        <a:pt x="36041" y="5290"/>
                      </a:cubicBezTo>
                      <a:cubicBezTo>
                        <a:pt x="35731" y="5599"/>
                        <a:pt x="35505" y="5956"/>
                        <a:pt x="35362" y="6337"/>
                      </a:cubicBezTo>
                      <a:cubicBezTo>
                        <a:pt x="35076" y="7135"/>
                        <a:pt x="34719" y="7885"/>
                        <a:pt x="34267" y="8588"/>
                      </a:cubicBezTo>
                      <a:cubicBezTo>
                        <a:pt x="34091" y="8872"/>
                        <a:pt x="33796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8" name="Google Shape;2568;p49"/>
                <p:cNvSpPr/>
                <p:nvPr/>
              </p:nvSpPr>
              <p:spPr>
                <a:xfrm>
                  <a:off x="3887041" y="3641743"/>
                  <a:ext cx="287338" cy="287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42" extrusionOk="0">
                      <a:moveTo>
                        <a:pt x="5978" y="0"/>
                      </a:moveTo>
                      <a:cubicBezTo>
                        <a:pt x="2680" y="0"/>
                        <a:pt x="1" y="2667"/>
                        <a:pt x="1" y="5977"/>
                      </a:cubicBezTo>
                      <a:cubicBezTo>
                        <a:pt x="1" y="9275"/>
                        <a:pt x="2680" y="11942"/>
                        <a:pt x="5978" y="11942"/>
                      </a:cubicBezTo>
                      <a:cubicBezTo>
                        <a:pt x="9276" y="11942"/>
                        <a:pt x="11955" y="9275"/>
                        <a:pt x="11955" y="5977"/>
                      </a:cubicBezTo>
                      <a:cubicBezTo>
                        <a:pt x="11955" y="2667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69" name="Google Shape;2569;p49"/>
              <p:cNvGrpSpPr/>
              <p:nvPr/>
            </p:nvGrpSpPr>
            <p:grpSpPr>
              <a:xfrm>
                <a:off x="4139616" y="3871555"/>
                <a:ext cx="357419" cy="357005"/>
                <a:chOff x="7482229" y="3351230"/>
                <a:chExt cx="357419" cy="357005"/>
              </a:xfrm>
            </p:grpSpPr>
            <p:sp>
              <p:nvSpPr>
                <p:cNvPr id="2570" name="Google Shape;2570;p49"/>
                <p:cNvSpPr/>
                <p:nvPr/>
              </p:nvSpPr>
              <p:spPr>
                <a:xfrm>
                  <a:off x="7482229" y="3351230"/>
                  <a:ext cx="357419" cy="357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29" h="11216" extrusionOk="0">
                      <a:moveTo>
                        <a:pt x="5633" y="357"/>
                      </a:moveTo>
                      <a:cubicBezTo>
                        <a:pt x="8538" y="357"/>
                        <a:pt x="10883" y="2703"/>
                        <a:pt x="10883" y="5608"/>
                      </a:cubicBezTo>
                      <a:cubicBezTo>
                        <a:pt x="10883" y="8513"/>
                        <a:pt x="8538" y="10859"/>
                        <a:pt x="5633" y="10859"/>
                      </a:cubicBezTo>
                      <a:cubicBezTo>
                        <a:pt x="2728" y="10859"/>
                        <a:pt x="382" y="8513"/>
                        <a:pt x="382" y="5608"/>
                      </a:cubicBezTo>
                      <a:cubicBezTo>
                        <a:pt x="382" y="2703"/>
                        <a:pt x="2728" y="357"/>
                        <a:pt x="5633" y="357"/>
                      </a:cubicBezTo>
                      <a:close/>
                      <a:moveTo>
                        <a:pt x="5621" y="0"/>
                      </a:moveTo>
                      <a:cubicBezTo>
                        <a:pt x="4109" y="0"/>
                        <a:pt x="2716" y="572"/>
                        <a:pt x="1644" y="1631"/>
                      </a:cubicBezTo>
                      <a:cubicBezTo>
                        <a:pt x="584" y="2691"/>
                        <a:pt x="1" y="4108"/>
                        <a:pt x="1" y="5608"/>
                      </a:cubicBezTo>
                      <a:cubicBezTo>
                        <a:pt x="1" y="7108"/>
                        <a:pt x="584" y="8513"/>
                        <a:pt x="1644" y="9585"/>
                      </a:cubicBezTo>
                      <a:cubicBezTo>
                        <a:pt x="2704" y="10632"/>
                        <a:pt x="4109" y="11216"/>
                        <a:pt x="5621" y="11216"/>
                      </a:cubicBezTo>
                      <a:cubicBezTo>
                        <a:pt x="7121" y="11216"/>
                        <a:pt x="8526" y="10632"/>
                        <a:pt x="9597" y="9585"/>
                      </a:cubicBezTo>
                      <a:cubicBezTo>
                        <a:pt x="10645" y="8525"/>
                        <a:pt x="11229" y="7108"/>
                        <a:pt x="11229" y="5608"/>
                      </a:cubicBezTo>
                      <a:cubicBezTo>
                        <a:pt x="11229" y="4108"/>
                        <a:pt x="10669" y="2703"/>
                        <a:pt x="9597" y="1631"/>
                      </a:cubicBezTo>
                      <a:cubicBezTo>
                        <a:pt x="8538" y="572"/>
                        <a:pt x="7121" y="0"/>
                        <a:pt x="562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1" name="Google Shape;2571;p49"/>
                <p:cNvSpPr/>
                <p:nvPr/>
              </p:nvSpPr>
              <p:spPr>
                <a:xfrm>
                  <a:off x="7592138" y="3605616"/>
                  <a:ext cx="137983" cy="32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5" h="1022" extrusionOk="0">
                      <a:moveTo>
                        <a:pt x="202" y="1"/>
                      </a:moveTo>
                      <a:cubicBezTo>
                        <a:pt x="147" y="1"/>
                        <a:pt x="94" y="21"/>
                        <a:pt x="60" y="69"/>
                      </a:cubicBezTo>
                      <a:cubicBezTo>
                        <a:pt x="1" y="140"/>
                        <a:pt x="1" y="259"/>
                        <a:pt x="96" y="319"/>
                      </a:cubicBezTo>
                      <a:cubicBezTo>
                        <a:pt x="644" y="783"/>
                        <a:pt x="1370" y="1021"/>
                        <a:pt x="2168" y="1021"/>
                      </a:cubicBezTo>
                      <a:cubicBezTo>
                        <a:pt x="2954" y="1021"/>
                        <a:pt x="3680" y="771"/>
                        <a:pt x="4239" y="319"/>
                      </a:cubicBezTo>
                      <a:cubicBezTo>
                        <a:pt x="4323" y="259"/>
                        <a:pt x="4335" y="140"/>
                        <a:pt x="4263" y="69"/>
                      </a:cubicBezTo>
                      <a:cubicBezTo>
                        <a:pt x="4228" y="26"/>
                        <a:pt x="4170" y="4"/>
                        <a:pt x="4115" y="4"/>
                      </a:cubicBezTo>
                      <a:cubicBezTo>
                        <a:pt x="4078" y="4"/>
                        <a:pt x="4042" y="14"/>
                        <a:pt x="4013" y="33"/>
                      </a:cubicBezTo>
                      <a:cubicBezTo>
                        <a:pt x="3537" y="438"/>
                        <a:pt x="2882" y="664"/>
                        <a:pt x="2168" y="664"/>
                      </a:cubicBezTo>
                      <a:cubicBezTo>
                        <a:pt x="1465" y="664"/>
                        <a:pt x="810" y="438"/>
                        <a:pt x="322" y="33"/>
                      </a:cubicBezTo>
                      <a:cubicBezTo>
                        <a:pt x="286" y="12"/>
                        <a:pt x="244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2" name="Google Shape;2572;p49"/>
                <p:cNvSpPr/>
                <p:nvPr/>
              </p:nvSpPr>
              <p:spPr>
                <a:xfrm>
                  <a:off x="7513709" y="3387962"/>
                  <a:ext cx="295987" cy="282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9" h="8860" extrusionOk="0">
                      <a:moveTo>
                        <a:pt x="6060" y="370"/>
                      </a:moveTo>
                      <a:cubicBezTo>
                        <a:pt x="6358" y="370"/>
                        <a:pt x="6596" y="608"/>
                        <a:pt x="6596" y="906"/>
                      </a:cubicBezTo>
                      <a:cubicBezTo>
                        <a:pt x="6596" y="1204"/>
                        <a:pt x="6358" y="1442"/>
                        <a:pt x="6060" y="1442"/>
                      </a:cubicBezTo>
                      <a:cubicBezTo>
                        <a:pt x="5763" y="1442"/>
                        <a:pt x="5525" y="1204"/>
                        <a:pt x="5525" y="906"/>
                      </a:cubicBezTo>
                      <a:cubicBezTo>
                        <a:pt x="5525" y="608"/>
                        <a:pt x="5763" y="370"/>
                        <a:pt x="6060" y="370"/>
                      </a:cubicBezTo>
                      <a:close/>
                      <a:moveTo>
                        <a:pt x="1322" y="2989"/>
                      </a:moveTo>
                      <a:cubicBezTo>
                        <a:pt x="1596" y="2989"/>
                        <a:pt x="1834" y="3097"/>
                        <a:pt x="2012" y="3263"/>
                      </a:cubicBezTo>
                      <a:cubicBezTo>
                        <a:pt x="1477" y="3680"/>
                        <a:pt x="1072" y="4240"/>
                        <a:pt x="881" y="4883"/>
                      </a:cubicBezTo>
                      <a:cubicBezTo>
                        <a:pt x="548" y="4716"/>
                        <a:pt x="334" y="4359"/>
                        <a:pt x="334" y="3990"/>
                      </a:cubicBezTo>
                      <a:cubicBezTo>
                        <a:pt x="334" y="3442"/>
                        <a:pt x="774" y="2989"/>
                        <a:pt x="1322" y="2989"/>
                      </a:cubicBezTo>
                      <a:close/>
                      <a:moveTo>
                        <a:pt x="7954" y="2989"/>
                      </a:moveTo>
                      <a:cubicBezTo>
                        <a:pt x="8501" y="2989"/>
                        <a:pt x="8942" y="3442"/>
                        <a:pt x="8942" y="3990"/>
                      </a:cubicBezTo>
                      <a:cubicBezTo>
                        <a:pt x="8966" y="4359"/>
                        <a:pt x="8739" y="4704"/>
                        <a:pt x="8394" y="4883"/>
                      </a:cubicBezTo>
                      <a:cubicBezTo>
                        <a:pt x="8216" y="4240"/>
                        <a:pt x="7811" y="3680"/>
                        <a:pt x="7263" y="3263"/>
                      </a:cubicBezTo>
                      <a:cubicBezTo>
                        <a:pt x="7442" y="3085"/>
                        <a:pt x="7692" y="2989"/>
                        <a:pt x="7954" y="2989"/>
                      </a:cubicBezTo>
                      <a:close/>
                      <a:moveTo>
                        <a:pt x="6072" y="1"/>
                      </a:moveTo>
                      <a:cubicBezTo>
                        <a:pt x="5632" y="1"/>
                        <a:pt x="5251" y="334"/>
                        <a:pt x="5191" y="763"/>
                      </a:cubicBezTo>
                      <a:lnTo>
                        <a:pt x="4596" y="953"/>
                      </a:lnTo>
                      <a:cubicBezTo>
                        <a:pt x="4525" y="989"/>
                        <a:pt x="4477" y="1049"/>
                        <a:pt x="4477" y="1120"/>
                      </a:cubicBezTo>
                      <a:lnTo>
                        <a:pt x="4477" y="2370"/>
                      </a:lnTo>
                      <a:cubicBezTo>
                        <a:pt x="3679" y="2394"/>
                        <a:pt x="2929" y="2632"/>
                        <a:pt x="2334" y="3025"/>
                      </a:cubicBezTo>
                      <a:cubicBezTo>
                        <a:pt x="2084" y="2751"/>
                        <a:pt x="1727" y="2608"/>
                        <a:pt x="1358" y="2608"/>
                      </a:cubicBezTo>
                      <a:cubicBezTo>
                        <a:pt x="607" y="2608"/>
                        <a:pt x="0" y="3216"/>
                        <a:pt x="0" y="3966"/>
                      </a:cubicBezTo>
                      <a:cubicBezTo>
                        <a:pt x="0" y="4513"/>
                        <a:pt x="345" y="5002"/>
                        <a:pt x="834" y="5216"/>
                      </a:cubicBezTo>
                      <a:cubicBezTo>
                        <a:pt x="822" y="5347"/>
                        <a:pt x="798" y="5478"/>
                        <a:pt x="798" y="5609"/>
                      </a:cubicBezTo>
                      <a:cubicBezTo>
                        <a:pt x="798" y="7395"/>
                        <a:pt x="2524" y="8859"/>
                        <a:pt x="4667" y="8859"/>
                      </a:cubicBezTo>
                      <a:cubicBezTo>
                        <a:pt x="5763" y="8859"/>
                        <a:pt x="6739" y="8490"/>
                        <a:pt x="7442" y="7871"/>
                      </a:cubicBezTo>
                      <a:cubicBezTo>
                        <a:pt x="7513" y="7811"/>
                        <a:pt x="7513" y="7692"/>
                        <a:pt x="7454" y="7621"/>
                      </a:cubicBezTo>
                      <a:cubicBezTo>
                        <a:pt x="7421" y="7588"/>
                        <a:pt x="7374" y="7570"/>
                        <a:pt x="7326" y="7570"/>
                      </a:cubicBezTo>
                      <a:cubicBezTo>
                        <a:pt x="7287" y="7570"/>
                        <a:pt x="7248" y="7582"/>
                        <a:pt x="7215" y="7609"/>
                      </a:cubicBezTo>
                      <a:cubicBezTo>
                        <a:pt x="6572" y="8157"/>
                        <a:pt x="5668" y="8514"/>
                        <a:pt x="4667" y="8514"/>
                      </a:cubicBezTo>
                      <a:cubicBezTo>
                        <a:pt x="2739" y="8514"/>
                        <a:pt x="1167" y="7216"/>
                        <a:pt x="1167" y="5633"/>
                      </a:cubicBezTo>
                      <a:cubicBezTo>
                        <a:pt x="1167" y="4037"/>
                        <a:pt x="2739" y="2739"/>
                        <a:pt x="4667" y="2739"/>
                      </a:cubicBezTo>
                      <a:cubicBezTo>
                        <a:pt x="6608" y="2739"/>
                        <a:pt x="8180" y="4037"/>
                        <a:pt x="8180" y="5633"/>
                      </a:cubicBezTo>
                      <a:cubicBezTo>
                        <a:pt x="8180" y="6133"/>
                        <a:pt x="8037" y="6597"/>
                        <a:pt x="7751" y="7014"/>
                      </a:cubicBezTo>
                      <a:cubicBezTo>
                        <a:pt x="7704" y="7085"/>
                        <a:pt x="7727" y="7169"/>
                        <a:pt x="7787" y="7228"/>
                      </a:cubicBezTo>
                      <a:cubicBezTo>
                        <a:pt x="7818" y="7264"/>
                        <a:pt x="7859" y="7280"/>
                        <a:pt x="7902" y="7280"/>
                      </a:cubicBezTo>
                      <a:cubicBezTo>
                        <a:pt x="7958" y="7280"/>
                        <a:pt x="8015" y="7252"/>
                        <a:pt x="8049" y="7204"/>
                      </a:cubicBezTo>
                      <a:cubicBezTo>
                        <a:pt x="8358" y="6740"/>
                        <a:pt x="8537" y="6192"/>
                        <a:pt x="8537" y="5621"/>
                      </a:cubicBezTo>
                      <a:cubicBezTo>
                        <a:pt x="8537" y="5490"/>
                        <a:pt x="8525" y="5359"/>
                        <a:pt x="8513" y="5228"/>
                      </a:cubicBezTo>
                      <a:cubicBezTo>
                        <a:pt x="8978" y="5014"/>
                        <a:pt x="9299" y="4525"/>
                        <a:pt x="9299" y="3978"/>
                      </a:cubicBezTo>
                      <a:cubicBezTo>
                        <a:pt x="9299" y="3228"/>
                        <a:pt x="8692" y="2620"/>
                        <a:pt x="7954" y="2620"/>
                      </a:cubicBezTo>
                      <a:cubicBezTo>
                        <a:pt x="7573" y="2620"/>
                        <a:pt x="7215" y="2775"/>
                        <a:pt x="6965" y="3037"/>
                      </a:cubicBezTo>
                      <a:cubicBezTo>
                        <a:pt x="6358" y="2656"/>
                        <a:pt x="5632" y="2406"/>
                        <a:pt x="4822" y="2382"/>
                      </a:cubicBezTo>
                      <a:lnTo>
                        <a:pt x="4822" y="1263"/>
                      </a:lnTo>
                      <a:lnTo>
                        <a:pt x="5215" y="1132"/>
                      </a:lnTo>
                      <a:cubicBezTo>
                        <a:pt x="5303" y="1507"/>
                        <a:pt x="5647" y="1780"/>
                        <a:pt x="6048" y="1780"/>
                      </a:cubicBezTo>
                      <a:cubicBezTo>
                        <a:pt x="6080" y="1780"/>
                        <a:pt x="6112" y="1779"/>
                        <a:pt x="6144" y="1775"/>
                      </a:cubicBezTo>
                      <a:cubicBezTo>
                        <a:pt x="6584" y="1727"/>
                        <a:pt x="6918" y="1382"/>
                        <a:pt x="6953" y="953"/>
                      </a:cubicBezTo>
                      <a:cubicBezTo>
                        <a:pt x="6977" y="430"/>
                        <a:pt x="6584" y="1"/>
                        <a:pt x="607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3" name="Google Shape;2573;p49"/>
                <p:cNvSpPr/>
                <p:nvPr/>
              </p:nvSpPr>
              <p:spPr>
                <a:xfrm>
                  <a:off x="7580393" y="3516460"/>
                  <a:ext cx="56880" cy="5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1787" extrusionOk="0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18" y="1179"/>
                        <a:pt x="1179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6" y="0"/>
                        <a:pt x="1" y="405"/>
                        <a:pt x="1" y="893"/>
                      </a:cubicBezTo>
                      <a:cubicBezTo>
                        <a:pt x="1" y="1381"/>
                        <a:pt x="406" y="1786"/>
                        <a:pt x="894" y="1786"/>
                      </a:cubicBezTo>
                      <a:cubicBezTo>
                        <a:pt x="1394" y="1786"/>
                        <a:pt x="1787" y="1381"/>
                        <a:pt x="1787" y="893"/>
                      </a:cubicBezTo>
                      <a:cubicBezTo>
                        <a:pt x="1775" y="405"/>
                        <a:pt x="1394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4" name="Google Shape;2574;p49"/>
                <p:cNvSpPr/>
                <p:nvPr/>
              </p:nvSpPr>
              <p:spPr>
                <a:xfrm>
                  <a:off x="7685750" y="3516460"/>
                  <a:ext cx="56880" cy="5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1787" extrusionOk="0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29" y="1179"/>
                        <a:pt x="1191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5" y="0"/>
                        <a:pt x="1" y="405"/>
                        <a:pt x="1" y="893"/>
                      </a:cubicBezTo>
                      <a:cubicBezTo>
                        <a:pt x="1" y="1381"/>
                        <a:pt x="405" y="1786"/>
                        <a:pt x="894" y="1786"/>
                      </a:cubicBezTo>
                      <a:cubicBezTo>
                        <a:pt x="1382" y="1786"/>
                        <a:pt x="1787" y="1381"/>
                        <a:pt x="1787" y="893"/>
                      </a:cubicBezTo>
                      <a:cubicBezTo>
                        <a:pt x="1775" y="405"/>
                        <a:pt x="138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Machine Learning Infographic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D9D9D9"/>
      </a:lt2>
      <a:accent1>
        <a:srgbClr val="E4EA27"/>
      </a:accent1>
      <a:accent2>
        <a:srgbClr val="26EAB8"/>
      </a:accent2>
      <a:accent3>
        <a:srgbClr val="2776EA"/>
      </a:accent3>
      <a:accent4>
        <a:srgbClr val="E99B27"/>
      </a:accent4>
      <a:accent5>
        <a:srgbClr val="EA4827"/>
      </a:accent5>
      <a:accent6>
        <a:srgbClr val="8027E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2216</Words>
  <Application>Microsoft Office PowerPoint</Application>
  <PresentationFormat>On-screen Show (16:9)</PresentationFormat>
  <Paragraphs>482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Proxima Nova</vt:lpstr>
      <vt:lpstr>Fira Sans Extra Condensed</vt:lpstr>
      <vt:lpstr>Roboto</vt:lpstr>
      <vt:lpstr>Proxima Nova Semibold</vt:lpstr>
      <vt:lpstr>Arial</vt:lpstr>
      <vt:lpstr>Machine Learning Infographics by Slidesgo</vt:lpstr>
      <vt:lpstr>Slidesgo Final Pages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PowerPoint Presentation</vt:lpstr>
      <vt:lpstr>PowerPoint Presentation</vt:lpstr>
      <vt:lpstr>Infographics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Sander Soares</cp:lastModifiedBy>
  <cp:revision>1</cp:revision>
  <dcterms:modified xsi:type="dcterms:W3CDTF">2026-05-26T14:15:41Z</dcterms:modified>
</cp:coreProperties>
</file>